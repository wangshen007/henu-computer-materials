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emf" ContentType="image/x-emf"/>
  <Default Extension="wmf" ContentType="image/x-wmf"/>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diagrams/colors1.xml" ContentType="application/vnd.openxmlformats-officedocument.drawingml.diagramColors+xml"/>
  <Override PartName="/ppt/diagrams/colors2.xml" ContentType="application/vnd.openxmlformats-officedocument.drawingml.diagramColors+xml"/>
  <Override PartName="/ppt/diagrams/colors3.xml" ContentType="application/vnd.openxmlformats-officedocument.drawingml.diagramColors+xml"/>
  <Override PartName="/ppt/diagrams/colors4.xml" ContentType="application/vnd.openxmlformats-officedocument.drawingml.diagramColors+xml"/>
  <Override PartName="/ppt/diagrams/colors5.xml" ContentType="application/vnd.openxmlformats-officedocument.drawingml.diagramColors+xml"/>
  <Override PartName="/ppt/diagrams/colors6.xml" ContentType="application/vnd.openxmlformats-officedocument.drawingml.diagramColors+xml"/>
  <Override PartName="/ppt/diagrams/data1.xml" ContentType="application/vnd.openxmlformats-officedocument.drawingml.diagramData+xml"/>
  <Override PartName="/ppt/diagrams/data2.xml" ContentType="application/vnd.openxmlformats-officedocument.drawingml.diagramData+xml"/>
  <Override PartName="/ppt/diagrams/data3.xml" ContentType="application/vnd.openxmlformats-officedocument.drawingml.diagramData+xml"/>
  <Override PartName="/ppt/diagrams/data4.xml" ContentType="application/vnd.openxmlformats-officedocument.drawingml.diagramData+xml"/>
  <Override PartName="/ppt/diagrams/data5.xml" ContentType="application/vnd.openxmlformats-officedocument.drawingml.diagramData+xml"/>
  <Override PartName="/ppt/diagrams/data6.xml" ContentType="application/vnd.openxmlformats-officedocument.drawingml.diagramData+xml"/>
  <Override PartName="/ppt/diagrams/drawing1.xml" ContentType="application/vnd.ms-office.drawingml.diagramDrawing+xml"/>
  <Override PartName="/ppt/diagrams/drawing2.xml" ContentType="application/vnd.ms-office.drawingml.diagramDrawing+xml"/>
  <Override PartName="/ppt/diagrams/drawing3.xml" ContentType="application/vnd.ms-office.drawingml.diagramDrawing+xml"/>
  <Override PartName="/ppt/diagrams/drawing4.xml" ContentType="application/vnd.ms-office.drawingml.diagramDrawing+xml"/>
  <Override PartName="/ppt/diagrams/drawing5.xml" ContentType="application/vnd.ms-office.drawingml.diagramDrawing+xml"/>
  <Override PartName="/ppt/diagrams/drawing6.xml" ContentType="application/vnd.ms-office.drawingml.diagramDrawing+xml"/>
  <Override PartName="/ppt/diagrams/layout1.xml" ContentType="application/vnd.openxmlformats-officedocument.drawingml.diagramLayout+xml"/>
  <Override PartName="/ppt/diagrams/layout2.xml" ContentType="application/vnd.openxmlformats-officedocument.drawingml.diagramLayout+xml"/>
  <Override PartName="/ppt/diagrams/layout3.xml" ContentType="application/vnd.openxmlformats-officedocument.drawingml.diagramLayout+xml"/>
  <Override PartName="/ppt/diagrams/layout4.xml" ContentType="application/vnd.openxmlformats-officedocument.drawingml.diagramLayout+xml"/>
  <Override PartName="/ppt/diagrams/layout5.xml" ContentType="application/vnd.openxmlformats-officedocument.drawingml.diagramLayout+xml"/>
  <Override PartName="/ppt/diagrams/layout6.xml" ContentType="application/vnd.openxmlformats-officedocument.drawingml.diagramLayout+xml"/>
  <Override PartName="/ppt/diagrams/quickStyle1.xml" ContentType="application/vnd.openxmlformats-officedocument.drawingml.diagramStyle+xml"/>
  <Override PartName="/ppt/diagrams/quickStyle2.xml" ContentType="application/vnd.openxmlformats-officedocument.drawingml.diagramStyle+xml"/>
  <Override PartName="/ppt/diagrams/quickStyle3.xml" ContentType="application/vnd.openxmlformats-officedocument.drawingml.diagramStyle+xml"/>
  <Override PartName="/ppt/diagrams/quickStyle4.xml" ContentType="application/vnd.openxmlformats-officedocument.drawingml.diagramStyle+xml"/>
  <Override PartName="/ppt/diagrams/quickStyle5.xml" ContentType="application/vnd.openxmlformats-officedocument.drawingml.diagramStyle+xml"/>
  <Override PartName="/ppt/diagrams/quickStyle6.xml" ContentType="application/vnd.openxmlformats-officedocument.drawingml.diagramStyle+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8"/>
  </p:notesMasterIdLst>
  <p:handoutMasterIdLst>
    <p:handoutMasterId r:id="rId79"/>
  </p:handoutMasterIdLst>
  <p:sldIdLst>
    <p:sldId id="530" r:id="rId3"/>
    <p:sldId id="575" r:id="rId4"/>
    <p:sldId id="581" r:id="rId5"/>
    <p:sldId id="584" r:id="rId6"/>
    <p:sldId id="583" r:id="rId7"/>
    <p:sldId id="582" r:id="rId9"/>
    <p:sldId id="533" r:id="rId10"/>
    <p:sldId id="542" r:id="rId11"/>
    <p:sldId id="543" r:id="rId12"/>
    <p:sldId id="344" r:id="rId13"/>
    <p:sldId id="425" r:id="rId14"/>
    <p:sldId id="427" r:id="rId15"/>
    <p:sldId id="536" r:id="rId16"/>
    <p:sldId id="428" r:id="rId17"/>
    <p:sldId id="552" r:id="rId18"/>
    <p:sldId id="433" r:id="rId19"/>
    <p:sldId id="434" r:id="rId20"/>
    <p:sldId id="432" r:id="rId21"/>
    <p:sldId id="430" r:id="rId22"/>
    <p:sldId id="435" r:id="rId23"/>
    <p:sldId id="436" r:id="rId24"/>
    <p:sldId id="437" r:id="rId25"/>
    <p:sldId id="554" r:id="rId26"/>
    <p:sldId id="438" r:id="rId27"/>
    <p:sldId id="439" r:id="rId28"/>
    <p:sldId id="440" r:id="rId29"/>
    <p:sldId id="441" r:id="rId30"/>
    <p:sldId id="442" r:id="rId31"/>
    <p:sldId id="443" r:id="rId32"/>
    <p:sldId id="444" r:id="rId33"/>
    <p:sldId id="445" r:id="rId34"/>
    <p:sldId id="446" r:id="rId35"/>
    <p:sldId id="447" r:id="rId36"/>
    <p:sldId id="448" r:id="rId37"/>
    <p:sldId id="449" r:id="rId38"/>
    <p:sldId id="538" r:id="rId39"/>
    <p:sldId id="540" r:id="rId40"/>
    <p:sldId id="450" r:id="rId41"/>
    <p:sldId id="451" r:id="rId42"/>
    <p:sldId id="452" r:id="rId43"/>
    <p:sldId id="544" r:id="rId44"/>
    <p:sldId id="453" r:id="rId45"/>
    <p:sldId id="455" r:id="rId46"/>
    <p:sldId id="457" r:id="rId47"/>
    <p:sldId id="458" r:id="rId48"/>
    <p:sldId id="459" r:id="rId49"/>
    <p:sldId id="460" r:id="rId50"/>
    <p:sldId id="461" r:id="rId51"/>
    <p:sldId id="462" r:id="rId52"/>
    <p:sldId id="456" r:id="rId53"/>
    <p:sldId id="466" r:id="rId54"/>
    <p:sldId id="547" r:id="rId55"/>
    <p:sldId id="469" r:id="rId56"/>
    <p:sldId id="470" r:id="rId57"/>
    <p:sldId id="471" r:id="rId58"/>
    <p:sldId id="472" r:id="rId59"/>
    <p:sldId id="473" r:id="rId60"/>
    <p:sldId id="474" r:id="rId61"/>
    <p:sldId id="475" r:id="rId62"/>
    <p:sldId id="476" r:id="rId63"/>
    <p:sldId id="477" r:id="rId64"/>
    <p:sldId id="478" r:id="rId65"/>
    <p:sldId id="480" r:id="rId66"/>
    <p:sldId id="549" r:id="rId67"/>
    <p:sldId id="557" r:id="rId68"/>
    <p:sldId id="485" r:id="rId69"/>
    <p:sldId id="486" r:id="rId70"/>
    <p:sldId id="487" r:id="rId71"/>
    <p:sldId id="488" r:id="rId72"/>
    <p:sldId id="489" r:id="rId73"/>
    <p:sldId id="490" r:id="rId74"/>
    <p:sldId id="491" r:id="rId75"/>
    <p:sldId id="492" r:id="rId76"/>
    <p:sldId id="550" r:id="rId77"/>
    <p:sldId id="555" r:id="rId78"/>
  </p:sldIdLst>
  <p:sldSz cx="9144000" cy="6858000" type="screen4x3"/>
  <p:notesSz cx="6858000" cy="9144000"/>
  <p:custDataLst>
    <p:tags r:id="rId83"/>
  </p:custDataLst>
  <p:defaultTextStyle>
    <a:defPPr>
      <a:defRPr lang="zh-CN"/>
    </a:defPPr>
    <a:lvl1pPr marL="0" lvl="0" indent="0" algn="l" defTabSz="914400" rtl="0" eaLnBrk="0" fontAlgn="base" latinLnBrk="0" hangingPunct="0">
      <a:lnSpc>
        <a:spcPct val="100000"/>
      </a:lnSpc>
      <a:spcBef>
        <a:spcPct val="0"/>
      </a:spcBef>
      <a:spcAft>
        <a:spcPct val="0"/>
      </a:spcAft>
      <a:buNone/>
      <a:defRPr sz="1600" b="1" i="0" u="none" kern="1200" baseline="0">
        <a:solidFill>
          <a:schemeClr val="tx1"/>
        </a:solidFill>
        <a:latin typeface="Comic Sans MS" panose="030F0702030302020204" pitchFamily="66" charset="0"/>
        <a:ea typeface="宋体" panose="02010600030101010101" pitchFamily="2" charset="-122"/>
        <a:cs typeface="+mn-cs"/>
      </a:defRPr>
    </a:lvl1pPr>
    <a:lvl2pPr marL="457200" lvl="1" indent="0" algn="l" defTabSz="914400" rtl="0" eaLnBrk="0" fontAlgn="base" latinLnBrk="0" hangingPunct="0">
      <a:lnSpc>
        <a:spcPct val="100000"/>
      </a:lnSpc>
      <a:spcBef>
        <a:spcPct val="0"/>
      </a:spcBef>
      <a:spcAft>
        <a:spcPct val="0"/>
      </a:spcAft>
      <a:buNone/>
      <a:defRPr sz="1600" b="1" i="0" u="none" kern="1200" baseline="0">
        <a:solidFill>
          <a:schemeClr val="tx1"/>
        </a:solidFill>
        <a:latin typeface="Comic Sans MS" panose="030F0702030302020204" pitchFamily="66"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1600" b="1" i="0" u="none" kern="1200" baseline="0">
        <a:solidFill>
          <a:schemeClr val="tx1"/>
        </a:solidFill>
        <a:latin typeface="Comic Sans MS" panose="030F0702030302020204" pitchFamily="66"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1600" b="1" i="0" u="none" kern="1200" baseline="0">
        <a:solidFill>
          <a:schemeClr val="tx1"/>
        </a:solidFill>
        <a:latin typeface="Comic Sans MS" panose="030F0702030302020204" pitchFamily="66"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1600" b="1" i="0" u="none" kern="1200" baseline="0">
        <a:solidFill>
          <a:schemeClr val="tx1"/>
        </a:solidFill>
        <a:latin typeface="Comic Sans MS" panose="030F0702030302020204" pitchFamily="66" charset="0"/>
        <a:ea typeface="宋体" panose="02010600030101010101" pitchFamily="2" charset="-122"/>
        <a:cs typeface="+mn-cs"/>
      </a:defRPr>
    </a:lvl5pPr>
    <a:lvl6pPr marL="2286000" lvl="5" indent="0" algn="l" defTabSz="914400" rtl="0" eaLnBrk="0" fontAlgn="base" latinLnBrk="0" hangingPunct="0">
      <a:lnSpc>
        <a:spcPct val="100000"/>
      </a:lnSpc>
      <a:spcBef>
        <a:spcPct val="0"/>
      </a:spcBef>
      <a:spcAft>
        <a:spcPct val="0"/>
      </a:spcAft>
      <a:buNone/>
      <a:defRPr sz="1600" b="1" i="0" u="none" kern="1200" baseline="0">
        <a:solidFill>
          <a:schemeClr val="tx1"/>
        </a:solidFill>
        <a:latin typeface="Comic Sans MS" panose="030F0702030302020204" pitchFamily="66" charset="0"/>
        <a:ea typeface="宋体" panose="02010600030101010101" pitchFamily="2" charset="-122"/>
        <a:cs typeface="+mn-cs"/>
      </a:defRPr>
    </a:lvl6pPr>
    <a:lvl7pPr marL="2743200" lvl="6" indent="0" algn="l" defTabSz="914400" rtl="0" eaLnBrk="0" fontAlgn="base" latinLnBrk="0" hangingPunct="0">
      <a:lnSpc>
        <a:spcPct val="100000"/>
      </a:lnSpc>
      <a:spcBef>
        <a:spcPct val="0"/>
      </a:spcBef>
      <a:spcAft>
        <a:spcPct val="0"/>
      </a:spcAft>
      <a:buNone/>
      <a:defRPr sz="1600" b="1" i="0" u="none" kern="1200" baseline="0">
        <a:solidFill>
          <a:schemeClr val="tx1"/>
        </a:solidFill>
        <a:latin typeface="Comic Sans MS" panose="030F0702030302020204" pitchFamily="66" charset="0"/>
        <a:ea typeface="宋体" panose="02010600030101010101" pitchFamily="2" charset="-122"/>
        <a:cs typeface="+mn-cs"/>
      </a:defRPr>
    </a:lvl7pPr>
    <a:lvl8pPr marL="3200400" lvl="7" indent="0" algn="l" defTabSz="914400" rtl="0" eaLnBrk="0" fontAlgn="base" latinLnBrk="0" hangingPunct="0">
      <a:lnSpc>
        <a:spcPct val="100000"/>
      </a:lnSpc>
      <a:spcBef>
        <a:spcPct val="0"/>
      </a:spcBef>
      <a:spcAft>
        <a:spcPct val="0"/>
      </a:spcAft>
      <a:buNone/>
      <a:defRPr sz="1600" b="1" i="0" u="none" kern="1200" baseline="0">
        <a:solidFill>
          <a:schemeClr val="tx1"/>
        </a:solidFill>
        <a:latin typeface="Comic Sans MS" panose="030F0702030302020204" pitchFamily="66" charset="0"/>
        <a:ea typeface="宋体" panose="02010600030101010101" pitchFamily="2" charset="-122"/>
        <a:cs typeface="+mn-cs"/>
      </a:defRPr>
    </a:lvl8pPr>
    <a:lvl9pPr marL="3657600" lvl="8" indent="0" algn="l" defTabSz="914400" rtl="0" eaLnBrk="0" fontAlgn="base" latinLnBrk="0" hangingPunct="0">
      <a:lnSpc>
        <a:spcPct val="100000"/>
      </a:lnSpc>
      <a:spcBef>
        <a:spcPct val="0"/>
      </a:spcBef>
      <a:spcAft>
        <a:spcPct val="0"/>
      </a:spcAft>
      <a:buNone/>
      <a:defRPr sz="1600" b="1" i="0" u="none" kern="1200" baseline="0">
        <a:solidFill>
          <a:schemeClr val="tx1"/>
        </a:solidFill>
        <a:latin typeface="Comic Sans MS" panose="030F0702030302020204" pitchFamily="66"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2FDB2607-1784-4EEB-B798-7EB5836EED8A}">
        <p14:showMediaCtrls xmlns:p14="http://schemas.microsoft.com/office/powerpoint/2010/main" val="1"/>
      </p:ext>
    </p:extLst>
  </p:showPr>
  <p:clrMru>
    <a:srgbClr val="8F8FF9"/>
    <a:srgbClr val="3D00E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86294"/>
  </p:normalViewPr>
  <p:slideViewPr>
    <p:cSldViewPr showGuides="1">
      <p:cViewPr varScale="1">
        <p:scale>
          <a:sx n="102" d="100"/>
          <a:sy n="102" d="100"/>
        </p:scale>
        <p:origin x="1880" y="8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3" Type="http://schemas.openxmlformats.org/officeDocument/2006/relationships/tags" Target="tags/tag1.xml"/><Relationship Id="rId82" Type="http://schemas.openxmlformats.org/officeDocument/2006/relationships/tableStyles" Target="tableStyles.xml"/><Relationship Id="rId81" Type="http://schemas.openxmlformats.org/officeDocument/2006/relationships/viewProps" Target="viewProps.xml"/><Relationship Id="rId80" Type="http://schemas.openxmlformats.org/officeDocument/2006/relationships/presProps" Target="presProps.xml"/><Relationship Id="rId8" Type="http://schemas.openxmlformats.org/officeDocument/2006/relationships/notesMaster" Target="notesMasters/notesMaster1.xml"/><Relationship Id="rId79" Type="http://schemas.openxmlformats.org/officeDocument/2006/relationships/handoutMaster" Target="handoutMasters/handoutMaster1.xml"/><Relationship Id="rId78" Type="http://schemas.openxmlformats.org/officeDocument/2006/relationships/slide" Target="slides/slide75.xml"/><Relationship Id="rId77" Type="http://schemas.openxmlformats.org/officeDocument/2006/relationships/slide" Target="slides/slide74.xml"/><Relationship Id="rId76" Type="http://schemas.openxmlformats.org/officeDocument/2006/relationships/slide" Target="slides/slide73.xml"/><Relationship Id="rId75" Type="http://schemas.openxmlformats.org/officeDocument/2006/relationships/slide" Target="slides/slide72.xml"/><Relationship Id="rId74" Type="http://schemas.openxmlformats.org/officeDocument/2006/relationships/slide" Target="slides/slide71.xml"/><Relationship Id="rId73" Type="http://schemas.openxmlformats.org/officeDocument/2006/relationships/slide" Target="slides/slide70.xml"/><Relationship Id="rId72" Type="http://schemas.openxmlformats.org/officeDocument/2006/relationships/slide" Target="slides/slide69.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slide" Target="slides/slide5.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4.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3.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slide" Target="slides/slide2.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data1.xml><?xml version="1.0" encoding="utf-8"?>
<dgm:dataModel xmlns:dgm="http://schemas.openxmlformats.org/drawingml/2006/diagram" xmlns:a="http://schemas.openxmlformats.org/drawingml/2006/main">
  <dgm:ptLst>
    <dgm:pt modelId="{7D5E49B3-8343-4724-8C01-F63924268290}" type="doc">
      <dgm:prSet loTypeId="urn:microsoft.com/office/officeart/2008/layout/VerticalCurvedList" loCatId="list" qsTypeId="urn:microsoft.com/office/officeart/2005/8/quickstyle/simple1" qsCatId="simple" csTypeId="urn:microsoft.com/office/officeart/2005/8/colors/accent1_2" csCatId="accent1" phldr="1"/>
      <dgm:spPr/>
      <dgm:t>
        <a:bodyPr/>
        <a:lstStyle/>
        <a:p>
          <a:endParaRPr lang="zh-CN" altLang="en-US"/>
        </a:p>
      </dgm:t>
    </dgm:pt>
    <dgm:pt modelId="{222D1FD3-1EA8-4B96-93DD-60D34599E0DB}">
      <dgm:prSet phldrT="[文本]" custT="1"/>
      <dgm:spPr/>
      <dgm:t>
        <a:bodyPr/>
        <a:lstStyle/>
        <a:p>
          <a:r>
            <a:rPr lang="zh-CN" altLang="en-US" sz="2800" dirty="0" smtClean="0">
              <a:solidFill>
                <a:schemeClr val="bg1"/>
              </a:solidFill>
            </a:rPr>
            <a:t>结构化分析方法概述</a:t>
          </a:r>
          <a:endParaRPr lang="zh-CN" altLang="en-US" sz="2800" dirty="0">
            <a:solidFill>
              <a:schemeClr val="bg1"/>
            </a:solidFill>
          </a:endParaRPr>
        </a:p>
      </dgm:t>
    </dgm:pt>
    <dgm:pt modelId="{86386CBD-64B4-4568-A50F-1F23E54D2598}" cxnId="{F6280A2F-33AF-4184-B740-E03D08210EFD}" type="parTrans">
      <dgm:prSet/>
      <dgm:spPr/>
      <dgm:t>
        <a:bodyPr/>
        <a:lstStyle/>
        <a:p>
          <a:endParaRPr lang="zh-CN" altLang="en-US" sz="2800"/>
        </a:p>
      </dgm:t>
    </dgm:pt>
    <dgm:pt modelId="{AD3D0DAF-1978-4EC4-B6A6-10D813A68589}" cxnId="{F6280A2F-33AF-4184-B740-E03D08210EFD}" type="sibTrans">
      <dgm:prSet/>
      <dgm:spPr/>
      <dgm:t>
        <a:bodyPr/>
        <a:lstStyle/>
        <a:p>
          <a:endParaRPr lang="zh-CN" altLang="en-US" sz="2800"/>
        </a:p>
      </dgm:t>
    </dgm:pt>
    <dgm:pt modelId="{01F76CC6-3E1B-41A8-BF92-4138877921E9}">
      <dgm:prSet phldrT="[文本]" custT="1"/>
      <dgm:spPr/>
      <dgm:t>
        <a:bodyPr/>
        <a:lstStyle/>
        <a:p>
          <a:r>
            <a:rPr lang="zh-CN" altLang="en-US" sz="2800" dirty="0" smtClean="0">
              <a:solidFill>
                <a:schemeClr val="bg1"/>
              </a:solidFill>
            </a:rPr>
            <a:t>数据流图</a:t>
          </a:r>
          <a:endParaRPr lang="zh-CN" altLang="en-US" sz="2800" dirty="0">
            <a:solidFill>
              <a:schemeClr val="bg1"/>
            </a:solidFill>
          </a:endParaRPr>
        </a:p>
      </dgm:t>
    </dgm:pt>
    <dgm:pt modelId="{2DE085E7-CB3A-44E1-93B3-FFFEDF09CCF3}" cxnId="{C8E3928E-8BDB-408A-93E2-158B8477B1E4}" type="parTrans">
      <dgm:prSet/>
      <dgm:spPr/>
      <dgm:t>
        <a:bodyPr/>
        <a:lstStyle/>
        <a:p>
          <a:endParaRPr lang="zh-CN" altLang="en-US" sz="2800"/>
        </a:p>
      </dgm:t>
    </dgm:pt>
    <dgm:pt modelId="{5437577E-AB7C-4BE3-9F70-F6CF8DADE318}" cxnId="{C8E3928E-8BDB-408A-93E2-158B8477B1E4}" type="sibTrans">
      <dgm:prSet/>
      <dgm:spPr/>
      <dgm:t>
        <a:bodyPr/>
        <a:lstStyle/>
        <a:p>
          <a:endParaRPr lang="zh-CN" altLang="en-US" sz="2800"/>
        </a:p>
      </dgm:t>
    </dgm:pt>
    <dgm:pt modelId="{C2C1A5A8-4D1A-453C-B207-5C5CB56DE5C0}">
      <dgm:prSet phldrT="[文本]" custT="1"/>
      <dgm:spPr/>
      <dgm:t>
        <a:bodyPr/>
        <a:lstStyle/>
        <a:p>
          <a:r>
            <a:rPr lang="zh-CN" altLang="en-US" sz="2800" dirty="0" smtClean="0"/>
            <a:t>数据流图审查</a:t>
          </a:r>
          <a:endParaRPr lang="zh-CN" altLang="en-US" sz="2800" dirty="0"/>
        </a:p>
      </dgm:t>
    </dgm:pt>
    <dgm:pt modelId="{02F31958-E95F-4224-BA0C-F9B096773F74}" cxnId="{187977DD-8F1F-493D-82E4-F8EB838D1344}" type="parTrans">
      <dgm:prSet/>
      <dgm:spPr/>
      <dgm:t>
        <a:bodyPr/>
        <a:lstStyle/>
        <a:p>
          <a:endParaRPr lang="zh-CN" altLang="en-US" sz="2800"/>
        </a:p>
      </dgm:t>
    </dgm:pt>
    <dgm:pt modelId="{27859489-D27F-443C-8037-96DF033989A0}" cxnId="{187977DD-8F1F-493D-82E4-F8EB838D1344}" type="sibTrans">
      <dgm:prSet/>
      <dgm:spPr/>
      <dgm:t>
        <a:bodyPr/>
        <a:lstStyle/>
        <a:p>
          <a:endParaRPr lang="zh-CN" altLang="en-US" sz="2800"/>
        </a:p>
      </dgm:t>
    </dgm:pt>
    <dgm:pt modelId="{F2FEC2C6-FC3E-46E7-BA87-679AEFCAABC2}">
      <dgm:prSet phldrT="[文本]" custT="1"/>
      <dgm:spPr/>
      <dgm:t>
        <a:bodyPr/>
        <a:lstStyle/>
        <a:p>
          <a:r>
            <a:rPr lang="zh-CN" altLang="en-US" sz="2800" dirty="0" smtClean="0"/>
            <a:t>对基本加工的说明</a:t>
          </a:r>
          <a:endParaRPr lang="zh-CN" altLang="en-US" sz="2800" dirty="0"/>
        </a:p>
      </dgm:t>
    </dgm:pt>
    <dgm:pt modelId="{B2BB5C19-6379-4351-86D8-02557CB3B6EF}" cxnId="{F1C51C8C-4356-434B-B169-BB8527A1339A}" type="parTrans">
      <dgm:prSet/>
      <dgm:spPr/>
      <dgm:t>
        <a:bodyPr/>
        <a:lstStyle/>
        <a:p>
          <a:endParaRPr lang="zh-CN" altLang="en-US" sz="2800"/>
        </a:p>
      </dgm:t>
    </dgm:pt>
    <dgm:pt modelId="{D14C4FD3-1B6C-4E16-A0BB-528601781AA9}" cxnId="{F1C51C8C-4356-434B-B169-BB8527A1339A}" type="sibTrans">
      <dgm:prSet/>
      <dgm:spPr/>
      <dgm:t>
        <a:bodyPr/>
        <a:lstStyle/>
        <a:p>
          <a:endParaRPr lang="zh-CN" altLang="en-US" sz="2800"/>
        </a:p>
      </dgm:t>
    </dgm:pt>
    <dgm:pt modelId="{21408F06-22FA-498F-A15B-614F8801F084}">
      <dgm:prSet phldrT="[文本]" custT="1"/>
      <dgm:spPr/>
      <dgm:t>
        <a:bodyPr/>
        <a:lstStyle/>
        <a:p>
          <a:r>
            <a:rPr lang="zh-CN" altLang="en-US" sz="2800" dirty="0" smtClean="0"/>
            <a:t>数据字典</a:t>
          </a:r>
          <a:endParaRPr lang="zh-CN" altLang="en-US" sz="2800" dirty="0"/>
        </a:p>
      </dgm:t>
    </dgm:pt>
    <dgm:pt modelId="{338F51FD-05D8-4D8E-A52A-D7E42AA6FB12}" cxnId="{5B6F6355-F8A2-4C0F-A87C-D07D15226E82}" type="parTrans">
      <dgm:prSet/>
      <dgm:spPr/>
      <dgm:t>
        <a:bodyPr/>
        <a:lstStyle/>
        <a:p>
          <a:endParaRPr lang="zh-CN" altLang="en-US" sz="2800"/>
        </a:p>
      </dgm:t>
    </dgm:pt>
    <dgm:pt modelId="{397AF349-3BBD-47DE-A216-336E04F4DE6B}" cxnId="{5B6F6355-F8A2-4C0F-A87C-D07D15226E82}" type="sibTrans">
      <dgm:prSet/>
      <dgm:spPr/>
      <dgm:t>
        <a:bodyPr/>
        <a:lstStyle/>
        <a:p>
          <a:endParaRPr lang="zh-CN" altLang="en-US" sz="2800"/>
        </a:p>
      </dgm:t>
    </dgm:pt>
    <dgm:pt modelId="{D74B0043-D2DF-47BE-847A-17AE007AA02A}" type="pres">
      <dgm:prSet presAssocID="{7D5E49B3-8343-4724-8C01-F63924268290}" presName="Name0" presStyleCnt="0">
        <dgm:presLayoutVars>
          <dgm:chMax val="7"/>
          <dgm:chPref val="7"/>
          <dgm:dir/>
        </dgm:presLayoutVars>
      </dgm:prSet>
      <dgm:spPr/>
      <dgm:t>
        <a:bodyPr/>
        <a:lstStyle/>
        <a:p>
          <a:endParaRPr lang="zh-CN" altLang="en-US"/>
        </a:p>
      </dgm:t>
    </dgm:pt>
    <dgm:pt modelId="{394B7D96-D6E4-4B0C-89EE-2FB204547481}" type="pres">
      <dgm:prSet presAssocID="{7D5E49B3-8343-4724-8C01-F63924268290}" presName="Name1" presStyleCnt="0"/>
      <dgm:spPr/>
    </dgm:pt>
    <dgm:pt modelId="{2FBC5996-F8B6-4CB2-8291-49C581D2B6A3}" type="pres">
      <dgm:prSet presAssocID="{7D5E49B3-8343-4724-8C01-F63924268290}" presName="cycle" presStyleCnt="0"/>
      <dgm:spPr/>
    </dgm:pt>
    <dgm:pt modelId="{87B881BE-1148-4C54-A7D2-EA18E5FC8884}" type="pres">
      <dgm:prSet presAssocID="{7D5E49B3-8343-4724-8C01-F63924268290}" presName="srcNode" presStyleLbl="node1" presStyleIdx="0" presStyleCnt="5"/>
      <dgm:spPr/>
    </dgm:pt>
    <dgm:pt modelId="{C6F6F296-B27F-4543-A1EA-7EE8CA3905C5}" type="pres">
      <dgm:prSet presAssocID="{7D5E49B3-8343-4724-8C01-F63924268290}" presName="conn" presStyleLbl="parChTrans1D2" presStyleIdx="0" presStyleCnt="1"/>
      <dgm:spPr/>
      <dgm:t>
        <a:bodyPr/>
        <a:lstStyle/>
        <a:p>
          <a:endParaRPr lang="zh-CN" altLang="en-US"/>
        </a:p>
      </dgm:t>
    </dgm:pt>
    <dgm:pt modelId="{6432F0D6-421F-45AD-AF4A-8FEB03D155FF}" type="pres">
      <dgm:prSet presAssocID="{7D5E49B3-8343-4724-8C01-F63924268290}" presName="extraNode" presStyleLbl="node1" presStyleIdx="0" presStyleCnt="5"/>
      <dgm:spPr/>
    </dgm:pt>
    <dgm:pt modelId="{2B103D66-47ED-43EE-AD12-FCA2A30F4910}" type="pres">
      <dgm:prSet presAssocID="{7D5E49B3-8343-4724-8C01-F63924268290}" presName="dstNode" presStyleLbl="node1" presStyleIdx="0" presStyleCnt="5"/>
      <dgm:spPr/>
    </dgm:pt>
    <dgm:pt modelId="{175C4239-7320-4B26-A1A1-E71156B3A1A5}" type="pres">
      <dgm:prSet presAssocID="{222D1FD3-1EA8-4B96-93DD-60D34599E0DB}" presName="text_1" presStyleLbl="node1" presStyleIdx="0" presStyleCnt="5">
        <dgm:presLayoutVars>
          <dgm:bulletEnabled val="1"/>
        </dgm:presLayoutVars>
      </dgm:prSet>
      <dgm:spPr/>
      <dgm:t>
        <a:bodyPr/>
        <a:lstStyle/>
        <a:p>
          <a:endParaRPr lang="zh-CN" altLang="en-US"/>
        </a:p>
      </dgm:t>
    </dgm:pt>
    <dgm:pt modelId="{22C55EEB-7ADA-4961-94CC-921A7F599681}" type="pres">
      <dgm:prSet presAssocID="{222D1FD3-1EA8-4B96-93DD-60D34599E0DB}" presName="accent_1" presStyleCnt="0"/>
      <dgm:spPr/>
    </dgm:pt>
    <dgm:pt modelId="{E2716414-100F-449C-AD15-1D86D8467CAC}" type="pres">
      <dgm:prSet presAssocID="{222D1FD3-1EA8-4B96-93DD-60D34599E0DB}" presName="accentRepeatNode" presStyleLbl="solidFgAcc1" presStyleIdx="0" presStyleCnt="5"/>
      <dgm:spPr/>
    </dgm:pt>
    <dgm:pt modelId="{4BB00A72-CF4F-43CB-8AD0-B6ED7F99C27C}" type="pres">
      <dgm:prSet presAssocID="{01F76CC6-3E1B-41A8-BF92-4138877921E9}" presName="text_2" presStyleLbl="node1" presStyleIdx="1" presStyleCnt="5">
        <dgm:presLayoutVars>
          <dgm:bulletEnabled val="1"/>
        </dgm:presLayoutVars>
      </dgm:prSet>
      <dgm:spPr/>
      <dgm:t>
        <a:bodyPr/>
        <a:lstStyle/>
        <a:p>
          <a:endParaRPr lang="zh-CN" altLang="en-US"/>
        </a:p>
      </dgm:t>
    </dgm:pt>
    <dgm:pt modelId="{115D886E-4C06-4BF6-9B61-246F2443CE01}" type="pres">
      <dgm:prSet presAssocID="{01F76CC6-3E1B-41A8-BF92-4138877921E9}" presName="accent_2" presStyleCnt="0"/>
      <dgm:spPr/>
    </dgm:pt>
    <dgm:pt modelId="{97565D88-474C-4628-BC28-802F99749A2C}" type="pres">
      <dgm:prSet presAssocID="{01F76CC6-3E1B-41A8-BF92-4138877921E9}" presName="accentRepeatNode" presStyleLbl="solidFgAcc1" presStyleIdx="1" presStyleCnt="5"/>
      <dgm:spPr/>
    </dgm:pt>
    <dgm:pt modelId="{127C6E97-9FED-45E1-9B87-C35034D4DA77}" type="pres">
      <dgm:prSet presAssocID="{C2C1A5A8-4D1A-453C-B207-5C5CB56DE5C0}" presName="text_3" presStyleLbl="node1" presStyleIdx="2" presStyleCnt="5">
        <dgm:presLayoutVars>
          <dgm:bulletEnabled val="1"/>
        </dgm:presLayoutVars>
      </dgm:prSet>
      <dgm:spPr/>
      <dgm:t>
        <a:bodyPr/>
        <a:lstStyle/>
        <a:p>
          <a:endParaRPr lang="zh-CN" altLang="en-US"/>
        </a:p>
      </dgm:t>
    </dgm:pt>
    <dgm:pt modelId="{A468C62D-B762-4B45-89CE-D3CDA0870B4C}" type="pres">
      <dgm:prSet presAssocID="{C2C1A5A8-4D1A-453C-B207-5C5CB56DE5C0}" presName="accent_3" presStyleCnt="0"/>
      <dgm:spPr/>
    </dgm:pt>
    <dgm:pt modelId="{1313337C-5897-4A2B-83A9-E9A9235DED47}" type="pres">
      <dgm:prSet presAssocID="{C2C1A5A8-4D1A-453C-B207-5C5CB56DE5C0}" presName="accentRepeatNode" presStyleLbl="solidFgAcc1" presStyleIdx="2" presStyleCnt="5"/>
      <dgm:spPr/>
    </dgm:pt>
    <dgm:pt modelId="{E1710068-3AFF-443A-8845-36205E8D7E73}" type="pres">
      <dgm:prSet presAssocID="{21408F06-22FA-498F-A15B-614F8801F084}" presName="text_4" presStyleLbl="node1" presStyleIdx="3" presStyleCnt="5">
        <dgm:presLayoutVars>
          <dgm:bulletEnabled val="1"/>
        </dgm:presLayoutVars>
      </dgm:prSet>
      <dgm:spPr/>
      <dgm:t>
        <a:bodyPr/>
        <a:lstStyle/>
        <a:p>
          <a:endParaRPr lang="zh-CN" altLang="en-US"/>
        </a:p>
      </dgm:t>
    </dgm:pt>
    <dgm:pt modelId="{07748850-B39B-4F67-AD7B-57B85DA11384}" type="pres">
      <dgm:prSet presAssocID="{21408F06-22FA-498F-A15B-614F8801F084}" presName="accent_4" presStyleCnt="0"/>
      <dgm:spPr/>
    </dgm:pt>
    <dgm:pt modelId="{35A13872-063E-4C3C-BF40-A310B9E9B654}" type="pres">
      <dgm:prSet presAssocID="{21408F06-22FA-498F-A15B-614F8801F084}" presName="accentRepeatNode" presStyleLbl="solidFgAcc1" presStyleIdx="3" presStyleCnt="5"/>
      <dgm:spPr/>
    </dgm:pt>
    <dgm:pt modelId="{811726FA-393F-4308-B5B0-A6B817B8DA3B}" type="pres">
      <dgm:prSet presAssocID="{F2FEC2C6-FC3E-46E7-BA87-679AEFCAABC2}" presName="text_5" presStyleLbl="node1" presStyleIdx="4" presStyleCnt="5">
        <dgm:presLayoutVars>
          <dgm:bulletEnabled val="1"/>
        </dgm:presLayoutVars>
      </dgm:prSet>
      <dgm:spPr/>
      <dgm:t>
        <a:bodyPr/>
        <a:lstStyle/>
        <a:p>
          <a:endParaRPr lang="zh-CN" altLang="en-US"/>
        </a:p>
      </dgm:t>
    </dgm:pt>
    <dgm:pt modelId="{4FD8FF8F-3905-4DA9-9205-3F4F71E2F019}" type="pres">
      <dgm:prSet presAssocID="{F2FEC2C6-FC3E-46E7-BA87-679AEFCAABC2}" presName="accent_5" presStyleCnt="0"/>
      <dgm:spPr/>
    </dgm:pt>
    <dgm:pt modelId="{7080884B-CAC6-4112-B0AA-9D8B8957090F}" type="pres">
      <dgm:prSet presAssocID="{F2FEC2C6-FC3E-46E7-BA87-679AEFCAABC2}" presName="accentRepeatNode" presStyleLbl="solidFgAcc1" presStyleIdx="4" presStyleCnt="5"/>
      <dgm:spPr/>
    </dgm:pt>
  </dgm:ptLst>
  <dgm:cxnLst>
    <dgm:cxn modelId="{C9392524-4895-4ED7-8063-FCB05170AD3F}" type="presOf" srcId="{21408F06-22FA-498F-A15B-614F8801F084}" destId="{E1710068-3AFF-443A-8845-36205E8D7E73}" srcOrd="0" destOrd="0" presId="urn:microsoft.com/office/officeart/2008/layout/VerticalCurvedList"/>
    <dgm:cxn modelId="{E92B841A-BC3C-43FC-A71A-6C604642D1EE}" type="presOf" srcId="{01F76CC6-3E1B-41A8-BF92-4138877921E9}" destId="{4BB00A72-CF4F-43CB-8AD0-B6ED7F99C27C}" srcOrd="0" destOrd="0" presId="urn:microsoft.com/office/officeart/2008/layout/VerticalCurvedList"/>
    <dgm:cxn modelId="{EF6A33B3-13FC-4624-8638-5D4373A27433}" type="presOf" srcId="{222D1FD3-1EA8-4B96-93DD-60D34599E0DB}" destId="{175C4239-7320-4B26-A1A1-E71156B3A1A5}" srcOrd="0" destOrd="0" presId="urn:microsoft.com/office/officeart/2008/layout/VerticalCurvedList"/>
    <dgm:cxn modelId="{187977DD-8F1F-493D-82E4-F8EB838D1344}" srcId="{7D5E49B3-8343-4724-8C01-F63924268290}" destId="{C2C1A5A8-4D1A-453C-B207-5C5CB56DE5C0}" srcOrd="2" destOrd="0" parTransId="{02F31958-E95F-4224-BA0C-F9B096773F74}" sibTransId="{27859489-D27F-443C-8037-96DF033989A0}"/>
    <dgm:cxn modelId="{C8E3928E-8BDB-408A-93E2-158B8477B1E4}" srcId="{7D5E49B3-8343-4724-8C01-F63924268290}" destId="{01F76CC6-3E1B-41A8-BF92-4138877921E9}" srcOrd="1" destOrd="0" parTransId="{2DE085E7-CB3A-44E1-93B3-FFFEDF09CCF3}" sibTransId="{5437577E-AB7C-4BE3-9F70-F6CF8DADE318}"/>
    <dgm:cxn modelId="{F1C51C8C-4356-434B-B169-BB8527A1339A}" srcId="{7D5E49B3-8343-4724-8C01-F63924268290}" destId="{F2FEC2C6-FC3E-46E7-BA87-679AEFCAABC2}" srcOrd="4" destOrd="0" parTransId="{B2BB5C19-6379-4351-86D8-02557CB3B6EF}" sibTransId="{D14C4FD3-1B6C-4E16-A0BB-528601781AA9}"/>
    <dgm:cxn modelId="{ED3BB89E-84FF-4D93-9FD6-8BA9ED8F104A}" type="presOf" srcId="{F2FEC2C6-FC3E-46E7-BA87-679AEFCAABC2}" destId="{811726FA-393F-4308-B5B0-A6B817B8DA3B}" srcOrd="0" destOrd="0" presId="urn:microsoft.com/office/officeart/2008/layout/VerticalCurvedList"/>
    <dgm:cxn modelId="{F6280A2F-33AF-4184-B740-E03D08210EFD}" srcId="{7D5E49B3-8343-4724-8C01-F63924268290}" destId="{222D1FD3-1EA8-4B96-93DD-60D34599E0DB}" srcOrd="0" destOrd="0" parTransId="{86386CBD-64B4-4568-A50F-1F23E54D2598}" sibTransId="{AD3D0DAF-1978-4EC4-B6A6-10D813A68589}"/>
    <dgm:cxn modelId="{2263345B-F802-44DE-8BED-4E7354C6B2BF}" type="presOf" srcId="{7D5E49B3-8343-4724-8C01-F63924268290}" destId="{D74B0043-D2DF-47BE-847A-17AE007AA02A}" srcOrd="0" destOrd="0" presId="urn:microsoft.com/office/officeart/2008/layout/VerticalCurvedList"/>
    <dgm:cxn modelId="{5B6F6355-F8A2-4C0F-A87C-D07D15226E82}" srcId="{7D5E49B3-8343-4724-8C01-F63924268290}" destId="{21408F06-22FA-498F-A15B-614F8801F084}" srcOrd="3" destOrd="0" parTransId="{338F51FD-05D8-4D8E-A52A-D7E42AA6FB12}" sibTransId="{397AF349-3BBD-47DE-A216-336E04F4DE6B}"/>
    <dgm:cxn modelId="{341C7CCC-CFE0-474B-94F2-26D79557237A}" type="presOf" srcId="{C2C1A5A8-4D1A-453C-B207-5C5CB56DE5C0}" destId="{127C6E97-9FED-45E1-9B87-C35034D4DA77}" srcOrd="0" destOrd="0" presId="urn:microsoft.com/office/officeart/2008/layout/VerticalCurvedList"/>
    <dgm:cxn modelId="{D286250B-DB8F-4CB8-AFDF-D05DFE75DF6B}" type="presOf" srcId="{AD3D0DAF-1978-4EC4-B6A6-10D813A68589}" destId="{C6F6F296-B27F-4543-A1EA-7EE8CA3905C5}" srcOrd="0" destOrd="0" presId="urn:microsoft.com/office/officeart/2008/layout/VerticalCurvedList"/>
    <dgm:cxn modelId="{728E6A0A-61D1-4396-915C-01BD909669D2}" type="presParOf" srcId="{D74B0043-D2DF-47BE-847A-17AE007AA02A}" destId="{394B7D96-D6E4-4B0C-89EE-2FB204547481}" srcOrd="0" destOrd="0" presId="urn:microsoft.com/office/officeart/2008/layout/VerticalCurvedList"/>
    <dgm:cxn modelId="{3005480D-141D-4269-9A2F-E02064232027}" type="presParOf" srcId="{394B7D96-D6E4-4B0C-89EE-2FB204547481}" destId="{2FBC5996-F8B6-4CB2-8291-49C581D2B6A3}" srcOrd="0" destOrd="0" presId="urn:microsoft.com/office/officeart/2008/layout/VerticalCurvedList"/>
    <dgm:cxn modelId="{C1F06CA8-8FCB-4CFB-8622-E4FAEA50210F}" type="presParOf" srcId="{2FBC5996-F8B6-4CB2-8291-49C581D2B6A3}" destId="{87B881BE-1148-4C54-A7D2-EA18E5FC8884}" srcOrd="0" destOrd="0" presId="urn:microsoft.com/office/officeart/2008/layout/VerticalCurvedList"/>
    <dgm:cxn modelId="{DD343AC6-C0AD-4A8A-B38A-158D98DD03CA}" type="presParOf" srcId="{2FBC5996-F8B6-4CB2-8291-49C581D2B6A3}" destId="{C6F6F296-B27F-4543-A1EA-7EE8CA3905C5}" srcOrd="1" destOrd="0" presId="urn:microsoft.com/office/officeart/2008/layout/VerticalCurvedList"/>
    <dgm:cxn modelId="{FFB71670-7127-4889-9C23-9D98B257B5AE}" type="presParOf" srcId="{2FBC5996-F8B6-4CB2-8291-49C581D2B6A3}" destId="{6432F0D6-421F-45AD-AF4A-8FEB03D155FF}" srcOrd="2" destOrd="0" presId="urn:microsoft.com/office/officeart/2008/layout/VerticalCurvedList"/>
    <dgm:cxn modelId="{36CA300C-E8E2-4568-9B3E-FE10F94D3767}" type="presParOf" srcId="{2FBC5996-F8B6-4CB2-8291-49C581D2B6A3}" destId="{2B103D66-47ED-43EE-AD12-FCA2A30F4910}" srcOrd="3" destOrd="0" presId="urn:microsoft.com/office/officeart/2008/layout/VerticalCurvedList"/>
    <dgm:cxn modelId="{8F3C4ECB-7C40-4155-92C9-B8959466A43A}" type="presParOf" srcId="{394B7D96-D6E4-4B0C-89EE-2FB204547481}" destId="{175C4239-7320-4B26-A1A1-E71156B3A1A5}" srcOrd="1" destOrd="0" presId="urn:microsoft.com/office/officeart/2008/layout/VerticalCurvedList"/>
    <dgm:cxn modelId="{880B8E8A-71CE-4786-8639-3C0CEB343583}" type="presParOf" srcId="{394B7D96-D6E4-4B0C-89EE-2FB204547481}" destId="{22C55EEB-7ADA-4961-94CC-921A7F599681}" srcOrd="2" destOrd="0" presId="urn:microsoft.com/office/officeart/2008/layout/VerticalCurvedList"/>
    <dgm:cxn modelId="{0642516C-4DF8-4EF9-8C2C-60C8FC9C3CAB}" type="presParOf" srcId="{22C55EEB-7ADA-4961-94CC-921A7F599681}" destId="{E2716414-100F-449C-AD15-1D86D8467CAC}" srcOrd="0" destOrd="0" presId="urn:microsoft.com/office/officeart/2008/layout/VerticalCurvedList"/>
    <dgm:cxn modelId="{0BD60D6B-EA20-4382-AF00-5FB931606904}" type="presParOf" srcId="{394B7D96-D6E4-4B0C-89EE-2FB204547481}" destId="{4BB00A72-CF4F-43CB-8AD0-B6ED7F99C27C}" srcOrd="3" destOrd="0" presId="urn:microsoft.com/office/officeart/2008/layout/VerticalCurvedList"/>
    <dgm:cxn modelId="{D7011748-72A7-4E3B-8FD8-036C13AE6504}" type="presParOf" srcId="{394B7D96-D6E4-4B0C-89EE-2FB204547481}" destId="{115D886E-4C06-4BF6-9B61-246F2443CE01}" srcOrd="4" destOrd="0" presId="urn:microsoft.com/office/officeart/2008/layout/VerticalCurvedList"/>
    <dgm:cxn modelId="{7373AEF9-4E0D-4C8B-BF3A-6806BB347209}" type="presParOf" srcId="{115D886E-4C06-4BF6-9B61-246F2443CE01}" destId="{97565D88-474C-4628-BC28-802F99749A2C}" srcOrd="0" destOrd="0" presId="urn:microsoft.com/office/officeart/2008/layout/VerticalCurvedList"/>
    <dgm:cxn modelId="{8C8B0854-B2BD-4C89-80F3-39A2A0C942B5}" type="presParOf" srcId="{394B7D96-D6E4-4B0C-89EE-2FB204547481}" destId="{127C6E97-9FED-45E1-9B87-C35034D4DA77}" srcOrd="5" destOrd="0" presId="urn:microsoft.com/office/officeart/2008/layout/VerticalCurvedList"/>
    <dgm:cxn modelId="{D16EFE17-3C99-4767-96BB-19E4C19F1CB9}" type="presParOf" srcId="{394B7D96-D6E4-4B0C-89EE-2FB204547481}" destId="{A468C62D-B762-4B45-89CE-D3CDA0870B4C}" srcOrd="6" destOrd="0" presId="urn:microsoft.com/office/officeart/2008/layout/VerticalCurvedList"/>
    <dgm:cxn modelId="{2DEF7DE2-3E75-4BAF-81E5-682CC79AB66F}" type="presParOf" srcId="{A468C62D-B762-4B45-89CE-D3CDA0870B4C}" destId="{1313337C-5897-4A2B-83A9-E9A9235DED47}" srcOrd="0" destOrd="0" presId="urn:microsoft.com/office/officeart/2008/layout/VerticalCurvedList"/>
    <dgm:cxn modelId="{D6CC4F1A-389C-443A-A4D3-2525C6DB446B}" type="presParOf" srcId="{394B7D96-D6E4-4B0C-89EE-2FB204547481}" destId="{E1710068-3AFF-443A-8845-36205E8D7E73}" srcOrd="7" destOrd="0" presId="urn:microsoft.com/office/officeart/2008/layout/VerticalCurvedList"/>
    <dgm:cxn modelId="{01D54B21-E031-46A4-A44F-E878045F762B}" type="presParOf" srcId="{394B7D96-D6E4-4B0C-89EE-2FB204547481}" destId="{07748850-B39B-4F67-AD7B-57B85DA11384}" srcOrd="8" destOrd="0" presId="urn:microsoft.com/office/officeart/2008/layout/VerticalCurvedList"/>
    <dgm:cxn modelId="{B846A929-AA80-4B42-8030-DD602A4ED0B0}" type="presParOf" srcId="{07748850-B39B-4F67-AD7B-57B85DA11384}" destId="{35A13872-063E-4C3C-BF40-A310B9E9B654}" srcOrd="0" destOrd="0" presId="urn:microsoft.com/office/officeart/2008/layout/VerticalCurvedList"/>
    <dgm:cxn modelId="{E37740A7-BDC9-4659-BA67-622F562350BA}" type="presParOf" srcId="{394B7D96-D6E4-4B0C-89EE-2FB204547481}" destId="{811726FA-393F-4308-B5B0-A6B817B8DA3B}" srcOrd="9" destOrd="0" presId="urn:microsoft.com/office/officeart/2008/layout/VerticalCurvedList"/>
    <dgm:cxn modelId="{08EA4733-19A3-44A5-84E9-868C1CEE411D}" type="presParOf" srcId="{394B7D96-D6E4-4B0C-89EE-2FB204547481}" destId="{4FD8FF8F-3905-4DA9-9205-3F4F71E2F019}" srcOrd="10" destOrd="0" presId="urn:microsoft.com/office/officeart/2008/layout/VerticalCurvedList"/>
    <dgm:cxn modelId="{5FE1284E-52D5-4060-B5AB-34F72CC3289D}" type="presParOf" srcId="{4FD8FF8F-3905-4DA9-9205-3F4F71E2F019}" destId="{7080884B-CAC6-4112-B0AA-9D8B8957090F}" srcOrd="0" destOrd="0" presId="urn:microsoft.com/office/officeart/2008/layout/VerticalCurvedList"/>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7D5E49B3-8343-4724-8C01-F63924268290}" type="doc">
      <dgm:prSet loTypeId="urn:microsoft.com/office/officeart/2008/layout/VerticalCurvedList" loCatId="list" qsTypeId="urn:microsoft.com/office/officeart/2005/8/quickstyle/simple1" qsCatId="simple" csTypeId="urn:microsoft.com/office/officeart/2005/8/colors/accent1_2" csCatId="accent1" phldr="1"/>
      <dgm:spPr/>
      <dgm:t>
        <a:bodyPr/>
        <a:lstStyle/>
        <a:p>
          <a:endParaRPr lang="zh-CN" altLang="en-US"/>
        </a:p>
      </dgm:t>
    </dgm:pt>
    <dgm:pt modelId="{222D1FD3-1EA8-4B96-93DD-60D34599E0DB}">
      <dgm:prSet phldrT="[文本]" custT="1"/>
      <dgm:spPr/>
      <dgm:t>
        <a:bodyPr/>
        <a:lstStyle/>
        <a:p>
          <a:r>
            <a:rPr lang="zh-CN" altLang="en-US" sz="2800" dirty="0" smtClean="0">
              <a:solidFill>
                <a:srgbClr val="FF0000"/>
              </a:solidFill>
            </a:rPr>
            <a:t>结构化分析概述</a:t>
          </a:r>
          <a:endParaRPr lang="zh-CN" altLang="en-US" sz="2800" dirty="0">
            <a:solidFill>
              <a:srgbClr val="FF0000"/>
            </a:solidFill>
          </a:endParaRPr>
        </a:p>
      </dgm:t>
    </dgm:pt>
    <dgm:pt modelId="{86386CBD-64B4-4568-A50F-1F23E54D2598}" cxnId="{F6280A2F-33AF-4184-B740-E03D08210EFD}" type="parTrans">
      <dgm:prSet/>
      <dgm:spPr/>
      <dgm:t>
        <a:bodyPr/>
        <a:lstStyle/>
        <a:p>
          <a:endParaRPr lang="zh-CN" altLang="en-US" sz="2800"/>
        </a:p>
      </dgm:t>
    </dgm:pt>
    <dgm:pt modelId="{AD3D0DAF-1978-4EC4-B6A6-10D813A68589}" cxnId="{F6280A2F-33AF-4184-B740-E03D08210EFD}" type="sibTrans">
      <dgm:prSet/>
      <dgm:spPr/>
      <dgm:t>
        <a:bodyPr/>
        <a:lstStyle/>
        <a:p>
          <a:endParaRPr lang="zh-CN" altLang="en-US" sz="2800"/>
        </a:p>
      </dgm:t>
    </dgm:pt>
    <dgm:pt modelId="{01F76CC6-3E1B-41A8-BF92-4138877921E9}">
      <dgm:prSet phldrT="[文本]" custT="1"/>
      <dgm:spPr/>
      <dgm:t>
        <a:bodyPr/>
        <a:lstStyle/>
        <a:p>
          <a:r>
            <a:rPr lang="zh-CN" altLang="en-US" sz="2800" dirty="0" smtClean="0">
              <a:solidFill>
                <a:schemeClr val="bg1"/>
              </a:solidFill>
            </a:rPr>
            <a:t>数据流图</a:t>
          </a:r>
          <a:endParaRPr lang="zh-CN" altLang="en-US" sz="2800" dirty="0">
            <a:solidFill>
              <a:schemeClr val="bg1"/>
            </a:solidFill>
          </a:endParaRPr>
        </a:p>
      </dgm:t>
    </dgm:pt>
    <dgm:pt modelId="{2DE085E7-CB3A-44E1-93B3-FFFEDF09CCF3}" cxnId="{C8E3928E-8BDB-408A-93E2-158B8477B1E4}" type="parTrans">
      <dgm:prSet/>
      <dgm:spPr/>
      <dgm:t>
        <a:bodyPr/>
        <a:lstStyle/>
        <a:p>
          <a:endParaRPr lang="zh-CN" altLang="en-US" sz="2800"/>
        </a:p>
      </dgm:t>
    </dgm:pt>
    <dgm:pt modelId="{5437577E-AB7C-4BE3-9F70-F6CF8DADE318}" cxnId="{C8E3928E-8BDB-408A-93E2-158B8477B1E4}" type="sibTrans">
      <dgm:prSet/>
      <dgm:spPr/>
      <dgm:t>
        <a:bodyPr/>
        <a:lstStyle/>
        <a:p>
          <a:endParaRPr lang="zh-CN" altLang="en-US" sz="2800"/>
        </a:p>
      </dgm:t>
    </dgm:pt>
    <dgm:pt modelId="{C2C1A5A8-4D1A-453C-B207-5C5CB56DE5C0}">
      <dgm:prSet phldrT="[文本]" custT="1"/>
      <dgm:spPr/>
      <dgm:t>
        <a:bodyPr/>
        <a:lstStyle/>
        <a:p>
          <a:r>
            <a:rPr lang="zh-CN" altLang="en-US" sz="2800" dirty="0" smtClean="0"/>
            <a:t>数据流图审查</a:t>
          </a:r>
          <a:endParaRPr lang="zh-CN" altLang="en-US" sz="2800" dirty="0"/>
        </a:p>
      </dgm:t>
    </dgm:pt>
    <dgm:pt modelId="{02F31958-E95F-4224-BA0C-F9B096773F74}" cxnId="{187977DD-8F1F-493D-82E4-F8EB838D1344}" type="parTrans">
      <dgm:prSet/>
      <dgm:spPr/>
      <dgm:t>
        <a:bodyPr/>
        <a:lstStyle/>
        <a:p>
          <a:endParaRPr lang="zh-CN" altLang="en-US" sz="2800"/>
        </a:p>
      </dgm:t>
    </dgm:pt>
    <dgm:pt modelId="{27859489-D27F-443C-8037-96DF033989A0}" cxnId="{187977DD-8F1F-493D-82E4-F8EB838D1344}" type="sibTrans">
      <dgm:prSet/>
      <dgm:spPr/>
      <dgm:t>
        <a:bodyPr/>
        <a:lstStyle/>
        <a:p>
          <a:endParaRPr lang="zh-CN" altLang="en-US" sz="2800"/>
        </a:p>
      </dgm:t>
    </dgm:pt>
    <dgm:pt modelId="{F2FEC2C6-FC3E-46E7-BA87-679AEFCAABC2}">
      <dgm:prSet phldrT="[文本]" custT="1"/>
      <dgm:spPr/>
      <dgm:t>
        <a:bodyPr/>
        <a:lstStyle/>
        <a:p>
          <a:r>
            <a:rPr lang="zh-CN" altLang="en-US" sz="2800" dirty="0" smtClean="0"/>
            <a:t>对基本加工的说明</a:t>
          </a:r>
          <a:endParaRPr lang="zh-CN" altLang="en-US" sz="2800" dirty="0"/>
        </a:p>
      </dgm:t>
    </dgm:pt>
    <dgm:pt modelId="{B2BB5C19-6379-4351-86D8-02557CB3B6EF}" cxnId="{F1C51C8C-4356-434B-B169-BB8527A1339A}" type="parTrans">
      <dgm:prSet/>
      <dgm:spPr/>
      <dgm:t>
        <a:bodyPr/>
        <a:lstStyle/>
        <a:p>
          <a:endParaRPr lang="zh-CN" altLang="en-US" sz="2800"/>
        </a:p>
      </dgm:t>
    </dgm:pt>
    <dgm:pt modelId="{D14C4FD3-1B6C-4E16-A0BB-528601781AA9}" cxnId="{F1C51C8C-4356-434B-B169-BB8527A1339A}" type="sibTrans">
      <dgm:prSet/>
      <dgm:spPr/>
      <dgm:t>
        <a:bodyPr/>
        <a:lstStyle/>
        <a:p>
          <a:endParaRPr lang="zh-CN" altLang="en-US" sz="2800"/>
        </a:p>
      </dgm:t>
    </dgm:pt>
    <dgm:pt modelId="{21408F06-22FA-498F-A15B-614F8801F084}">
      <dgm:prSet phldrT="[文本]" custT="1"/>
      <dgm:spPr/>
      <dgm:t>
        <a:bodyPr/>
        <a:lstStyle/>
        <a:p>
          <a:r>
            <a:rPr lang="zh-CN" altLang="en-US" sz="2800" dirty="0" smtClean="0"/>
            <a:t>数据字典</a:t>
          </a:r>
          <a:endParaRPr lang="zh-CN" altLang="en-US" sz="2800" dirty="0"/>
        </a:p>
      </dgm:t>
    </dgm:pt>
    <dgm:pt modelId="{338F51FD-05D8-4D8E-A52A-D7E42AA6FB12}" cxnId="{5B6F6355-F8A2-4C0F-A87C-D07D15226E82}" type="parTrans">
      <dgm:prSet/>
      <dgm:spPr/>
      <dgm:t>
        <a:bodyPr/>
        <a:lstStyle/>
        <a:p>
          <a:endParaRPr lang="zh-CN" altLang="en-US" sz="2800"/>
        </a:p>
      </dgm:t>
    </dgm:pt>
    <dgm:pt modelId="{397AF349-3BBD-47DE-A216-336E04F4DE6B}" cxnId="{5B6F6355-F8A2-4C0F-A87C-D07D15226E82}" type="sibTrans">
      <dgm:prSet/>
      <dgm:spPr/>
      <dgm:t>
        <a:bodyPr/>
        <a:lstStyle/>
        <a:p>
          <a:endParaRPr lang="zh-CN" altLang="en-US" sz="2800"/>
        </a:p>
      </dgm:t>
    </dgm:pt>
    <dgm:pt modelId="{D74B0043-D2DF-47BE-847A-17AE007AA02A}" type="pres">
      <dgm:prSet presAssocID="{7D5E49B3-8343-4724-8C01-F63924268290}" presName="Name0" presStyleCnt="0">
        <dgm:presLayoutVars>
          <dgm:chMax val="7"/>
          <dgm:chPref val="7"/>
          <dgm:dir/>
        </dgm:presLayoutVars>
      </dgm:prSet>
      <dgm:spPr/>
      <dgm:t>
        <a:bodyPr/>
        <a:lstStyle/>
        <a:p>
          <a:endParaRPr lang="zh-CN" altLang="en-US"/>
        </a:p>
      </dgm:t>
    </dgm:pt>
    <dgm:pt modelId="{394B7D96-D6E4-4B0C-89EE-2FB204547481}" type="pres">
      <dgm:prSet presAssocID="{7D5E49B3-8343-4724-8C01-F63924268290}" presName="Name1" presStyleCnt="0"/>
      <dgm:spPr/>
    </dgm:pt>
    <dgm:pt modelId="{2FBC5996-F8B6-4CB2-8291-49C581D2B6A3}" type="pres">
      <dgm:prSet presAssocID="{7D5E49B3-8343-4724-8C01-F63924268290}" presName="cycle" presStyleCnt="0"/>
      <dgm:spPr/>
    </dgm:pt>
    <dgm:pt modelId="{87B881BE-1148-4C54-A7D2-EA18E5FC8884}" type="pres">
      <dgm:prSet presAssocID="{7D5E49B3-8343-4724-8C01-F63924268290}" presName="srcNode" presStyleLbl="node1" presStyleIdx="0" presStyleCnt="5"/>
      <dgm:spPr/>
    </dgm:pt>
    <dgm:pt modelId="{C6F6F296-B27F-4543-A1EA-7EE8CA3905C5}" type="pres">
      <dgm:prSet presAssocID="{7D5E49B3-8343-4724-8C01-F63924268290}" presName="conn" presStyleLbl="parChTrans1D2" presStyleIdx="0" presStyleCnt="1"/>
      <dgm:spPr/>
      <dgm:t>
        <a:bodyPr/>
        <a:lstStyle/>
        <a:p>
          <a:endParaRPr lang="zh-CN" altLang="en-US"/>
        </a:p>
      </dgm:t>
    </dgm:pt>
    <dgm:pt modelId="{6432F0D6-421F-45AD-AF4A-8FEB03D155FF}" type="pres">
      <dgm:prSet presAssocID="{7D5E49B3-8343-4724-8C01-F63924268290}" presName="extraNode" presStyleLbl="node1" presStyleIdx="0" presStyleCnt="5"/>
      <dgm:spPr/>
    </dgm:pt>
    <dgm:pt modelId="{2B103D66-47ED-43EE-AD12-FCA2A30F4910}" type="pres">
      <dgm:prSet presAssocID="{7D5E49B3-8343-4724-8C01-F63924268290}" presName="dstNode" presStyleLbl="node1" presStyleIdx="0" presStyleCnt="5"/>
      <dgm:spPr/>
    </dgm:pt>
    <dgm:pt modelId="{175C4239-7320-4B26-A1A1-E71156B3A1A5}" type="pres">
      <dgm:prSet presAssocID="{222D1FD3-1EA8-4B96-93DD-60D34599E0DB}" presName="text_1" presStyleLbl="node1" presStyleIdx="0" presStyleCnt="5">
        <dgm:presLayoutVars>
          <dgm:bulletEnabled val="1"/>
        </dgm:presLayoutVars>
      </dgm:prSet>
      <dgm:spPr/>
      <dgm:t>
        <a:bodyPr/>
        <a:lstStyle/>
        <a:p>
          <a:endParaRPr lang="zh-CN" altLang="en-US"/>
        </a:p>
      </dgm:t>
    </dgm:pt>
    <dgm:pt modelId="{22C55EEB-7ADA-4961-94CC-921A7F599681}" type="pres">
      <dgm:prSet presAssocID="{222D1FD3-1EA8-4B96-93DD-60D34599E0DB}" presName="accent_1" presStyleCnt="0"/>
      <dgm:spPr/>
    </dgm:pt>
    <dgm:pt modelId="{E2716414-100F-449C-AD15-1D86D8467CAC}" type="pres">
      <dgm:prSet presAssocID="{222D1FD3-1EA8-4B96-93DD-60D34599E0DB}" presName="accentRepeatNode" presStyleLbl="solidFgAcc1" presStyleIdx="0" presStyleCnt="5"/>
      <dgm:spPr/>
    </dgm:pt>
    <dgm:pt modelId="{4BB00A72-CF4F-43CB-8AD0-B6ED7F99C27C}" type="pres">
      <dgm:prSet presAssocID="{01F76CC6-3E1B-41A8-BF92-4138877921E9}" presName="text_2" presStyleLbl="node1" presStyleIdx="1" presStyleCnt="5">
        <dgm:presLayoutVars>
          <dgm:bulletEnabled val="1"/>
        </dgm:presLayoutVars>
      </dgm:prSet>
      <dgm:spPr/>
      <dgm:t>
        <a:bodyPr/>
        <a:lstStyle/>
        <a:p>
          <a:endParaRPr lang="zh-CN" altLang="en-US"/>
        </a:p>
      </dgm:t>
    </dgm:pt>
    <dgm:pt modelId="{115D886E-4C06-4BF6-9B61-246F2443CE01}" type="pres">
      <dgm:prSet presAssocID="{01F76CC6-3E1B-41A8-BF92-4138877921E9}" presName="accent_2" presStyleCnt="0"/>
      <dgm:spPr/>
    </dgm:pt>
    <dgm:pt modelId="{97565D88-474C-4628-BC28-802F99749A2C}" type="pres">
      <dgm:prSet presAssocID="{01F76CC6-3E1B-41A8-BF92-4138877921E9}" presName="accentRepeatNode" presStyleLbl="solidFgAcc1" presStyleIdx="1" presStyleCnt="5"/>
      <dgm:spPr/>
    </dgm:pt>
    <dgm:pt modelId="{127C6E97-9FED-45E1-9B87-C35034D4DA77}" type="pres">
      <dgm:prSet presAssocID="{C2C1A5A8-4D1A-453C-B207-5C5CB56DE5C0}" presName="text_3" presStyleLbl="node1" presStyleIdx="2" presStyleCnt="5">
        <dgm:presLayoutVars>
          <dgm:bulletEnabled val="1"/>
        </dgm:presLayoutVars>
      </dgm:prSet>
      <dgm:spPr/>
      <dgm:t>
        <a:bodyPr/>
        <a:lstStyle/>
        <a:p>
          <a:endParaRPr lang="zh-CN" altLang="en-US"/>
        </a:p>
      </dgm:t>
    </dgm:pt>
    <dgm:pt modelId="{A468C62D-B762-4B45-89CE-D3CDA0870B4C}" type="pres">
      <dgm:prSet presAssocID="{C2C1A5A8-4D1A-453C-B207-5C5CB56DE5C0}" presName="accent_3" presStyleCnt="0"/>
      <dgm:spPr/>
    </dgm:pt>
    <dgm:pt modelId="{1313337C-5897-4A2B-83A9-E9A9235DED47}" type="pres">
      <dgm:prSet presAssocID="{C2C1A5A8-4D1A-453C-B207-5C5CB56DE5C0}" presName="accentRepeatNode" presStyleLbl="solidFgAcc1" presStyleIdx="2" presStyleCnt="5"/>
      <dgm:spPr/>
    </dgm:pt>
    <dgm:pt modelId="{E1710068-3AFF-443A-8845-36205E8D7E73}" type="pres">
      <dgm:prSet presAssocID="{21408F06-22FA-498F-A15B-614F8801F084}" presName="text_4" presStyleLbl="node1" presStyleIdx="3" presStyleCnt="5">
        <dgm:presLayoutVars>
          <dgm:bulletEnabled val="1"/>
        </dgm:presLayoutVars>
      </dgm:prSet>
      <dgm:spPr/>
      <dgm:t>
        <a:bodyPr/>
        <a:lstStyle/>
        <a:p>
          <a:endParaRPr lang="zh-CN" altLang="en-US"/>
        </a:p>
      </dgm:t>
    </dgm:pt>
    <dgm:pt modelId="{07748850-B39B-4F67-AD7B-57B85DA11384}" type="pres">
      <dgm:prSet presAssocID="{21408F06-22FA-498F-A15B-614F8801F084}" presName="accent_4" presStyleCnt="0"/>
      <dgm:spPr/>
    </dgm:pt>
    <dgm:pt modelId="{35A13872-063E-4C3C-BF40-A310B9E9B654}" type="pres">
      <dgm:prSet presAssocID="{21408F06-22FA-498F-A15B-614F8801F084}" presName="accentRepeatNode" presStyleLbl="solidFgAcc1" presStyleIdx="3" presStyleCnt="5"/>
      <dgm:spPr/>
    </dgm:pt>
    <dgm:pt modelId="{811726FA-393F-4308-B5B0-A6B817B8DA3B}" type="pres">
      <dgm:prSet presAssocID="{F2FEC2C6-FC3E-46E7-BA87-679AEFCAABC2}" presName="text_5" presStyleLbl="node1" presStyleIdx="4" presStyleCnt="5">
        <dgm:presLayoutVars>
          <dgm:bulletEnabled val="1"/>
        </dgm:presLayoutVars>
      </dgm:prSet>
      <dgm:spPr/>
      <dgm:t>
        <a:bodyPr/>
        <a:lstStyle/>
        <a:p>
          <a:endParaRPr lang="zh-CN" altLang="en-US"/>
        </a:p>
      </dgm:t>
    </dgm:pt>
    <dgm:pt modelId="{4FD8FF8F-3905-4DA9-9205-3F4F71E2F019}" type="pres">
      <dgm:prSet presAssocID="{F2FEC2C6-FC3E-46E7-BA87-679AEFCAABC2}" presName="accent_5" presStyleCnt="0"/>
      <dgm:spPr/>
    </dgm:pt>
    <dgm:pt modelId="{7080884B-CAC6-4112-B0AA-9D8B8957090F}" type="pres">
      <dgm:prSet presAssocID="{F2FEC2C6-FC3E-46E7-BA87-679AEFCAABC2}" presName="accentRepeatNode" presStyleLbl="solidFgAcc1" presStyleIdx="4" presStyleCnt="5"/>
      <dgm:spPr/>
    </dgm:pt>
  </dgm:ptLst>
  <dgm:cxnLst>
    <dgm:cxn modelId="{F1C51C8C-4356-434B-B169-BB8527A1339A}" srcId="{7D5E49B3-8343-4724-8C01-F63924268290}" destId="{F2FEC2C6-FC3E-46E7-BA87-679AEFCAABC2}" srcOrd="4" destOrd="0" parTransId="{B2BB5C19-6379-4351-86D8-02557CB3B6EF}" sibTransId="{D14C4FD3-1B6C-4E16-A0BB-528601781AA9}"/>
    <dgm:cxn modelId="{70B01C1D-4687-4391-A682-7BBFE65A8943}" type="presOf" srcId="{C2C1A5A8-4D1A-453C-B207-5C5CB56DE5C0}" destId="{127C6E97-9FED-45E1-9B87-C35034D4DA77}" srcOrd="0" destOrd="0" presId="urn:microsoft.com/office/officeart/2008/layout/VerticalCurvedList"/>
    <dgm:cxn modelId="{4C20642E-4D14-4AE9-962E-FB55DE94E4C6}" type="presOf" srcId="{222D1FD3-1EA8-4B96-93DD-60D34599E0DB}" destId="{175C4239-7320-4B26-A1A1-E71156B3A1A5}" srcOrd="0" destOrd="0" presId="urn:microsoft.com/office/officeart/2008/layout/VerticalCurvedList"/>
    <dgm:cxn modelId="{080F2C07-1D0B-4D17-B44C-FB0DFBCA7B58}" type="presOf" srcId="{7D5E49B3-8343-4724-8C01-F63924268290}" destId="{D74B0043-D2DF-47BE-847A-17AE007AA02A}" srcOrd="0" destOrd="0" presId="urn:microsoft.com/office/officeart/2008/layout/VerticalCurvedList"/>
    <dgm:cxn modelId="{7E5C2CF4-CA5F-4E3B-8A68-2EC5179D1165}" type="presOf" srcId="{21408F06-22FA-498F-A15B-614F8801F084}" destId="{E1710068-3AFF-443A-8845-36205E8D7E73}" srcOrd="0" destOrd="0" presId="urn:microsoft.com/office/officeart/2008/layout/VerticalCurvedList"/>
    <dgm:cxn modelId="{F6280A2F-33AF-4184-B740-E03D08210EFD}" srcId="{7D5E49B3-8343-4724-8C01-F63924268290}" destId="{222D1FD3-1EA8-4B96-93DD-60D34599E0DB}" srcOrd="0" destOrd="0" parTransId="{86386CBD-64B4-4568-A50F-1F23E54D2598}" sibTransId="{AD3D0DAF-1978-4EC4-B6A6-10D813A68589}"/>
    <dgm:cxn modelId="{CF931456-882A-4BC1-9285-D8CBFF71673E}" type="presOf" srcId="{F2FEC2C6-FC3E-46E7-BA87-679AEFCAABC2}" destId="{811726FA-393F-4308-B5B0-A6B817B8DA3B}" srcOrd="0" destOrd="0" presId="urn:microsoft.com/office/officeart/2008/layout/VerticalCurvedList"/>
    <dgm:cxn modelId="{5B6F6355-F8A2-4C0F-A87C-D07D15226E82}" srcId="{7D5E49B3-8343-4724-8C01-F63924268290}" destId="{21408F06-22FA-498F-A15B-614F8801F084}" srcOrd="3" destOrd="0" parTransId="{338F51FD-05D8-4D8E-A52A-D7E42AA6FB12}" sibTransId="{397AF349-3BBD-47DE-A216-336E04F4DE6B}"/>
    <dgm:cxn modelId="{187977DD-8F1F-493D-82E4-F8EB838D1344}" srcId="{7D5E49B3-8343-4724-8C01-F63924268290}" destId="{C2C1A5A8-4D1A-453C-B207-5C5CB56DE5C0}" srcOrd="2" destOrd="0" parTransId="{02F31958-E95F-4224-BA0C-F9B096773F74}" sibTransId="{27859489-D27F-443C-8037-96DF033989A0}"/>
    <dgm:cxn modelId="{C8E3928E-8BDB-408A-93E2-158B8477B1E4}" srcId="{7D5E49B3-8343-4724-8C01-F63924268290}" destId="{01F76CC6-3E1B-41A8-BF92-4138877921E9}" srcOrd="1" destOrd="0" parTransId="{2DE085E7-CB3A-44E1-93B3-FFFEDF09CCF3}" sibTransId="{5437577E-AB7C-4BE3-9F70-F6CF8DADE318}"/>
    <dgm:cxn modelId="{B128FD7C-4B63-42CA-AB81-E5806FC25426}" type="presOf" srcId="{AD3D0DAF-1978-4EC4-B6A6-10D813A68589}" destId="{C6F6F296-B27F-4543-A1EA-7EE8CA3905C5}" srcOrd="0" destOrd="0" presId="urn:microsoft.com/office/officeart/2008/layout/VerticalCurvedList"/>
    <dgm:cxn modelId="{19AB8ACE-4757-435E-B006-3F774F6FFBC8}" type="presOf" srcId="{01F76CC6-3E1B-41A8-BF92-4138877921E9}" destId="{4BB00A72-CF4F-43CB-8AD0-B6ED7F99C27C}" srcOrd="0" destOrd="0" presId="urn:microsoft.com/office/officeart/2008/layout/VerticalCurvedList"/>
    <dgm:cxn modelId="{094B3DC2-D36D-43D3-A0B4-5D7A4029858A}" type="presParOf" srcId="{D74B0043-D2DF-47BE-847A-17AE007AA02A}" destId="{394B7D96-D6E4-4B0C-89EE-2FB204547481}" srcOrd="0" destOrd="0" presId="urn:microsoft.com/office/officeart/2008/layout/VerticalCurvedList"/>
    <dgm:cxn modelId="{5E5C77D7-6063-4D01-95E7-625C2678A3FF}" type="presParOf" srcId="{394B7D96-D6E4-4B0C-89EE-2FB204547481}" destId="{2FBC5996-F8B6-4CB2-8291-49C581D2B6A3}" srcOrd="0" destOrd="0" presId="urn:microsoft.com/office/officeart/2008/layout/VerticalCurvedList"/>
    <dgm:cxn modelId="{62B5BA5B-208B-4583-9681-DD8261BDC127}" type="presParOf" srcId="{2FBC5996-F8B6-4CB2-8291-49C581D2B6A3}" destId="{87B881BE-1148-4C54-A7D2-EA18E5FC8884}" srcOrd="0" destOrd="0" presId="urn:microsoft.com/office/officeart/2008/layout/VerticalCurvedList"/>
    <dgm:cxn modelId="{7E561114-84C0-4A4C-AC70-93B06FA85D39}" type="presParOf" srcId="{2FBC5996-F8B6-4CB2-8291-49C581D2B6A3}" destId="{C6F6F296-B27F-4543-A1EA-7EE8CA3905C5}" srcOrd="1" destOrd="0" presId="urn:microsoft.com/office/officeart/2008/layout/VerticalCurvedList"/>
    <dgm:cxn modelId="{CE508A6A-A584-4CF9-A8F1-CA7F003EB50B}" type="presParOf" srcId="{2FBC5996-F8B6-4CB2-8291-49C581D2B6A3}" destId="{6432F0D6-421F-45AD-AF4A-8FEB03D155FF}" srcOrd="2" destOrd="0" presId="urn:microsoft.com/office/officeart/2008/layout/VerticalCurvedList"/>
    <dgm:cxn modelId="{C4B4C046-72BC-4D12-8536-13C1550A1A62}" type="presParOf" srcId="{2FBC5996-F8B6-4CB2-8291-49C581D2B6A3}" destId="{2B103D66-47ED-43EE-AD12-FCA2A30F4910}" srcOrd="3" destOrd="0" presId="urn:microsoft.com/office/officeart/2008/layout/VerticalCurvedList"/>
    <dgm:cxn modelId="{10EFC828-4F97-4FFF-8760-14B6232DC6E4}" type="presParOf" srcId="{394B7D96-D6E4-4B0C-89EE-2FB204547481}" destId="{175C4239-7320-4B26-A1A1-E71156B3A1A5}" srcOrd="1" destOrd="0" presId="urn:microsoft.com/office/officeart/2008/layout/VerticalCurvedList"/>
    <dgm:cxn modelId="{E8C9D0FB-83CC-4B52-92CE-0EBD982934BB}" type="presParOf" srcId="{394B7D96-D6E4-4B0C-89EE-2FB204547481}" destId="{22C55EEB-7ADA-4961-94CC-921A7F599681}" srcOrd="2" destOrd="0" presId="urn:microsoft.com/office/officeart/2008/layout/VerticalCurvedList"/>
    <dgm:cxn modelId="{E58731A3-6E75-4A19-A6D9-B6971BDD1952}" type="presParOf" srcId="{22C55EEB-7ADA-4961-94CC-921A7F599681}" destId="{E2716414-100F-449C-AD15-1D86D8467CAC}" srcOrd="0" destOrd="0" presId="urn:microsoft.com/office/officeart/2008/layout/VerticalCurvedList"/>
    <dgm:cxn modelId="{856E7A0F-0D1B-4EB9-9D67-56C539867761}" type="presParOf" srcId="{394B7D96-D6E4-4B0C-89EE-2FB204547481}" destId="{4BB00A72-CF4F-43CB-8AD0-B6ED7F99C27C}" srcOrd="3" destOrd="0" presId="urn:microsoft.com/office/officeart/2008/layout/VerticalCurvedList"/>
    <dgm:cxn modelId="{58FC8D4F-DAFC-437B-BB75-E99889BFE9D4}" type="presParOf" srcId="{394B7D96-D6E4-4B0C-89EE-2FB204547481}" destId="{115D886E-4C06-4BF6-9B61-246F2443CE01}" srcOrd="4" destOrd="0" presId="urn:microsoft.com/office/officeart/2008/layout/VerticalCurvedList"/>
    <dgm:cxn modelId="{E9EF32CE-85C6-461D-BEBD-969316CABE0E}" type="presParOf" srcId="{115D886E-4C06-4BF6-9B61-246F2443CE01}" destId="{97565D88-474C-4628-BC28-802F99749A2C}" srcOrd="0" destOrd="0" presId="urn:microsoft.com/office/officeart/2008/layout/VerticalCurvedList"/>
    <dgm:cxn modelId="{E00F8905-8F2D-401C-878B-0F9E52FEEEB2}" type="presParOf" srcId="{394B7D96-D6E4-4B0C-89EE-2FB204547481}" destId="{127C6E97-9FED-45E1-9B87-C35034D4DA77}" srcOrd="5" destOrd="0" presId="urn:microsoft.com/office/officeart/2008/layout/VerticalCurvedList"/>
    <dgm:cxn modelId="{6E7173C3-51E9-4ACB-87FE-03732F3BE2A5}" type="presParOf" srcId="{394B7D96-D6E4-4B0C-89EE-2FB204547481}" destId="{A468C62D-B762-4B45-89CE-D3CDA0870B4C}" srcOrd="6" destOrd="0" presId="urn:microsoft.com/office/officeart/2008/layout/VerticalCurvedList"/>
    <dgm:cxn modelId="{CFEC7FF7-D48E-483B-9466-5AA44CDA0103}" type="presParOf" srcId="{A468C62D-B762-4B45-89CE-D3CDA0870B4C}" destId="{1313337C-5897-4A2B-83A9-E9A9235DED47}" srcOrd="0" destOrd="0" presId="urn:microsoft.com/office/officeart/2008/layout/VerticalCurvedList"/>
    <dgm:cxn modelId="{C6B9AF3D-F715-4713-A9C6-8965C4AF4EBD}" type="presParOf" srcId="{394B7D96-D6E4-4B0C-89EE-2FB204547481}" destId="{E1710068-3AFF-443A-8845-36205E8D7E73}" srcOrd="7" destOrd="0" presId="urn:microsoft.com/office/officeart/2008/layout/VerticalCurvedList"/>
    <dgm:cxn modelId="{CCCBE9F9-5BBB-4748-8B1B-8FA9B8ABDD3D}" type="presParOf" srcId="{394B7D96-D6E4-4B0C-89EE-2FB204547481}" destId="{07748850-B39B-4F67-AD7B-57B85DA11384}" srcOrd="8" destOrd="0" presId="urn:microsoft.com/office/officeart/2008/layout/VerticalCurvedList"/>
    <dgm:cxn modelId="{B85E04CD-D710-40D2-B49C-AEF2FEDE7D1E}" type="presParOf" srcId="{07748850-B39B-4F67-AD7B-57B85DA11384}" destId="{35A13872-063E-4C3C-BF40-A310B9E9B654}" srcOrd="0" destOrd="0" presId="urn:microsoft.com/office/officeart/2008/layout/VerticalCurvedList"/>
    <dgm:cxn modelId="{8FF6B510-31A3-4475-A71A-E7176DA252BB}" type="presParOf" srcId="{394B7D96-D6E4-4B0C-89EE-2FB204547481}" destId="{811726FA-393F-4308-B5B0-A6B817B8DA3B}" srcOrd="9" destOrd="0" presId="urn:microsoft.com/office/officeart/2008/layout/VerticalCurvedList"/>
    <dgm:cxn modelId="{3CE3F8AA-A560-40E3-8C86-9877880FBEDA}" type="presParOf" srcId="{394B7D96-D6E4-4B0C-89EE-2FB204547481}" destId="{4FD8FF8F-3905-4DA9-9205-3F4F71E2F019}" srcOrd="10" destOrd="0" presId="urn:microsoft.com/office/officeart/2008/layout/VerticalCurvedList"/>
    <dgm:cxn modelId="{7F31A2D6-2459-432C-8A83-47D3585C03AE}" type="presParOf" srcId="{4FD8FF8F-3905-4DA9-9205-3F4F71E2F019}" destId="{7080884B-CAC6-4112-B0AA-9D8B8957090F}" srcOrd="0" destOrd="0" presId="urn:microsoft.com/office/officeart/2008/layout/VerticalCurvedList"/>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7D5E49B3-8343-4724-8C01-F63924268290}" type="doc">
      <dgm:prSet loTypeId="urn:microsoft.com/office/officeart/2008/layout/VerticalCurvedList" loCatId="list" qsTypeId="urn:microsoft.com/office/officeart/2005/8/quickstyle/simple1" qsCatId="simple" csTypeId="urn:microsoft.com/office/officeart/2005/8/colors/accent1_2" csCatId="accent1" phldr="1"/>
      <dgm:spPr/>
      <dgm:t>
        <a:bodyPr/>
        <a:lstStyle/>
        <a:p>
          <a:endParaRPr lang="zh-CN" altLang="en-US"/>
        </a:p>
      </dgm:t>
    </dgm:pt>
    <dgm:pt modelId="{222D1FD3-1EA8-4B96-93DD-60D34599E0DB}">
      <dgm:prSet phldrT="[文本]" custT="1"/>
      <dgm:spPr/>
      <dgm:t>
        <a:bodyPr/>
        <a:lstStyle/>
        <a:p>
          <a:r>
            <a:rPr lang="zh-CN" altLang="en-US" sz="2800" dirty="0" smtClean="0">
              <a:solidFill>
                <a:srgbClr val="FF0000"/>
              </a:solidFill>
            </a:rPr>
            <a:t>结构化分析方法概述</a:t>
          </a:r>
          <a:endParaRPr lang="zh-CN" altLang="en-US" sz="2800" dirty="0">
            <a:solidFill>
              <a:srgbClr val="FF0000"/>
            </a:solidFill>
          </a:endParaRPr>
        </a:p>
      </dgm:t>
    </dgm:pt>
    <dgm:pt modelId="{86386CBD-64B4-4568-A50F-1F23E54D2598}" cxnId="{F6280A2F-33AF-4184-B740-E03D08210EFD}" type="parTrans">
      <dgm:prSet/>
      <dgm:spPr/>
      <dgm:t>
        <a:bodyPr/>
        <a:lstStyle/>
        <a:p>
          <a:endParaRPr lang="zh-CN" altLang="en-US" sz="2800"/>
        </a:p>
      </dgm:t>
    </dgm:pt>
    <dgm:pt modelId="{AD3D0DAF-1978-4EC4-B6A6-10D813A68589}" cxnId="{F6280A2F-33AF-4184-B740-E03D08210EFD}" type="sibTrans">
      <dgm:prSet/>
      <dgm:spPr/>
      <dgm:t>
        <a:bodyPr/>
        <a:lstStyle/>
        <a:p>
          <a:endParaRPr lang="zh-CN" altLang="en-US" sz="2800"/>
        </a:p>
      </dgm:t>
    </dgm:pt>
    <dgm:pt modelId="{01F76CC6-3E1B-41A8-BF92-4138877921E9}">
      <dgm:prSet phldrT="[文本]" custT="1"/>
      <dgm:spPr/>
      <dgm:t>
        <a:bodyPr/>
        <a:lstStyle/>
        <a:p>
          <a:r>
            <a:rPr lang="zh-CN" altLang="en-US" sz="2800" dirty="0" smtClean="0">
              <a:solidFill>
                <a:srgbClr val="FF0000"/>
              </a:solidFill>
            </a:rPr>
            <a:t>数据流图</a:t>
          </a:r>
          <a:endParaRPr lang="zh-CN" altLang="en-US" sz="2800" dirty="0">
            <a:solidFill>
              <a:srgbClr val="FF0000"/>
            </a:solidFill>
          </a:endParaRPr>
        </a:p>
      </dgm:t>
    </dgm:pt>
    <dgm:pt modelId="{2DE085E7-CB3A-44E1-93B3-FFFEDF09CCF3}" cxnId="{C8E3928E-8BDB-408A-93E2-158B8477B1E4}" type="parTrans">
      <dgm:prSet/>
      <dgm:spPr/>
      <dgm:t>
        <a:bodyPr/>
        <a:lstStyle/>
        <a:p>
          <a:endParaRPr lang="zh-CN" altLang="en-US" sz="2800"/>
        </a:p>
      </dgm:t>
    </dgm:pt>
    <dgm:pt modelId="{5437577E-AB7C-4BE3-9F70-F6CF8DADE318}" cxnId="{C8E3928E-8BDB-408A-93E2-158B8477B1E4}" type="sibTrans">
      <dgm:prSet/>
      <dgm:spPr/>
      <dgm:t>
        <a:bodyPr/>
        <a:lstStyle/>
        <a:p>
          <a:endParaRPr lang="zh-CN" altLang="en-US" sz="2800"/>
        </a:p>
      </dgm:t>
    </dgm:pt>
    <dgm:pt modelId="{C2C1A5A8-4D1A-453C-B207-5C5CB56DE5C0}">
      <dgm:prSet phldrT="[文本]" custT="1"/>
      <dgm:spPr/>
      <dgm:t>
        <a:bodyPr/>
        <a:lstStyle/>
        <a:p>
          <a:r>
            <a:rPr lang="zh-CN" altLang="en-US" sz="2800" dirty="0" smtClean="0"/>
            <a:t>数据流图审查</a:t>
          </a:r>
          <a:endParaRPr lang="zh-CN" altLang="en-US" sz="2800" dirty="0"/>
        </a:p>
      </dgm:t>
    </dgm:pt>
    <dgm:pt modelId="{02F31958-E95F-4224-BA0C-F9B096773F74}" cxnId="{187977DD-8F1F-493D-82E4-F8EB838D1344}" type="parTrans">
      <dgm:prSet/>
      <dgm:spPr/>
      <dgm:t>
        <a:bodyPr/>
        <a:lstStyle/>
        <a:p>
          <a:endParaRPr lang="zh-CN" altLang="en-US" sz="2800"/>
        </a:p>
      </dgm:t>
    </dgm:pt>
    <dgm:pt modelId="{27859489-D27F-443C-8037-96DF033989A0}" cxnId="{187977DD-8F1F-493D-82E4-F8EB838D1344}" type="sibTrans">
      <dgm:prSet/>
      <dgm:spPr/>
      <dgm:t>
        <a:bodyPr/>
        <a:lstStyle/>
        <a:p>
          <a:endParaRPr lang="zh-CN" altLang="en-US" sz="2800"/>
        </a:p>
      </dgm:t>
    </dgm:pt>
    <dgm:pt modelId="{F2FEC2C6-FC3E-46E7-BA87-679AEFCAABC2}">
      <dgm:prSet phldrT="[文本]" custT="1"/>
      <dgm:spPr/>
      <dgm:t>
        <a:bodyPr/>
        <a:lstStyle/>
        <a:p>
          <a:r>
            <a:rPr lang="zh-CN" altLang="en-US" sz="2800" dirty="0" smtClean="0"/>
            <a:t>对基本加工的说明</a:t>
          </a:r>
          <a:endParaRPr lang="zh-CN" altLang="en-US" sz="2800" dirty="0"/>
        </a:p>
      </dgm:t>
    </dgm:pt>
    <dgm:pt modelId="{B2BB5C19-6379-4351-86D8-02557CB3B6EF}" cxnId="{F1C51C8C-4356-434B-B169-BB8527A1339A}" type="parTrans">
      <dgm:prSet/>
      <dgm:spPr/>
      <dgm:t>
        <a:bodyPr/>
        <a:lstStyle/>
        <a:p>
          <a:endParaRPr lang="zh-CN" altLang="en-US" sz="2800"/>
        </a:p>
      </dgm:t>
    </dgm:pt>
    <dgm:pt modelId="{D14C4FD3-1B6C-4E16-A0BB-528601781AA9}" cxnId="{F1C51C8C-4356-434B-B169-BB8527A1339A}" type="sibTrans">
      <dgm:prSet/>
      <dgm:spPr/>
      <dgm:t>
        <a:bodyPr/>
        <a:lstStyle/>
        <a:p>
          <a:endParaRPr lang="zh-CN" altLang="en-US" sz="2800"/>
        </a:p>
      </dgm:t>
    </dgm:pt>
    <dgm:pt modelId="{21408F06-22FA-498F-A15B-614F8801F084}">
      <dgm:prSet phldrT="[文本]" custT="1"/>
      <dgm:spPr/>
      <dgm:t>
        <a:bodyPr/>
        <a:lstStyle/>
        <a:p>
          <a:r>
            <a:rPr lang="zh-CN" altLang="en-US" sz="2800" dirty="0" smtClean="0"/>
            <a:t>数据字典</a:t>
          </a:r>
          <a:endParaRPr lang="zh-CN" altLang="en-US" sz="2800" dirty="0"/>
        </a:p>
      </dgm:t>
    </dgm:pt>
    <dgm:pt modelId="{338F51FD-05D8-4D8E-A52A-D7E42AA6FB12}" cxnId="{5B6F6355-F8A2-4C0F-A87C-D07D15226E82}" type="parTrans">
      <dgm:prSet/>
      <dgm:spPr/>
      <dgm:t>
        <a:bodyPr/>
        <a:lstStyle/>
        <a:p>
          <a:endParaRPr lang="zh-CN" altLang="en-US" sz="2800"/>
        </a:p>
      </dgm:t>
    </dgm:pt>
    <dgm:pt modelId="{397AF349-3BBD-47DE-A216-336E04F4DE6B}" cxnId="{5B6F6355-F8A2-4C0F-A87C-D07D15226E82}" type="sibTrans">
      <dgm:prSet/>
      <dgm:spPr/>
      <dgm:t>
        <a:bodyPr/>
        <a:lstStyle/>
        <a:p>
          <a:endParaRPr lang="zh-CN" altLang="en-US" sz="2800"/>
        </a:p>
      </dgm:t>
    </dgm:pt>
    <dgm:pt modelId="{D74B0043-D2DF-47BE-847A-17AE007AA02A}" type="pres">
      <dgm:prSet presAssocID="{7D5E49B3-8343-4724-8C01-F63924268290}" presName="Name0" presStyleCnt="0">
        <dgm:presLayoutVars>
          <dgm:chMax val="7"/>
          <dgm:chPref val="7"/>
          <dgm:dir/>
        </dgm:presLayoutVars>
      </dgm:prSet>
      <dgm:spPr/>
      <dgm:t>
        <a:bodyPr/>
        <a:lstStyle/>
        <a:p>
          <a:endParaRPr lang="zh-CN" altLang="en-US"/>
        </a:p>
      </dgm:t>
    </dgm:pt>
    <dgm:pt modelId="{394B7D96-D6E4-4B0C-89EE-2FB204547481}" type="pres">
      <dgm:prSet presAssocID="{7D5E49B3-8343-4724-8C01-F63924268290}" presName="Name1" presStyleCnt="0"/>
      <dgm:spPr/>
    </dgm:pt>
    <dgm:pt modelId="{2FBC5996-F8B6-4CB2-8291-49C581D2B6A3}" type="pres">
      <dgm:prSet presAssocID="{7D5E49B3-8343-4724-8C01-F63924268290}" presName="cycle" presStyleCnt="0"/>
      <dgm:spPr/>
    </dgm:pt>
    <dgm:pt modelId="{87B881BE-1148-4C54-A7D2-EA18E5FC8884}" type="pres">
      <dgm:prSet presAssocID="{7D5E49B3-8343-4724-8C01-F63924268290}" presName="srcNode" presStyleLbl="node1" presStyleIdx="0" presStyleCnt="5"/>
      <dgm:spPr/>
    </dgm:pt>
    <dgm:pt modelId="{C6F6F296-B27F-4543-A1EA-7EE8CA3905C5}" type="pres">
      <dgm:prSet presAssocID="{7D5E49B3-8343-4724-8C01-F63924268290}" presName="conn" presStyleLbl="parChTrans1D2" presStyleIdx="0" presStyleCnt="1"/>
      <dgm:spPr/>
      <dgm:t>
        <a:bodyPr/>
        <a:lstStyle/>
        <a:p>
          <a:endParaRPr lang="zh-CN" altLang="en-US"/>
        </a:p>
      </dgm:t>
    </dgm:pt>
    <dgm:pt modelId="{6432F0D6-421F-45AD-AF4A-8FEB03D155FF}" type="pres">
      <dgm:prSet presAssocID="{7D5E49B3-8343-4724-8C01-F63924268290}" presName="extraNode" presStyleLbl="node1" presStyleIdx="0" presStyleCnt="5"/>
      <dgm:spPr/>
    </dgm:pt>
    <dgm:pt modelId="{2B103D66-47ED-43EE-AD12-FCA2A30F4910}" type="pres">
      <dgm:prSet presAssocID="{7D5E49B3-8343-4724-8C01-F63924268290}" presName="dstNode" presStyleLbl="node1" presStyleIdx="0" presStyleCnt="5"/>
      <dgm:spPr/>
    </dgm:pt>
    <dgm:pt modelId="{175C4239-7320-4B26-A1A1-E71156B3A1A5}" type="pres">
      <dgm:prSet presAssocID="{222D1FD3-1EA8-4B96-93DD-60D34599E0DB}" presName="text_1" presStyleLbl="node1" presStyleIdx="0" presStyleCnt="5">
        <dgm:presLayoutVars>
          <dgm:bulletEnabled val="1"/>
        </dgm:presLayoutVars>
      </dgm:prSet>
      <dgm:spPr/>
      <dgm:t>
        <a:bodyPr/>
        <a:lstStyle/>
        <a:p>
          <a:endParaRPr lang="zh-CN" altLang="en-US"/>
        </a:p>
      </dgm:t>
    </dgm:pt>
    <dgm:pt modelId="{22C55EEB-7ADA-4961-94CC-921A7F599681}" type="pres">
      <dgm:prSet presAssocID="{222D1FD3-1EA8-4B96-93DD-60D34599E0DB}" presName="accent_1" presStyleCnt="0"/>
      <dgm:spPr/>
    </dgm:pt>
    <dgm:pt modelId="{E2716414-100F-449C-AD15-1D86D8467CAC}" type="pres">
      <dgm:prSet presAssocID="{222D1FD3-1EA8-4B96-93DD-60D34599E0DB}" presName="accentRepeatNode" presStyleLbl="solidFgAcc1" presStyleIdx="0" presStyleCnt="5"/>
      <dgm:spPr/>
    </dgm:pt>
    <dgm:pt modelId="{4BB00A72-CF4F-43CB-8AD0-B6ED7F99C27C}" type="pres">
      <dgm:prSet presAssocID="{01F76CC6-3E1B-41A8-BF92-4138877921E9}" presName="text_2" presStyleLbl="node1" presStyleIdx="1" presStyleCnt="5">
        <dgm:presLayoutVars>
          <dgm:bulletEnabled val="1"/>
        </dgm:presLayoutVars>
      </dgm:prSet>
      <dgm:spPr/>
      <dgm:t>
        <a:bodyPr/>
        <a:lstStyle/>
        <a:p>
          <a:endParaRPr lang="zh-CN" altLang="en-US"/>
        </a:p>
      </dgm:t>
    </dgm:pt>
    <dgm:pt modelId="{115D886E-4C06-4BF6-9B61-246F2443CE01}" type="pres">
      <dgm:prSet presAssocID="{01F76CC6-3E1B-41A8-BF92-4138877921E9}" presName="accent_2" presStyleCnt="0"/>
      <dgm:spPr/>
    </dgm:pt>
    <dgm:pt modelId="{97565D88-474C-4628-BC28-802F99749A2C}" type="pres">
      <dgm:prSet presAssocID="{01F76CC6-3E1B-41A8-BF92-4138877921E9}" presName="accentRepeatNode" presStyleLbl="solidFgAcc1" presStyleIdx="1" presStyleCnt="5"/>
      <dgm:spPr/>
    </dgm:pt>
    <dgm:pt modelId="{127C6E97-9FED-45E1-9B87-C35034D4DA77}" type="pres">
      <dgm:prSet presAssocID="{C2C1A5A8-4D1A-453C-B207-5C5CB56DE5C0}" presName="text_3" presStyleLbl="node1" presStyleIdx="2" presStyleCnt="5">
        <dgm:presLayoutVars>
          <dgm:bulletEnabled val="1"/>
        </dgm:presLayoutVars>
      </dgm:prSet>
      <dgm:spPr/>
      <dgm:t>
        <a:bodyPr/>
        <a:lstStyle/>
        <a:p>
          <a:endParaRPr lang="zh-CN" altLang="en-US"/>
        </a:p>
      </dgm:t>
    </dgm:pt>
    <dgm:pt modelId="{A468C62D-B762-4B45-89CE-D3CDA0870B4C}" type="pres">
      <dgm:prSet presAssocID="{C2C1A5A8-4D1A-453C-B207-5C5CB56DE5C0}" presName="accent_3" presStyleCnt="0"/>
      <dgm:spPr/>
    </dgm:pt>
    <dgm:pt modelId="{1313337C-5897-4A2B-83A9-E9A9235DED47}" type="pres">
      <dgm:prSet presAssocID="{C2C1A5A8-4D1A-453C-B207-5C5CB56DE5C0}" presName="accentRepeatNode" presStyleLbl="solidFgAcc1" presStyleIdx="2" presStyleCnt="5"/>
      <dgm:spPr/>
    </dgm:pt>
    <dgm:pt modelId="{E1710068-3AFF-443A-8845-36205E8D7E73}" type="pres">
      <dgm:prSet presAssocID="{21408F06-22FA-498F-A15B-614F8801F084}" presName="text_4" presStyleLbl="node1" presStyleIdx="3" presStyleCnt="5">
        <dgm:presLayoutVars>
          <dgm:bulletEnabled val="1"/>
        </dgm:presLayoutVars>
      </dgm:prSet>
      <dgm:spPr/>
      <dgm:t>
        <a:bodyPr/>
        <a:lstStyle/>
        <a:p>
          <a:endParaRPr lang="zh-CN" altLang="en-US"/>
        </a:p>
      </dgm:t>
    </dgm:pt>
    <dgm:pt modelId="{07748850-B39B-4F67-AD7B-57B85DA11384}" type="pres">
      <dgm:prSet presAssocID="{21408F06-22FA-498F-A15B-614F8801F084}" presName="accent_4" presStyleCnt="0"/>
      <dgm:spPr/>
    </dgm:pt>
    <dgm:pt modelId="{35A13872-063E-4C3C-BF40-A310B9E9B654}" type="pres">
      <dgm:prSet presAssocID="{21408F06-22FA-498F-A15B-614F8801F084}" presName="accentRepeatNode" presStyleLbl="solidFgAcc1" presStyleIdx="3" presStyleCnt="5"/>
      <dgm:spPr/>
    </dgm:pt>
    <dgm:pt modelId="{811726FA-393F-4308-B5B0-A6B817B8DA3B}" type="pres">
      <dgm:prSet presAssocID="{F2FEC2C6-FC3E-46E7-BA87-679AEFCAABC2}" presName="text_5" presStyleLbl="node1" presStyleIdx="4" presStyleCnt="5">
        <dgm:presLayoutVars>
          <dgm:bulletEnabled val="1"/>
        </dgm:presLayoutVars>
      </dgm:prSet>
      <dgm:spPr/>
      <dgm:t>
        <a:bodyPr/>
        <a:lstStyle/>
        <a:p>
          <a:endParaRPr lang="zh-CN" altLang="en-US"/>
        </a:p>
      </dgm:t>
    </dgm:pt>
    <dgm:pt modelId="{4FD8FF8F-3905-4DA9-9205-3F4F71E2F019}" type="pres">
      <dgm:prSet presAssocID="{F2FEC2C6-FC3E-46E7-BA87-679AEFCAABC2}" presName="accent_5" presStyleCnt="0"/>
      <dgm:spPr/>
    </dgm:pt>
    <dgm:pt modelId="{7080884B-CAC6-4112-B0AA-9D8B8957090F}" type="pres">
      <dgm:prSet presAssocID="{F2FEC2C6-FC3E-46E7-BA87-679AEFCAABC2}" presName="accentRepeatNode" presStyleLbl="solidFgAcc1" presStyleIdx="4" presStyleCnt="5"/>
      <dgm:spPr/>
    </dgm:pt>
  </dgm:ptLst>
  <dgm:cxnLst>
    <dgm:cxn modelId="{466966D9-4839-440B-8B87-2AB7B718C8AA}" type="presOf" srcId="{21408F06-22FA-498F-A15B-614F8801F084}" destId="{E1710068-3AFF-443A-8845-36205E8D7E73}" srcOrd="0" destOrd="0" presId="urn:microsoft.com/office/officeart/2008/layout/VerticalCurvedList"/>
    <dgm:cxn modelId="{B5F21693-3B31-4B6A-A1C8-C6C36C49888A}" type="presOf" srcId="{01F76CC6-3E1B-41A8-BF92-4138877921E9}" destId="{4BB00A72-CF4F-43CB-8AD0-B6ED7F99C27C}" srcOrd="0" destOrd="0" presId="urn:microsoft.com/office/officeart/2008/layout/VerticalCurvedList"/>
    <dgm:cxn modelId="{C8AACA05-09C4-4238-950D-BFCE5B1A292C}" type="presOf" srcId="{7D5E49B3-8343-4724-8C01-F63924268290}" destId="{D74B0043-D2DF-47BE-847A-17AE007AA02A}" srcOrd="0" destOrd="0" presId="urn:microsoft.com/office/officeart/2008/layout/VerticalCurvedList"/>
    <dgm:cxn modelId="{187977DD-8F1F-493D-82E4-F8EB838D1344}" srcId="{7D5E49B3-8343-4724-8C01-F63924268290}" destId="{C2C1A5A8-4D1A-453C-B207-5C5CB56DE5C0}" srcOrd="2" destOrd="0" parTransId="{02F31958-E95F-4224-BA0C-F9B096773F74}" sibTransId="{27859489-D27F-443C-8037-96DF033989A0}"/>
    <dgm:cxn modelId="{C8E3928E-8BDB-408A-93E2-158B8477B1E4}" srcId="{7D5E49B3-8343-4724-8C01-F63924268290}" destId="{01F76CC6-3E1B-41A8-BF92-4138877921E9}" srcOrd="1" destOrd="0" parTransId="{2DE085E7-CB3A-44E1-93B3-FFFEDF09CCF3}" sibTransId="{5437577E-AB7C-4BE3-9F70-F6CF8DADE318}"/>
    <dgm:cxn modelId="{F1C51C8C-4356-434B-B169-BB8527A1339A}" srcId="{7D5E49B3-8343-4724-8C01-F63924268290}" destId="{F2FEC2C6-FC3E-46E7-BA87-679AEFCAABC2}" srcOrd="4" destOrd="0" parTransId="{B2BB5C19-6379-4351-86D8-02557CB3B6EF}" sibTransId="{D14C4FD3-1B6C-4E16-A0BB-528601781AA9}"/>
    <dgm:cxn modelId="{F6280A2F-33AF-4184-B740-E03D08210EFD}" srcId="{7D5E49B3-8343-4724-8C01-F63924268290}" destId="{222D1FD3-1EA8-4B96-93DD-60D34599E0DB}" srcOrd="0" destOrd="0" parTransId="{86386CBD-64B4-4568-A50F-1F23E54D2598}" sibTransId="{AD3D0DAF-1978-4EC4-B6A6-10D813A68589}"/>
    <dgm:cxn modelId="{3A4153E1-2DA7-46A2-BA3B-6E0593419257}" type="presOf" srcId="{F2FEC2C6-FC3E-46E7-BA87-679AEFCAABC2}" destId="{811726FA-393F-4308-B5B0-A6B817B8DA3B}" srcOrd="0" destOrd="0" presId="urn:microsoft.com/office/officeart/2008/layout/VerticalCurvedList"/>
    <dgm:cxn modelId="{D7D03F60-469E-4B06-A907-21A9FA5B8256}" type="presOf" srcId="{C2C1A5A8-4D1A-453C-B207-5C5CB56DE5C0}" destId="{127C6E97-9FED-45E1-9B87-C35034D4DA77}" srcOrd="0" destOrd="0" presId="urn:microsoft.com/office/officeart/2008/layout/VerticalCurvedList"/>
    <dgm:cxn modelId="{348FEEDE-4AA9-4278-A015-E5F2BB7B281E}" type="presOf" srcId="{AD3D0DAF-1978-4EC4-B6A6-10D813A68589}" destId="{C6F6F296-B27F-4543-A1EA-7EE8CA3905C5}" srcOrd="0" destOrd="0" presId="urn:microsoft.com/office/officeart/2008/layout/VerticalCurvedList"/>
    <dgm:cxn modelId="{5B6F6355-F8A2-4C0F-A87C-D07D15226E82}" srcId="{7D5E49B3-8343-4724-8C01-F63924268290}" destId="{21408F06-22FA-498F-A15B-614F8801F084}" srcOrd="3" destOrd="0" parTransId="{338F51FD-05D8-4D8E-A52A-D7E42AA6FB12}" sibTransId="{397AF349-3BBD-47DE-A216-336E04F4DE6B}"/>
    <dgm:cxn modelId="{3196B8EE-3038-4076-B5F3-2AA37742A329}" type="presOf" srcId="{222D1FD3-1EA8-4B96-93DD-60D34599E0DB}" destId="{175C4239-7320-4B26-A1A1-E71156B3A1A5}" srcOrd="0" destOrd="0" presId="urn:microsoft.com/office/officeart/2008/layout/VerticalCurvedList"/>
    <dgm:cxn modelId="{7205E507-0DAE-4D3F-9D6A-EEEBB7417073}" type="presParOf" srcId="{D74B0043-D2DF-47BE-847A-17AE007AA02A}" destId="{394B7D96-D6E4-4B0C-89EE-2FB204547481}" srcOrd="0" destOrd="0" presId="urn:microsoft.com/office/officeart/2008/layout/VerticalCurvedList"/>
    <dgm:cxn modelId="{B1A3C574-C582-4377-AB8F-61E4BAA3359E}" type="presParOf" srcId="{394B7D96-D6E4-4B0C-89EE-2FB204547481}" destId="{2FBC5996-F8B6-4CB2-8291-49C581D2B6A3}" srcOrd="0" destOrd="0" presId="urn:microsoft.com/office/officeart/2008/layout/VerticalCurvedList"/>
    <dgm:cxn modelId="{DF740108-8FD7-4877-BCF5-9C06CCEA069F}" type="presParOf" srcId="{2FBC5996-F8B6-4CB2-8291-49C581D2B6A3}" destId="{87B881BE-1148-4C54-A7D2-EA18E5FC8884}" srcOrd="0" destOrd="0" presId="urn:microsoft.com/office/officeart/2008/layout/VerticalCurvedList"/>
    <dgm:cxn modelId="{61BEEF31-3248-4EB7-9DF6-8733528DD6E6}" type="presParOf" srcId="{2FBC5996-F8B6-4CB2-8291-49C581D2B6A3}" destId="{C6F6F296-B27F-4543-A1EA-7EE8CA3905C5}" srcOrd="1" destOrd="0" presId="urn:microsoft.com/office/officeart/2008/layout/VerticalCurvedList"/>
    <dgm:cxn modelId="{8F06EFFC-CEB4-4C50-AB56-D4B115B98214}" type="presParOf" srcId="{2FBC5996-F8B6-4CB2-8291-49C581D2B6A3}" destId="{6432F0D6-421F-45AD-AF4A-8FEB03D155FF}" srcOrd="2" destOrd="0" presId="urn:microsoft.com/office/officeart/2008/layout/VerticalCurvedList"/>
    <dgm:cxn modelId="{E21B0B80-BE66-4C6F-968C-305EEE1C8DBD}" type="presParOf" srcId="{2FBC5996-F8B6-4CB2-8291-49C581D2B6A3}" destId="{2B103D66-47ED-43EE-AD12-FCA2A30F4910}" srcOrd="3" destOrd="0" presId="urn:microsoft.com/office/officeart/2008/layout/VerticalCurvedList"/>
    <dgm:cxn modelId="{C21CC9F9-B587-4C38-8109-30C2A26D86A3}" type="presParOf" srcId="{394B7D96-D6E4-4B0C-89EE-2FB204547481}" destId="{175C4239-7320-4B26-A1A1-E71156B3A1A5}" srcOrd="1" destOrd="0" presId="urn:microsoft.com/office/officeart/2008/layout/VerticalCurvedList"/>
    <dgm:cxn modelId="{4886BEC3-280A-4723-B261-066C9313BCDB}" type="presParOf" srcId="{394B7D96-D6E4-4B0C-89EE-2FB204547481}" destId="{22C55EEB-7ADA-4961-94CC-921A7F599681}" srcOrd="2" destOrd="0" presId="urn:microsoft.com/office/officeart/2008/layout/VerticalCurvedList"/>
    <dgm:cxn modelId="{5E2803E3-9468-463C-B71D-A49D77AF9070}" type="presParOf" srcId="{22C55EEB-7ADA-4961-94CC-921A7F599681}" destId="{E2716414-100F-449C-AD15-1D86D8467CAC}" srcOrd="0" destOrd="0" presId="urn:microsoft.com/office/officeart/2008/layout/VerticalCurvedList"/>
    <dgm:cxn modelId="{C26DDAC1-03AA-4828-8170-E0C789E58C39}" type="presParOf" srcId="{394B7D96-D6E4-4B0C-89EE-2FB204547481}" destId="{4BB00A72-CF4F-43CB-8AD0-B6ED7F99C27C}" srcOrd="3" destOrd="0" presId="urn:microsoft.com/office/officeart/2008/layout/VerticalCurvedList"/>
    <dgm:cxn modelId="{4A898BB3-745E-41D4-81CB-7E8D6C53B87A}" type="presParOf" srcId="{394B7D96-D6E4-4B0C-89EE-2FB204547481}" destId="{115D886E-4C06-4BF6-9B61-246F2443CE01}" srcOrd="4" destOrd="0" presId="urn:microsoft.com/office/officeart/2008/layout/VerticalCurvedList"/>
    <dgm:cxn modelId="{226B61C8-61F9-4A9D-A319-3ACA9C663F16}" type="presParOf" srcId="{115D886E-4C06-4BF6-9B61-246F2443CE01}" destId="{97565D88-474C-4628-BC28-802F99749A2C}" srcOrd="0" destOrd="0" presId="urn:microsoft.com/office/officeart/2008/layout/VerticalCurvedList"/>
    <dgm:cxn modelId="{89E08AD9-B42C-4362-8F18-34D141AD643B}" type="presParOf" srcId="{394B7D96-D6E4-4B0C-89EE-2FB204547481}" destId="{127C6E97-9FED-45E1-9B87-C35034D4DA77}" srcOrd="5" destOrd="0" presId="urn:microsoft.com/office/officeart/2008/layout/VerticalCurvedList"/>
    <dgm:cxn modelId="{54F89C8C-E2FD-4605-ADB7-1840F05A3F27}" type="presParOf" srcId="{394B7D96-D6E4-4B0C-89EE-2FB204547481}" destId="{A468C62D-B762-4B45-89CE-D3CDA0870B4C}" srcOrd="6" destOrd="0" presId="urn:microsoft.com/office/officeart/2008/layout/VerticalCurvedList"/>
    <dgm:cxn modelId="{A964293C-D69C-4962-B03F-F3E16FB83C07}" type="presParOf" srcId="{A468C62D-B762-4B45-89CE-D3CDA0870B4C}" destId="{1313337C-5897-4A2B-83A9-E9A9235DED47}" srcOrd="0" destOrd="0" presId="urn:microsoft.com/office/officeart/2008/layout/VerticalCurvedList"/>
    <dgm:cxn modelId="{4B20341E-DCC3-417F-B3D9-394C9E1A372B}" type="presParOf" srcId="{394B7D96-D6E4-4B0C-89EE-2FB204547481}" destId="{E1710068-3AFF-443A-8845-36205E8D7E73}" srcOrd="7" destOrd="0" presId="urn:microsoft.com/office/officeart/2008/layout/VerticalCurvedList"/>
    <dgm:cxn modelId="{642CDD5D-A127-4E1E-812C-13D6A7BB7BFE}" type="presParOf" srcId="{394B7D96-D6E4-4B0C-89EE-2FB204547481}" destId="{07748850-B39B-4F67-AD7B-57B85DA11384}" srcOrd="8" destOrd="0" presId="urn:microsoft.com/office/officeart/2008/layout/VerticalCurvedList"/>
    <dgm:cxn modelId="{3FCCF7BD-5951-4D18-AC5A-AF1A4B64B325}" type="presParOf" srcId="{07748850-B39B-4F67-AD7B-57B85DA11384}" destId="{35A13872-063E-4C3C-BF40-A310B9E9B654}" srcOrd="0" destOrd="0" presId="urn:microsoft.com/office/officeart/2008/layout/VerticalCurvedList"/>
    <dgm:cxn modelId="{C7B00CD2-E6B2-4C11-8F61-82B580E575A3}" type="presParOf" srcId="{394B7D96-D6E4-4B0C-89EE-2FB204547481}" destId="{811726FA-393F-4308-B5B0-A6B817B8DA3B}" srcOrd="9" destOrd="0" presId="urn:microsoft.com/office/officeart/2008/layout/VerticalCurvedList"/>
    <dgm:cxn modelId="{D05C4F4D-DFC0-4C92-A3AC-7B57D2EA2EA9}" type="presParOf" srcId="{394B7D96-D6E4-4B0C-89EE-2FB204547481}" destId="{4FD8FF8F-3905-4DA9-9205-3F4F71E2F019}" srcOrd="10" destOrd="0" presId="urn:microsoft.com/office/officeart/2008/layout/VerticalCurvedList"/>
    <dgm:cxn modelId="{C39FC582-ABF6-4B82-BFBB-B3B178E7D1D1}" type="presParOf" srcId="{4FD8FF8F-3905-4DA9-9205-3F4F71E2F019}" destId="{7080884B-CAC6-4112-B0AA-9D8B8957090F}" srcOrd="0" destOrd="0" presId="urn:microsoft.com/office/officeart/2008/layout/VerticalCurvedList"/>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7D5E49B3-8343-4724-8C01-F63924268290}" type="doc">
      <dgm:prSet loTypeId="urn:microsoft.com/office/officeart/2008/layout/VerticalCurvedList" loCatId="list" qsTypeId="urn:microsoft.com/office/officeart/2005/8/quickstyle/simple1" qsCatId="simple" csTypeId="urn:microsoft.com/office/officeart/2005/8/colors/accent1_2" csCatId="accent1" phldr="1"/>
      <dgm:spPr/>
      <dgm:t>
        <a:bodyPr/>
        <a:lstStyle/>
        <a:p>
          <a:endParaRPr lang="zh-CN" altLang="en-US"/>
        </a:p>
      </dgm:t>
    </dgm:pt>
    <dgm:pt modelId="{222D1FD3-1EA8-4B96-93DD-60D34599E0DB}">
      <dgm:prSet phldrT="[文本]" custT="1"/>
      <dgm:spPr/>
      <dgm:t>
        <a:bodyPr/>
        <a:lstStyle/>
        <a:p>
          <a:r>
            <a:rPr lang="zh-CN" altLang="en-US" sz="2800" dirty="0" smtClean="0">
              <a:solidFill>
                <a:srgbClr val="FF0000"/>
              </a:solidFill>
            </a:rPr>
            <a:t>结构化分析方法概述</a:t>
          </a:r>
          <a:endParaRPr lang="zh-CN" altLang="en-US" sz="2800" dirty="0">
            <a:solidFill>
              <a:srgbClr val="FF0000"/>
            </a:solidFill>
          </a:endParaRPr>
        </a:p>
      </dgm:t>
    </dgm:pt>
    <dgm:pt modelId="{86386CBD-64B4-4568-A50F-1F23E54D2598}" cxnId="{F6280A2F-33AF-4184-B740-E03D08210EFD}" type="parTrans">
      <dgm:prSet/>
      <dgm:spPr/>
      <dgm:t>
        <a:bodyPr/>
        <a:lstStyle/>
        <a:p>
          <a:endParaRPr lang="zh-CN" altLang="en-US" sz="2800"/>
        </a:p>
      </dgm:t>
    </dgm:pt>
    <dgm:pt modelId="{AD3D0DAF-1978-4EC4-B6A6-10D813A68589}" cxnId="{F6280A2F-33AF-4184-B740-E03D08210EFD}" type="sibTrans">
      <dgm:prSet/>
      <dgm:spPr/>
      <dgm:t>
        <a:bodyPr/>
        <a:lstStyle/>
        <a:p>
          <a:endParaRPr lang="zh-CN" altLang="en-US" sz="2800"/>
        </a:p>
      </dgm:t>
    </dgm:pt>
    <dgm:pt modelId="{01F76CC6-3E1B-41A8-BF92-4138877921E9}">
      <dgm:prSet phldrT="[文本]" custT="1"/>
      <dgm:spPr/>
      <dgm:t>
        <a:bodyPr/>
        <a:lstStyle/>
        <a:p>
          <a:r>
            <a:rPr lang="zh-CN" altLang="en-US" sz="2800" dirty="0" smtClean="0">
              <a:solidFill>
                <a:srgbClr val="FF0000"/>
              </a:solidFill>
            </a:rPr>
            <a:t>数据流图</a:t>
          </a:r>
          <a:endParaRPr lang="zh-CN" altLang="en-US" sz="2800" dirty="0">
            <a:solidFill>
              <a:srgbClr val="FF0000"/>
            </a:solidFill>
          </a:endParaRPr>
        </a:p>
      </dgm:t>
    </dgm:pt>
    <dgm:pt modelId="{2DE085E7-CB3A-44E1-93B3-FFFEDF09CCF3}" cxnId="{C8E3928E-8BDB-408A-93E2-158B8477B1E4}" type="parTrans">
      <dgm:prSet/>
      <dgm:spPr/>
      <dgm:t>
        <a:bodyPr/>
        <a:lstStyle/>
        <a:p>
          <a:endParaRPr lang="zh-CN" altLang="en-US" sz="2800"/>
        </a:p>
      </dgm:t>
    </dgm:pt>
    <dgm:pt modelId="{5437577E-AB7C-4BE3-9F70-F6CF8DADE318}" cxnId="{C8E3928E-8BDB-408A-93E2-158B8477B1E4}" type="sibTrans">
      <dgm:prSet/>
      <dgm:spPr/>
      <dgm:t>
        <a:bodyPr/>
        <a:lstStyle/>
        <a:p>
          <a:endParaRPr lang="zh-CN" altLang="en-US" sz="2800"/>
        </a:p>
      </dgm:t>
    </dgm:pt>
    <dgm:pt modelId="{C2C1A5A8-4D1A-453C-B207-5C5CB56DE5C0}">
      <dgm:prSet phldrT="[文本]" custT="1"/>
      <dgm:spPr/>
      <dgm:t>
        <a:bodyPr/>
        <a:lstStyle/>
        <a:p>
          <a:r>
            <a:rPr lang="zh-CN" altLang="en-US" sz="2800" dirty="0" smtClean="0">
              <a:solidFill>
                <a:srgbClr val="FF0000"/>
              </a:solidFill>
            </a:rPr>
            <a:t>数据流图审查</a:t>
          </a:r>
          <a:endParaRPr lang="zh-CN" altLang="en-US" sz="2800" dirty="0">
            <a:solidFill>
              <a:srgbClr val="FF0000"/>
            </a:solidFill>
          </a:endParaRPr>
        </a:p>
      </dgm:t>
    </dgm:pt>
    <dgm:pt modelId="{02F31958-E95F-4224-BA0C-F9B096773F74}" cxnId="{187977DD-8F1F-493D-82E4-F8EB838D1344}" type="parTrans">
      <dgm:prSet/>
      <dgm:spPr/>
      <dgm:t>
        <a:bodyPr/>
        <a:lstStyle/>
        <a:p>
          <a:endParaRPr lang="zh-CN" altLang="en-US" sz="2800"/>
        </a:p>
      </dgm:t>
    </dgm:pt>
    <dgm:pt modelId="{27859489-D27F-443C-8037-96DF033989A0}" cxnId="{187977DD-8F1F-493D-82E4-F8EB838D1344}" type="sibTrans">
      <dgm:prSet/>
      <dgm:spPr/>
      <dgm:t>
        <a:bodyPr/>
        <a:lstStyle/>
        <a:p>
          <a:endParaRPr lang="zh-CN" altLang="en-US" sz="2800"/>
        </a:p>
      </dgm:t>
    </dgm:pt>
    <dgm:pt modelId="{F2FEC2C6-FC3E-46E7-BA87-679AEFCAABC2}">
      <dgm:prSet phldrT="[文本]" custT="1"/>
      <dgm:spPr/>
      <dgm:t>
        <a:bodyPr/>
        <a:lstStyle/>
        <a:p>
          <a:r>
            <a:rPr lang="zh-CN" altLang="en-US" sz="2800" dirty="0" smtClean="0"/>
            <a:t>对基本加工的说明</a:t>
          </a:r>
          <a:endParaRPr lang="zh-CN" altLang="en-US" sz="2800" dirty="0"/>
        </a:p>
      </dgm:t>
    </dgm:pt>
    <dgm:pt modelId="{B2BB5C19-6379-4351-86D8-02557CB3B6EF}" cxnId="{F1C51C8C-4356-434B-B169-BB8527A1339A}" type="parTrans">
      <dgm:prSet/>
      <dgm:spPr/>
      <dgm:t>
        <a:bodyPr/>
        <a:lstStyle/>
        <a:p>
          <a:endParaRPr lang="zh-CN" altLang="en-US" sz="2800"/>
        </a:p>
      </dgm:t>
    </dgm:pt>
    <dgm:pt modelId="{D14C4FD3-1B6C-4E16-A0BB-528601781AA9}" cxnId="{F1C51C8C-4356-434B-B169-BB8527A1339A}" type="sibTrans">
      <dgm:prSet/>
      <dgm:spPr/>
      <dgm:t>
        <a:bodyPr/>
        <a:lstStyle/>
        <a:p>
          <a:endParaRPr lang="zh-CN" altLang="en-US" sz="2800"/>
        </a:p>
      </dgm:t>
    </dgm:pt>
    <dgm:pt modelId="{21408F06-22FA-498F-A15B-614F8801F084}">
      <dgm:prSet phldrT="[文本]" custT="1"/>
      <dgm:spPr/>
      <dgm:t>
        <a:bodyPr/>
        <a:lstStyle/>
        <a:p>
          <a:r>
            <a:rPr lang="zh-CN" altLang="en-US" sz="2800" dirty="0" smtClean="0"/>
            <a:t>数据字典</a:t>
          </a:r>
          <a:endParaRPr lang="zh-CN" altLang="en-US" sz="2800" dirty="0"/>
        </a:p>
      </dgm:t>
    </dgm:pt>
    <dgm:pt modelId="{338F51FD-05D8-4D8E-A52A-D7E42AA6FB12}" cxnId="{5B6F6355-F8A2-4C0F-A87C-D07D15226E82}" type="parTrans">
      <dgm:prSet/>
      <dgm:spPr/>
      <dgm:t>
        <a:bodyPr/>
        <a:lstStyle/>
        <a:p>
          <a:endParaRPr lang="zh-CN" altLang="en-US" sz="2800"/>
        </a:p>
      </dgm:t>
    </dgm:pt>
    <dgm:pt modelId="{397AF349-3BBD-47DE-A216-336E04F4DE6B}" cxnId="{5B6F6355-F8A2-4C0F-A87C-D07D15226E82}" type="sibTrans">
      <dgm:prSet/>
      <dgm:spPr/>
      <dgm:t>
        <a:bodyPr/>
        <a:lstStyle/>
        <a:p>
          <a:endParaRPr lang="zh-CN" altLang="en-US" sz="2800"/>
        </a:p>
      </dgm:t>
    </dgm:pt>
    <dgm:pt modelId="{D74B0043-D2DF-47BE-847A-17AE007AA02A}" type="pres">
      <dgm:prSet presAssocID="{7D5E49B3-8343-4724-8C01-F63924268290}" presName="Name0" presStyleCnt="0">
        <dgm:presLayoutVars>
          <dgm:chMax val="7"/>
          <dgm:chPref val="7"/>
          <dgm:dir/>
        </dgm:presLayoutVars>
      </dgm:prSet>
      <dgm:spPr/>
      <dgm:t>
        <a:bodyPr/>
        <a:lstStyle/>
        <a:p>
          <a:endParaRPr lang="zh-CN" altLang="en-US"/>
        </a:p>
      </dgm:t>
    </dgm:pt>
    <dgm:pt modelId="{394B7D96-D6E4-4B0C-89EE-2FB204547481}" type="pres">
      <dgm:prSet presAssocID="{7D5E49B3-8343-4724-8C01-F63924268290}" presName="Name1" presStyleCnt="0"/>
      <dgm:spPr/>
    </dgm:pt>
    <dgm:pt modelId="{2FBC5996-F8B6-4CB2-8291-49C581D2B6A3}" type="pres">
      <dgm:prSet presAssocID="{7D5E49B3-8343-4724-8C01-F63924268290}" presName="cycle" presStyleCnt="0"/>
      <dgm:spPr/>
    </dgm:pt>
    <dgm:pt modelId="{87B881BE-1148-4C54-A7D2-EA18E5FC8884}" type="pres">
      <dgm:prSet presAssocID="{7D5E49B3-8343-4724-8C01-F63924268290}" presName="srcNode" presStyleLbl="node1" presStyleIdx="0" presStyleCnt="5"/>
      <dgm:spPr/>
    </dgm:pt>
    <dgm:pt modelId="{C6F6F296-B27F-4543-A1EA-7EE8CA3905C5}" type="pres">
      <dgm:prSet presAssocID="{7D5E49B3-8343-4724-8C01-F63924268290}" presName="conn" presStyleLbl="parChTrans1D2" presStyleIdx="0" presStyleCnt="1"/>
      <dgm:spPr/>
      <dgm:t>
        <a:bodyPr/>
        <a:lstStyle/>
        <a:p>
          <a:endParaRPr lang="zh-CN" altLang="en-US"/>
        </a:p>
      </dgm:t>
    </dgm:pt>
    <dgm:pt modelId="{6432F0D6-421F-45AD-AF4A-8FEB03D155FF}" type="pres">
      <dgm:prSet presAssocID="{7D5E49B3-8343-4724-8C01-F63924268290}" presName="extraNode" presStyleLbl="node1" presStyleIdx="0" presStyleCnt="5"/>
      <dgm:spPr/>
    </dgm:pt>
    <dgm:pt modelId="{2B103D66-47ED-43EE-AD12-FCA2A30F4910}" type="pres">
      <dgm:prSet presAssocID="{7D5E49B3-8343-4724-8C01-F63924268290}" presName="dstNode" presStyleLbl="node1" presStyleIdx="0" presStyleCnt="5"/>
      <dgm:spPr/>
    </dgm:pt>
    <dgm:pt modelId="{175C4239-7320-4B26-A1A1-E71156B3A1A5}" type="pres">
      <dgm:prSet presAssocID="{222D1FD3-1EA8-4B96-93DD-60D34599E0DB}" presName="text_1" presStyleLbl="node1" presStyleIdx="0" presStyleCnt="5">
        <dgm:presLayoutVars>
          <dgm:bulletEnabled val="1"/>
        </dgm:presLayoutVars>
      </dgm:prSet>
      <dgm:spPr/>
      <dgm:t>
        <a:bodyPr/>
        <a:lstStyle/>
        <a:p>
          <a:endParaRPr lang="zh-CN" altLang="en-US"/>
        </a:p>
      </dgm:t>
    </dgm:pt>
    <dgm:pt modelId="{22C55EEB-7ADA-4961-94CC-921A7F599681}" type="pres">
      <dgm:prSet presAssocID="{222D1FD3-1EA8-4B96-93DD-60D34599E0DB}" presName="accent_1" presStyleCnt="0"/>
      <dgm:spPr/>
    </dgm:pt>
    <dgm:pt modelId="{E2716414-100F-449C-AD15-1D86D8467CAC}" type="pres">
      <dgm:prSet presAssocID="{222D1FD3-1EA8-4B96-93DD-60D34599E0DB}" presName="accentRepeatNode" presStyleLbl="solidFgAcc1" presStyleIdx="0" presStyleCnt="5"/>
      <dgm:spPr/>
    </dgm:pt>
    <dgm:pt modelId="{4BB00A72-CF4F-43CB-8AD0-B6ED7F99C27C}" type="pres">
      <dgm:prSet presAssocID="{01F76CC6-3E1B-41A8-BF92-4138877921E9}" presName="text_2" presStyleLbl="node1" presStyleIdx="1" presStyleCnt="5">
        <dgm:presLayoutVars>
          <dgm:bulletEnabled val="1"/>
        </dgm:presLayoutVars>
      </dgm:prSet>
      <dgm:spPr/>
      <dgm:t>
        <a:bodyPr/>
        <a:lstStyle/>
        <a:p>
          <a:endParaRPr lang="zh-CN" altLang="en-US"/>
        </a:p>
      </dgm:t>
    </dgm:pt>
    <dgm:pt modelId="{115D886E-4C06-4BF6-9B61-246F2443CE01}" type="pres">
      <dgm:prSet presAssocID="{01F76CC6-3E1B-41A8-BF92-4138877921E9}" presName="accent_2" presStyleCnt="0"/>
      <dgm:spPr/>
    </dgm:pt>
    <dgm:pt modelId="{97565D88-474C-4628-BC28-802F99749A2C}" type="pres">
      <dgm:prSet presAssocID="{01F76CC6-3E1B-41A8-BF92-4138877921E9}" presName="accentRepeatNode" presStyleLbl="solidFgAcc1" presStyleIdx="1" presStyleCnt="5"/>
      <dgm:spPr/>
    </dgm:pt>
    <dgm:pt modelId="{127C6E97-9FED-45E1-9B87-C35034D4DA77}" type="pres">
      <dgm:prSet presAssocID="{C2C1A5A8-4D1A-453C-B207-5C5CB56DE5C0}" presName="text_3" presStyleLbl="node1" presStyleIdx="2" presStyleCnt="5">
        <dgm:presLayoutVars>
          <dgm:bulletEnabled val="1"/>
        </dgm:presLayoutVars>
      </dgm:prSet>
      <dgm:spPr/>
      <dgm:t>
        <a:bodyPr/>
        <a:lstStyle/>
        <a:p>
          <a:endParaRPr lang="zh-CN" altLang="en-US"/>
        </a:p>
      </dgm:t>
    </dgm:pt>
    <dgm:pt modelId="{A468C62D-B762-4B45-89CE-D3CDA0870B4C}" type="pres">
      <dgm:prSet presAssocID="{C2C1A5A8-4D1A-453C-B207-5C5CB56DE5C0}" presName="accent_3" presStyleCnt="0"/>
      <dgm:spPr/>
    </dgm:pt>
    <dgm:pt modelId="{1313337C-5897-4A2B-83A9-E9A9235DED47}" type="pres">
      <dgm:prSet presAssocID="{C2C1A5A8-4D1A-453C-B207-5C5CB56DE5C0}" presName="accentRepeatNode" presStyleLbl="solidFgAcc1" presStyleIdx="2" presStyleCnt="5"/>
      <dgm:spPr/>
    </dgm:pt>
    <dgm:pt modelId="{E1710068-3AFF-443A-8845-36205E8D7E73}" type="pres">
      <dgm:prSet presAssocID="{21408F06-22FA-498F-A15B-614F8801F084}" presName="text_4" presStyleLbl="node1" presStyleIdx="3" presStyleCnt="5">
        <dgm:presLayoutVars>
          <dgm:bulletEnabled val="1"/>
        </dgm:presLayoutVars>
      </dgm:prSet>
      <dgm:spPr/>
      <dgm:t>
        <a:bodyPr/>
        <a:lstStyle/>
        <a:p>
          <a:endParaRPr lang="zh-CN" altLang="en-US"/>
        </a:p>
      </dgm:t>
    </dgm:pt>
    <dgm:pt modelId="{07748850-B39B-4F67-AD7B-57B85DA11384}" type="pres">
      <dgm:prSet presAssocID="{21408F06-22FA-498F-A15B-614F8801F084}" presName="accent_4" presStyleCnt="0"/>
      <dgm:spPr/>
    </dgm:pt>
    <dgm:pt modelId="{35A13872-063E-4C3C-BF40-A310B9E9B654}" type="pres">
      <dgm:prSet presAssocID="{21408F06-22FA-498F-A15B-614F8801F084}" presName="accentRepeatNode" presStyleLbl="solidFgAcc1" presStyleIdx="3" presStyleCnt="5"/>
      <dgm:spPr/>
    </dgm:pt>
    <dgm:pt modelId="{811726FA-393F-4308-B5B0-A6B817B8DA3B}" type="pres">
      <dgm:prSet presAssocID="{F2FEC2C6-FC3E-46E7-BA87-679AEFCAABC2}" presName="text_5" presStyleLbl="node1" presStyleIdx="4" presStyleCnt="5">
        <dgm:presLayoutVars>
          <dgm:bulletEnabled val="1"/>
        </dgm:presLayoutVars>
      </dgm:prSet>
      <dgm:spPr/>
      <dgm:t>
        <a:bodyPr/>
        <a:lstStyle/>
        <a:p>
          <a:endParaRPr lang="zh-CN" altLang="en-US"/>
        </a:p>
      </dgm:t>
    </dgm:pt>
    <dgm:pt modelId="{4FD8FF8F-3905-4DA9-9205-3F4F71E2F019}" type="pres">
      <dgm:prSet presAssocID="{F2FEC2C6-FC3E-46E7-BA87-679AEFCAABC2}" presName="accent_5" presStyleCnt="0"/>
      <dgm:spPr/>
    </dgm:pt>
    <dgm:pt modelId="{7080884B-CAC6-4112-B0AA-9D8B8957090F}" type="pres">
      <dgm:prSet presAssocID="{F2FEC2C6-FC3E-46E7-BA87-679AEFCAABC2}" presName="accentRepeatNode" presStyleLbl="solidFgAcc1" presStyleIdx="4" presStyleCnt="5"/>
      <dgm:spPr/>
    </dgm:pt>
  </dgm:ptLst>
  <dgm:cxnLst>
    <dgm:cxn modelId="{FF4DF1ED-1685-4F6E-84C9-5CC12FAFE7A8}" type="presOf" srcId="{21408F06-22FA-498F-A15B-614F8801F084}" destId="{E1710068-3AFF-443A-8845-36205E8D7E73}" srcOrd="0" destOrd="0" presId="urn:microsoft.com/office/officeart/2008/layout/VerticalCurvedList"/>
    <dgm:cxn modelId="{831174C0-25B6-444F-9DF8-6CB42ABA035D}" type="presOf" srcId="{AD3D0DAF-1978-4EC4-B6A6-10D813A68589}" destId="{C6F6F296-B27F-4543-A1EA-7EE8CA3905C5}" srcOrd="0" destOrd="0" presId="urn:microsoft.com/office/officeart/2008/layout/VerticalCurvedList"/>
    <dgm:cxn modelId="{187977DD-8F1F-493D-82E4-F8EB838D1344}" srcId="{7D5E49B3-8343-4724-8C01-F63924268290}" destId="{C2C1A5A8-4D1A-453C-B207-5C5CB56DE5C0}" srcOrd="2" destOrd="0" parTransId="{02F31958-E95F-4224-BA0C-F9B096773F74}" sibTransId="{27859489-D27F-443C-8037-96DF033989A0}"/>
    <dgm:cxn modelId="{C8E3928E-8BDB-408A-93E2-158B8477B1E4}" srcId="{7D5E49B3-8343-4724-8C01-F63924268290}" destId="{01F76CC6-3E1B-41A8-BF92-4138877921E9}" srcOrd="1" destOrd="0" parTransId="{2DE085E7-CB3A-44E1-93B3-FFFEDF09CCF3}" sibTransId="{5437577E-AB7C-4BE3-9F70-F6CF8DADE318}"/>
    <dgm:cxn modelId="{F1C51C8C-4356-434B-B169-BB8527A1339A}" srcId="{7D5E49B3-8343-4724-8C01-F63924268290}" destId="{F2FEC2C6-FC3E-46E7-BA87-679AEFCAABC2}" srcOrd="4" destOrd="0" parTransId="{B2BB5C19-6379-4351-86D8-02557CB3B6EF}" sibTransId="{D14C4FD3-1B6C-4E16-A0BB-528601781AA9}"/>
    <dgm:cxn modelId="{2D7FA7CE-2074-4346-9E0C-E80B11994DAE}" type="presOf" srcId="{F2FEC2C6-FC3E-46E7-BA87-679AEFCAABC2}" destId="{811726FA-393F-4308-B5B0-A6B817B8DA3B}" srcOrd="0" destOrd="0" presId="urn:microsoft.com/office/officeart/2008/layout/VerticalCurvedList"/>
    <dgm:cxn modelId="{F6280A2F-33AF-4184-B740-E03D08210EFD}" srcId="{7D5E49B3-8343-4724-8C01-F63924268290}" destId="{222D1FD3-1EA8-4B96-93DD-60D34599E0DB}" srcOrd="0" destOrd="0" parTransId="{86386CBD-64B4-4568-A50F-1F23E54D2598}" sibTransId="{AD3D0DAF-1978-4EC4-B6A6-10D813A68589}"/>
    <dgm:cxn modelId="{FECA9C13-9E6C-4BA8-B735-1172878B2D3D}" type="presOf" srcId="{222D1FD3-1EA8-4B96-93DD-60D34599E0DB}" destId="{175C4239-7320-4B26-A1A1-E71156B3A1A5}" srcOrd="0" destOrd="0" presId="urn:microsoft.com/office/officeart/2008/layout/VerticalCurvedList"/>
    <dgm:cxn modelId="{5B6F6355-F8A2-4C0F-A87C-D07D15226E82}" srcId="{7D5E49B3-8343-4724-8C01-F63924268290}" destId="{21408F06-22FA-498F-A15B-614F8801F084}" srcOrd="3" destOrd="0" parTransId="{338F51FD-05D8-4D8E-A52A-D7E42AA6FB12}" sibTransId="{397AF349-3BBD-47DE-A216-336E04F4DE6B}"/>
    <dgm:cxn modelId="{BF795D6A-DB7D-4F6C-A817-0017E3CD4D02}" type="presOf" srcId="{01F76CC6-3E1B-41A8-BF92-4138877921E9}" destId="{4BB00A72-CF4F-43CB-8AD0-B6ED7F99C27C}" srcOrd="0" destOrd="0" presId="urn:microsoft.com/office/officeart/2008/layout/VerticalCurvedList"/>
    <dgm:cxn modelId="{DE29FB02-EED4-42E2-9E4D-707FD8E72B9F}" type="presOf" srcId="{7D5E49B3-8343-4724-8C01-F63924268290}" destId="{D74B0043-D2DF-47BE-847A-17AE007AA02A}" srcOrd="0" destOrd="0" presId="urn:microsoft.com/office/officeart/2008/layout/VerticalCurvedList"/>
    <dgm:cxn modelId="{C8410712-1A7C-4BE9-8997-0C2DF2754742}" type="presOf" srcId="{C2C1A5A8-4D1A-453C-B207-5C5CB56DE5C0}" destId="{127C6E97-9FED-45E1-9B87-C35034D4DA77}" srcOrd="0" destOrd="0" presId="urn:microsoft.com/office/officeart/2008/layout/VerticalCurvedList"/>
    <dgm:cxn modelId="{20EC42A0-9A5C-41C2-82CC-3068C0F26F48}" type="presParOf" srcId="{D74B0043-D2DF-47BE-847A-17AE007AA02A}" destId="{394B7D96-D6E4-4B0C-89EE-2FB204547481}" srcOrd="0" destOrd="0" presId="urn:microsoft.com/office/officeart/2008/layout/VerticalCurvedList"/>
    <dgm:cxn modelId="{FA17A789-3C12-40E9-97CC-42003958C48D}" type="presParOf" srcId="{394B7D96-D6E4-4B0C-89EE-2FB204547481}" destId="{2FBC5996-F8B6-4CB2-8291-49C581D2B6A3}" srcOrd="0" destOrd="0" presId="urn:microsoft.com/office/officeart/2008/layout/VerticalCurvedList"/>
    <dgm:cxn modelId="{5DEFACB6-4819-409E-854E-C5F280C4E724}" type="presParOf" srcId="{2FBC5996-F8B6-4CB2-8291-49C581D2B6A3}" destId="{87B881BE-1148-4C54-A7D2-EA18E5FC8884}" srcOrd="0" destOrd="0" presId="urn:microsoft.com/office/officeart/2008/layout/VerticalCurvedList"/>
    <dgm:cxn modelId="{0EE02B10-55E8-456A-889E-F45E06951641}" type="presParOf" srcId="{2FBC5996-F8B6-4CB2-8291-49C581D2B6A3}" destId="{C6F6F296-B27F-4543-A1EA-7EE8CA3905C5}" srcOrd="1" destOrd="0" presId="urn:microsoft.com/office/officeart/2008/layout/VerticalCurvedList"/>
    <dgm:cxn modelId="{9CD324EA-5E57-4C07-BE85-B7E8E26867D0}" type="presParOf" srcId="{2FBC5996-F8B6-4CB2-8291-49C581D2B6A3}" destId="{6432F0D6-421F-45AD-AF4A-8FEB03D155FF}" srcOrd="2" destOrd="0" presId="urn:microsoft.com/office/officeart/2008/layout/VerticalCurvedList"/>
    <dgm:cxn modelId="{170874A6-277E-4FD6-B865-E4F154407C3B}" type="presParOf" srcId="{2FBC5996-F8B6-4CB2-8291-49C581D2B6A3}" destId="{2B103D66-47ED-43EE-AD12-FCA2A30F4910}" srcOrd="3" destOrd="0" presId="urn:microsoft.com/office/officeart/2008/layout/VerticalCurvedList"/>
    <dgm:cxn modelId="{0F1B1C40-A6E5-43C8-8E1C-401CC324781B}" type="presParOf" srcId="{394B7D96-D6E4-4B0C-89EE-2FB204547481}" destId="{175C4239-7320-4B26-A1A1-E71156B3A1A5}" srcOrd="1" destOrd="0" presId="urn:microsoft.com/office/officeart/2008/layout/VerticalCurvedList"/>
    <dgm:cxn modelId="{C82A9D79-0DE5-463A-8140-8CC54059AE76}" type="presParOf" srcId="{394B7D96-D6E4-4B0C-89EE-2FB204547481}" destId="{22C55EEB-7ADA-4961-94CC-921A7F599681}" srcOrd="2" destOrd="0" presId="urn:microsoft.com/office/officeart/2008/layout/VerticalCurvedList"/>
    <dgm:cxn modelId="{93D651BF-8A45-4849-A540-FD73EFA32198}" type="presParOf" srcId="{22C55EEB-7ADA-4961-94CC-921A7F599681}" destId="{E2716414-100F-449C-AD15-1D86D8467CAC}" srcOrd="0" destOrd="0" presId="urn:microsoft.com/office/officeart/2008/layout/VerticalCurvedList"/>
    <dgm:cxn modelId="{56582682-7F6D-4600-9266-C721CBF70544}" type="presParOf" srcId="{394B7D96-D6E4-4B0C-89EE-2FB204547481}" destId="{4BB00A72-CF4F-43CB-8AD0-B6ED7F99C27C}" srcOrd="3" destOrd="0" presId="urn:microsoft.com/office/officeart/2008/layout/VerticalCurvedList"/>
    <dgm:cxn modelId="{D38D7992-3D62-4E5C-A13E-8B9F16A57EC0}" type="presParOf" srcId="{394B7D96-D6E4-4B0C-89EE-2FB204547481}" destId="{115D886E-4C06-4BF6-9B61-246F2443CE01}" srcOrd="4" destOrd="0" presId="urn:microsoft.com/office/officeart/2008/layout/VerticalCurvedList"/>
    <dgm:cxn modelId="{341DC8A8-E610-4B4D-B018-DC426A54789A}" type="presParOf" srcId="{115D886E-4C06-4BF6-9B61-246F2443CE01}" destId="{97565D88-474C-4628-BC28-802F99749A2C}" srcOrd="0" destOrd="0" presId="urn:microsoft.com/office/officeart/2008/layout/VerticalCurvedList"/>
    <dgm:cxn modelId="{A63CE00E-87E5-4C88-80C4-1E5EBA97222C}" type="presParOf" srcId="{394B7D96-D6E4-4B0C-89EE-2FB204547481}" destId="{127C6E97-9FED-45E1-9B87-C35034D4DA77}" srcOrd="5" destOrd="0" presId="urn:microsoft.com/office/officeart/2008/layout/VerticalCurvedList"/>
    <dgm:cxn modelId="{4D711830-E7F0-4C36-96C2-B29D23B9A46B}" type="presParOf" srcId="{394B7D96-D6E4-4B0C-89EE-2FB204547481}" destId="{A468C62D-B762-4B45-89CE-D3CDA0870B4C}" srcOrd="6" destOrd="0" presId="urn:microsoft.com/office/officeart/2008/layout/VerticalCurvedList"/>
    <dgm:cxn modelId="{934279E2-D3B9-4515-9E11-385B1FCBB16F}" type="presParOf" srcId="{A468C62D-B762-4B45-89CE-D3CDA0870B4C}" destId="{1313337C-5897-4A2B-83A9-E9A9235DED47}" srcOrd="0" destOrd="0" presId="urn:microsoft.com/office/officeart/2008/layout/VerticalCurvedList"/>
    <dgm:cxn modelId="{72537DE7-39DF-4798-9B4A-18A99B80F5BB}" type="presParOf" srcId="{394B7D96-D6E4-4B0C-89EE-2FB204547481}" destId="{E1710068-3AFF-443A-8845-36205E8D7E73}" srcOrd="7" destOrd="0" presId="urn:microsoft.com/office/officeart/2008/layout/VerticalCurvedList"/>
    <dgm:cxn modelId="{687EED96-15EB-4D66-9D75-72CCF5328893}" type="presParOf" srcId="{394B7D96-D6E4-4B0C-89EE-2FB204547481}" destId="{07748850-B39B-4F67-AD7B-57B85DA11384}" srcOrd="8" destOrd="0" presId="urn:microsoft.com/office/officeart/2008/layout/VerticalCurvedList"/>
    <dgm:cxn modelId="{2B73FE69-E716-4AA9-9760-DEEBA3F41478}" type="presParOf" srcId="{07748850-B39B-4F67-AD7B-57B85DA11384}" destId="{35A13872-063E-4C3C-BF40-A310B9E9B654}" srcOrd="0" destOrd="0" presId="urn:microsoft.com/office/officeart/2008/layout/VerticalCurvedList"/>
    <dgm:cxn modelId="{BDBF582F-9915-436C-80E6-0839227697ED}" type="presParOf" srcId="{394B7D96-D6E4-4B0C-89EE-2FB204547481}" destId="{811726FA-393F-4308-B5B0-A6B817B8DA3B}" srcOrd="9" destOrd="0" presId="urn:microsoft.com/office/officeart/2008/layout/VerticalCurvedList"/>
    <dgm:cxn modelId="{72A43ACC-5997-4466-9663-A6FB25237115}" type="presParOf" srcId="{394B7D96-D6E4-4B0C-89EE-2FB204547481}" destId="{4FD8FF8F-3905-4DA9-9205-3F4F71E2F019}" srcOrd="10" destOrd="0" presId="urn:microsoft.com/office/officeart/2008/layout/VerticalCurvedList"/>
    <dgm:cxn modelId="{9A6D3CE3-97D0-4B53-BD59-5AE853A840F0}" type="presParOf" srcId="{4FD8FF8F-3905-4DA9-9205-3F4F71E2F019}" destId="{7080884B-CAC6-4112-B0AA-9D8B8957090F}" srcOrd="0" destOrd="0" presId="urn:microsoft.com/office/officeart/2008/layout/VerticalCurvedList"/>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7D5E49B3-8343-4724-8C01-F63924268290}" type="doc">
      <dgm:prSet loTypeId="urn:microsoft.com/office/officeart/2008/layout/VerticalCurvedList" loCatId="list" qsTypeId="urn:microsoft.com/office/officeart/2005/8/quickstyle/simple1" qsCatId="simple" csTypeId="urn:microsoft.com/office/officeart/2005/8/colors/accent1_2" csCatId="accent1" phldr="1"/>
      <dgm:spPr/>
      <dgm:t>
        <a:bodyPr/>
        <a:lstStyle/>
        <a:p>
          <a:endParaRPr lang="zh-CN" altLang="en-US"/>
        </a:p>
      </dgm:t>
    </dgm:pt>
    <dgm:pt modelId="{222D1FD3-1EA8-4B96-93DD-60D34599E0DB}">
      <dgm:prSet phldrT="[文本]" custT="1"/>
      <dgm:spPr/>
      <dgm:t>
        <a:bodyPr/>
        <a:lstStyle/>
        <a:p>
          <a:r>
            <a:rPr lang="zh-CN" altLang="en-US" sz="2800" dirty="0" smtClean="0">
              <a:solidFill>
                <a:srgbClr val="FF0000"/>
              </a:solidFill>
            </a:rPr>
            <a:t>结构化分析方法概述</a:t>
          </a:r>
          <a:endParaRPr lang="zh-CN" altLang="en-US" sz="2800" dirty="0">
            <a:solidFill>
              <a:srgbClr val="FF0000"/>
            </a:solidFill>
          </a:endParaRPr>
        </a:p>
      </dgm:t>
    </dgm:pt>
    <dgm:pt modelId="{86386CBD-64B4-4568-A50F-1F23E54D2598}" cxnId="{F6280A2F-33AF-4184-B740-E03D08210EFD}" type="parTrans">
      <dgm:prSet/>
      <dgm:spPr/>
      <dgm:t>
        <a:bodyPr/>
        <a:lstStyle/>
        <a:p>
          <a:endParaRPr lang="zh-CN" altLang="en-US" sz="2800"/>
        </a:p>
      </dgm:t>
    </dgm:pt>
    <dgm:pt modelId="{AD3D0DAF-1978-4EC4-B6A6-10D813A68589}" cxnId="{F6280A2F-33AF-4184-B740-E03D08210EFD}" type="sibTrans">
      <dgm:prSet/>
      <dgm:spPr/>
      <dgm:t>
        <a:bodyPr/>
        <a:lstStyle/>
        <a:p>
          <a:endParaRPr lang="zh-CN" altLang="en-US" sz="2800"/>
        </a:p>
      </dgm:t>
    </dgm:pt>
    <dgm:pt modelId="{01F76CC6-3E1B-41A8-BF92-4138877921E9}">
      <dgm:prSet phldrT="[文本]" custT="1"/>
      <dgm:spPr/>
      <dgm:t>
        <a:bodyPr/>
        <a:lstStyle/>
        <a:p>
          <a:r>
            <a:rPr lang="zh-CN" altLang="en-US" sz="2800" dirty="0" smtClean="0">
              <a:solidFill>
                <a:srgbClr val="FF0000"/>
              </a:solidFill>
            </a:rPr>
            <a:t>数据流图</a:t>
          </a:r>
          <a:endParaRPr lang="zh-CN" altLang="en-US" sz="2800" dirty="0">
            <a:solidFill>
              <a:srgbClr val="FF0000"/>
            </a:solidFill>
          </a:endParaRPr>
        </a:p>
      </dgm:t>
    </dgm:pt>
    <dgm:pt modelId="{2DE085E7-CB3A-44E1-93B3-FFFEDF09CCF3}" cxnId="{C8E3928E-8BDB-408A-93E2-158B8477B1E4}" type="parTrans">
      <dgm:prSet/>
      <dgm:spPr/>
      <dgm:t>
        <a:bodyPr/>
        <a:lstStyle/>
        <a:p>
          <a:endParaRPr lang="zh-CN" altLang="en-US" sz="2800"/>
        </a:p>
      </dgm:t>
    </dgm:pt>
    <dgm:pt modelId="{5437577E-AB7C-4BE3-9F70-F6CF8DADE318}" cxnId="{C8E3928E-8BDB-408A-93E2-158B8477B1E4}" type="sibTrans">
      <dgm:prSet/>
      <dgm:spPr/>
      <dgm:t>
        <a:bodyPr/>
        <a:lstStyle/>
        <a:p>
          <a:endParaRPr lang="zh-CN" altLang="en-US" sz="2800"/>
        </a:p>
      </dgm:t>
    </dgm:pt>
    <dgm:pt modelId="{C2C1A5A8-4D1A-453C-B207-5C5CB56DE5C0}">
      <dgm:prSet phldrT="[文本]" custT="1"/>
      <dgm:spPr/>
      <dgm:t>
        <a:bodyPr/>
        <a:lstStyle/>
        <a:p>
          <a:r>
            <a:rPr lang="zh-CN" altLang="en-US" sz="2800" dirty="0" smtClean="0">
              <a:solidFill>
                <a:srgbClr val="FF0000"/>
              </a:solidFill>
            </a:rPr>
            <a:t>数据流图审查</a:t>
          </a:r>
          <a:endParaRPr lang="zh-CN" altLang="en-US" sz="2800" dirty="0">
            <a:solidFill>
              <a:srgbClr val="FF0000"/>
            </a:solidFill>
          </a:endParaRPr>
        </a:p>
      </dgm:t>
    </dgm:pt>
    <dgm:pt modelId="{02F31958-E95F-4224-BA0C-F9B096773F74}" cxnId="{187977DD-8F1F-493D-82E4-F8EB838D1344}" type="parTrans">
      <dgm:prSet/>
      <dgm:spPr/>
      <dgm:t>
        <a:bodyPr/>
        <a:lstStyle/>
        <a:p>
          <a:endParaRPr lang="zh-CN" altLang="en-US" sz="2800"/>
        </a:p>
      </dgm:t>
    </dgm:pt>
    <dgm:pt modelId="{27859489-D27F-443C-8037-96DF033989A0}" cxnId="{187977DD-8F1F-493D-82E4-F8EB838D1344}" type="sibTrans">
      <dgm:prSet/>
      <dgm:spPr/>
      <dgm:t>
        <a:bodyPr/>
        <a:lstStyle/>
        <a:p>
          <a:endParaRPr lang="zh-CN" altLang="en-US" sz="2800"/>
        </a:p>
      </dgm:t>
    </dgm:pt>
    <dgm:pt modelId="{F2FEC2C6-FC3E-46E7-BA87-679AEFCAABC2}">
      <dgm:prSet phldrT="[文本]" custT="1"/>
      <dgm:spPr/>
      <dgm:t>
        <a:bodyPr/>
        <a:lstStyle/>
        <a:p>
          <a:r>
            <a:rPr lang="zh-CN" altLang="en-US" sz="2800" dirty="0" smtClean="0"/>
            <a:t>对基本加工的说明</a:t>
          </a:r>
          <a:endParaRPr lang="zh-CN" altLang="en-US" sz="2800" dirty="0"/>
        </a:p>
      </dgm:t>
    </dgm:pt>
    <dgm:pt modelId="{B2BB5C19-6379-4351-86D8-02557CB3B6EF}" cxnId="{F1C51C8C-4356-434B-B169-BB8527A1339A}" type="parTrans">
      <dgm:prSet/>
      <dgm:spPr/>
      <dgm:t>
        <a:bodyPr/>
        <a:lstStyle/>
        <a:p>
          <a:endParaRPr lang="zh-CN" altLang="en-US" sz="2800"/>
        </a:p>
      </dgm:t>
    </dgm:pt>
    <dgm:pt modelId="{D14C4FD3-1B6C-4E16-A0BB-528601781AA9}" cxnId="{F1C51C8C-4356-434B-B169-BB8527A1339A}" type="sibTrans">
      <dgm:prSet/>
      <dgm:spPr/>
      <dgm:t>
        <a:bodyPr/>
        <a:lstStyle/>
        <a:p>
          <a:endParaRPr lang="zh-CN" altLang="en-US" sz="2800"/>
        </a:p>
      </dgm:t>
    </dgm:pt>
    <dgm:pt modelId="{21408F06-22FA-498F-A15B-614F8801F084}">
      <dgm:prSet phldrT="[文本]" custT="1"/>
      <dgm:spPr/>
      <dgm:t>
        <a:bodyPr/>
        <a:lstStyle/>
        <a:p>
          <a:r>
            <a:rPr lang="zh-CN" altLang="en-US" sz="2800" dirty="0" smtClean="0">
              <a:solidFill>
                <a:srgbClr val="FF0000"/>
              </a:solidFill>
            </a:rPr>
            <a:t>数据字典</a:t>
          </a:r>
          <a:endParaRPr lang="zh-CN" altLang="en-US" sz="2800" dirty="0">
            <a:solidFill>
              <a:srgbClr val="FF0000"/>
            </a:solidFill>
          </a:endParaRPr>
        </a:p>
      </dgm:t>
    </dgm:pt>
    <dgm:pt modelId="{338F51FD-05D8-4D8E-A52A-D7E42AA6FB12}" cxnId="{5B6F6355-F8A2-4C0F-A87C-D07D15226E82}" type="parTrans">
      <dgm:prSet/>
      <dgm:spPr/>
      <dgm:t>
        <a:bodyPr/>
        <a:lstStyle/>
        <a:p>
          <a:endParaRPr lang="zh-CN" altLang="en-US" sz="2800"/>
        </a:p>
      </dgm:t>
    </dgm:pt>
    <dgm:pt modelId="{397AF349-3BBD-47DE-A216-336E04F4DE6B}" cxnId="{5B6F6355-F8A2-4C0F-A87C-D07D15226E82}" type="sibTrans">
      <dgm:prSet/>
      <dgm:spPr/>
      <dgm:t>
        <a:bodyPr/>
        <a:lstStyle/>
        <a:p>
          <a:endParaRPr lang="zh-CN" altLang="en-US" sz="2800"/>
        </a:p>
      </dgm:t>
    </dgm:pt>
    <dgm:pt modelId="{D74B0043-D2DF-47BE-847A-17AE007AA02A}" type="pres">
      <dgm:prSet presAssocID="{7D5E49B3-8343-4724-8C01-F63924268290}" presName="Name0" presStyleCnt="0">
        <dgm:presLayoutVars>
          <dgm:chMax val="7"/>
          <dgm:chPref val="7"/>
          <dgm:dir/>
        </dgm:presLayoutVars>
      </dgm:prSet>
      <dgm:spPr/>
      <dgm:t>
        <a:bodyPr/>
        <a:lstStyle/>
        <a:p>
          <a:endParaRPr lang="zh-CN" altLang="en-US"/>
        </a:p>
      </dgm:t>
    </dgm:pt>
    <dgm:pt modelId="{394B7D96-D6E4-4B0C-89EE-2FB204547481}" type="pres">
      <dgm:prSet presAssocID="{7D5E49B3-8343-4724-8C01-F63924268290}" presName="Name1" presStyleCnt="0"/>
      <dgm:spPr/>
    </dgm:pt>
    <dgm:pt modelId="{2FBC5996-F8B6-4CB2-8291-49C581D2B6A3}" type="pres">
      <dgm:prSet presAssocID="{7D5E49B3-8343-4724-8C01-F63924268290}" presName="cycle" presStyleCnt="0"/>
      <dgm:spPr/>
    </dgm:pt>
    <dgm:pt modelId="{87B881BE-1148-4C54-A7D2-EA18E5FC8884}" type="pres">
      <dgm:prSet presAssocID="{7D5E49B3-8343-4724-8C01-F63924268290}" presName="srcNode" presStyleLbl="node1" presStyleIdx="0" presStyleCnt="5"/>
      <dgm:spPr/>
    </dgm:pt>
    <dgm:pt modelId="{C6F6F296-B27F-4543-A1EA-7EE8CA3905C5}" type="pres">
      <dgm:prSet presAssocID="{7D5E49B3-8343-4724-8C01-F63924268290}" presName="conn" presStyleLbl="parChTrans1D2" presStyleIdx="0" presStyleCnt="1"/>
      <dgm:spPr/>
      <dgm:t>
        <a:bodyPr/>
        <a:lstStyle/>
        <a:p>
          <a:endParaRPr lang="zh-CN" altLang="en-US"/>
        </a:p>
      </dgm:t>
    </dgm:pt>
    <dgm:pt modelId="{6432F0D6-421F-45AD-AF4A-8FEB03D155FF}" type="pres">
      <dgm:prSet presAssocID="{7D5E49B3-8343-4724-8C01-F63924268290}" presName="extraNode" presStyleLbl="node1" presStyleIdx="0" presStyleCnt="5"/>
      <dgm:spPr/>
    </dgm:pt>
    <dgm:pt modelId="{2B103D66-47ED-43EE-AD12-FCA2A30F4910}" type="pres">
      <dgm:prSet presAssocID="{7D5E49B3-8343-4724-8C01-F63924268290}" presName="dstNode" presStyleLbl="node1" presStyleIdx="0" presStyleCnt="5"/>
      <dgm:spPr/>
    </dgm:pt>
    <dgm:pt modelId="{175C4239-7320-4B26-A1A1-E71156B3A1A5}" type="pres">
      <dgm:prSet presAssocID="{222D1FD3-1EA8-4B96-93DD-60D34599E0DB}" presName="text_1" presStyleLbl="node1" presStyleIdx="0" presStyleCnt="5">
        <dgm:presLayoutVars>
          <dgm:bulletEnabled val="1"/>
        </dgm:presLayoutVars>
      </dgm:prSet>
      <dgm:spPr/>
      <dgm:t>
        <a:bodyPr/>
        <a:lstStyle/>
        <a:p>
          <a:endParaRPr lang="zh-CN" altLang="en-US"/>
        </a:p>
      </dgm:t>
    </dgm:pt>
    <dgm:pt modelId="{22C55EEB-7ADA-4961-94CC-921A7F599681}" type="pres">
      <dgm:prSet presAssocID="{222D1FD3-1EA8-4B96-93DD-60D34599E0DB}" presName="accent_1" presStyleCnt="0"/>
      <dgm:spPr/>
    </dgm:pt>
    <dgm:pt modelId="{E2716414-100F-449C-AD15-1D86D8467CAC}" type="pres">
      <dgm:prSet presAssocID="{222D1FD3-1EA8-4B96-93DD-60D34599E0DB}" presName="accentRepeatNode" presStyleLbl="solidFgAcc1" presStyleIdx="0" presStyleCnt="5"/>
      <dgm:spPr/>
    </dgm:pt>
    <dgm:pt modelId="{4BB00A72-CF4F-43CB-8AD0-B6ED7F99C27C}" type="pres">
      <dgm:prSet presAssocID="{01F76CC6-3E1B-41A8-BF92-4138877921E9}" presName="text_2" presStyleLbl="node1" presStyleIdx="1" presStyleCnt="5">
        <dgm:presLayoutVars>
          <dgm:bulletEnabled val="1"/>
        </dgm:presLayoutVars>
      </dgm:prSet>
      <dgm:spPr/>
      <dgm:t>
        <a:bodyPr/>
        <a:lstStyle/>
        <a:p>
          <a:endParaRPr lang="zh-CN" altLang="en-US"/>
        </a:p>
      </dgm:t>
    </dgm:pt>
    <dgm:pt modelId="{115D886E-4C06-4BF6-9B61-246F2443CE01}" type="pres">
      <dgm:prSet presAssocID="{01F76CC6-3E1B-41A8-BF92-4138877921E9}" presName="accent_2" presStyleCnt="0"/>
      <dgm:spPr/>
    </dgm:pt>
    <dgm:pt modelId="{97565D88-474C-4628-BC28-802F99749A2C}" type="pres">
      <dgm:prSet presAssocID="{01F76CC6-3E1B-41A8-BF92-4138877921E9}" presName="accentRepeatNode" presStyleLbl="solidFgAcc1" presStyleIdx="1" presStyleCnt="5"/>
      <dgm:spPr/>
    </dgm:pt>
    <dgm:pt modelId="{127C6E97-9FED-45E1-9B87-C35034D4DA77}" type="pres">
      <dgm:prSet presAssocID="{C2C1A5A8-4D1A-453C-B207-5C5CB56DE5C0}" presName="text_3" presStyleLbl="node1" presStyleIdx="2" presStyleCnt="5">
        <dgm:presLayoutVars>
          <dgm:bulletEnabled val="1"/>
        </dgm:presLayoutVars>
      </dgm:prSet>
      <dgm:spPr/>
      <dgm:t>
        <a:bodyPr/>
        <a:lstStyle/>
        <a:p>
          <a:endParaRPr lang="zh-CN" altLang="en-US"/>
        </a:p>
      </dgm:t>
    </dgm:pt>
    <dgm:pt modelId="{A468C62D-B762-4B45-89CE-D3CDA0870B4C}" type="pres">
      <dgm:prSet presAssocID="{C2C1A5A8-4D1A-453C-B207-5C5CB56DE5C0}" presName="accent_3" presStyleCnt="0"/>
      <dgm:spPr/>
    </dgm:pt>
    <dgm:pt modelId="{1313337C-5897-4A2B-83A9-E9A9235DED47}" type="pres">
      <dgm:prSet presAssocID="{C2C1A5A8-4D1A-453C-B207-5C5CB56DE5C0}" presName="accentRepeatNode" presStyleLbl="solidFgAcc1" presStyleIdx="2" presStyleCnt="5"/>
      <dgm:spPr/>
    </dgm:pt>
    <dgm:pt modelId="{E1710068-3AFF-443A-8845-36205E8D7E73}" type="pres">
      <dgm:prSet presAssocID="{21408F06-22FA-498F-A15B-614F8801F084}" presName="text_4" presStyleLbl="node1" presStyleIdx="3" presStyleCnt="5">
        <dgm:presLayoutVars>
          <dgm:bulletEnabled val="1"/>
        </dgm:presLayoutVars>
      </dgm:prSet>
      <dgm:spPr/>
      <dgm:t>
        <a:bodyPr/>
        <a:lstStyle/>
        <a:p>
          <a:endParaRPr lang="zh-CN" altLang="en-US"/>
        </a:p>
      </dgm:t>
    </dgm:pt>
    <dgm:pt modelId="{07748850-B39B-4F67-AD7B-57B85DA11384}" type="pres">
      <dgm:prSet presAssocID="{21408F06-22FA-498F-A15B-614F8801F084}" presName="accent_4" presStyleCnt="0"/>
      <dgm:spPr/>
    </dgm:pt>
    <dgm:pt modelId="{35A13872-063E-4C3C-BF40-A310B9E9B654}" type="pres">
      <dgm:prSet presAssocID="{21408F06-22FA-498F-A15B-614F8801F084}" presName="accentRepeatNode" presStyleLbl="solidFgAcc1" presStyleIdx="3" presStyleCnt="5"/>
      <dgm:spPr/>
    </dgm:pt>
    <dgm:pt modelId="{811726FA-393F-4308-B5B0-A6B817B8DA3B}" type="pres">
      <dgm:prSet presAssocID="{F2FEC2C6-FC3E-46E7-BA87-679AEFCAABC2}" presName="text_5" presStyleLbl="node1" presStyleIdx="4" presStyleCnt="5">
        <dgm:presLayoutVars>
          <dgm:bulletEnabled val="1"/>
        </dgm:presLayoutVars>
      </dgm:prSet>
      <dgm:spPr/>
      <dgm:t>
        <a:bodyPr/>
        <a:lstStyle/>
        <a:p>
          <a:endParaRPr lang="zh-CN" altLang="en-US"/>
        </a:p>
      </dgm:t>
    </dgm:pt>
    <dgm:pt modelId="{4FD8FF8F-3905-4DA9-9205-3F4F71E2F019}" type="pres">
      <dgm:prSet presAssocID="{F2FEC2C6-FC3E-46E7-BA87-679AEFCAABC2}" presName="accent_5" presStyleCnt="0"/>
      <dgm:spPr/>
    </dgm:pt>
    <dgm:pt modelId="{7080884B-CAC6-4112-B0AA-9D8B8957090F}" type="pres">
      <dgm:prSet presAssocID="{F2FEC2C6-FC3E-46E7-BA87-679AEFCAABC2}" presName="accentRepeatNode" presStyleLbl="solidFgAcc1" presStyleIdx="4" presStyleCnt="5"/>
      <dgm:spPr/>
    </dgm:pt>
  </dgm:ptLst>
  <dgm:cxnLst>
    <dgm:cxn modelId="{6552D911-66F0-42F9-B9C0-B7E63902FDE4}" type="presOf" srcId="{F2FEC2C6-FC3E-46E7-BA87-679AEFCAABC2}" destId="{811726FA-393F-4308-B5B0-A6B817B8DA3B}" srcOrd="0" destOrd="0" presId="urn:microsoft.com/office/officeart/2008/layout/VerticalCurvedList"/>
    <dgm:cxn modelId="{187977DD-8F1F-493D-82E4-F8EB838D1344}" srcId="{7D5E49B3-8343-4724-8C01-F63924268290}" destId="{C2C1A5A8-4D1A-453C-B207-5C5CB56DE5C0}" srcOrd="2" destOrd="0" parTransId="{02F31958-E95F-4224-BA0C-F9B096773F74}" sibTransId="{27859489-D27F-443C-8037-96DF033989A0}"/>
    <dgm:cxn modelId="{1FA0545F-9A1D-4F66-83A7-840CCC1E50C5}" type="presOf" srcId="{AD3D0DAF-1978-4EC4-B6A6-10D813A68589}" destId="{C6F6F296-B27F-4543-A1EA-7EE8CA3905C5}" srcOrd="0" destOrd="0" presId="urn:microsoft.com/office/officeart/2008/layout/VerticalCurvedList"/>
    <dgm:cxn modelId="{C8E3928E-8BDB-408A-93E2-158B8477B1E4}" srcId="{7D5E49B3-8343-4724-8C01-F63924268290}" destId="{01F76CC6-3E1B-41A8-BF92-4138877921E9}" srcOrd="1" destOrd="0" parTransId="{2DE085E7-CB3A-44E1-93B3-FFFEDF09CCF3}" sibTransId="{5437577E-AB7C-4BE3-9F70-F6CF8DADE318}"/>
    <dgm:cxn modelId="{F1C51C8C-4356-434B-B169-BB8527A1339A}" srcId="{7D5E49B3-8343-4724-8C01-F63924268290}" destId="{F2FEC2C6-FC3E-46E7-BA87-679AEFCAABC2}" srcOrd="4" destOrd="0" parTransId="{B2BB5C19-6379-4351-86D8-02557CB3B6EF}" sibTransId="{D14C4FD3-1B6C-4E16-A0BB-528601781AA9}"/>
    <dgm:cxn modelId="{40C08A29-3F97-40C0-A20D-920AAAFD6C48}" type="presOf" srcId="{21408F06-22FA-498F-A15B-614F8801F084}" destId="{E1710068-3AFF-443A-8845-36205E8D7E73}" srcOrd="0" destOrd="0" presId="urn:microsoft.com/office/officeart/2008/layout/VerticalCurvedList"/>
    <dgm:cxn modelId="{F6280A2F-33AF-4184-B740-E03D08210EFD}" srcId="{7D5E49B3-8343-4724-8C01-F63924268290}" destId="{222D1FD3-1EA8-4B96-93DD-60D34599E0DB}" srcOrd="0" destOrd="0" parTransId="{86386CBD-64B4-4568-A50F-1F23E54D2598}" sibTransId="{AD3D0DAF-1978-4EC4-B6A6-10D813A68589}"/>
    <dgm:cxn modelId="{4149C52D-61BA-4FAD-8323-9543246E40B5}" type="presOf" srcId="{222D1FD3-1EA8-4B96-93DD-60D34599E0DB}" destId="{175C4239-7320-4B26-A1A1-E71156B3A1A5}" srcOrd="0" destOrd="0" presId="urn:microsoft.com/office/officeart/2008/layout/VerticalCurvedList"/>
    <dgm:cxn modelId="{5B6F6355-F8A2-4C0F-A87C-D07D15226E82}" srcId="{7D5E49B3-8343-4724-8C01-F63924268290}" destId="{21408F06-22FA-498F-A15B-614F8801F084}" srcOrd="3" destOrd="0" parTransId="{338F51FD-05D8-4D8E-A52A-D7E42AA6FB12}" sibTransId="{397AF349-3BBD-47DE-A216-336E04F4DE6B}"/>
    <dgm:cxn modelId="{9B26A625-E388-488C-A67A-BEA1A7F08E88}" type="presOf" srcId="{7D5E49B3-8343-4724-8C01-F63924268290}" destId="{D74B0043-D2DF-47BE-847A-17AE007AA02A}" srcOrd="0" destOrd="0" presId="urn:microsoft.com/office/officeart/2008/layout/VerticalCurvedList"/>
    <dgm:cxn modelId="{C7797CE8-7CCE-42D2-89ED-659D76D13D54}" type="presOf" srcId="{01F76CC6-3E1B-41A8-BF92-4138877921E9}" destId="{4BB00A72-CF4F-43CB-8AD0-B6ED7F99C27C}" srcOrd="0" destOrd="0" presId="urn:microsoft.com/office/officeart/2008/layout/VerticalCurvedList"/>
    <dgm:cxn modelId="{F3328040-48AE-48BD-89F1-AE0A33CC6985}" type="presOf" srcId="{C2C1A5A8-4D1A-453C-B207-5C5CB56DE5C0}" destId="{127C6E97-9FED-45E1-9B87-C35034D4DA77}" srcOrd="0" destOrd="0" presId="urn:microsoft.com/office/officeart/2008/layout/VerticalCurvedList"/>
    <dgm:cxn modelId="{9E68B299-94E4-4501-BEC4-7ECA2CC34AD4}" type="presParOf" srcId="{D74B0043-D2DF-47BE-847A-17AE007AA02A}" destId="{394B7D96-D6E4-4B0C-89EE-2FB204547481}" srcOrd="0" destOrd="0" presId="urn:microsoft.com/office/officeart/2008/layout/VerticalCurvedList"/>
    <dgm:cxn modelId="{25E0A81A-F02A-404A-8554-7531C232ACC3}" type="presParOf" srcId="{394B7D96-D6E4-4B0C-89EE-2FB204547481}" destId="{2FBC5996-F8B6-4CB2-8291-49C581D2B6A3}" srcOrd="0" destOrd="0" presId="urn:microsoft.com/office/officeart/2008/layout/VerticalCurvedList"/>
    <dgm:cxn modelId="{E794100B-2023-4804-9651-41CFFEB51CAB}" type="presParOf" srcId="{2FBC5996-F8B6-4CB2-8291-49C581D2B6A3}" destId="{87B881BE-1148-4C54-A7D2-EA18E5FC8884}" srcOrd="0" destOrd="0" presId="urn:microsoft.com/office/officeart/2008/layout/VerticalCurvedList"/>
    <dgm:cxn modelId="{D150CE15-37C4-4F27-889E-E5CE8C5F0CF3}" type="presParOf" srcId="{2FBC5996-F8B6-4CB2-8291-49C581D2B6A3}" destId="{C6F6F296-B27F-4543-A1EA-7EE8CA3905C5}" srcOrd="1" destOrd="0" presId="urn:microsoft.com/office/officeart/2008/layout/VerticalCurvedList"/>
    <dgm:cxn modelId="{8FA611F6-5BAD-4DE1-89FF-2FFC4A9EE36B}" type="presParOf" srcId="{2FBC5996-F8B6-4CB2-8291-49C581D2B6A3}" destId="{6432F0D6-421F-45AD-AF4A-8FEB03D155FF}" srcOrd="2" destOrd="0" presId="urn:microsoft.com/office/officeart/2008/layout/VerticalCurvedList"/>
    <dgm:cxn modelId="{1155D4C0-1548-47E0-9D49-43966CA00CDB}" type="presParOf" srcId="{2FBC5996-F8B6-4CB2-8291-49C581D2B6A3}" destId="{2B103D66-47ED-43EE-AD12-FCA2A30F4910}" srcOrd="3" destOrd="0" presId="urn:microsoft.com/office/officeart/2008/layout/VerticalCurvedList"/>
    <dgm:cxn modelId="{625FF15C-400E-4E97-909F-E282E0A29F85}" type="presParOf" srcId="{394B7D96-D6E4-4B0C-89EE-2FB204547481}" destId="{175C4239-7320-4B26-A1A1-E71156B3A1A5}" srcOrd="1" destOrd="0" presId="urn:microsoft.com/office/officeart/2008/layout/VerticalCurvedList"/>
    <dgm:cxn modelId="{0067B069-8FD4-4359-A9FF-9CFA8307EA9E}" type="presParOf" srcId="{394B7D96-D6E4-4B0C-89EE-2FB204547481}" destId="{22C55EEB-7ADA-4961-94CC-921A7F599681}" srcOrd="2" destOrd="0" presId="urn:microsoft.com/office/officeart/2008/layout/VerticalCurvedList"/>
    <dgm:cxn modelId="{EB4C06CA-FA12-4EC9-BB39-05F58AFC5342}" type="presParOf" srcId="{22C55EEB-7ADA-4961-94CC-921A7F599681}" destId="{E2716414-100F-449C-AD15-1D86D8467CAC}" srcOrd="0" destOrd="0" presId="urn:microsoft.com/office/officeart/2008/layout/VerticalCurvedList"/>
    <dgm:cxn modelId="{423190A7-963D-4F45-8674-4344CA2E8E13}" type="presParOf" srcId="{394B7D96-D6E4-4B0C-89EE-2FB204547481}" destId="{4BB00A72-CF4F-43CB-8AD0-B6ED7F99C27C}" srcOrd="3" destOrd="0" presId="urn:microsoft.com/office/officeart/2008/layout/VerticalCurvedList"/>
    <dgm:cxn modelId="{584CFA96-3EC9-4FC6-B4FF-1BDABAEC8792}" type="presParOf" srcId="{394B7D96-D6E4-4B0C-89EE-2FB204547481}" destId="{115D886E-4C06-4BF6-9B61-246F2443CE01}" srcOrd="4" destOrd="0" presId="urn:microsoft.com/office/officeart/2008/layout/VerticalCurvedList"/>
    <dgm:cxn modelId="{909E5839-843C-435F-BFDE-FE15898BDD46}" type="presParOf" srcId="{115D886E-4C06-4BF6-9B61-246F2443CE01}" destId="{97565D88-474C-4628-BC28-802F99749A2C}" srcOrd="0" destOrd="0" presId="urn:microsoft.com/office/officeart/2008/layout/VerticalCurvedList"/>
    <dgm:cxn modelId="{C39A6C06-3E04-4F04-B8F6-764526B5B23C}" type="presParOf" srcId="{394B7D96-D6E4-4B0C-89EE-2FB204547481}" destId="{127C6E97-9FED-45E1-9B87-C35034D4DA77}" srcOrd="5" destOrd="0" presId="urn:microsoft.com/office/officeart/2008/layout/VerticalCurvedList"/>
    <dgm:cxn modelId="{DD2CAAA8-14E3-4F56-90B7-68B444DDDB88}" type="presParOf" srcId="{394B7D96-D6E4-4B0C-89EE-2FB204547481}" destId="{A468C62D-B762-4B45-89CE-D3CDA0870B4C}" srcOrd="6" destOrd="0" presId="urn:microsoft.com/office/officeart/2008/layout/VerticalCurvedList"/>
    <dgm:cxn modelId="{8F9C7A85-555C-4BB5-9757-54529A4CED00}" type="presParOf" srcId="{A468C62D-B762-4B45-89CE-D3CDA0870B4C}" destId="{1313337C-5897-4A2B-83A9-E9A9235DED47}" srcOrd="0" destOrd="0" presId="urn:microsoft.com/office/officeart/2008/layout/VerticalCurvedList"/>
    <dgm:cxn modelId="{BCDB29C3-2B27-4832-A618-C75A0595598E}" type="presParOf" srcId="{394B7D96-D6E4-4B0C-89EE-2FB204547481}" destId="{E1710068-3AFF-443A-8845-36205E8D7E73}" srcOrd="7" destOrd="0" presId="urn:microsoft.com/office/officeart/2008/layout/VerticalCurvedList"/>
    <dgm:cxn modelId="{7F921875-C60D-4818-95EA-BF850B9E47CC}" type="presParOf" srcId="{394B7D96-D6E4-4B0C-89EE-2FB204547481}" destId="{07748850-B39B-4F67-AD7B-57B85DA11384}" srcOrd="8" destOrd="0" presId="urn:microsoft.com/office/officeart/2008/layout/VerticalCurvedList"/>
    <dgm:cxn modelId="{F5A32A3E-DE88-450D-884F-350137E233FA}" type="presParOf" srcId="{07748850-B39B-4F67-AD7B-57B85DA11384}" destId="{35A13872-063E-4C3C-BF40-A310B9E9B654}" srcOrd="0" destOrd="0" presId="urn:microsoft.com/office/officeart/2008/layout/VerticalCurvedList"/>
    <dgm:cxn modelId="{07F2EAA4-619C-42C9-A836-F9A64A7BB9EA}" type="presParOf" srcId="{394B7D96-D6E4-4B0C-89EE-2FB204547481}" destId="{811726FA-393F-4308-B5B0-A6B817B8DA3B}" srcOrd="9" destOrd="0" presId="urn:microsoft.com/office/officeart/2008/layout/VerticalCurvedList"/>
    <dgm:cxn modelId="{5291DE51-D1CA-4E95-A5EC-1B2EB7A9C907}" type="presParOf" srcId="{394B7D96-D6E4-4B0C-89EE-2FB204547481}" destId="{4FD8FF8F-3905-4DA9-9205-3F4F71E2F019}" srcOrd="10" destOrd="0" presId="urn:microsoft.com/office/officeart/2008/layout/VerticalCurvedList"/>
    <dgm:cxn modelId="{0EA34891-0D51-4040-9FFF-3050ADF75819}" type="presParOf" srcId="{4FD8FF8F-3905-4DA9-9205-3F4F71E2F019}" destId="{7080884B-CAC6-4112-B0AA-9D8B8957090F}" srcOrd="0" destOrd="0" presId="urn:microsoft.com/office/officeart/2008/layout/VerticalCurvedList"/>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7D5E49B3-8343-4724-8C01-F63924268290}" type="doc">
      <dgm:prSet loTypeId="urn:microsoft.com/office/officeart/2008/layout/VerticalCurvedList" loCatId="list" qsTypeId="urn:microsoft.com/office/officeart/2005/8/quickstyle/simple1" qsCatId="simple" csTypeId="urn:microsoft.com/office/officeart/2005/8/colors/accent1_2" csCatId="accent1" phldr="1"/>
      <dgm:spPr/>
      <dgm:t>
        <a:bodyPr/>
        <a:lstStyle/>
        <a:p>
          <a:endParaRPr lang="zh-CN" altLang="en-US"/>
        </a:p>
      </dgm:t>
    </dgm:pt>
    <dgm:pt modelId="{222D1FD3-1EA8-4B96-93DD-60D34599E0DB}">
      <dgm:prSet phldrT="[文本]" custT="1"/>
      <dgm:spPr/>
      <dgm:t>
        <a:bodyPr/>
        <a:lstStyle/>
        <a:p>
          <a:r>
            <a:rPr lang="zh-CN" altLang="en-US" sz="2800" dirty="0" smtClean="0">
              <a:solidFill>
                <a:srgbClr val="FF0000"/>
              </a:solidFill>
            </a:rPr>
            <a:t>结构化分析方法概述</a:t>
          </a:r>
          <a:endParaRPr lang="zh-CN" altLang="en-US" sz="2800" dirty="0">
            <a:solidFill>
              <a:srgbClr val="FF0000"/>
            </a:solidFill>
          </a:endParaRPr>
        </a:p>
      </dgm:t>
    </dgm:pt>
    <dgm:pt modelId="{86386CBD-64B4-4568-A50F-1F23E54D2598}" cxnId="{F6280A2F-33AF-4184-B740-E03D08210EFD}" type="parTrans">
      <dgm:prSet/>
      <dgm:spPr/>
      <dgm:t>
        <a:bodyPr/>
        <a:lstStyle/>
        <a:p>
          <a:endParaRPr lang="zh-CN" altLang="en-US" sz="2800"/>
        </a:p>
      </dgm:t>
    </dgm:pt>
    <dgm:pt modelId="{AD3D0DAF-1978-4EC4-B6A6-10D813A68589}" cxnId="{F6280A2F-33AF-4184-B740-E03D08210EFD}" type="sibTrans">
      <dgm:prSet/>
      <dgm:spPr/>
      <dgm:t>
        <a:bodyPr/>
        <a:lstStyle/>
        <a:p>
          <a:endParaRPr lang="zh-CN" altLang="en-US" sz="2800"/>
        </a:p>
      </dgm:t>
    </dgm:pt>
    <dgm:pt modelId="{01F76CC6-3E1B-41A8-BF92-4138877921E9}">
      <dgm:prSet phldrT="[文本]" custT="1"/>
      <dgm:spPr/>
      <dgm:t>
        <a:bodyPr/>
        <a:lstStyle/>
        <a:p>
          <a:r>
            <a:rPr lang="zh-CN" altLang="en-US" sz="2800" dirty="0" smtClean="0">
              <a:solidFill>
                <a:srgbClr val="FF0000"/>
              </a:solidFill>
            </a:rPr>
            <a:t>数据流图</a:t>
          </a:r>
          <a:endParaRPr lang="zh-CN" altLang="en-US" sz="2800" dirty="0">
            <a:solidFill>
              <a:srgbClr val="FF0000"/>
            </a:solidFill>
          </a:endParaRPr>
        </a:p>
      </dgm:t>
    </dgm:pt>
    <dgm:pt modelId="{2DE085E7-CB3A-44E1-93B3-FFFEDF09CCF3}" cxnId="{C8E3928E-8BDB-408A-93E2-158B8477B1E4}" type="parTrans">
      <dgm:prSet/>
      <dgm:spPr/>
      <dgm:t>
        <a:bodyPr/>
        <a:lstStyle/>
        <a:p>
          <a:endParaRPr lang="zh-CN" altLang="en-US" sz="2800"/>
        </a:p>
      </dgm:t>
    </dgm:pt>
    <dgm:pt modelId="{5437577E-AB7C-4BE3-9F70-F6CF8DADE318}" cxnId="{C8E3928E-8BDB-408A-93E2-158B8477B1E4}" type="sibTrans">
      <dgm:prSet/>
      <dgm:spPr/>
      <dgm:t>
        <a:bodyPr/>
        <a:lstStyle/>
        <a:p>
          <a:endParaRPr lang="zh-CN" altLang="en-US" sz="2800"/>
        </a:p>
      </dgm:t>
    </dgm:pt>
    <dgm:pt modelId="{C2C1A5A8-4D1A-453C-B207-5C5CB56DE5C0}">
      <dgm:prSet phldrT="[文本]" custT="1"/>
      <dgm:spPr/>
      <dgm:t>
        <a:bodyPr/>
        <a:lstStyle/>
        <a:p>
          <a:r>
            <a:rPr lang="zh-CN" altLang="en-US" sz="2800" dirty="0" smtClean="0">
              <a:solidFill>
                <a:srgbClr val="FF0000"/>
              </a:solidFill>
            </a:rPr>
            <a:t>数据流图审查</a:t>
          </a:r>
          <a:endParaRPr lang="zh-CN" altLang="en-US" sz="2800" dirty="0">
            <a:solidFill>
              <a:srgbClr val="FF0000"/>
            </a:solidFill>
          </a:endParaRPr>
        </a:p>
      </dgm:t>
    </dgm:pt>
    <dgm:pt modelId="{02F31958-E95F-4224-BA0C-F9B096773F74}" cxnId="{187977DD-8F1F-493D-82E4-F8EB838D1344}" type="parTrans">
      <dgm:prSet/>
      <dgm:spPr/>
      <dgm:t>
        <a:bodyPr/>
        <a:lstStyle/>
        <a:p>
          <a:endParaRPr lang="zh-CN" altLang="en-US" sz="2800"/>
        </a:p>
      </dgm:t>
    </dgm:pt>
    <dgm:pt modelId="{27859489-D27F-443C-8037-96DF033989A0}" cxnId="{187977DD-8F1F-493D-82E4-F8EB838D1344}" type="sibTrans">
      <dgm:prSet/>
      <dgm:spPr/>
      <dgm:t>
        <a:bodyPr/>
        <a:lstStyle/>
        <a:p>
          <a:endParaRPr lang="zh-CN" altLang="en-US" sz="2800"/>
        </a:p>
      </dgm:t>
    </dgm:pt>
    <dgm:pt modelId="{F2FEC2C6-FC3E-46E7-BA87-679AEFCAABC2}">
      <dgm:prSet phldrT="[文本]" custT="1"/>
      <dgm:spPr/>
      <dgm:t>
        <a:bodyPr/>
        <a:lstStyle/>
        <a:p>
          <a:r>
            <a:rPr lang="zh-CN" altLang="en-US" sz="2800" dirty="0" smtClean="0">
              <a:solidFill>
                <a:schemeClr val="bg1"/>
              </a:solidFill>
            </a:rPr>
            <a:t>对基本加工的说明</a:t>
          </a:r>
          <a:endParaRPr lang="zh-CN" altLang="en-US" sz="2800" dirty="0">
            <a:solidFill>
              <a:schemeClr val="bg1"/>
            </a:solidFill>
          </a:endParaRPr>
        </a:p>
      </dgm:t>
    </dgm:pt>
    <dgm:pt modelId="{B2BB5C19-6379-4351-86D8-02557CB3B6EF}" cxnId="{F1C51C8C-4356-434B-B169-BB8527A1339A}" type="parTrans">
      <dgm:prSet/>
      <dgm:spPr/>
      <dgm:t>
        <a:bodyPr/>
        <a:lstStyle/>
        <a:p>
          <a:endParaRPr lang="zh-CN" altLang="en-US" sz="2800"/>
        </a:p>
      </dgm:t>
    </dgm:pt>
    <dgm:pt modelId="{D14C4FD3-1B6C-4E16-A0BB-528601781AA9}" cxnId="{F1C51C8C-4356-434B-B169-BB8527A1339A}" type="sibTrans">
      <dgm:prSet/>
      <dgm:spPr/>
      <dgm:t>
        <a:bodyPr/>
        <a:lstStyle/>
        <a:p>
          <a:endParaRPr lang="zh-CN" altLang="en-US" sz="2800"/>
        </a:p>
      </dgm:t>
    </dgm:pt>
    <dgm:pt modelId="{21408F06-22FA-498F-A15B-614F8801F084}">
      <dgm:prSet phldrT="[文本]" custT="1"/>
      <dgm:spPr/>
      <dgm:t>
        <a:bodyPr/>
        <a:lstStyle/>
        <a:p>
          <a:r>
            <a:rPr lang="zh-CN" altLang="en-US" sz="2800" dirty="0" smtClean="0">
              <a:solidFill>
                <a:srgbClr val="FF0000"/>
              </a:solidFill>
            </a:rPr>
            <a:t>数据字典</a:t>
          </a:r>
          <a:endParaRPr lang="zh-CN" altLang="en-US" sz="2800" dirty="0">
            <a:solidFill>
              <a:srgbClr val="FF0000"/>
            </a:solidFill>
          </a:endParaRPr>
        </a:p>
      </dgm:t>
    </dgm:pt>
    <dgm:pt modelId="{338F51FD-05D8-4D8E-A52A-D7E42AA6FB12}" cxnId="{5B6F6355-F8A2-4C0F-A87C-D07D15226E82}" type="parTrans">
      <dgm:prSet/>
      <dgm:spPr/>
      <dgm:t>
        <a:bodyPr/>
        <a:lstStyle/>
        <a:p>
          <a:endParaRPr lang="zh-CN" altLang="en-US" sz="2800"/>
        </a:p>
      </dgm:t>
    </dgm:pt>
    <dgm:pt modelId="{397AF349-3BBD-47DE-A216-336E04F4DE6B}" cxnId="{5B6F6355-F8A2-4C0F-A87C-D07D15226E82}" type="sibTrans">
      <dgm:prSet/>
      <dgm:spPr/>
      <dgm:t>
        <a:bodyPr/>
        <a:lstStyle/>
        <a:p>
          <a:endParaRPr lang="zh-CN" altLang="en-US" sz="2800"/>
        </a:p>
      </dgm:t>
    </dgm:pt>
    <dgm:pt modelId="{D74B0043-D2DF-47BE-847A-17AE007AA02A}" type="pres">
      <dgm:prSet presAssocID="{7D5E49B3-8343-4724-8C01-F63924268290}" presName="Name0" presStyleCnt="0">
        <dgm:presLayoutVars>
          <dgm:chMax val="7"/>
          <dgm:chPref val="7"/>
          <dgm:dir/>
        </dgm:presLayoutVars>
      </dgm:prSet>
      <dgm:spPr/>
      <dgm:t>
        <a:bodyPr/>
        <a:lstStyle/>
        <a:p>
          <a:endParaRPr lang="zh-CN" altLang="en-US"/>
        </a:p>
      </dgm:t>
    </dgm:pt>
    <dgm:pt modelId="{394B7D96-D6E4-4B0C-89EE-2FB204547481}" type="pres">
      <dgm:prSet presAssocID="{7D5E49B3-8343-4724-8C01-F63924268290}" presName="Name1" presStyleCnt="0"/>
      <dgm:spPr/>
    </dgm:pt>
    <dgm:pt modelId="{2FBC5996-F8B6-4CB2-8291-49C581D2B6A3}" type="pres">
      <dgm:prSet presAssocID="{7D5E49B3-8343-4724-8C01-F63924268290}" presName="cycle" presStyleCnt="0"/>
      <dgm:spPr/>
    </dgm:pt>
    <dgm:pt modelId="{87B881BE-1148-4C54-A7D2-EA18E5FC8884}" type="pres">
      <dgm:prSet presAssocID="{7D5E49B3-8343-4724-8C01-F63924268290}" presName="srcNode" presStyleLbl="node1" presStyleIdx="0" presStyleCnt="5"/>
      <dgm:spPr/>
    </dgm:pt>
    <dgm:pt modelId="{C6F6F296-B27F-4543-A1EA-7EE8CA3905C5}" type="pres">
      <dgm:prSet presAssocID="{7D5E49B3-8343-4724-8C01-F63924268290}" presName="conn" presStyleLbl="parChTrans1D2" presStyleIdx="0" presStyleCnt="1"/>
      <dgm:spPr/>
      <dgm:t>
        <a:bodyPr/>
        <a:lstStyle/>
        <a:p>
          <a:endParaRPr lang="zh-CN" altLang="en-US"/>
        </a:p>
      </dgm:t>
    </dgm:pt>
    <dgm:pt modelId="{6432F0D6-421F-45AD-AF4A-8FEB03D155FF}" type="pres">
      <dgm:prSet presAssocID="{7D5E49B3-8343-4724-8C01-F63924268290}" presName="extraNode" presStyleLbl="node1" presStyleIdx="0" presStyleCnt="5"/>
      <dgm:spPr/>
    </dgm:pt>
    <dgm:pt modelId="{2B103D66-47ED-43EE-AD12-FCA2A30F4910}" type="pres">
      <dgm:prSet presAssocID="{7D5E49B3-8343-4724-8C01-F63924268290}" presName="dstNode" presStyleLbl="node1" presStyleIdx="0" presStyleCnt="5"/>
      <dgm:spPr/>
    </dgm:pt>
    <dgm:pt modelId="{175C4239-7320-4B26-A1A1-E71156B3A1A5}" type="pres">
      <dgm:prSet presAssocID="{222D1FD3-1EA8-4B96-93DD-60D34599E0DB}" presName="text_1" presStyleLbl="node1" presStyleIdx="0" presStyleCnt="5">
        <dgm:presLayoutVars>
          <dgm:bulletEnabled val="1"/>
        </dgm:presLayoutVars>
      </dgm:prSet>
      <dgm:spPr/>
      <dgm:t>
        <a:bodyPr/>
        <a:lstStyle/>
        <a:p>
          <a:endParaRPr lang="zh-CN" altLang="en-US"/>
        </a:p>
      </dgm:t>
    </dgm:pt>
    <dgm:pt modelId="{22C55EEB-7ADA-4961-94CC-921A7F599681}" type="pres">
      <dgm:prSet presAssocID="{222D1FD3-1EA8-4B96-93DD-60D34599E0DB}" presName="accent_1" presStyleCnt="0"/>
      <dgm:spPr/>
    </dgm:pt>
    <dgm:pt modelId="{E2716414-100F-449C-AD15-1D86D8467CAC}" type="pres">
      <dgm:prSet presAssocID="{222D1FD3-1EA8-4B96-93DD-60D34599E0DB}" presName="accentRepeatNode" presStyleLbl="solidFgAcc1" presStyleIdx="0" presStyleCnt="5"/>
      <dgm:spPr/>
    </dgm:pt>
    <dgm:pt modelId="{4BB00A72-CF4F-43CB-8AD0-B6ED7F99C27C}" type="pres">
      <dgm:prSet presAssocID="{01F76CC6-3E1B-41A8-BF92-4138877921E9}" presName="text_2" presStyleLbl="node1" presStyleIdx="1" presStyleCnt="5">
        <dgm:presLayoutVars>
          <dgm:bulletEnabled val="1"/>
        </dgm:presLayoutVars>
      </dgm:prSet>
      <dgm:spPr/>
      <dgm:t>
        <a:bodyPr/>
        <a:lstStyle/>
        <a:p>
          <a:endParaRPr lang="zh-CN" altLang="en-US"/>
        </a:p>
      </dgm:t>
    </dgm:pt>
    <dgm:pt modelId="{115D886E-4C06-4BF6-9B61-246F2443CE01}" type="pres">
      <dgm:prSet presAssocID="{01F76CC6-3E1B-41A8-BF92-4138877921E9}" presName="accent_2" presStyleCnt="0"/>
      <dgm:spPr/>
    </dgm:pt>
    <dgm:pt modelId="{97565D88-474C-4628-BC28-802F99749A2C}" type="pres">
      <dgm:prSet presAssocID="{01F76CC6-3E1B-41A8-BF92-4138877921E9}" presName="accentRepeatNode" presStyleLbl="solidFgAcc1" presStyleIdx="1" presStyleCnt="5"/>
      <dgm:spPr/>
    </dgm:pt>
    <dgm:pt modelId="{127C6E97-9FED-45E1-9B87-C35034D4DA77}" type="pres">
      <dgm:prSet presAssocID="{C2C1A5A8-4D1A-453C-B207-5C5CB56DE5C0}" presName="text_3" presStyleLbl="node1" presStyleIdx="2" presStyleCnt="5">
        <dgm:presLayoutVars>
          <dgm:bulletEnabled val="1"/>
        </dgm:presLayoutVars>
      </dgm:prSet>
      <dgm:spPr/>
      <dgm:t>
        <a:bodyPr/>
        <a:lstStyle/>
        <a:p>
          <a:endParaRPr lang="zh-CN" altLang="en-US"/>
        </a:p>
      </dgm:t>
    </dgm:pt>
    <dgm:pt modelId="{A468C62D-B762-4B45-89CE-D3CDA0870B4C}" type="pres">
      <dgm:prSet presAssocID="{C2C1A5A8-4D1A-453C-B207-5C5CB56DE5C0}" presName="accent_3" presStyleCnt="0"/>
      <dgm:spPr/>
    </dgm:pt>
    <dgm:pt modelId="{1313337C-5897-4A2B-83A9-E9A9235DED47}" type="pres">
      <dgm:prSet presAssocID="{C2C1A5A8-4D1A-453C-B207-5C5CB56DE5C0}" presName="accentRepeatNode" presStyleLbl="solidFgAcc1" presStyleIdx="2" presStyleCnt="5"/>
      <dgm:spPr/>
    </dgm:pt>
    <dgm:pt modelId="{E1710068-3AFF-443A-8845-36205E8D7E73}" type="pres">
      <dgm:prSet presAssocID="{21408F06-22FA-498F-A15B-614F8801F084}" presName="text_4" presStyleLbl="node1" presStyleIdx="3" presStyleCnt="5">
        <dgm:presLayoutVars>
          <dgm:bulletEnabled val="1"/>
        </dgm:presLayoutVars>
      </dgm:prSet>
      <dgm:spPr/>
      <dgm:t>
        <a:bodyPr/>
        <a:lstStyle/>
        <a:p>
          <a:endParaRPr lang="zh-CN" altLang="en-US"/>
        </a:p>
      </dgm:t>
    </dgm:pt>
    <dgm:pt modelId="{07748850-B39B-4F67-AD7B-57B85DA11384}" type="pres">
      <dgm:prSet presAssocID="{21408F06-22FA-498F-A15B-614F8801F084}" presName="accent_4" presStyleCnt="0"/>
      <dgm:spPr/>
    </dgm:pt>
    <dgm:pt modelId="{35A13872-063E-4C3C-BF40-A310B9E9B654}" type="pres">
      <dgm:prSet presAssocID="{21408F06-22FA-498F-A15B-614F8801F084}" presName="accentRepeatNode" presStyleLbl="solidFgAcc1" presStyleIdx="3" presStyleCnt="5"/>
      <dgm:spPr/>
    </dgm:pt>
    <dgm:pt modelId="{811726FA-393F-4308-B5B0-A6B817B8DA3B}" type="pres">
      <dgm:prSet presAssocID="{F2FEC2C6-FC3E-46E7-BA87-679AEFCAABC2}" presName="text_5" presStyleLbl="node1" presStyleIdx="4" presStyleCnt="5">
        <dgm:presLayoutVars>
          <dgm:bulletEnabled val="1"/>
        </dgm:presLayoutVars>
      </dgm:prSet>
      <dgm:spPr/>
      <dgm:t>
        <a:bodyPr/>
        <a:lstStyle/>
        <a:p>
          <a:endParaRPr lang="zh-CN" altLang="en-US"/>
        </a:p>
      </dgm:t>
    </dgm:pt>
    <dgm:pt modelId="{4FD8FF8F-3905-4DA9-9205-3F4F71E2F019}" type="pres">
      <dgm:prSet presAssocID="{F2FEC2C6-FC3E-46E7-BA87-679AEFCAABC2}" presName="accent_5" presStyleCnt="0"/>
      <dgm:spPr/>
    </dgm:pt>
    <dgm:pt modelId="{7080884B-CAC6-4112-B0AA-9D8B8957090F}" type="pres">
      <dgm:prSet presAssocID="{F2FEC2C6-FC3E-46E7-BA87-679AEFCAABC2}" presName="accentRepeatNode" presStyleLbl="solidFgAcc1" presStyleIdx="4" presStyleCnt="5"/>
      <dgm:spPr/>
    </dgm:pt>
  </dgm:ptLst>
  <dgm:cxnLst>
    <dgm:cxn modelId="{D8A7C458-B460-4146-8482-FBBED9E85B37}" type="presOf" srcId="{222D1FD3-1EA8-4B96-93DD-60D34599E0DB}" destId="{175C4239-7320-4B26-A1A1-E71156B3A1A5}" srcOrd="0" destOrd="0" presId="urn:microsoft.com/office/officeart/2008/layout/VerticalCurvedList"/>
    <dgm:cxn modelId="{30FD847B-E8C3-4E22-B829-1ABA44614150}" type="presOf" srcId="{01F76CC6-3E1B-41A8-BF92-4138877921E9}" destId="{4BB00A72-CF4F-43CB-8AD0-B6ED7F99C27C}" srcOrd="0" destOrd="0" presId="urn:microsoft.com/office/officeart/2008/layout/VerticalCurvedList"/>
    <dgm:cxn modelId="{F41BB16A-F582-4224-B181-61F1EEFF7997}" type="presOf" srcId="{AD3D0DAF-1978-4EC4-B6A6-10D813A68589}" destId="{C6F6F296-B27F-4543-A1EA-7EE8CA3905C5}" srcOrd="0" destOrd="0" presId="urn:microsoft.com/office/officeart/2008/layout/VerticalCurvedList"/>
    <dgm:cxn modelId="{84304BD4-A518-40CC-B891-73263DC4357C}" type="presOf" srcId="{C2C1A5A8-4D1A-453C-B207-5C5CB56DE5C0}" destId="{127C6E97-9FED-45E1-9B87-C35034D4DA77}" srcOrd="0" destOrd="0" presId="urn:microsoft.com/office/officeart/2008/layout/VerticalCurvedList"/>
    <dgm:cxn modelId="{187977DD-8F1F-493D-82E4-F8EB838D1344}" srcId="{7D5E49B3-8343-4724-8C01-F63924268290}" destId="{C2C1A5A8-4D1A-453C-B207-5C5CB56DE5C0}" srcOrd="2" destOrd="0" parTransId="{02F31958-E95F-4224-BA0C-F9B096773F74}" sibTransId="{27859489-D27F-443C-8037-96DF033989A0}"/>
    <dgm:cxn modelId="{C8E3928E-8BDB-408A-93E2-158B8477B1E4}" srcId="{7D5E49B3-8343-4724-8C01-F63924268290}" destId="{01F76CC6-3E1B-41A8-BF92-4138877921E9}" srcOrd="1" destOrd="0" parTransId="{2DE085E7-CB3A-44E1-93B3-FFFEDF09CCF3}" sibTransId="{5437577E-AB7C-4BE3-9F70-F6CF8DADE318}"/>
    <dgm:cxn modelId="{F1C51C8C-4356-434B-B169-BB8527A1339A}" srcId="{7D5E49B3-8343-4724-8C01-F63924268290}" destId="{F2FEC2C6-FC3E-46E7-BA87-679AEFCAABC2}" srcOrd="4" destOrd="0" parTransId="{B2BB5C19-6379-4351-86D8-02557CB3B6EF}" sibTransId="{D14C4FD3-1B6C-4E16-A0BB-528601781AA9}"/>
    <dgm:cxn modelId="{8E366AD0-6B25-468A-972B-8F57EE51EDB3}" type="presOf" srcId="{F2FEC2C6-FC3E-46E7-BA87-679AEFCAABC2}" destId="{811726FA-393F-4308-B5B0-A6B817B8DA3B}" srcOrd="0" destOrd="0" presId="urn:microsoft.com/office/officeart/2008/layout/VerticalCurvedList"/>
    <dgm:cxn modelId="{F6280A2F-33AF-4184-B740-E03D08210EFD}" srcId="{7D5E49B3-8343-4724-8C01-F63924268290}" destId="{222D1FD3-1EA8-4B96-93DD-60D34599E0DB}" srcOrd="0" destOrd="0" parTransId="{86386CBD-64B4-4568-A50F-1F23E54D2598}" sibTransId="{AD3D0DAF-1978-4EC4-B6A6-10D813A68589}"/>
    <dgm:cxn modelId="{5B6F6355-F8A2-4C0F-A87C-D07D15226E82}" srcId="{7D5E49B3-8343-4724-8C01-F63924268290}" destId="{21408F06-22FA-498F-A15B-614F8801F084}" srcOrd="3" destOrd="0" parTransId="{338F51FD-05D8-4D8E-A52A-D7E42AA6FB12}" sibTransId="{397AF349-3BBD-47DE-A216-336E04F4DE6B}"/>
    <dgm:cxn modelId="{C19BA95D-1FAC-4D42-9E1E-0FB81C951318}" type="presOf" srcId="{7D5E49B3-8343-4724-8C01-F63924268290}" destId="{D74B0043-D2DF-47BE-847A-17AE007AA02A}" srcOrd="0" destOrd="0" presId="urn:microsoft.com/office/officeart/2008/layout/VerticalCurvedList"/>
    <dgm:cxn modelId="{89316EFE-B955-42A1-8BEB-13671F8A4A0C}" type="presOf" srcId="{21408F06-22FA-498F-A15B-614F8801F084}" destId="{E1710068-3AFF-443A-8845-36205E8D7E73}" srcOrd="0" destOrd="0" presId="urn:microsoft.com/office/officeart/2008/layout/VerticalCurvedList"/>
    <dgm:cxn modelId="{D2BD73A0-30ED-4797-8F43-0DE13EBAC589}" type="presParOf" srcId="{D74B0043-D2DF-47BE-847A-17AE007AA02A}" destId="{394B7D96-D6E4-4B0C-89EE-2FB204547481}" srcOrd="0" destOrd="0" presId="urn:microsoft.com/office/officeart/2008/layout/VerticalCurvedList"/>
    <dgm:cxn modelId="{A6717825-0D22-49D6-B789-1C83F6640283}" type="presParOf" srcId="{394B7D96-D6E4-4B0C-89EE-2FB204547481}" destId="{2FBC5996-F8B6-4CB2-8291-49C581D2B6A3}" srcOrd="0" destOrd="0" presId="urn:microsoft.com/office/officeart/2008/layout/VerticalCurvedList"/>
    <dgm:cxn modelId="{8735FA4F-973C-4591-962C-52592E6B7440}" type="presParOf" srcId="{2FBC5996-F8B6-4CB2-8291-49C581D2B6A3}" destId="{87B881BE-1148-4C54-A7D2-EA18E5FC8884}" srcOrd="0" destOrd="0" presId="urn:microsoft.com/office/officeart/2008/layout/VerticalCurvedList"/>
    <dgm:cxn modelId="{D704D097-B76D-4EA6-A094-5B1BB4904D66}" type="presParOf" srcId="{2FBC5996-F8B6-4CB2-8291-49C581D2B6A3}" destId="{C6F6F296-B27F-4543-A1EA-7EE8CA3905C5}" srcOrd="1" destOrd="0" presId="urn:microsoft.com/office/officeart/2008/layout/VerticalCurvedList"/>
    <dgm:cxn modelId="{518B3749-209D-48C3-BCCE-C0DC389A0A15}" type="presParOf" srcId="{2FBC5996-F8B6-4CB2-8291-49C581D2B6A3}" destId="{6432F0D6-421F-45AD-AF4A-8FEB03D155FF}" srcOrd="2" destOrd="0" presId="urn:microsoft.com/office/officeart/2008/layout/VerticalCurvedList"/>
    <dgm:cxn modelId="{416A9470-6A6A-4815-82E6-B6255B44E533}" type="presParOf" srcId="{2FBC5996-F8B6-4CB2-8291-49C581D2B6A3}" destId="{2B103D66-47ED-43EE-AD12-FCA2A30F4910}" srcOrd="3" destOrd="0" presId="urn:microsoft.com/office/officeart/2008/layout/VerticalCurvedList"/>
    <dgm:cxn modelId="{9FF5ECC7-8143-457A-A824-6F7F862F476F}" type="presParOf" srcId="{394B7D96-D6E4-4B0C-89EE-2FB204547481}" destId="{175C4239-7320-4B26-A1A1-E71156B3A1A5}" srcOrd="1" destOrd="0" presId="urn:microsoft.com/office/officeart/2008/layout/VerticalCurvedList"/>
    <dgm:cxn modelId="{7B608EE2-7D11-405A-96FA-F6A2CBE6B9DE}" type="presParOf" srcId="{394B7D96-D6E4-4B0C-89EE-2FB204547481}" destId="{22C55EEB-7ADA-4961-94CC-921A7F599681}" srcOrd="2" destOrd="0" presId="urn:microsoft.com/office/officeart/2008/layout/VerticalCurvedList"/>
    <dgm:cxn modelId="{C1E86D45-B82F-4B39-B1AC-3FE99251029E}" type="presParOf" srcId="{22C55EEB-7ADA-4961-94CC-921A7F599681}" destId="{E2716414-100F-449C-AD15-1D86D8467CAC}" srcOrd="0" destOrd="0" presId="urn:microsoft.com/office/officeart/2008/layout/VerticalCurvedList"/>
    <dgm:cxn modelId="{674C958B-662F-4097-8EFF-5A915FD92F1F}" type="presParOf" srcId="{394B7D96-D6E4-4B0C-89EE-2FB204547481}" destId="{4BB00A72-CF4F-43CB-8AD0-B6ED7F99C27C}" srcOrd="3" destOrd="0" presId="urn:microsoft.com/office/officeart/2008/layout/VerticalCurvedList"/>
    <dgm:cxn modelId="{58B4BFC7-EBAC-47C6-B4C3-CFF2C0F081D7}" type="presParOf" srcId="{394B7D96-D6E4-4B0C-89EE-2FB204547481}" destId="{115D886E-4C06-4BF6-9B61-246F2443CE01}" srcOrd="4" destOrd="0" presId="urn:microsoft.com/office/officeart/2008/layout/VerticalCurvedList"/>
    <dgm:cxn modelId="{2BD09F02-9A56-49CB-88A3-201927CC87FD}" type="presParOf" srcId="{115D886E-4C06-4BF6-9B61-246F2443CE01}" destId="{97565D88-474C-4628-BC28-802F99749A2C}" srcOrd="0" destOrd="0" presId="urn:microsoft.com/office/officeart/2008/layout/VerticalCurvedList"/>
    <dgm:cxn modelId="{DA12FBB2-AD34-4E2B-990D-3A01DA24A139}" type="presParOf" srcId="{394B7D96-D6E4-4B0C-89EE-2FB204547481}" destId="{127C6E97-9FED-45E1-9B87-C35034D4DA77}" srcOrd="5" destOrd="0" presId="urn:microsoft.com/office/officeart/2008/layout/VerticalCurvedList"/>
    <dgm:cxn modelId="{C105373B-81EC-42E6-ACF2-64C4A2E95445}" type="presParOf" srcId="{394B7D96-D6E4-4B0C-89EE-2FB204547481}" destId="{A468C62D-B762-4B45-89CE-D3CDA0870B4C}" srcOrd="6" destOrd="0" presId="urn:microsoft.com/office/officeart/2008/layout/VerticalCurvedList"/>
    <dgm:cxn modelId="{C1CDFE86-4B99-40EE-BE96-7366A375C119}" type="presParOf" srcId="{A468C62D-B762-4B45-89CE-D3CDA0870B4C}" destId="{1313337C-5897-4A2B-83A9-E9A9235DED47}" srcOrd="0" destOrd="0" presId="urn:microsoft.com/office/officeart/2008/layout/VerticalCurvedList"/>
    <dgm:cxn modelId="{DEE82362-BEF2-47D9-BAC6-9EBF1D4439DE}" type="presParOf" srcId="{394B7D96-D6E4-4B0C-89EE-2FB204547481}" destId="{E1710068-3AFF-443A-8845-36205E8D7E73}" srcOrd="7" destOrd="0" presId="urn:microsoft.com/office/officeart/2008/layout/VerticalCurvedList"/>
    <dgm:cxn modelId="{8D020DB3-2937-415C-A5F8-C2A78FA6B24E}" type="presParOf" srcId="{394B7D96-D6E4-4B0C-89EE-2FB204547481}" destId="{07748850-B39B-4F67-AD7B-57B85DA11384}" srcOrd="8" destOrd="0" presId="urn:microsoft.com/office/officeart/2008/layout/VerticalCurvedList"/>
    <dgm:cxn modelId="{8257A471-20E7-40EF-84F2-32DCA709F3D6}" type="presParOf" srcId="{07748850-B39B-4F67-AD7B-57B85DA11384}" destId="{35A13872-063E-4C3C-BF40-A310B9E9B654}" srcOrd="0" destOrd="0" presId="urn:microsoft.com/office/officeart/2008/layout/VerticalCurvedList"/>
    <dgm:cxn modelId="{F8765B29-CF73-4DF2-918A-73FF16585C1C}" type="presParOf" srcId="{394B7D96-D6E4-4B0C-89EE-2FB204547481}" destId="{811726FA-393F-4308-B5B0-A6B817B8DA3B}" srcOrd="9" destOrd="0" presId="urn:microsoft.com/office/officeart/2008/layout/VerticalCurvedList"/>
    <dgm:cxn modelId="{75FBBD10-312E-4FAE-8A94-E77F713B5F80}" type="presParOf" srcId="{394B7D96-D6E4-4B0C-89EE-2FB204547481}" destId="{4FD8FF8F-3905-4DA9-9205-3F4F71E2F019}" srcOrd="10" destOrd="0" presId="urn:microsoft.com/office/officeart/2008/layout/VerticalCurvedList"/>
    <dgm:cxn modelId="{FFB3EE4E-F624-4BD6-9778-EAC937C5BF1B}" type="presParOf" srcId="{4FD8FF8F-3905-4DA9-9205-3F4F71E2F019}" destId="{7080884B-CAC6-4112-B0AA-9D8B8957090F}" srcOrd="0" destOrd="0" presId="urn:microsoft.com/office/officeart/2008/layout/VerticalCurvedList"/>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组合 1"/>
      <dsp:cNvGrpSpPr/>
    </dsp:nvGrpSpPr>
    <dsp:grpSpPr>
      <a:xfrm>
        <a:off x="0" y="0"/>
        <a:ext cx="6096000" cy="4064000"/>
        <a:chOff x="0" y="0"/>
        <a:chExt cx="6096000" cy="4064000"/>
      </a:xfrm>
    </dsp:grpSpPr>
    <dsp:sp modelId="{C6F6F296-B27F-4543-A1EA-7EE8CA3905C5}">
      <dsp:nvSpPr>
        <dsp:cNvPr id="4" name="空心弧 3"/>
        <dsp:cNvSpPr/>
      </dsp:nvSpPr>
      <dsp:spPr bwMode="white">
        <a:xfrm>
          <a:off x="-4551749" y="-717008"/>
          <a:ext cx="5498016" cy="5498016"/>
        </a:xfrm>
        <a:prstGeom prst="blockArc">
          <a:avLst>
            <a:gd name="adj1" fmla="val 18900000"/>
            <a:gd name="adj2" fmla="val 2700000"/>
            <a:gd name="adj3" fmla="val 329"/>
          </a:avLst>
        </a:prstGeom>
      </dsp:spPr>
      <dsp:style>
        <a:lnRef idx="2">
          <a:schemeClr val="accent1">
            <a:shade val="60000"/>
          </a:schemeClr>
        </a:lnRef>
        <a:fillRef idx="0">
          <a:schemeClr val="accent1"/>
        </a:fillRef>
        <a:effectRef idx="0">
          <a:scrgbClr r="0" g="0" b="0"/>
        </a:effectRef>
        <a:fontRef idx="minor"/>
      </dsp:style>
      <dsp:txXfrm>
        <a:off x="-4551749" y="-717008"/>
        <a:ext cx="5498016" cy="5498016"/>
      </dsp:txXfrm>
    </dsp:sp>
    <dsp:sp modelId="{175C4239-7320-4B26-A1A1-E71156B3A1A5}">
      <dsp:nvSpPr>
        <dsp:cNvPr id="7" name="矩形 6"/>
        <dsp:cNvSpPr/>
      </dsp:nvSpPr>
      <dsp:spPr bwMode="white">
        <a:xfrm>
          <a:off x="439725" y="253919"/>
          <a:ext cx="5656275" cy="508163"/>
        </a:xfrm>
        <a:prstGeom prst="rect">
          <a:avLst/>
        </a:prstGeom>
      </dsp:spPr>
      <dsp:style>
        <a:lnRef idx="2">
          <a:schemeClr val="lt1"/>
        </a:lnRef>
        <a:fillRef idx="1">
          <a:schemeClr val="accent1"/>
        </a:fillRef>
        <a:effectRef idx="0">
          <a:scrgbClr r="0" g="0" b="0"/>
        </a:effectRef>
        <a:fontRef idx="minor">
          <a:schemeClr val="lt1"/>
        </a:fontRef>
      </dsp:style>
      <dsp:txBody>
        <a:bodyPr lIns="403354" tIns="71120" rIns="71120" bIns="71120" anchor="ctr"/>
        <a:lstStyle>
          <a:lvl1pPr algn="l">
            <a:defRPr sz="6500"/>
          </a:lvl1pPr>
          <a:lvl2pPr marL="285750" indent="-285750" algn="l">
            <a:defRPr sz="5000"/>
          </a:lvl2pPr>
          <a:lvl3pPr marL="571500" indent="-285750" algn="l">
            <a:defRPr sz="5000"/>
          </a:lvl3pPr>
          <a:lvl4pPr marL="857250" indent="-285750" algn="l">
            <a:defRPr sz="5000"/>
          </a:lvl4pPr>
          <a:lvl5pPr marL="1143000" indent="-285750" algn="l">
            <a:defRPr sz="5000"/>
          </a:lvl5pPr>
          <a:lvl6pPr marL="1428750" indent="-285750" algn="l">
            <a:defRPr sz="5000"/>
          </a:lvl6pPr>
          <a:lvl7pPr marL="1714500" indent="-285750" algn="l">
            <a:defRPr sz="5000"/>
          </a:lvl7pPr>
          <a:lvl8pPr marL="2000250" indent="-285750" algn="l">
            <a:defRPr sz="5000"/>
          </a:lvl8pPr>
          <a:lvl9pPr marL="2286000" indent="-285750" algn="l">
            <a:defRPr sz="5000"/>
          </a:lvl9pPr>
        </a:lstStyle>
        <a:p>
          <a:pPr lvl="0">
            <a:lnSpc>
              <a:spcPct val="100000"/>
            </a:lnSpc>
            <a:spcBef>
              <a:spcPct val="0"/>
            </a:spcBef>
            <a:spcAft>
              <a:spcPct val="35000"/>
            </a:spcAft>
          </a:pPr>
          <a:r>
            <a:rPr lang="zh-CN" altLang="en-US" sz="2800" dirty="0" smtClean="0">
              <a:solidFill>
                <a:schemeClr val="bg1"/>
              </a:solidFill>
            </a:rPr>
            <a:t>结构化分析方法概述</a:t>
          </a:r>
          <a:endParaRPr lang="zh-CN" altLang="en-US" sz="2800" dirty="0">
            <a:solidFill>
              <a:schemeClr val="bg1"/>
            </a:solidFill>
          </a:endParaRPr>
        </a:p>
      </dsp:txBody>
      <dsp:txXfrm>
        <a:off x="439725" y="253919"/>
        <a:ext cx="5656275" cy="508163"/>
      </dsp:txXfrm>
    </dsp:sp>
    <dsp:sp modelId="{E2716414-100F-449C-AD15-1D86D8467CAC}">
      <dsp:nvSpPr>
        <dsp:cNvPr id="8" name="椭圆 7"/>
        <dsp:cNvSpPr/>
      </dsp:nvSpPr>
      <dsp:spPr bwMode="white">
        <a:xfrm>
          <a:off x="122123" y="190398"/>
          <a:ext cx="635203" cy="635203"/>
        </a:xfrm>
        <a:prstGeom prst="ellipse">
          <a:avLst/>
        </a:prstGeom>
      </dsp:spPr>
      <dsp:style>
        <a:lnRef idx="2">
          <a:schemeClr val="accent1"/>
        </a:lnRef>
        <a:fillRef idx="1">
          <a:schemeClr val="lt1"/>
        </a:fillRef>
        <a:effectRef idx="0">
          <a:scrgbClr r="0" g="0" b="0"/>
        </a:effectRef>
        <a:fontRef idx="minor"/>
      </dsp:style>
      <dsp:txXfrm>
        <a:off x="122123" y="190398"/>
        <a:ext cx="635203" cy="635203"/>
      </dsp:txXfrm>
    </dsp:sp>
    <dsp:sp modelId="{4BB00A72-CF4F-43CB-8AD0-B6ED7F99C27C}">
      <dsp:nvSpPr>
        <dsp:cNvPr id="9" name="矩形 8"/>
        <dsp:cNvSpPr/>
      </dsp:nvSpPr>
      <dsp:spPr bwMode="white">
        <a:xfrm>
          <a:off x="803859" y="1015919"/>
          <a:ext cx="5292141" cy="508163"/>
        </a:xfrm>
        <a:prstGeom prst="rect">
          <a:avLst/>
        </a:prstGeom>
      </dsp:spPr>
      <dsp:style>
        <a:lnRef idx="2">
          <a:schemeClr val="lt1"/>
        </a:lnRef>
        <a:fillRef idx="1">
          <a:schemeClr val="accent1"/>
        </a:fillRef>
        <a:effectRef idx="0">
          <a:scrgbClr r="0" g="0" b="0"/>
        </a:effectRef>
        <a:fontRef idx="minor">
          <a:schemeClr val="lt1"/>
        </a:fontRef>
      </dsp:style>
      <dsp:txBody>
        <a:bodyPr lIns="403354" tIns="71120" rIns="71120" bIns="71120" anchor="ctr"/>
        <a:lstStyle>
          <a:lvl1pPr algn="l">
            <a:defRPr sz="6500"/>
          </a:lvl1pPr>
          <a:lvl2pPr marL="285750" indent="-285750" algn="l">
            <a:defRPr sz="5000"/>
          </a:lvl2pPr>
          <a:lvl3pPr marL="571500" indent="-285750" algn="l">
            <a:defRPr sz="5000"/>
          </a:lvl3pPr>
          <a:lvl4pPr marL="857250" indent="-285750" algn="l">
            <a:defRPr sz="5000"/>
          </a:lvl4pPr>
          <a:lvl5pPr marL="1143000" indent="-285750" algn="l">
            <a:defRPr sz="5000"/>
          </a:lvl5pPr>
          <a:lvl6pPr marL="1428750" indent="-285750" algn="l">
            <a:defRPr sz="5000"/>
          </a:lvl6pPr>
          <a:lvl7pPr marL="1714500" indent="-285750" algn="l">
            <a:defRPr sz="5000"/>
          </a:lvl7pPr>
          <a:lvl8pPr marL="2000250" indent="-285750" algn="l">
            <a:defRPr sz="5000"/>
          </a:lvl8pPr>
          <a:lvl9pPr marL="2286000" indent="-285750" algn="l">
            <a:defRPr sz="5000"/>
          </a:lvl9pPr>
        </a:lstStyle>
        <a:p>
          <a:pPr lvl="0">
            <a:lnSpc>
              <a:spcPct val="100000"/>
            </a:lnSpc>
            <a:spcBef>
              <a:spcPct val="0"/>
            </a:spcBef>
            <a:spcAft>
              <a:spcPct val="35000"/>
            </a:spcAft>
          </a:pPr>
          <a:r>
            <a:rPr lang="zh-CN" altLang="en-US" sz="2800" dirty="0" smtClean="0">
              <a:solidFill>
                <a:schemeClr val="bg1"/>
              </a:solidFill>
            </a:rPr>
            <a:t>数据流图</a:t>
          </a:r>
          <a:endParaRPr lang="zh-CN" altLang="en-US" sz="2800" dirty="0">
            <a:solidFill>
              <a:schemeClr val="bg1"/>
            </a:solidFill>
          </a:endParaRPr>
        </a:p>
      </dsp:txBody>
      <dsp:txXfrm>
        <a:off x="803859" y="1015919"/>
        <a:ext cx="5292141" cy="508163"/>
      </dsp:txXfrm>
    </dsp:sp>
    <dsp:sp modelId="{97565D88-474C-4628-BC28-802F99749A2C}">
      <dsp:nvSpPr>
        <dsp:cNvPr id="10" name="椭圆 9"/>
        <dsp:cNvSpPr/>
      </dsp:nvSpPr>
      <dsp:spPr bwMode="white">
        <a:xfrm>
          <a:off x="486258" y="952398"/>
          <a:ext cx="635203" cy="635203"/>
        </a:xfrm>
        <a:prstGeom prst="ellipse">
          <a:avLst/>
        </a:prstGeom>
      </dsp:spPr>
      <dsp:style>
        <a:lnRef idx="2">
          <a:schemeClr val="accent1"/>
        </a:lnRef>
        <a:fillRef idx="1">
          <a:schemeClr val="lt1"/>
        </a:fillRef>
        <a:effectRef idx="0">
          <a:scrgbClr r="0" g="0" b="0"/>
        </a:effectRef>
        <a:fontRef idx="minor"/>
      </dsp:style>
      <dsp:txXfrm>
        <a:off x="486258" y="952398"/>
        <a:ext cx="635203" cy="635203"/>
      </dsp:txXfrm>
    </dsp:sp>
    <dsp:sp modelId="{127C6E97-9FED-45E1-9B87-C35034D4DA77}">
      <dsp:nvSpPr>
        <dsp:cNvPr id="11" name="矩形 10"/>
        <dsp:cNvSpPr/>
      </dsp:nvSpPr>
      <dsp:spPr bwMode="white">
        <a:xfrm>
          <a:off x="915619" y="1777919"/>
          <a:ext cx="5180381" cy="508163"/>
        </a:xfrm>
        <a:prstGeom prst="rect">
          <a:avLst/>
        </a:prstGeom>
      </dsp:spPr>
      <dsp:style>
        <a:lnRef idx="2">
          <a:schemeClr val="lt1"/>
        </a:lnRef>
        <a:fillRef idx="1">
          <a:schemeClr val="accent1"/>
        </a:fillRef>
        <a:effectRef idx="0">
          <a:scrgbClr r="0" g="0" b="0"/>
        </a:effectRef>
        <a:fontRef idx="minor">
          <a:schemeClr val="lt1"/>
        </a:fontRef>
      </dsp:style>
      <dsp:txBody>
        <a:bodyPr lIns="403354" tIns="71120" rIns="71120" bIns="71120" anchor="ctr"/>
        <a:lstStyle>
          <a:lvl1pPr algn="l">
            <a:defRPr sz="6500"/>
          </a:lvl1pPr>
          <a:lvl2pPr marL="285750" indent="-285750" algn="l">
            <a:defRPr sz="5000"/>
          </a:lvl2pPr>
          <a:lvl3pPr marL="571500" indent="-285750" algn="l">
            <a:defRPr sz="5000"/>
          </a:lvl3pPr>
          <a:lvl4pPr marL="857250" indent="-285750" algn="l">
            <a:defRPr sz="5000"/>
          </a:lvl4pPr>
          <a:lvl5pPr marL="1143000" indent="-285750" algn="l">
            <a:defRPr sz="5000"/>
          </a:lvl5pPr>
          <a:lvl6pPr marL="1428750" indent="-285750" algn="l">
            <a:defRPr sz="5000"/>
          </a:lvl6pPr>
          <a:lvl7pPr marL="1714500" indent="-285750" algn="l">
            <a:defRPr sz="5000"/>
          </a:lvl7pPr>
          <a:lvl8pPr marL="2000250" indent="-285750" algn="l">
            <a:defRPr sz="5000"/>
          </a:lvl8pPr>
          <a:lvl9pPr marL="2286000" indent="-285750" algn="l">
            <a:defRPr sz="5000"/>
          </a:lvl9pPr>
        </a:lstStyle>
        <a:p>
          <a:pPr lvl="0">
            <a:lnSpc>
              <a:spcPct val="100000"/>
            </a:lnSpc>
            <a:spcBef>
              <a:spcPct val="0"/>
            </a:spcBef>
            <a:spcAft>
              <a:spcPct val="35000"/>
            </a:spcAft>
          </a:pPr>
          <a:r>
            <a:rPr lang="zh-CN" altLang="en-US" sz="2800" dirty="0" smtClean="0"/>
            <a:t>数据流图审查</a:t>
          </a:r>
          <a:endParaRPr lang="zh-CN" altLang="en-US" sz="2800" dirty="0"/>
        </a:p>
      </dsp:txBody>
      <dsp:txXfrm>
        <a:off x="915619" y="1777919"/>
        <a:ext cx="5180381" cy="508163"/>
      </dsp:txXfrm>
    </dsp:sp>
    <dsp:sp modelId="{1313337C-5897-4A2B-83A9-E9A9235DED47}">
      <dsp:nvSpPr>
        <dsp:cNvPr id="12" name="椭圆 11"/>
        <dsp:cNvSpPr/>
      </dsp:nvSpPr>
      <dsp:spPr bwMode="white">
        <a:xfrm>
          <a:off x="598018" y="1714398"/>
          <a:ext cx="635203" cy="635203"/>
        </a:xfrm>
        <a:prstGeom prst="ellipse">
          <a:avLst/>
        </a:prstGeom>
      </dsp:spPr>
      <dsp:style>
        <a:lnRef idx="2">
          <a:schemeClr val="accent1"/>
        </a:lnRef>
        <a:fillRef idx="1">
          <a:schemeClr val="lt1"/>
        </a:fillRef>
        <a:effectRef idx="0">
          <a:scrgbClr r="0" g="0" b="0"/>
        </a:effectRef>
        <a:fontRef idx="minor"/>
      </dsp:style>
      <dsp:txXfrm>
        <a:off x="598018" y="1714398"/>
        <a:ext cx="635203" cy="635203"/>
      </dsp:txXfrm>
    </dsp:sp>
    <dsp:sp modelId="{E1710068-3AFF-443A-8845-36205E8D7E73}">
      <dsp:nvSpPr>
        <dsp:cNvPr id="13" name="矩形 12"/>
        <dsp:cNvSpPr/>
      </dsp:nvSpPr>
      <dsp:spPr bwMode="white">
        <a:xfrm>
          <a:off x="803859" y="2539919"/>
          <a:ext cx="5292141" cy="508163"/>
        </a:xfrm>
        <a:prstGeom prst="rect">
          <a:avLst/>
        </a:prstGeom>
      </dsp:spPr>
      <dsp:style>
        <a:lnRef idx="2">
          <a:schemeClr val="lt1"/>
        </a:lnRef>
        <a:fillRef idx="1">
          <a:schemeClr val="accent1"/>
        </a:fillRef>
        <a:effectRef idx="0">
          <a:scrgbClr r="0" g="0" b="0"/>
        </a:effectRef>
        <a:fontRef idx="minor">
          <a:schemeClr val="lt1"/>
        </a:fontRef>
      </dsp:style>
      <dsp:txBody>
        <a:bodyPr lIns="403354" tIns="71120" rIns="71120" bIns="71120" anchor="ctr"/>
        <a:lstStyle>
          <a:lvl1pPr algn="l">
            <a:defRPr sz="6500"/>
          </a:lvl1pPr>
          <a:lvl2pPr marL="285750" indent="-285750" algn="l">
            <a:defRPr sz="5000"/>
          </a:lvl2pPr>
          <a:lvl3pPr marL="571500" indent="-285750" algn="l">
            <a:defRPr sz="5000"/>
          </a:lvl3pPr>
          <a:lvl4pPr marL="857250" indent="-285750" algn="l">
            <a:defRPr sz="5000"/>
          </a:lvl4pPr>
          <a:lvl5pPr marL="1143000" indent="-285750" algn="l">
            <a:defRPr sz="5000"/>
          </a:lvl5pPr>
          <a:lvl6pPr marL="1428750" indent="-285750" algn="l">
            <a:defRPr sz="5000"/>
          </a:lvl6pPr>
          <a:lvl7pPr marL="1714500" indent="-285750" algn="l">
            <a:defRPr sz="5000"/>
          </a:lvl7pPr>
          <a:lvl8pPr marL="2000250" indent="-285750" algn="l">
            <a:defRPr sz="5000"/>
          </a:lvl8pPr>
          <a:lvl9pPr marL="2286000" indent="-285750" algn="l">
            <a:defRPr sz="5000"/>
          </a:lvl9pPr>
        </a:lstStyle>
        <a:p>
          <a:pPr lvl="0">
            <a:lnSpc>
              <a:spcPct val="100000"/>
            </a:lnSpc>
            <a:spcBef>
              <a:spcPct val="0"/>
            </a:spcBef>
            <a:spcAft>
              <a:spcPct val="35000"/>
            </a:spcAft>
          </a:pPr>
          <a:r>
            <a:rPr lang="zh-CN" altLang="en-US" sz="2800" dirty="0" smtClean="0"/>
            <a:t>数据字典</a:t>
          </a:r>
          <a:endParaRPr lang="zh-CN" altLang="en-US" sz="2800" dirty="0"/>
        </a:p>
      </dsp:txBody>
      <dsp:txXfrm>
        <a:off x="803859" y="2539919"/>
        <a:ext cx="5292141" cy="508163"/>
      </dsp:txXfrm>
    </dsp:sp>
    <dsp:sp modelId="{35A13872-063E-4C3C-BF40-A310B9E9B654}">
      <dsp:nvSpPr>
        <dsp:cNvPr id="14" name="椭圆 13"/>
        <dsp:cNvSpPr/>
      </dsp:nvSpPr>
      <dsp:spPr bwMode="white">
        <a:xfrm>
          <a:off x="486258" y="2476398"/>
          <a:ext cx="635203" cy="635203"/>
        </a:xfrm>
        <a:prstGeom prst="ellipse">
          <a:avLst/>
        </a:prstGeom>
      </dsp:spPr>
      <dsp:style>
        <a:lnRef idx="2">
          <a:schemeClr val="accent1"/>
        </a:lnRef>
        <a:fillRef idx="1">
          <a:schemeClr val="lt1"/>
        </a:fillRef>
        <a:effectRef idx="0">
          <a:scrgbClr r="0" g="0" b="0"/>
        </a:effectRef>
        <a:fontRef idx="minor"/>
      </dsp:style>
      <dsp:txXfrm>
        <a:off x="486258" y="2476398"/>
        <a:ext cx="635203" cy="635203"/>
      </dsp:txXfrm>
    </dsp:sp>
    <dsp:sp modelId="{811726FA-393F-4308-B5B0-A6B817B8DA3B}">
      <dsp:nvSpPr>
        <dsp:cNvPr id="15" name="矩形 14"/>
        <dsp:cNvSpPr/>
      </dsp:nvSpPr>
      <dsp:spPr bwMode="white">
        <a:xfrm>
          <a:off x="439725" y="3301919"/>
          <a:ext cx="5656275" cy="508163"/>
        </a:xfrm>
        <a:prstGeom prst="rect">
          <a:avLst/>
        </a:prstGeom>
      </dsp:spPr>
      <dsp:style>
        <a:lnRef idx="2">
          <a:schemeClr val="lt1"/>
        </a:lnRef>
        <a:fillRef idx="1">
          <a:schemeClr val="accent1"/>
        </a:fillRef>
        <a:effectRef idx="0">
          <a:scrgbClr r="0" g="0" b="0"/>
        </a:effectRef>
        <a:fontRef idx="minor">
          <a:schemeClr val="lt1"/>
        </a:fontRef>
      </dsp:style>
      <dsp:txBody>
        <a:bodyPr lIns="403354" tIns="71120" rIns="71120" bIns="71120" anchor="ctr"/>
        <a:lstStyle>
          <a:lvl1pPr algn="l">
            <a:defRPr sz="6500"/>
          </a:lvl1pPr>
          <a:lvl2pPr marL="285750" indent="-285750" algn="l">
            <a:defRPr sz="5000"/>
          </a:lvl2pPr>
          <a:lvl3pPr marL="571500" indent="-285750" algn="l">
            <a:defRPr sz="5000"/>
          </a:lvl3pPr>
          <a:lvl4pPr marL="857250" indent="-285750" algn="l">
            <a:defRPr sz="5000"/>
          </a:lvl4pPr>
          <a:lvl5pPr marL="1143000" indent="-285750" algn="l">
            <a:defRPr sz="5000"/>
          </a:lvl5pPr>
          <a:lvl6pPr marL="1428750" indent="-285750" algn="l">
            <a:defRPr sz="5000"/>
          </a:lvl6pPr>
          <a:lvl7pPr marL="1714500" indent="-285750" algn="l">
            <a:defRPr sz="5000"/>
          </a:lvl7pPr>
          <a:lvl8pPr marL="2000250" indent="-285750" algn="l">
            <a:defRPr sz="5000"/>
          </a:lvl8pPr>
          <a:lvl9pPr marL="2286000" indent="-285750" algn="l">
            <a:defRPr sz="5000"/>
          </a:lvl9pPr>
        </a:lstStyle>
        <a:p>
          <a:pPr lvl="0">
            <a:lnSpc>
              <a:spcPct val="100000"/>
            </a:lnSpc>
            <a:spcBef>
              <a:spcPct val="0"/>
            </a:spcBef>
            <a:spcAft>
              <a:spcPct val="35000"/>
            </a:spcAft>
          </a:pPr>
          <a:r>
            <a:rPr lang="zh-CN" altLang="en-US" sz="2800" dirty="0" smtClean="0"/>
            <a:t>对基本加工的说明</a:t>
          </a:r>
          <a:endParaRPr lang="zh-CN" altLang="en-US" sz="2800" dirty="0"/>
        </a:p>
      </dsp:txBody>
      <dsp:txXfrm>
        <a:off x="439725" y="3301919"/>
        <a:ext cx="5656275" cy="508163"/>
      </dsp:txXfrm>
    </dsp:sp>
    <dsp:sp modelId="{7080884B-CAC6-4112-B0AA-9D8B8957090F}">
      <dsp:nvSpPr>
        <dsp:cNvPr id="16" name="椭圆 15"/>
        <dsp:cNvSpPr/>
      </dsp:nvSpPr>
      <dsp:spPr bwMode="white">
        <a:xfrm>
          <a:off x="122123" y="3238398"/>
          <a:ext cx="635203" cy="635203"/>
        </a:xfrm>
        <a:prstGeom prst="ellipse">
          <a:avLst/>
        </a:prstGeom>
      </dsp:spPr>
      <dsp:style>
        <a:lnRef idx="2">
          <a:schemeClr val="accent1"/>
        </a:lnRef>
        <a:fillRef idx="1">
          <a:schemeClr val="lt1"/>
        </a:fillRef>
        <a:effectRef idx="0">
          <a:scrgbClr r="0" g="0" b="0"/>
        </a:effectRef>
        <a:fontRef idx="minor"/>
      </dsp:style>
      <dsp:txXfrm>
        <a:off x="122123" y="3238398"/>
        <a:ext cx="635203" cy="635203"/>
      </dsp:txXfrm>
    </dsp:sp>
    <dsp:sp modelId="{87B881BE-1148-4C54-A7D2-EA18E5FC8884}">
      <dsp:nvSpPr>
        <dsp:cNvPr id="3" name="矩形 2" hidden="1"/>
        <dsp:cNvSpPr/>
      </dsp:nvSpPr>
      <dsp:spPr bwMode="white">
        <a:xfrm>
          <a:off x="110373" y="82886"/>
          <a:ext cx="36000" cy="36000"/>
        </a:xfrm>
        <a:prstGeom prst="rect">
          <a:avLst/>
        </a:prstGeom>
      </dsp:spPr>
      <dsp:style>
        <a:lnRef idx="2">
          <a:schemeClr val="lt1"/>
        </a:lnRef>
        <a:fillRef idx="1">
          <a:schemeClr val="accent1"/>
        </a:fillRef>
        <a:effectRef idx="0">
          <a:scrgbClr r="0" g="0" b="0"/>
        </a:effectRef>
        <a:fontRef idx="minor">
          <a:schemeClr val="lt1"/>
        </a:fontRef>
      </dsp:style>
      <dsp:txXfrm>
        <a:off x="110373" y="82886"/>
        <a:ext cx="36000" cy="36000"/>
      </dsp:txXfrm>
    </dsp:sp>
    <dsp:sp modelId="{6432F0D6-421F-45AD-AF4A-8FEB03D155FF}">
      <dsp:nvSpPr>
        <dsp:cNvPr id="5" name="矩形 4" hidden="1"/>
        <dsp:cNvSpPr/>
      </dsp:nvSpPr>
      <dsp:spPr bwMode="white">
        <a:xfrm>
          <a:off x="910267" y="2014000"/>
          <a:ext cx="36000" cy="36000"/>
        </a:xfrm>
        <a:prstGeom prst="rect">
          <a:avLst/>
        </a:prstGeom>
      </dsp:spPr>
      <dsp:style>
        <a:lnRef idx="2">
          <a:schemeClr val="lt1"/>
        </a:lnRef>
        <a:fillRef idx="1">
          <a:schemeClr val="accent1"/>
        </a:fillRef>
        <a:effectRef idx="0">
          <a:scrgbClr r="0" g="0" b="0"/>
        </a:effectRef>
        <a:fontRef idx="minor">
          <a:schemeClr val="lt1"/>
        </a:fontRef>
      </dsp:style>
      <dsp:txXfrm>
        <a:off x="910267" y="2014000"/>
        <a:ext cx="36000" cy="36000"/>
      </dsp:txXfrm>
    </dsp:sp>
    <dsp:sp modelId="{2B103D66-47ED-43EE-AD12-FCA2A30F4910}">
      <dsp:nvSpPr>
        <dsp:cNvPr id="6" name="矩形 5" hidden="1"/>
        <dsp:cNvSpPr/>
      </dsp:nvSpPr>
      <dsp:spPr bwMode="white">
        <a:xfrm>
          <a:off x="110373" y="3945114"/>
          <a:ext cx="36000" cy="36000"/>
        </a:xfrm>
        <a:prstGeom prst="rect">
          <a:avLst/>
        </a:prstGeom>
      </dsp:spPr>
      <dsp:style>
        <a:lnRef idx="2">
          <a:schemeClr val="lt1"/>
        </a:lnRef>
        <a:fillRef idx="1">
          <a:schemeClr val="accent1"/>
        </a:fillRef>
        <a:effectRef idx="0">
          <a:scrgbClr r="0" g="0" b="0"/>
        </a:effectRef>
        <a:fontRef idx="minor">
          <a:schemeClr val="lt1"/>
        </a:fontRef>
      </dsp:style>
      <dsp:txXfrm>
        <a:off x="110373" y="3945114"/>
        <a:ext cx="36000" cy="36000"/>
      </dsp:txXfrm>
    </dsp:sp>
  </dsp:spTree>
</dsp:drawing>
</file>

<file path=ppt/diagrams/drawing2.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组合 1"/>
      <dsp:cNvGrpSpPr/>
    </dsp:nvGrpSpPr>
    <dsp:grpSpPr>
      <a:xfrm>
        <a:off x="0" y="0"/>
        <a:ext cx="6096000" cy="4063999"/>
        <a:chOff x="0" y="0"/>
        <a:chExt cx="6096000" cy="4063999"/>
      </a:xfrm>
    </dsp:grpSpPr>
    <dsp:sp modelId="{C6F6F296-B27F-4543-A1EA-7EE8CA3905C5}">
      <dsp:nvSpPr>
        <dsp:cNvPr id="4" name="空心弧 3"/>
        <dsp:cNvSpPr/>
      </dsp:nvSpPr>
      <dsp:spPr bwMode="white">
        <a:xfrm>
          <a:off x="-4551748" y="-717008"/>
          <a:ext cx="5498015" cy="5498015"/>
        </a:xfrm>
        <a:prstGeom prst="blockArc">
          <a:avLst>
            <a:gd name="adj1" fmla="val 18900000"/>
            <a:gd name="adj2" fmla="val 2700000"/>
            <a:gd name="adj3" fmla="val 329"/>
          </a:avLst>
        </a:prstGeom>
      </dsp:spPr>
      <dsp:style>
        <a:lnRef idx="2">
          <a:schemeClr val="accent1">
            <a:shade val="60000"/>
          </a:schemeClr>
        </a:lnRef>
        <a:fillRef idx="0">
          <a:schemeClr val="accent1"/>
        </a:fillRef>
        <a:effectRef idx="0">
          <a:scrgbClr r="0" g="0" b="0"/>
        </a:effectRef>
        <a:fontRef idx="minor"/>
      </dsp:style>
      <dsp:txXfrm>
        <a:off x="-4551748" y="-717008"/>
        <a:ext cx="5498015" cy="5498015"/>
      </dsp:txXfrm>
    </dsp:sp>
    <dsp:sp modelId="{175C4239-7320-4B26-A1A1-E71156B3A1A5}">
      <dsp:nvSpPr>
        <dsp:cNvPr id="7" name="矩形 6"/>
        <dsp:cNvSpPr/>
      </dsp:nvSpPr>
      <dsp:spPr bwMode="white">
        <a:xfrm>
          <a:off x="439725" y="253919"/>
          <a:ext cx="5656275" cy="508162"/>
        </a:xfrm>
        <a:prstGeom prst="rect">
          <a:avLst/>
        </a:prstGeom>
      </dsp:spPr>
      <dsp:style>
        <a:lnRef idx="2">
          <a:schemeClr val="lt1"/>
        </a:lnRef>
        <a:fillRef idx="1">
          <a:schemeClr val="accent1"/>
        </a:fillRef>
        <a:effectRef idx="0">
          <a:scrgbClr r="0" g="0" b="0"/>
        </a:effectRef>
        <a:fontRef idx="minor">
          <a:schemeClr val="lt1"/>
        </a:fontRef>
      </dsp:style>
      <dsp:txBody>
        <a:bodyPr lIns="403353" tIns="71120" rIns="71120" bIns="71120" anchor="ctr"/>
        <a:lstStyle>
          <a:lvl1pPr algn="l">
            <a:defRPr sz="6500"/>
          </a:lvl1pPr>
          <a:lvl2pPr marL="285750" indent="-285750" algn="l">
            <a:defRPr sz="5000"/>
          </a:lvl2pPr>
          <a:lvl3pPr marL="571500" indent="-285750" algn="l">
            <a:defRPr sz="5000"/>
          </a:lvl3pPr>
          <a:lvl4pPr marL="857250" indent="-285750" algn="l">
            <a:defRPr sz="5000"/>
          </a:lvl4pPr>
          <a:lvl5pPr marL="1143000" indent="-285750" algn="l">
            <a:defRPr sz="5000"/>
          </a:lvl5pPr>
          <a:lvl6pPr marL="1428750" indent="-285750" algn="l">
            <a:defRPr sz="5000"/>
          </a:lvl6pPr>
          <a:lvl7pPr marL="1714500" indent="-285750" algn="l">
            <a:defRPr sz="5000"/>
          </a:lvl7pPr>
          <a:lvl8pPr marL="2000250" indent="-285750" algn="l">
            <a:defRPr sz="5000"/>
          </a:lvl8pPr>
          <a:lvl9pPr marL="2286000" indent="-285750" algn="l">
            <a:defRPr sz="5000"/>
          </a:lvl9pPr>
        </a:lstStyle>
        <a:p>
          <a:pPr lvl="0">
            <a:lnSpc>
              <a:spcPct val="100000"/>
            </a:lnSpc>
            <a:spcBef>
              <a:spcPct val="0"/>
            </a:spcBef>
            <a:spcAft>
              <a:spcPct val="35000"/>
            </a:spcAft>
          </a:pPr>
          <a:r>
            <a:rPr lang="zh-CN" altLang="en-US" sz="2800" dirty="0" smtClean="0">
              <a:solidFill>
                <a:srgbClr val="FF0000"/>
              </a:solidFill>
            </a:rPr>
            <a:t>结构化分析概述</a:t>
          </a:r>
          <a:endParaRPr lang="zh-CN" altLang="en-US" sz="2800" dirty="0">
            <a:solidFill>
              <a:srgbClr val="FF0000"/>
            </a:solidFill>
          </a:endParaRPr>
        </a:p>
      </dsp:txBody>
      <dsp:txXfrm>
        <a:off x="439725" y="253919"/>
        <a:ext cx="5656275" cy="508162"/>
      </dsp:txXfrm>
    </dsp:sp>
    <dsp:sp modelId="{E2716414-100F-449C-AD15-1D86D8467CAC}">
      <dsp:nvSpPr>
        <dsp:cNvPr id="8" name="椭圆 7"/>
        <dsp:cNvSpPr/>
      </dsp:nvSpPr>
      <dsp:spPr bwMode="white">
        <a:xfrm>
          <a:off x="122123" y="190398"/>
          <a:ext cx="635203" cy="635203"/>
        </a:xfrm>
        <a:prstGeom prst="ellipse">
          <a:avLst/>
        </a:prstGeom>
      </dsp:spPr>
      <dsp:style>
        <a:lnRef idx="2">
          <a:schemeClr val="accent1"/>
        </a:lnRef>
        <a:fillRef idx="1">
          <a:schemeClr val="lt1"/>
        </a:fillRef>
        <a:effectRef idx="0">
          <a:scrgbClr r="0" g="0" b="0"/>
        </a:effectRef>
        <a:fontRef idx="minor"/>
      </dsp:style>
      <dsp:txXfrm>
        <a:off x="122123" y="190398"/>
        <a:ext cx="635203" cy="635203"/>
      </dsp:txXfrm>
    </dsp:sp>
    <dsp:sp modelId="{4BB00A72-CF4F-43CB-8AD0-B6ED7F99C27C}">
      <dsp:nvSpPr>
        <dsp:cNvPr id="9" name="矩形 8"/>
        <dsp:cNvSpPr/>
      </dsp:nvSpPr>
      <dsp:spPr bwMode="white">
        <a:xfrm>
          <a:off x="803859" y="1015918"/>
          <a:ext cx="5292141" cy="508162"/>
        </a:xfrm>
        <a:prstGeom prst="rect">
          <a:avLst/>
        </a:prstGeom>
      </dsp:spPr>
      <dsp:style>
        <a:lnRef idx="2">
          <a:schemeClr val="lt1"/>
        </a:lnRef>
        <a:fillRef idx="1">
          <a:schemeClr val="accent1"/>
        </a:fillRef>
        <a:effectRef idx="0">
          <a:scrgbClr r="0" g="0" b="0"/>
        </a:effectRef>
        <a:fontRef idx="minor">
          <a:schemeClr val="lt1"/>
        </a:fontRef>
      </dsp:style>
      <dsp:txBody>
        <a:bodyPr lIns="403353" tIns="71120" rIns="71120" bIns="71120" anchor="ctr"/>
        <a:lstStyle>
          <a:lvl1pPr algn="l">
            <a:defRPr sz="6500"/>
          </a:lvl1pPr>
          <a:lvl2pPr marL="285750" indent="-285750" algn="l">
            <a:defRPr sz="5000"/>
          </a:lvl2pPr>
          <a:lvl3pPr marL="571500" indent="-285750" algn="l">
            <a:defRPr sz="5000"/>
          </a:lvl3pPr>
          <a:lvl4pPr marL="857250" indent="-285750" algn="l">
            <a:defRPr sz="5000"/>
          </a:lvl4pPr>
          <a:lvl5pPr marL="1143000" indent="-285750" algn="l">
            <a:defRPr sz="5000"/>
          </a:lvl5pPr>
          <a:lvl6pPr marL="1428750" indent="-285750" algn="l">
            <a:defRPr sz="5000"/>
          </a:lvl6pPr>
          <a:lvl7pPr marL="1714500" indent="-285750" algn="l">
            <a:defRPr sz="5000"/>
          </a:lvl7pPr>
          <a:lvl8pPr marL="2000250" indent="-285750" algn="l">
            <a:defRPr sz="5000"/>
          </a:lvl8pPr>
          <a:lvl9pPr marL="2286000" indent="-285750" algn="l">
            <a:defRPr sz="5000"/>
          </a:lvl9pPr>
        </a:lstStyle>
        <a:p>
          <a:pPr lvl="0">
            <a:lnSpc>
              <a:spcPct val="100000"/>
            </a:lnSpc>
            <a:spcBef>
              <a:spcPct val="0"/>
            </a:spcBef>
            <a:spcAft>
              <a:spcPct val="35000"/>
            </a:spcAft>
          </a:pPr>
          <a:r>
            <a:rPr lang="zh-CN" altLang="en-US" sz="2800" dirty="0" smtClean="0">
              <a:solidFill>
                <a:schemeClr val="bg1"/>
              </a:solidFill>
            </a:rPr>
            <a:t>数据流图</a:t>
          </a:r>
          <a:endParaRPr lang="zh-CN" altLang="en-US" sz="2800" dirty="0">
            <a:solidFill>
              <a:schemeClr val="bg1"/>
            </a:solidFill>
          </a:endParaRPr>
        </a:p>
      </dsp:txBody>
      <dsp:txXfrm>
        <a:off x="803859" y="1015918"/>
        <a:ext cx="5292141" cy="508162"/>
      </dsp:txXfrm>
    </dsp:sp>
    <dsp:sp modelId="{97565D88-474C-4628-BC28-802F99749A2C}">
      <dsp:nvSpPr>
        <dsp:cNvPr id="10" name="椭圆 9"/>
        <dsp:cNvSpPr/>
      </dsp:nvSpPr>
      <dsp:spPr bwMode="white">
        <a:xfrm>
          <a:off x="486257" y="952398"/>
          <a:ext cx="635203" cy="635203"/>
        </a:xfrm>
        <a:prstGeom prst="ellipse">
          <a:avLst/>
        </a:prstGeom>
      </dsp:spPr>
      <dsp:style>
        <a:lnRef idx="2">
          <a:schemeClr val="accent1"/>
        </a:lnRef>
        <a:fillRef idx="1">
          <a:schemeClr val="lt1"/>
        </a:fillRef>
        <a:effectRef idx="0">
          <a:scrgbClr r="0" g="0" b="0"/>
        </a:effectRef>
        <a:fontRef idx="minor"/>
      </dsp:style>
      <dsp:txXfrm>
        <a:off x="486257" y="952398"/>
        <a:ext cx="635203" cy="635203"/>
      </dsp:txXfrm>
    </dsp:sp>
    <dsp:sp modelId="{127C6E97-9FED-45E1-9B87-C35034D4DA77}">
      <dsp:nvSpPr>
        <dsp:cNvPr id="11" name="矩形 10"/>
        <dsp:cNvSpPr/>
      </dsp:nvSpPr>
      <dsp:spPr bwMode="white">
        <a:xfrm>
          <a:off x="915619" y="1777918"/>
          <a:ext cx="5180381" cy="508162"/>
        </a:xfrm>
        <a:prstGeom prst="rect">
          <a:avLst/>
        </a:prstGeom>
      </dsp:spPr>
      <dsp:style>
        <a:lnRef idx="2">
          <a:schemeClr val="lt1"/>
        </a:lnRef>
        <a:fillRef idx="1">
          <a:schemeClr val="accent1"/>
        </a:fillRef>
        <a:effectRef idx="0">
          <a:scrgbClr r="0" g="0" b="0"/>
        </a:effectRef>
        <a:fontRef idx="minor">
          <a:schemeClr val="lt1"/>
        </a:fontRef>
      </dsp:style>
      <dsp:txBody>
        <a:bodyPr lIns="403353" tIns="71120" rIns="71120" bIns="71120" anchor="ctr"/>
        <a:lstStyle>
          <a:lvl1pPr algn="l">
            <a:defRPr sz="6500"/>
          </a:lvl1pPr>
          <a:lvl2pPr marL="285750" indent="-285750" algn="l">
            <a:defRPr sz="5000"/>
          </a:lvl2pPr>
          <a:lvl3pPr marL="571500" indent="-285750" algn="l">
            <a:defRPr sz="5000"/>
          </a:lvl3pPr>
          <a:lvl4pPr marL="857250" indent="-285750" algn="l">
            <a:defRPr sz="5000"/>
          </a:lvl4pPr>
          <a:lvl5pPr marL="1143000" indent="-285750" algn="l">
            <a:defRPr sz="5000"/>
          </a:lvl5pPr>
          <a:lvl6pPr marL="1428750" indent="-285750" algn="l">
            <a:defRPr sz="5000"/>
          </a:lvl6pPr>
          <a:lvl7pPr marL="1714500" indent="-285750" algn="l">
            <a:defRPr sz="5000"/>
          </a:lvl7pPr>
          <a:lvl8pPr marL="2000250" indent="-285750" algn="l">
            <a:defRPr sz="5000"/>
          </a:lvl8pPr>
          <a:lvl9pPr marL="2286000" indent="-285750" algn="l">
            <a:defRPr sz="5000"/>
          </a:lvl9pPr>
        </a:lstStyle>
        <a:p>
          <a:pPr lvl="0">
            <a:lnSpc>
              <a:spcPct val="100000"/>
            </a:lnSpc>
            <a:spcBef>
              <a:spcPct val="0"/>
            </a:spcBef>
            <a:spcAft>
              <a:spcPct val="35000"/>
            </a:spcAft>
          </a:pPr>
          <a:r>
            <a:rPr lang="zh-CN" altLang="en-US" sz="2800" dirty="0" smtClean="0"/>
            <a:t>数据流图审查</a:t>
          </a:r>
          <a:endParaRPr lang="zh-CN" altLang="en-US" sz="2800" dirty="0"/>
        </a:p>
      </dsp:txBody>
      <dsp:txXfrm>
        <a:off x="915619" y="1777918"/>
        <a:ext cx="5180381" cy="508162"/>
      </dsp:txXfrm>
    </dsp:sp>
    <dsp:sp modelId="{1313337C-5897-4A2B-83A9-E9A9235DED47}">
      <dsp:nvSpPr>
        <dsp:cNvPr id="12" name="椭圆 11"/>
        <dsp:cNvSpPr/>
      </dsp:nvSpPr>
      <dsp:spPr bwMode="white">
        <a:xfrm>
          <a:off x="598017" y="1714398"/>
          <a:ext cx="635203" cy="635203"/>
        </a:xfrm>
        <a:prstGeom prst="ellipse">
          <a:avLst/>
        </a:prstGeom>
      </dsp:spPr>
      <dsp:style>
        <a:lnRef idx="2">
          <a:schemeClr val="accent1"/>
        </a:lnRef>
        <a:fillRef idx="1">
          <a:schemeClr val="lt1"/>
        </a:fillRef>
        <a:effectRef idx="0">
          <a:scrgbClr r="0" g="0" b="0"/>
        </a:effectRef>
        <a:fontRef idx="minor"/>
      </dsp:style>
      <dsp:txXfrm>
        <a:off x="598017" y="1714398"/>
        <a:ext cx="635203" cy="635203"/>
      </dsp:txXfrm>
    </dsp:sp>
    <dsp:sp modelId="{E1710068-3AFF-443A-8845-36205E8D7E73}">
      <dsp:nvSpPr>
        <dsp:cNvPr id="13" name="矩形 12"/>
        <dsp:cNvSpPr/>
      </dsp:nvSpPr>
      <dsp:spPr bwMode="white">
        <a:xfrm>
          <a:off x="803859" y="2539918"/>
          <a:ext cx="5292141" cy="508162"/>
        </a:xfrm>
        <a:prstGeom prst="rect">
          <a:avLst/>
        </a:prstGeom>
      </dsp:spPr>
      <dsp:style>
        <a:lnRef idx="2">
          <a:schemeClr val="lt1"/>
        </a:lnRef>
        <a:fillRef idx="1">
          <a:schemeClr val="accent1"/>
        </a:fillRef>
        <a:effectRef idx="0">
          <a:scrgbClr r="0" g="0" b="0"/>
        </a:effectRef>
        <a:fontRef idx="minor">
          <a:schemeClr val="lt1"/>
        </a:fontRef>
      </dsp:style>
      <dsp:txBody>
        <a:bodyPr lIns="403353" tIns="71120" rIns="71120" bIns="71120" anchor="ctr"/>
        <a:lstStyle>
          <a:lvl1pPr algn="l">
            <a:defRPr sz="6500"/>
          </a:lvl1pPr>
          <a:lvl2pPr marL="285750" indent="-285750" algn="l">
            <a:defRPr sz="5000"/>
          </a:lvl2pPr>
          <a:lvl3pPr marL="571500" indent="-285750" algn="l">
            <a:defRPr sz="5000"/>
          </a:lvl3pPr>
          <a:lvl4pPr marL="857250" indent="-285750" algn="l">
            <a:defRPr sz="5000"/>
          </a:lvl4pPr>
          <a:lvl5pPr marL="1143000" indent="-285750" algn="l">
            <a:defRPr sz="5000"/>
          </a:lvl5pPr>
          <a:lvl6pPr marL="1428750" indent="-285750" algn="l">
            <a:defRPr sz="5000"/>
          </a:lvl6pPr>
          <a:lvl7pPr marL="1714500" indent="-285750" algn="l">
            <a:defRPr sz="5000"/>
          </a:lvl7pPr>
          <a:lvl8pPr marL="2000250" indent="-285750" algn="l">
            <a:defRPr sz="5000"/>
          </a:lvl8pPr>
          <a:lvl9pPr marL="2286000" indent="-285750" algn="l">
            <a:defRPr sz="5000"/>
          </a:lvl9pPr>
        </a:lstStyle>
        <a:p>
          <a:pPr lvl="0">
            <a:lnSpc>
              <a:spcPct val="100000"/>
            </a:lnSpc>
            <a:spcBef>
              <a:spcPct val="0"/>
            </a:spcBef>
            <a:spcAft>
              <a:spcPct val="35000"/>
            </a:spcAft>
          </a:pPr>
          <a:r>
            <a:rPr lang="zh-CN" altLang="en-US" sz="2800" dirty="0" smtClean="0"/>
            <a:t>数据字典</a:t>
          </a:r>
          <a:endParaRPr lang="zh-CN" altLang="en-US" sz="2800" dirty="0"/>
        </a:p>
      </dsp:txBody>
      <dsp:txXfrm>
        <a:off x="803859" y="2539918"/>
        <a:ext cx="5292141" cy="508162"/>
      </dsp:txXfrm>
    </dsp:sp>
    <dsp:sp modelId="{35A13872-063E-4C3C-BF40-A310B9E9B654}">
      <dsp:nvSpPr>
        <dsp:cNvPr id="14" name="椭圆 13"/>
        <dsp:cNvSpPr/>
      </dsp:nvSpPr>
      <dsp:spPr bwMode="white">
        <a:xfrm>
          <a:off x="486257" y="2476398"/>
          <a:ext cx="635203" cy="635203"/>
        </a:xfrm>
        <a:prstGeom prst="ellipse">
          <a:avLst/>
        </a:prstGeom>
      </dsp:spPr>
      <dsp:style>
        <a:lnRef idx="2">
          <a:schemeClr val="accent1"/>
        </a:lnRef>
        <a:fillRef idx="1">
          <a:schemeClr val="lt1"/>
        </a:fillRef>
        <a:effectRef idx="0">
          <a:scrgbClr r="0" g="0" b="0"/>
        </a:effectRef>
        <a:fontRef idx="minor"/>
      </dsp:style>
      <dsp:txXfrm>
        <a:off x="486257" y="2476398"/>
        <a:ext cx="635203" cy="635203"/>
      </dsp:txXfrm>
    </dsp:sp>
    <dsp:sp modelId="{811726FA-393F-4308-B5B0-A6B817B8DA3B}">
      <dsp:nvSpPr>
        <dsp:cNvPr id="15" name="矩形 14"/>
        <dsp:cNvSpPr/>
      </dsp:nvSpPr>
      <dsp:spPr bwMode="white">
        <a:xfrm>
          <a:off x="439725" y="3301918"/>
          <a:ext cx="5656275" cy="508162"/>
        </a:xfrm>
        <a:prstGeom prst="rect">
          <a:avLst/>
        </a:prstGeom>
      </dsp:spPr>
      <dsp:style>
        <a:lnRef idx="2">
          <a:schemeClr val="lt1"/>
        </a:lnRef>
        <a:fillRef idx="1">
          <a:schemeClr val="accent1"/>
        </a:fillRef>
        <a:effectRef idx="0">
          <a:scrgbClr r="0" g="0" b="0"/>
        </a:effectRef>
        <a:fontRef idx="minor">
          <a:schemeClr val="lt1"/>
        </a:fontRef>
      </dsp:style>
      <dsp:txBody>
        <a:bodyPr lIns="403353" tIns="71120" rIns="71120" bIns="71120" anchor="ctr"/>
        <a:lstStyle>
          <a:lvl1pPr algn="l">
            <a:defRPr sz="6500"/>
          </a:lvl1pPr>
          <a:lvl2pPr marL="285750" indent="-285750" algn="l">
            <a:defRPr sz="5000"/>
          </a:lvl2pPr>
          <a:lvl3pPr marL="571500" indent="-285750" algn="l">
            <a:defRPr sz="5000"/>
          </a:lvl3pPr>
          <a:lvl4pPr marL="857250" indent="-285750" algn="l">
            <a:defRPr sz="5000"/>
          </a:lvl4pPr>
          <a:lvl5pPr marL="1143000" indent="-285750" algn="l">
            <a:defRPr sz="5000"/>
          </a:lvl5pPr>
          <a:lvl6pPr marL="1428750" indent="-285750" algn="l">
            <a:defRPr sz="5000"/>
          </a:lvl6pPr>
          <a:lvl7pPr marL="1714500" indent="-285750" algn="l">
            <a:defRPr sz="5000"/>
          </a:lvl7pPr>
          <a:lvl8pPr marL="2000250" indent="-285750" algn="l">
            <a:defRPr sz="5000"/>
          </a:lvl8pPr>
          <a:lvl9pPr marL="2286000" indent="-285750" algn="l">
            <a:defRPr sz="5000"/>
          </a:lvl9pPr>
        </a:lstStyle>
        <a:p>
          <a:pPr lvl="0">
            <a:lnSpc>
              <a:spcPct val="100000"/>
            </a:lnSpc>
            <a:spcBef>
              <a:spcPct val="0"/>
            </a:spcBef>
            <a:spcAft>
              <a:spcPct val="35000"/>
            </a:spcAft>
          </a:pPr>
          <a:r>
            <a:rPr lang="zh-CN" altLang="en-US" sz="2800" dirty="0" smtClean="0"/>
            <a:t>对基本加工的说明</a:t>
          </a:r>
          <a:endParaRPr lang="zh-CN" altLang="en-US" sz="2800" dirty="0"/>
        </a:p>
      </dsp:txBody>
      <dsp:txXfrm>
        <a:off x="439725" y="3301918"/>
        <a:ext cx="5656275" cy="508162"/>
      </dsp:txXfrm>
    </dsp:sp>
    <dsp:sp modelId="{7080884B-CAC6-4112-B0AA-9D8B8957090F}">
      <dsp:nvSpPr>
        <dsp:cNvPr id="16" name="椭圆 15"/>
        <dsp:cNvSpPr/>
      </dsp:nvSpPr>
      <dsp:spPr bwMode="white">
        <a:xfrm>
          <a:off x="122123" y="3238398"/>
          <a:ext cx="635203" cy="635203"/>
        </a:xfrm>
        <a:prstGeom prst="ellipse">
          <a:avLst/>
        </a:prstGeom>
      </dsp:spPr>
      <dsp:style>
        <a:lnRef idx="2">
          <a:schemeClr val="accent1"/>
        </a:lnRef>
        <a:fillRef idx="1">
          <a:schemeClr val="lt1"/>
        </a:fillRef>
        <a:effectRef idx="0">
          <a:scrgbClr r="0" g="0" b="0"/>
        </a:effectRef>
        <a:fontRef idx="minor"/>
      </dsp:style>
      <dsp:txXfrm>
        <a:off x="122123" y="3238398"/>
        <a:ext cx="635203" cy="635203"/>
      </dsp:txXfrm>
    </dsp:sp>
    <dsp:sp modelId="{87B881BE-1148-4C54-A7D2-EA18E5FC8884}">
      <dsp:nvSpPr>
        <dsp:cNvPr id="3" name="矩形 2" hidden="1"/>
        <dsp:cNvSpPr/>
      </dsp:nvSpPr>
      <dsp:spPr bwMode="white">
        <a:xfrm>
          <a:off x="110373" y="82886"/>
          <a:ext cx="36000" cy="36000"/>
        </a:xfrm>
        <a:prstGeom prst="rect">
          <a:avLst/>
        </a:prstGeom>
      </dsp:spPr>
      <dsp:style>
        <a:lnRef idx="2">
          <a:schemeClr val="lt1"/>
        </a:lnRef>
        <a:fillRef idx="1">
          <a:schemeClr val="accent1"/>
        </a:fillRef>
        <a:effectRef idx="0">
          <a:scrgbClr r="0" g="0" b="0"/>
        </a:effectRef>
        <a:fontRef idx="minor">
          <a:schemeClr val="lt1"/>
        </a:fontRef>
      </dsp:style>
      <dsp:txXfrm>
        <a:off x="110373" y="82886"/>
        <a:ext cx="36000" cy="36000"/>
      </dsp:txXfrm>
    </dsp:sp>
    <dsp:sp modelId="{6432F0D6-421F-45AD-AF4A-8FEB03D155FF}">
      <dsp:nvSpPr>
        <dsp:cNvPr id="5" name="矩形 4" hidden="1"/>
        <dsp:cNvSpPr/>
      </dsp:nvSpPr>
      <dsp:spPr bwMode="white">
        <a:xfrm>
          <a:off x="910267" y="2014000"/>
          <a:ext cx="36000" cy="36000"/>
        </a:xfrm>
        <a:prstGeom prst="rect">
          <a:avLst/>
        </a:prstGeom>
      </dsp:spPr>
      <dsp:style>
        <a:lnRef idx="2">
          <a:schemeClr val="lt1"/>
        </a:lnRef>
        <a:fillRef idx="1">
          <a:schemeClr val="accent1"/>
        </a:fillRef>
        <a:effectRef idx="0">
          <a:scrgbClr r="0" g="0" b="0"/>
        </a:effectRef>
        <a:fontRef idx="minor">
          <a:schemeClr val="lt1"/>
        </a:fontRef>
      </dsp:style>
      <dsp:txXfrm>
        <a:off x="910267" y="2014000"/>
        <a:ext cx="36000" cy="36000"/>
      </dsp:txXfrm>
    </dsp:sp>
    <dsp:sp modelId="{2B103D66-47ED-43EE-AD12-FCA2A30F4910}">
      <dsp:nvSpPr>
        <dsp:cNvPr id="6" name="矩形 5" hidden="1"/>
        <dsp:cNvSpPr/>
      </dsp:nvSpPr>
      <dsp:spPr bwMode="white">
        <a:xfrm>
          <a:off x="110373" y="3945113"/>
          <a:ext cx="36000" cy="36000"/>
        </a:xfrm>
        <a:prstGeom prst="rect">
          <a:avLst/>
        </a:prstGeom>
      </dsp:spPr>
      <dsp:style>
        <a:lnRef idx="2">
          <a:schemeClr val="lt1"/>
        </a:lnRef>
        <a:fillRef idx="1">
          <a:schemeClr val="accent1"/>
        </a:fillRef>
        <a:effectRef idx="0">
          <a:scrgbClr r="0" g="0" b="0"/>
        </a:effectRef>
        <a:fontRef idx="minor">
          <a:schemeClr val="lt1"/>
        </a:fontRef>
      </dsp:style>
      <dsp:txXfrm>
        <a:off x="110373" y="3945113"/>
        <a:ext cx="36000" cy="36000"/>
      </dsp:txXfrm>
    </dsp:sp>
  </dsp:spTree>
</dsp:drawing>
</file>

<file path=ppt/diagrams/drawing3.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组合 1"/>
      <dsp:cNvGrpSpPr/>
    </dsp:nvGrpSpPr>
    <dsp:grpSpPr>
      <a:xfrm>
        <a:off x="0" y="0"/>
        <a:ext cx="6096000" cy="4064000"/>
        <a:chOff x="0" y="0"/>
        <a:chExt cx="6096000" cy="4064000"/>
      </a:xfrm>
    </dsp:grpSpPr>
    <dsp:sp modelId="{C6F6F296-B27F-4543-A1EA-7EE8CA3905C5}">
      <dsp:nvSpPr>
        <dsp:cNvPr id="4" name="空心弧 3"/>
        <dsp:cNvSpPr/>
      </dsp:nvSpPr>
      <dsp:spPr bwMode="white">
        <a:xfrm>
          <a:off x="-4551749" y="-717008"/>
          <a:ext cx="5498016" cy="5498016"/>
        </a:xfrm>
        <a:prstGeom prst="blockArc">
          <a:avLst>
            <a:gd name="adj1" fmla="val 18900000"/>
            <a:gd name="adj2" fmla="val 2700000"/>
            <a:gd name="adj3" fmla="val 329"/>
          </a:avLst>
        </a:prstGeom>
      </dsp:spPr>
      <dsp:style>
        <a:lnRef idx="2">
          <a:schemeClr val="accent1">
            <a:shade val="60000"/>
          </a:schemeClr>
        </a:lnRef>
        <a:fillRef idx="0">
          <a:schemeClr val="accent1"/>
        </a:fillRef>
        <a:effectRef idx="0">
          <a:scrgbClr r="0" g="0" b="0"/>
        </a:effectRef>
        <a:fontRef idx="minor"/>
      </dsp:style>
      <dsp:txXfrm>
        <a:off x="-4551749" y="-717008"/>
        <a:ext cx="5498016" cy="5498016"/>
      </dsp:txXfrm>
    </dsp:sp>
    <dsp:sp modelId="{175C4239-7320-4B26-A1A1-E71156B3A1A5}">
      <dsp:nvSpPr>
        <dsp:cNvPr id="7" name="矩形 6"/>
        <dsp:cNvSpPr/>
      </dsp:nvSpPr>
      <dsp:spPr bwMode="white">
        <a:xfrm>
          <a:off x="439725" y="253919"/>
          <a:ext cx="5656275" cy="508163"/>
        </a:xfrm>
        <a:prstGeom prst="rect">
          <a:avLst/>
        </a:prstGeom>
      </dsp:spPr>
      <dsp:style>
        <a:lnRef idx="2">
          <a:schemeClr val="lt1"/>
        </a:lnRef>
        <a:fillRef idx="1">
          <a:schemeClr val="accent1"/>
        </a:fillRef>
        <a:effectRef idx="0">
          <a:scrgbClr r="0" g="0" b="0"/>
        </a:effectRef>
        <a:fontRef idx="minor">
          <a:schemeClr val="lt1"/>
        </a:fontRef>
      </dsp:style>
      <dsp:txBody>
        <a:bodyPr lIns="403354" tIns="71120" rIns="71120" bIns="71120" anchor="ctr"/>
        <a:lstStyle>
          <a:lvl1pPr algn="l">
            <a:defRPr sz="6500"/>
          </a:lvl1pPr>
          <a:lvl2pPr marL="285750" indent="-285750" algn="l">
            <a:defRPr sz="5000"/>
          </a:lvl2pPr>
          <a:lvl3pPr marL="571500" indent="-285750" algn="l">
            <a:defRPr sz="5000"/>
          </a:lvl3pPr>
          <a:lvl4pPr marL="857250" indent="-285750" algn="l">
            <a:defRPr sz="5000"/>
          </a:lvl4pPr>
          <a:lvl5pPr marL="1143000" indent="-285750" algn="l">
            <a:defRPr sz="5000"/>
          </a:lvl5pPr>
          <a:lvl6pPr marL="1428750" indent="-285750" algn="l">
            <a:defRPr sz="5000"/>
          </a:lvl6pPr>
          <a:lvl7pPr marL="1714500" indent="-285750" algn="l">
            <a:defRPr sz="5000"/>
          </a:lvl7pPr>
          <a:lvl8pPr marL="2000250" indent="-285750" algn="l">
            <a:defRPr sz="5000"/>
          </a:lvl8pPr>
          <a:lvl9pPr marL="2286000" indent="-285750" algn="l">
            <a:defRPr sz="5000"/>
          </a:lvl9pPr>
        </a:lstStyle>
        <a:p>
          <a:pPr lvl="0">
            <a:lnSpc>
              <a:spcPct val="100000"/>
            </a:lnSpc>
            <a:spcBef>
              <a:spcPct val="0"/>
            </a:spcBef>
            <a:spcAft>
              <a:spcPct val="35000"/>
            </a:spcAft>
          </a:pPr>
          <a:r>
            <a:rPr lang="zh-CN" altLang="en-US" sz="2800" dirty="0" smtClean="0">
              <a:solidFill>
                <a:srgbClr val="FF0000"/>
              </a:solidFill>
            </a:rPr>
            <a:t>结构化分析方法概述</a:t>
          </a:r>
          <a:endParaRPr lang="zh-CN" altLang="en-US" sz="2800" dirty="0">
            <a:solidFill>
              <a:srgbClr val="FF0000"/>
            </a:solidFill>
          </a:endParaRPr>
        </a:p>
      </dsp:txBody>
      <dsp:txXfrm>
        <a:off x="439725" y="253919"/>
        <a:ext cx="5656275" cy="508163"/>
      </dsp:txXfrm>
    </dsp:sp>
    <dsp:sp modelId="{E2716414-100F-449C-AD15-1D86D8467CAC}">
      <dsp:nvSpPr>
        <dsp:cNvPr id="8" name="椭圆 7"/>
        <dsp:cNvSpPr/>
      </dsp:nvSpPr>
      <dsp:spPr bwMode="white">
        <a:xfrm>
          <a:off x="122123" y="190398"/>
          <a:ext cx="635203" cy="635203"/>
        </a:xfrm>
        <a:prstGeom prst="ellipse">
          <a:avLst/>
        </a:prstGeom>
      </dsp:spPr>
      <dsp:style>
        <a:lnRef idx="2">
          <a:schemeClr val="accent1"/>
        </a:lnRef>
        <a:fillRef idx="1">
          <a:schemeClr val="lt1"/>
        </a:fillRef>
        <a:effectRef idx="0">
          <a:scrgbClr r="0" g="0" b="0"/>
        </a:effectRef>
        <a:fontRef idx="minor"/>
      </dsp:style>
      <dsp:txXfrm>
        <a:off x="122123" y="190398"/>
        <a:ext cx="635203" cy="635203"/>
      </dsp:txXfrm>
    </dsp:sp>
    <dsp:sp modelId="{4BB00A72-CF4F-43CB-8AD0-B6ED7F99C27C}">
      <dsp:nvSpPr>
        <dsp:cNvPr id="9" name="矩形 8"/>
        <dsp:cNvSpPr/>
      </dsp:nvSpPr>
      <dsp:spPr bwMode="white">
        <a:xfrm>
          <a:off x="803859" y="1015919"/>
          <a:ext cx="5292141" cy="508163"/>
        </a:xfrm>
        <a:prstGeom prst="rect">
          <a:avLst/>
        </a:prstGeom>
      </dsp:spPr>
      <dsp:style>
        <a:lnRef idx="2">
          <a:schemeClr val="lt1"/>
        </a:lnRef>
        <a:fillRef idx="1">
          <a:schemeClr val="accent1"/>
        </a:fillRef>
        <a:effectRef idx="0">
          <a:scrgbClr r="0" g="0" b="0"/>
        </a:effectRef>
        <a:fontRef idx="minor">
          <a:schemeClr val="lt1"/>
        </a:fontRef>
      </dsp:style>
      <dsp:txBody>
        <a:bodyPr lIns="403354" tIns="71120" rIns="71120" bIns="71120" anchor="ctr"/>
        <a:lstStyle>
          <a:lvl1pPr algn="l">
            <a:defRPr sz="6500"/>
          </a:lvl1pPr>
          <a:lvl2pPr marL="285750" indent="-285750" algn="l">
            <a:defRPr sz="5000"/>
          </a:lvl2pPr>
          <a:lvl3pPr marL="571500" indent="-285750" algn="l">
            <a:defRPr sz="5000"/>
          </a:lvl3pPr>
          <a:lvl4pPr marL="857250" indent="-285750" algn="l">
            <a:defRPr sz="5000"/>
          </a:lvl4pPr>
          <a:lvl5pPr marL="1143000" indent="-285750" algn="l">
            <a:defRPr sz="5000"/>
          </a:lvl5pPr>
          <a:lvl6pPr marL="1428750" indent="-285750" algn="l">
            <a:defRPr sz="5000"/>
          </a:lvl6pPr>
          <a:lvl7pPr marL="1714500" indent="-285750" algn="l">
            <a:defRPr sz="5000"/>
          </a:lvl7pPr>
          <a:lvl8pPr marL="2000250" indent="-285750" algn="l">
            <a:defRPr sz="5000"/>
          </a:lvl8pPr>
          <a:lvl9pPr marL="2286000" indent="-285750" algn="l">
            <a:defRPr sz="5000"/>
          </a:lvl9pPr>
        </a:lstStyle>
        <a:p>
          <a:pPr lvl="0">
            <a:lnSpc>
              <a:spcPct val="100000"/>
            </a:lnSpc>
            <a:spcBef>
              <a:spcPct val="0"/>
            </a:spcBef>
            <a:spcAft>
              <a:spcPct val="35000"/>
            </a:spcAft>
          </a:pPr>
          <a:r>
            <a:rPr lang="zh-CN" altLang="en-US" sz="2800" dirty="0" smtClean="0">
              <a:solidFill>
                <a:srgbClr val="FF0000"/>
              </a:solidFill>
            </a:rPr>
            <a:t>数据流图</a:t>
          </a:r>
          <a:endParaRPr lang="zh-CN" altLang="en-US" sz="2800" dirty="0">
            <a:solidFill>
              <a:srgbClr val="FF0000"/>
            </a:solidFill>
          </a:endParaRPr>
        </a:p>
      </dsp:txBody>
      <dsp:txXfrm>
        <a:off x="803859" y="1015919"/>
        <a:ext cx="5292141" cy="508163"/>
      </dsp:txXfrm>
    </dsp:sp>
    <dsp:sp modelId="{97565D88-474C-4628-BC28-802F99749A2C}">
      <dsp:nvSpPr>
        <dsp:cNvPr id="10" name="椭圆 9"/>
        <dsp:cNvSpPr/>
      </dsp:nvSpPr>
      <dsp:spPr bwMode="white">
        <a:xfrm>
          <a:off x="486258" y="952398"/>
          <a:ext cx="635203" cy="635203"/>
        </a:xfrm>
        <a:prstGeom prst="ellipse">
          <a:avLst/>
        </a:prstGeom>
      </dsp:spPr>
      <dsp:style>
        <a:lnRef idx="2">
          <a:schemeClr val="accent1"/>
        </a:lnRef>
        <a:fillRef idx="1">
          <a:schemeClr val="lt1"/>
        </a:fillRef>
        <a:effectRef idx="0">
          <a:scrgbClr r="0" g="0" b="0"/>
        </a:effectRef>
        <a:fontRef idx="minor"/>
      </dsp:style>
      <dsp:txXfrm>
        <a:off x="486258" y="952398"/>
        <a:ext cx="635203" cy="635203"/>
      </dsp:txXfrm>
    </dsp:sp>
    <dsp:sp modelId="{127C6E97-9FED-45E1-9B87-C35034D4DA77}">
      <dsp:nvSpPr>
        <dsp:cNvPr id="11" name="矩形 10"/>
        <dsp:cNvSpPr/>
      </dsp:nvSpPr>
      <dsp:spPr bwMode="white">
        <a:xfrm>
          <a:off x="915619" y="1777919"/>
          <a:ext cx="5180381" cy="508163"/>
        </a:xfrm>
        <a:prstGeom prst="rect">
          <a:avLst/>
        </a:prstGeom>
      </dsp:spPr>
      <dsp:style>
        <a:lnRef idx="2">
          <a:schemeClr val="lt1"/>
        </a:lnRef>
        <a:fillRef idx="1">
          <a:schemeClr val="accent1"/>
        </a:fillRef>
        <a:effectRef idx="0">
          <a:scrgbClr r="0" g="0" b="0"/>
        </a:effectRef>
        <a:fontRef idx="minor">
          <a:schemeClr val="lt1"/>
        </a:fontRef>
      </dsp:style>
      <dsp:txBody>
        <a:bodyPr lIns="403354" tIns="71120" rIns="71120" bIns="71120" anchor="ctr"/>
        <a:lstStyle>
          <a:lvl1pPr algn="l">
            <a:defRPr sz="6500"/>
          </a:lvl1pPr>
          <a:lvl2pPr marL="285750" indent="-285750" algn="l">
            <a:defRPr sz="5000"/>
          </a:lvl2pPr>
          <a:lvl3pPr marL="571500" indent="-285750" algn="l">
            <a:defRPr sz="5000"/>
          </a:lvl3pPr>
          <a:lvl4pPr marL="857250" indent="-285750" algn="l">
            <a:defRPr sz="5000"/>
          </a:lvl4pPr>
          <a:lvl5pPr marL="1143000" indent="-285750" algn="l">
            <a:defRPr sz="5000"/>
          </a:lvl5pPr>
          <a:lvl6pPr marL="1428750" indent="-285750" algn="l">
            <a:defRPr sz="5000"/>
          </a:lvl6pPr>
          <a:lvl7pPr marL="1714500" indent="-285750" algn="l">
            <a:defRPr sz="5000"/>
          </a:lvl7pPr>
          <a:lvl8pPr marL="2000250" indent="-285750" algn="l">
            <a:defRPr sz="5000"/>
          </a:lvl8pPr>
          <a:lvl9pPr marL="2286000" indent="-285750" algn="l">
            <a:defRPr sz="5000"/>
          </a:lvl9pPr>
        </a:lstStyle>
        <a:p>
          <a:pPr lvl="0">
            <a:lnSpc>
              <a:spcPct val="100000"/>
            </a:lnSpc>
            <a:spcBef>
              <a:spcPct val="0"/>
            </a:spcBef>
            <a:spcAft>
              <a:spcPct val="35000"/>
            </a:spcAft>
          </a:pPr>
          <a:r>
            <a:rPr lang="zh-CN" altLang="en-US" sz="2800" dirty="0" smtClean="0"/>
            <a:t>数据流图审查</a:t>
          </a:r>
          <a:endParaRPr lang="zh-CN" altLang="en-US" sz="2800" dirty="0"/>
        </a:p>
      </dsp:txBody>
      <dsp:txXfrm>
        <a:off x="915619" y="1777919"/>
        <a:ext cx="5180381" cy="508163"/>
      </dsp:txXfrm>
    </dsp:sp>
    <dsp:sp modelId="{1313337C-5897-4A2B-83A9-E9A9235DED47}">
      <dsp:nvSpPr>
        <dsp:cNvPr id="12" name="椭圆 11"/>
        <dsp:cNvSpPr/>
      </dsp:nvSpPr>
      <dsp:spPr bwMode="white">
        <a:xfrm>
          <a:off x="598018" y="1714398"/>
          <a:ext cx="635203" cy="635203"/>
        </a:xfrm>
        <a:prstGeom prst="ellipse">
          <a:avLst/>
        </a:prstGeom>
      </dsp:spPr>
      <dsp:style>
        <a:lnRef idx="2">
          <a:schemeClr val="accent1"/>
        </a:lnRef>
        <a:fillRef idx="1">
          <a:schemeClr val="lt1"/>
        </a:fillRef>
        <a:effectRef idx="0">
          <a:scrgbClr r="0" g="0" b="0"/>
        </a:effectRef>
        <a:fontRef idx="minor"/>
      </dsp:style>
      <dsp:txXfrm>
        <a:off x="598018" y="1714398"/>
        <a:ext cx="635203" cy="635203"/>
      </dsp:txXfrm>
    </dsp:sp>
    <dsp:sp modelId="{E1710068-3AFF-443A-8845-36205E8D7E73}">
      <dsp:nvSpPr>
        <dsp:cNvPr id="13" name="矩形 12"/>
        <dsp:cNvSpPr/>
      </dsp:nvSpPr>
      <dsp:spPr bwMode="white">
        <a:xfrm>
          <a:off x="803859" y="2539919"/>
          <a:ext cx="5292141" cy="508163"/>
        </a:xfrm>
        <a:prstGeom prst="rect">
          <a:avLst/>
        </a:prstGeom>
      </dsp:spPr>
      <dsp:style>
        <a:lnRef idx="2">
          <a:schemeClr val="lt1"/>
        </a:lnRef>
        <a:fillRef idx="1">
          <a:schemeClr val="accent1"/>
        </a:fillRef>
        <a:effectRef idx="0">
          <a:scrgbClr r="0" g="0" b="0"/>
        </a:effectRef>
        <a:fontRef idx="minor">
          <a:schemeClr val="lt1"/>
        </a:fontRef>
      </dsp:style>
      <dsp:txBody>
        <a:bodyPr lIns="403354" tIns="71120" rIns="71120" bIns="71120" anchor="ctr"/>
        <a:lstStyle>
          <a:lvl1pPr algn="l">
            <a:defRPr sz="6500"/>
          </a:lvl1pPr>
          <a:lvl2pPr marL="285750" indent="-285750" algn="l">
            <a:defRPr sz="5000"/>
          </a:lvl2pPr>
          <a:lvl3pPr marL="571500" indent="-285750" algn="l">
            <a:defRPr sz="5000"/>
          </a:lvl3pPr>
          <a:lvl4pPr marL="857250" indent="-285750" algn="l">
            <a:defRPr sz="5000"/>
          </a:lvl4pPr>
          <a:lvl5pPr marL="1143000" indent="-285750" algn="l">
            <a:defRPr sz="5000"/>
          </a:lvl5pPr>
          <a:lvl6pPr marL="1428750" indent="-285750" algn="l">
            <a:defRPr sz="5000"/>
          </a:lvl6pPr>
          <a:lvl7pPr marL="1714500" indent="-285750" algn="l">
            <a:defRPr sz="5000"/>
          </a:lvl7pPr>
          <a:lvl8pPr marL="2000250" indent="-285750" algn="l">
            <a:defRPr sz="5000"/>
          </a:lvl8pPr>
          <a:lvl9pPr marL="2286000" indent="-285750" algn="l">
            <a:defRPr sz="5000"/>
          </a:lvl9pPr>
        </a:lstStyle>
        <a:p>
          <a:pPr lvl="0">
            <a:lnSpc>
              <a:spcPct val="100000"/>
            </a:lnSpc>
            <a:spcBef>
              <a:spcPct val="0"/>
            </a:spcBef>
            <a:spcAft>
              <a:spcPct val="35000"/>
            </a:spcAft>
          </a:pPr>
          <a:r>
            <a:rPr lang="zh-CN" altLang="en-US" sz="2800" dirty="0" smtClean="0"/>
            <a:t>数据字典</a:t>
          </a:r>
          <a:endParaRPr lang="zh-CN" altLang="en-US" sz="2800" dirty="0"/>
        </a:p>
      </dsp:txBody>
      <dsp:txXfrm>
        <a:off x="803859" y="2539919"/>
        <a:ext cx="5292141" cy="508163"/>
      </dsp:txXfrm>
    </dsp:sp>
    <dsp:sp modelId="{35A13872-063E-4C3C-BF40-A310B9E9B654}">
      <dsp:nvSpPr>
        <dsp:cNvPr id="14" name="椭圆 13"/>
        <dsp:cNvSpPr/>
      </dsp:nvSpPr>
      <dsp:spPr bwMode="white">
        <a:xfrm>
          <a:off x="486258" y="2476398"/>
          <a:ext cx="635203" cy="635203"/>
        </a:xfrm>
        <a:prstGeom prst="ellipse">
          <a:avLst/>
        </a:prstGeom>
      </dsp:spPr>
      <dsp:style>
        <a:lnRef idx="2">
          <a:schemeClr val="accent1"/>
        </a:lnRef>
        <a:fillRef idx="1">
          <a:schemeClr val="lt1"/>
        </a:fillRef>
        <a:effectRef idx="0">
          <a:scrgbClr r="0" g="0" b="0"/>
        </a:effectRef>
        <a:fontRef idx="minor"/>
      </dsp:style>
      <dsp:txXfrm>
        <a:off x="486258" y="2476398"/>
        <a:ext cx="635203" cy="635203"/>
      </dsp:txXfrm>
    </dsp:sp>
    <dsp:sp modelId="{811726FA-393F-4308-B5B0-A6B817B8DA3B}">
      <dsp:nvSpPr>
        <dsp:cNvPr id="15" name="矩形 14"/>
        <dsp:cNvSpPr/>
      </dsp:nvSpPr>
      <dsp:spPr bwMode="white">
        <a:xfrm>
          <a:off x="439725" y="3301919"/>
          <a:ext cx="5656275" cy="508163"/>
        </a:xfrm>
        <a:prstGeom prst="rect">
          <a:avLst/>
        </a:prstGeom>
      </dsp:spPr>
      <dsp:style>
        <a:lnRef idx="2">
          <a:schemeClr val="lt1"/>
        </a:lnRef>
        <a:fillRef idx="1">
          <a:schemeClr val="accent1"/>
        </a:fillRef>
        <a:effectRef idx="0">
          <a:scrgbClr r="0" g="0" b="0"/>
        </a:effectRef>
        <a:fontRef idx="minor">
          <a:schemeClr val="lt1"/>
        </a:fontRef>
      </dsp:style>
      <dsp:txBody>
        <a:bodyPr lIns="403354" tIns="71120" rIns="71120" bIns="71120" anchor="ctr"/>
        <a:lstStyle>
          <a:lvl1pPr algn="l">
            <a:defRPr sz="6500"/>
          </a:lvl1pPr>
          <a:lvl2pPr marL="285750" indent="-285750" algn="l">
            <a:defRPr sz="5000"/>
          </a:lvl2pPr>
          <a:lvl3pPr marL="571500" indent="-285750" algn="l">
            <a:defRPr sz="5000"/>
          </a:lvl3pPr>
          <a:lvl4pPr marL="857250" indent="-285750" algn="l">
            <a:defRPr sz="5000"/>
          </a:lvl4pPr>
          <a:lvl5pPr marL="1143000" indent="-285750" algn="l">
            <a:defRPr sz="5000"/>
          </a:lvl5pPr>
          <a:lvl6pPr marL="1428750" indent="-285750" algn="l">
            <a:defRPr sz="5000"/>
          </a:lvl6pPr>
          <a:lvl7pPr marL="1714500" indent="-285750" algn="l">
            <a:defRPr sz="5000"/>
          </a:lvl7pPr>
          <a:lvl8pPr marL="2000250" indent="-285750" algn="l">
            <a:defRPr sz="5000"/>
          </a:lvl8pPr>
          <a:lvl9pPr marL="2286000" indent="-285750" algn="l">
            <a:defRPr sz="5000"/>
          </a:lvl9pPr>
        </a:lstStyle>
        <a:p>
          <a:pPr lvl="0">
            <a:lnSpc>
              <a:spcPct val="100000"/>
            </a:lnSpc>
            <a:spcBef>
              <a:spcPct val="0"/>
            </a:spcBef>
            <a:spcAft>
              <a:spcPct val="35000"/>
            </a:spcAft>
          </a:pPr>
          <a:r>
            <a:rPr lang="zh-CN" altLang="en-US" sz="2800" dirty="0" smtClean="0"/>
            <a:t>对基本加工的说明</a:t>
          </a:r>
          <a:endParaRPr lang="zh-CN" altLang="en-US" sz="2800" dirty="0"/>
        </a:p>
      </dsp:txBody>
      <dsp:txXfrm>
        <a:off x="439725" y="3301919"/>
        <a:ext cx="5656275" cy="508163"/>
      </dsp:txXfrm>
    </dsp:sp>
    <dsp:sp modelId="{7080884B-CAC6-4112-B0AA-9D8B8957090F}">
      <dsp:nvSpPr>
        <dsp:cNvPr id="16" name="椭圆 15"/>
        <dsp:cNvSpPr/>
      </dsp:nvSpPr>
      <dsp:spPr bwMode="white">
        <a:xfrm>
          <a:off x="122123" y="3238398"/>
          <a:ext cx="635203" cy="635203"/>
        </a:xfrm>
        <a:prstGeom prst="ellipse">
          <a:avLst/>
        </a:prstGeom>
      </dsp:spPr>
      <dsp:style>
        <a:lnRef idx="2">
          <a:schemeClr val="accent1"/>
        </a:lnRef>
        <a:fillRef idx="1">
          <a:schemeClr val="lt1"/>
        </a:fillRef>
        <a:effectRef idx="0">
          <a:scrgbClr r="0" g="0" b="0"/>
        </a:effectRef>
        <a:fontRef idx="minor"/>
      </dsp:style>
      <dsp:txXfrm>
        <a:off x="122123" y="3238398"/>
        <a:ext cx="635203" cy="635203"/>
      </dsp:txXfrm>
    </dsp:sp>
    <dsp:sp modelId="{87B881BE-1148-4C54-A7D2-EA18E5FC8884}">
      <dsp:nvSpPr>
        <dsp:cNvPr id="3" name="矩形 2" hidden="1"/>
        <dsp:cNvSpPr/>
      </dsp:nvSpPr>
      <dsp:spPr bwMode="white">
        <a:xfrm>
          <a:off x="110373" y="82886"/>
          <a:ext cx="36000" cy="36000"/>
        </a:xfrm>
        <a:prstGeom prst="rect">
          <a:avLst/>
        </a:prstGeom>
      </dsp:spPr>
      <dsp:style>
        <a:lnRef idx="2">
          <a:schemeClr val="lt1"/>
        </a:lnRef>
        <a:fillRef idx="1">
          <a:schemeClr val="accent1"/>
        </a:fillRef>
        <a:effectRef idx="0">
          <a:scrgbClr r="0" g="0" b="0"/>
        </a:effectRef>
        <a:fontRef idx="minor">
          <a:schemeClr val="lt1"/>
        </a:fontRef>
      </dsp:style>
      <dsp:txXfrm>
        <a:off x="110373" y="82886"/>
        <a:ext cx="36000" cy="36000"/>
      </dsp:txXfrm>
    </dsp:sp>
    <dsp:sp modelId="{6432F0D6-421F-45AD-AF4A-8FEB03D155FF}">
      <dsp:nvSpPr>
        <dsp:cNvPr id="5" name="矩形 4" hidden="1"/>
        <dsp:cNvSpPr/>
      </dsp:nvSpPr>
      <dsp:spPr bwMode="white">
        <a:xfrm>
          <a:off x="910267" y="2014000"/>
          <a:ext cx="36000" cy="36000"/>
        </a:xfrm>
        <a:prstGeom prst="rect">
          <a:avLst/>
        </a:prstGeom>
      </dsp:spPr>
      <dsp:style>
        <a:lnRef idx="2">
          <a:schemeClr val="lt1"/>
        </a:lnRef>
        <a:fillRef idx="1">
          <a:schemeClr val="accent1"/>
        </a:fillRef>
        <a:effectRef idx="0">
          <a:scrgbClr r="0" g="0" b="0"/>
        </a:effectRef>
        <a:fontRef idx="minor">
          <a:schemeClr val="lt1"/>
        </a:fontRef>
      </dsp:style>
      <dsp:txXfrm>
        <a:off x="910267" y="2014000"/>
        <a:ext cx="36000" cy="36000"/>
      </dsp:txXfrm>
    </dsp:sp>
    <dsp:sp modelId="{2B103D66-47ED-43EE-AD12-FCA2A30F4910}">
      <dsp:nvSpPr>
        <dsp:cNvPr id="6" name="矩形 5" hidden="1"/>
        <dsp:cNvSpPr/>
      </dsp:nvSpPr>
      <dsp:spPr bwMode="white">
        <a:xfrm>
          <a:off x="110373" y="3945114"/>
          <a:ext cx="36000" cy="36000"/>
        </a:xfrm>
        <a:prstGeom prst="rect">
          <a:avLst/>
        </a:prstGeom>
      </dsp:spPr>
      <dsp:style>
        <a:lnRef idx="2">
          <a:schemeClr val="lt1"/>
        </a:lnRef>
        <a:fillRef idx="1">
          <a:schemeClr val="accent1"/>
        </a:fillRef>
        <a:effectRef idx="0">
          <a:scrgbClr r="0" g="0" b="0"/>
        </a:effectRef>
        <a:fontRef idx="minor">
          <a:schemeClr val="lt1"/>
        </a:fontRef>
      </dsp:style>
      <dsp:txXfrm>
        <a:off x="110373" y="3945114"/>
        <a:ext cx="36000" cy="36000"/>
      </dsp:txXfrm>
    </dsp:sp>
  </dsp:spTree>
</dsp:drawing>
</file>

<file path=ppt/diagrams/drawing4.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组合 1"/>
      <dsp:cNvGrpSpPr/>
    </dsp:nvGrpSpPr>
    <dsp:grpSpPr>
      <a:xfrm>
        <a:off x="0" y="0"/>
        <a:ext cx="6096000" cy="4064000"/>
        <a:chOff x="0" y="0"/>
        <a:chExt cx="6096000" cy="4064000"/>
      </a:xfrm>
    </dsp:grpSpPr>
    <dsp:sp modelId="{C6F6F296-B27F-4543-A1EA-7EE8CA3905C5}">
      <dsp:nvSpPr>
        <dsp:cNvPr id="4" name="空心弧 3"/>
        <dsp:cNvSpPr/>
      </dsp:nvSpPr>
      <dsp:spPr bwMode="white">
        <a:xfrm>
          <a:off x="-4551749" y="-717008"/>
          <a:ext cx="5498016" cy="5498016"/>
        </a:xfrm>
        <a:prstGeom prst="blockArc">
          <a:avLst>
            <a:gd name="adj1" fmla="val 18900000"/>
            <a:gd name="adj2" fmla="val 2700000"/>
            <a:gd name="adj3" fmla="val 329"/>
          </a:avLst>
        </a:prstGeom>
      </dsp:spPr>
      <dsp:style>
        <a:lnRef idx="2">
          <a:schemeClr val="accent1">
            <a:shade val="60000"/>
          </a:schemeClr>
        </a:lnRef>
        <a:fillRef idx="0">
          <a:schemeClr val="accent1"/>
        </a:fillRef>
        <a:effectRef idx="0">
          <a:scrgbClr r="0" g="0" b="0"/>
        </a:effectRef>
        <a:fontRef idx="minor"/>
      </dsp:style>
      <dsp:txXfrm>
        <a:off x="-4551749" y="-717008"/>
        <a:ext cx="5498016" cy="5498016"/>
      </dsp:txXfrm>
    </dsp:sp>
    <dsp:sp modelId="{175C4239-7320-4B26-A1A1-E71156B3A1A5}">
      <dsp:nvSpPr>
        <dsp:cNvPr id="7" name="矩形 6"/>
        <dsp:cNvSpPr/>
      </dsp:nvSpPr>
      <dsp:spPr bwMode="white">
        <a:xfrm>
          <a:off x="439725" y="253919"/>
          <a:ext cx="5656275" cy="508163"/>
        </a:xfrm>
        <a:prstGeom prst="rect">
          <a:avLst/>
        </a:prstGeom>
      </dsp:spPr>
      <dsp:style>
        <a:lnRef idx="2">
          <a:schemeClr val="lt1"/>
        </a:lnRef>
        <a:fillRef idx="1">
          <a:schemeClr val="accent1"/>
        </a:fillRef>
        <a:effectRef idx="0">
          <a:scrgbClr r="0" g="0" b="0"/>
        </a:effectRef>
        <a:fontRef idx="minor">
          <a:schemeClr val="lt1"/>
        </a:fontRef>
      </dsp:style>
      <dsp:txBody>
        <a:bodyPr lIns="403354" tIns="71120" rIns="71120" bIns="71120" anchor="ctr"/>
        <a:lstStyle>
          <a:lvl1pPr algn="l">
            <a:defRPr sz="6500"/>
          </a:lvl1pPr>
          <a:lvl2pPr marL="285750" indent="-285750" algn="l">
            <a:defRPr sz="5000"/>
          </a:lvl2pPr>
          <a:lvl3pPr marL="571500" indent="-285750" algn="l">
            <a:defRPr sz="5000"/>
          </a:lvl3pPr>
          <a:lvl4pPr marL="857250" indent="-285750" algn="l">
            <a:defRPr sz="5000"/>
          </a:lvl4pPr>
          <a:lvl5pPr marL="1143000" indent="-285750" algn="l">
            <a:defRPr sz="5000"/>
          </a:lvl5pPr>
          <a:lvl6pPr marL="1428750" indent="-285750" algn="l">
            <a:defRPr sz="5000"/>
          </a:lvl6pPr>
          <a:lvl7pPr marL="1714500" indent="-285750" algn="l">
            <a:defRPr sz="5000"/>
          </a:lvl7pPr>
          <a:lvl8pPr marL="2000250" indent="-285750" algn="l">
            <a:defRPr sz="5000"/>
          </a:lvl8pPr>
          <a:lvl9pPr marL="2286000" indent="-285750" algn="l">
            <a:defRPr sz="5000"/>
          </a:lvl9pPr>
        </a:lstStyle>
        <a:p>
          <a:pPr lvl="0">
            <a:lnSpc>
              <a:spcPct val="100000"/>
            </a:lnSpc>
            <a:spcBef>
              <a:spcPct val="0"/>
            </a:spcBef>
            <a:spcAft>
              <a:spcPct val="35000"/>
            </a:spcAft>
          </a:pPr>
          <a:r>
            <a:rPr lang="zh-CN" altLang="en-US" sz="2800" dirty="0" smtClean="0">
              <a:solidFill>
                <a:srgbClr val="FF0000"/>
              </a:solidFill>
            </a:rPr>
            <a:t>结构化分析方法概述</a:t>
          </a:r>
          <a:endParaRPr lang="zh-CN" altLang="en-US" sz="2800" dirty="0">
            <a:solidFill>
              <a:srgbClr val="FF0000"/>
            </a:solidFill>
          </a:endParaRPr>
        </a:p>
      </dsp:txBody>
      <dsp:txXfrm>
        <a:off x="439725" y="253919"/>
        <a:ext cx="5656275" cy="508163"/>
      </dsp:txXfrm>
    </dsp:sp>
    <dsp:sp modelId="{E2716414-100F-449C-AD15-1D86D8467CAC}">
      <dsp:nvSpPr>
        <dsp:cNvPr id="8" name="椭圆 7"/>
        <dsp:cNvSpPr/>
      </dsp:nvSpPr>
      <dsp:spPr bwMode="white">
        <a:xfrm>
          <a:off x="122123" y="190398"/>
          <a:ext cx="635203" cy="635203"/>
        </a:xfrm>
        <a:prstGeom prst="ellipse">
          <a:avLst/>
        </a:prstGeom>
      </dsp:spPr>
      <dsp:style>
        <a:lnRef idx="2">
          <a:schemeClr val="accent1"/>
        </a:lnRef>
        <a:fillRef idx="1">
          <a:schemeClr val="lt1"/>
        </a:fillRef>
        <a:effectRef idx="0">
          <a:scrgbClr r="0" g="0" b="0"/>
        </a:effectRef>
        <a:fontRef idx="minor"/>
      </dsp:style>
      <dsp:txXfrm>
        <a:off x="122123" y="190398"/>
        <a:ext cx="635203" cy="635203"/>
      </dsp:txXfrm>
    </dsp:sp>
    <dsp:sp modelId="{4BB00A72-CF4F-43CB-8AD0-B6ED7F99C27C}">
      <dsp:nvSpPr>
        <dsp:cNvPr id="9" name="矩形 8"/>
        <dsp:cNvSpPr/>
      </dsp:nvSpPr>
      <dsp:spPr bwMode="white">
        <a:xfrm>
          <a:off x="803859" y="1015919"/>
          <a:ext cx="5292141" cy="508163"/>
        </a:xfrm>
        <a:prstGeom prst="rect">
          <a:avLst/>
        </a:prstGeom>
      </dsp:spPr>
      <dsp:style>
        <a:lnRef idx="2">
          <a:schemeClr val="lt1"/>
        </a:lnRef>
        <a:fillRef idx="1">
          <a:schemeClr val="accent1"/>
        </a:fillRef>
        <a:effectRef idx="0">
          <a:scrgbClr r="0" g="0" b="0"/>
        </a:effectRef>
        <a:fontRef idx="minor">
          <a:schemeClr val="lt1"/>
        </a:fontRef>
      </dsp:style>
      <dsp:txBody>
        <a:bodyPr lIns="403354" tIns="71120" rIns="71120" bIns="71120" anchor="ctr"/>
        <a:lstStyle>
          <a:lvl1pPr algn="l">
            <a:defRPr sz="6500"/>
          </a:lvl1pPr>
          <a:lvl2pPr marL="285750" indent="-285750" algn="l">
            <a:defRPr sz="5000"/>
          </a:lvl2pPr>
          <a:lvl3pPr marL="571500" indent="-285750" algn="l">
            <a:defRPr sz="5000"/>
          </a:lvl3pPr>
          <a:lvl4pPr marL="857250" indent="-285750" algn="l">
            <a:defRPr sz="5000"/>
          </a:lvl4pPr>
          <a:lvl5pPr marL="1143000" indent="-285750" algn="l">
            <a:defRPr sz="5000"/>
          </a:lvl5pPr>
          <a:lvl6pPr marL="1428750" indent="-285750" algn="l">
            <a:defRPr sz="5000"/>
          </a:lvl6pPr>
          <a:lvl7pPr marL="1714500" indent="-285750" algn="l">
            <a:defRPr sz="5000"/>
          </a:lvl7pPr>
          <a:lvl8pPr marL="2000250" indent="-285750" algn="l">
            <a:defRPr sz="5000"/>
          </a:lvl8pPr>
          <a:lvl9pPr marL="2286000" indent="-285750" algn="l">
            <a:defRPr sz="5000"/>
          </a:lvl9pPr>
        </a:lstStyle>
        <a:p>
          <a:pPr lvl="0">
            <a:lnSpc>
              <a:spcPct val="100000"/>
            </a:lnSpc>
            <a:spcBef>
              <a:spcPct val="0"/>
            </a:spcBef>
            <a:spcAft>
              <a:spcPct val="35000"/>
            </a:spcAft>
          </a:pPr>
          <a:r>
            <a:rPr lang="zh-CN" altLang="en-US" sz="2800" dirty="0" smtClean="0">
              <a:solidFill>
                <a:srgbClr val="FF0000"/>
              </a:solidFill>
            </a:rPr>
            <a:t>数据流图</a:t>
          </a:r>
          <a:endParaRPr lang="zh-CN" altLang="en-US" sz="2800" dirty="0">
            <a:solidFill>
              <a:srgbClr val="FF0000"/>
            </a:solidFill>
          </a:endParaRPr>
        </a:p>
      </dsp:txBody>
      <dsp:txXfrm>
        <a:off x="803859" y="1015919"/>
        <a:ext cx="5292141" cy="508163"/>
      </dsp:txXfrm>
    </dsp:sp>
    <dsp:sp modelId="{97565D88-474C-4628-BC28-802F99749A2C}">
      <dsp:nvSpPr>
        <dsp:cNvPr id="10" name="椭圆 9"/>
        <dsp:cNvSpPr/>
      </dsp:nvSpPr>
      <dsp:spPr bwMode="white">
        <a:xfrm>
          <a:off x="486258" y="952398"/>
          <a:ext cx="635203" cy="635203"/>
        </a:xfrm>
        <a:prstGeom prst="ellipse">
          <a:avLst/>
        </a:prstGeom>
      </dsp:spPr>
      <dsp:style>
        <a:lnRef idx="2">
          <a:schemeClr val="accent1"/>
        </a:lnRef>
        <a:fillRef idx="1">
          <a:schemeClr val="lt1"/>
        </a:fillRef>
        <a:effectRef idx="0">
          <a:scrgbClr r="0" g="0" b="0"/>
        </a:effectRef>
        <a:fontRef idx="minor"/>
      </dsp:style>
      <dsp:txXfrm>
        <a:off x="486258" y="952398"/>
        <a:ext cx="635203" cy="635203"/>
      </dsp:txXfrm>
    </dsp:sp>
    <dsp:sp modelId="{127C6E97-9FED-45E1-9B87-C35034D4DA77}">
      <dsp:nvSpPr>
        <dsp:cNvPr id="11" name="矩形 10"/>
        <dsp:cNvSpPr/>
      </dsp:nvSpPr>
      <dsp:spPr bwMode="white">
        <a:xfrm>
          <a:off x="915619" y="1777919"/>
          <a:ext cx="5180381" cy="508163"/>
        </a:xfrm>
        <a:prstGeom prst="rect">
          <a:avLst/>
        </a:prstGeom>
      </dsp:spPr>
      <dsp:style>
        <a:lnRef idx="2">
          <a:schemeClr val="lt1"/>
        </a:lnRef>
        <a:fillRef idx="1">
          <a:schemeClr val="accent1"/>
        </a:fillRef>
        <a:effectRef idx="0">
          <a:scrgbClr r="0" g="0" b="0"/>
        </a:effectRef>
        <a:fontRef idx="minor">
          <a:schemeClr val="lt1"/>
        </a:fontRef>
      </dsp:style>
      <dsp:txBody>
        <a:bodyPr lIns="403354" tIns="71120" rIns="71120" bIns="71120" anchor="ctr"/>
        <a:lstStyle>
          <a:lvl1pPr algn="l">
            <a:defRPr sz="6500"/>
          </a:lvl1pPr>
          <a:lvl2pPr marL="285750" indent="-285750" algn="l">
            <a:defRPr sz="5000"/>
          </a:lvl2pPr>
          <a:lvl3pPr marL="571500" indent="-285750" algn="l">
            <a:defRPr sz="5000"/>
          </a:lvl3pPr>
          <a:lvl4pPr marL="857250" indent="-285750" algn="l">
            <a:defRPr sz="5000"/>
          </a:lvl4pPr>
          <a:lvl5pPr marL="1143000" indent="-285750" algn="l">
            <a:defRPr sz="5000"/>
          </a:lvl5pPr>
          <a:lvl6pPr marL="1428750" indent="-285750" algn="l">
            <a:defRPr sz="5000"/>
          </a:lvl6pPr>
          <a:lvl7pPr marL="1714500" indent="-285750" algn="l">
            <a:defRPr sz="5000"/>
          </a:lvl7pPr>
          <a:lvl8pPr marL="2000250" indent="-285750" algn="l">
            <a:defRPr sz="5000"/>
          </a:lvl8pPr>
          <a:lvl9pPr marL="2286000" indent="-285750" algn="l">
            <a:defRPr sz="5000"/>
          </a:lvl9pPr>
        </a:lstStyle>
        <a:p>
          <a:pPr lvl="0">
            <a:lnSpc>
              <a:spcPct val="100000"/>
            </a:lnSpc>
            <a:spcBef>
              <a:spcPct val="0"/>
            </a:spcBef>
            <a:spcAft>
              <a:spcPct val="35000"/>
            </a:spcAft>
          </a:pPr>
          <a:r>
            <a:rPr lang="zh-CN" altLang="en-US" sz="2800" dirty="0" smtClean="0">
              <a:solidFill>
                <a:srgbClr val="FF0000"/>
              </a:solidFill>
            </a:rPr>
            <a:t>数据流图审查</a:t>
          </a:r>
          <a:endParaRPr lang="zh-CN" altLang="en-US" sz="2800" dirty="0">
            <a:solidFill>
              <a:srgbClr val="FF0000"/>
            </a:solidFill>
          </a:endParaRPr>
        </a:p>
      </dsp:txBody>
      <dsp:txXfrm>
        <a:off x="915619" y="1777919"/>
        <a:ext cx="5180381" cy="508163"/>
      </dsp:txXfrm>
    </dsp:sp>
    <dsp:sp modelId="{1313337C-5897-4A2B-83A9-E9A9235DED47}">
      <dsp:nvSpPr>
        <dsp:cNvPr id="12" name="椭圆 11"/>
        <dsp:cNvSpPr/>
      </dsp:nvSpPr>
      <dsp:spPr bwMode="white">
        <a:xfrm>
          <a:off x="598018" y="1714398"/>
          <a:ext cx="635203" cy="635203"/>
        </a:xfrm>
        <a:prstGeom prst="ellipse">
          <a:avLst/>
        </a:prstGeom>
      </dsp:spPr>
      <dsp:style>
        <a:lnRef idx="2">
          <a:schemeClr val="accent1"/>
        </a:lnRef>
        <a:fillRef idx="1">
          <a:schemeClr val="lt1"/>
        </a:fillRef>
        <a:effectRef idx="0">
          <a:scrgbClr r="0" g="0" b="0"/>
        </a:effectRef>
        <a:fontRef idx="minor"/>
      </dsp:style>
      <dsp:txXfrm>
        <a:off x="598018" y="1714398"/>
        <a:ext cx="635203" cy="635203"/>
      </dsp:txXfrm>
    </dsp:sp>
    <dsp:sp modelId="{E1710068-3AFF-443A-8845-36205E8D7E73}">
      <dsp:nvSpPr>
        <dsp:cNvPr id="13" name="矩形 12"/>
        <dsp:cNvSpPr/>
      </dsp:nvSpPr>
      <dsp:spPr bwMode="white">
        <a:xfrm>
          <a:off x="803859" y="2539919"/>
          <a:ext cx="5292141" cy="508163"/>
        </a:xfrm>
        <a:prstGeom prst="rect">
          <a:avLst/>
        </a:prstGeom>
      </dsp:spPr>
      <dsp:style>
        <a:lnRef idx="2">
          <a:schemeClr val="lt1"/>
        </a:lnRef>
        <a:fillRef idx="1">
          <a:schemeClr val="accent1"/>
        </a:fillRef>
        <a:effectRef idx="0">
          <a:scrgbClr r="0" g="0" b="0"/>
        </a:effectRef>
        <a:fontRef idx="minor">
          <a:schemeClr val="lt1"/>
        </a:fontRef>
      </dsp:style>
      <dsp:txBody>
        <a:bodyPr lIns="403354" tIns="71120" rIns="71120" bIns="71120" anchor="ctr"/>
        <a:lstStyle>
          <a:lvl1pPr algn="l">
            <a:defRPr sz="6500"/>
          </a:lvl1pPr>
          <a:lvl2pPr marL="285750" indent="-285750" algn="l">
            <a:defRPr sz="5000"/>
          </a:lvl2pPr>
          <a:lvl3pPr marL="571500" indent="-285750" algn="l">
            <a:defRPr sz="5000"/>
          </a:lvl3pPr>
          <a:lvl4pPr marL="857250" indent="-285750" algn="l">
            <a:defRPr sz="5000"/>
          </a:lvl4pPr>
          <a:lvl5pPr marL="1143000" indent="-285750" algn="l">
            <a:defRPr sz="5000"/>
          </a:lvl5pPr>
          <a:lvl6pPr marL="1428750" indent="-285750" algn="l">
            <a:defRPr sz="5000"/>
          </a:lvl6pPr>
          <a:lvl7pPr marL="1714500" indent="-285750" algn="l">
            <a:defRPr sz="5000"/>
          </a:lvl7pPr>
          <a:lvl8pPr marL="2000250" indent="-285750" algn="l">
            <a:defRPr sz="5000"/>
          </a:lvl8pPr>
          <a:lvl9pPr marL="2286000" indent="-285750" algn="l">
            <a:defRPr sz="5000"/>
          </a:lvl9pPr>
        </a:lstStyle>
        <a:p>
          <a:pPr lvl="0">
            <a:lnSpc>
              <a:spcPct val="100000"/>
            </a:lnSpc>
            <a:spcBef>
              <a:spcPct val="0"/>
            </a:spcBef>
            <a:spcAft>
              <a:spcPct val="35000"/>
            </a:spcAft>
          </a:pPr>
          <a:r>
            <a:rPr lang="zh-CN" altLang="en-US" sz="2800" dirty="0" smtClean="0"/>
            <a:t>数据字典</a:t>
          </a:r>
          <a:endParaRPr lang="zh-CN" altLang="en-US" sz="2800" dirty="0"/>
        </a:p>
      </dsp:txBody>
      <dsp:txXfrm>
        <a:off x="803859" y="2539919"/>
        <a:ext cx="5292141" cy="508163"/>
      </dsp:txXfrm>
    </dsp:sp>
    <dsp:sp modelId="{35A13872-063E-4C3C-BF40-A310B9E9B654}">
      <dsp:nvSpPr>
        <dsp:cNvPr id="14" name="椭圆 13"/>
        <dsp:cNvSpPr/>
      </dsp:nvSpPr>
      <dsp:spPr bwMode="white">
        <a:xfrm>
          <a:off x="486258" y="2476398"/>
          <a:ext cx="635203" cy="635203"/>
        </a:xfrm>
        <a:prstGeom prst="ellipse">
          <a:avLst/>
        </a:prstGeom>
      </dsp:spPr>
      <dsp:style>
        <a:lnRef idx="2">
          <a:schemeClr val="accent1"/>
        </a:lnRef>
        <a:fillRef idx="1">
          <a:schemeClr val="lt1"/>
        </a:fillRef>
        <a:effectRef idx="0">
          <a:scrgbClr r="0" g="0" b="0"/>
        </a:effectRef>
        <a:fontRef idx="minor"/>
      </dsp:style>
      <dsp:txXfrm>
        <a:off x="486258" y="2476398"/>
        <a:ext cx="635203" cy="635203"/>
      </dsp:txXfrm>
    </dsp:sp>
    <dsp:sp modelId="{811726FA-393F-4308-B5B0-A6B817B8DA3B}">
      <dsp:nvSpPr>
        <dsp:cNvPr id="15" name="矩形 14"/>
        <dsp:cNvSpPr/>
      </dsp:nvSpPr>
      <dsp:spPr bwMode="white">
        <a:xfrm>
          <a:off x="439725" y="3301919"/>
          <a:ext cx="5656275" cy="508163"/>
        </a:xfrm>
        <a:prstGeom prst="rect">
          <a:avLst/>
        </a:prstGeom>
      </dsp:spPr>
      <dsp:style>
        <a:lnRef idx="2">
          <a:schemeClr val="lt1"/>
        </a:lnRef>
        <a:fillRef idx="1">
          <a:schemeClr val="accent1"/>
        </a:fillRef>
        <a:effectRef idx="0">
          <a:scrgbClr r="0" g="0" b="0"/>
        </a:effectRef>
        <a:fontRef idx="minor">
          <a:schemeClr val="lt1"/>
        </a:fontRef>
      </dsp:style>
      <dsp:txBody>
        <a:bodyPr lIns="403354" tIns="71120" rIns="71120" bIns="71120" anchor="ctr"/>
        <a:lstStyle>
          <a:lvl1pPr algn="l">
            <a:defRPr sz="6500"/>
          </a:lvl1pPr>
          <a:lvl2pPr marL="285750" indent="-285750" algn="l">
            <a:defRPr sz="5000"/>
          </a:lvl2pPr>
          <a:lvl3pPr marL="571500" indent="-285750" algn="l">
            <a:defRPr sz="5000"/>
          </a:lvl3pPr>
          <a:lvl4pPr marL="857250" indent="-285750" algn="l">
            <a:defRPr sz="5000"/>
          </a:lvl4pPr>
          <a:lvl5pPr marL="1143000" indent="-285750" algn="l">
            <a:defRPr sz="5000"/>
          </a:lvl5pPr>
          <a:lvl6pPr marL="1428750" indent="-285750" algn="l">
            <a:defRPr sz="5000"/>
          </a:lvl6pPr>
          <a:lvl7pPr marL="1714500" indent="-285750" algn="l">
            <a:defRPr sz="5000"/>
          </a:lvl7pPr>
          <a:lvl8pPr marL="2000250" indent="-285750" algn="l">
            <a:defRPr sz="5000"/>
          </a:lvl8pPr>
          <a:lvl9pPr marL="2286000" indent="-285750" algn="l">
            <a:defRPr sz="5000"/>
          </a:lvl9pPr>
        </a:lstStyle>
        <a:p>
          <a:pPr lvl="0">
            <a:lnSpc>
              <a:spcPct val="100000"/>
            </a:lnSpc>
            <a:spcBef>
              <a:spcPct val="0"/>
            </a:spcBef>
            <a:spcAft>
              <a:spcPct val="35000"/>
            </a:spcAft>
          </a:pPr>
          <a:r>
            <a:rPr lang="zh-CN" altLang="en-US" sz="2800" dirty="0" smtClean="0"/>
            <a:t>对基本加工的说明</a:t>
          </a:r>
          <a:endParaRPr lang="zh-CN" altLang="en-US" sz="2800" dirty="0"/>
        </a:p>
      </dsp:txBody>
      <dsp:txXfrm>
        <a:off x="439725" y="3301919"/>
        <a:ext cx="5656275" cy="508163"/>
      </dsp:txXfrm>
    </dsp:sp>
    <dsp:sp modelId="{7080884B-CAC6-4112-B0AA-9D8B8957090F}">
      <dsp:nvSpPr>
        <dsp:cNvPr id="16" name="椭圆 15"/>
        <dsp:cNvSpPr/>
      </dsp:nvSpPr>
      <dsp:spPr bwMode="white">
        <a:xfrm>
          <a:off x="122123" y="3238398"/>
          <a:ext cx="635203" cy="635203"/>
        </a:xfrm>
        <a:prstGeom prst="ellipse">
          <a:avLst/>
        </a:prstGeom>
      </dsp:spPr>
      <dsp:style>
        <a:lnRef idx="2">
          <a:schemeClr val="accent1"/>
        </a:lnRef>
        <a:fillRef idx="1">
          <a:schemeClr val="lt1"/>
        </a:fillRef>
        <a:effectRef idx="0">
          <a:scrgbClr r="0" g="0" b="0"/>
        </a:effectRef>
        <a:fontRef idx="minor"/>
      </dsp:style>
      <dsp:txXfrm>
        <a:off x="122123" y="3238398"/>
        <a:ext cx="635203" cy="635203"/>
      </dsp:txXfrm>
    </dsp:sp>
    <dsp:sp modelId="{87B881BE-1148-4C54-A7D2-EA18E5FC8884}">
      <dsp:nvSpPr>
        <dsp:cNvPr id="3" name="矩形 2" hidden="1"/>
        <dsp:cNvSpPr/>
      </dsp:nvSpPr>
      <dsp:spPr bwMode="white">
        <a:xfrm>
          <a:off x="110373" y="82886"/>
          <a:ext cx="36000" cy="36000"/>
        </a:xfrm>
        <a:prstGeom prst="rect">
          <a:avLst/>
        </a:prstGeom>
      </dsp:spPr>
      <dsp:style>
        <a:lnRef idx="2">
          <a:schemeClr val="lt1"/>
        </a:lnRef>
        <a:fillRef idx="1">
          <a:schemeClr val="accent1"/>
        </a:fillRef>
        <a:effectRef idx="0">
          <a:scrgbClr r="0" g="0" b="0"/>
        </a:effectRef>
        <a:fontRef idx="minor">
          <a:schemeClr val="lt1"/>
        </a:fontRef>
      </dsp:style>
      <dsp:txXfrm>
        <a:off x="110373" y="82886"/>
        <a:ext cx="36000" cy="36000"/>
      </dsp:txXfrm>
    </dsp:sp>
    <dsp:sp modelId="{6432F0D6-421F-45AD-AF4A-8FEB03D155FF}">
      <dsp:nvSpPr>
        <dsp:cNvPr id="5" name="矩形 4" hidden="1"/>
        <dsp:cNvSpPr/>
      </dsp:nvSpPr>
      <dsp:spPr bwMode="white">
        <a:xfrm>
          <a:off x="910267" y="2014000"/>
          <a:ext cx="36000" cy="36000"/>
        </a:xfrm>
        <a:prstGeom prst="rect">
          <a:avLst/>
        </a:prstGeom>
      </dsp:spPr>
      <dsp:style>
        <a:lnRef idx="2">
          <a:schemeClr val="lt1"/>
        </a:lnRef>
        <a:fillRef idx="1">
          <a:schemeClr val="accent1"/>
        </a:fillRef>
        <a:effectRef idx="0">
          <a:scrgbClr r="0" g="0" b="0"/>
        </a:effectRef>
        <a:fontRef idx="minor">
          <a:schemeClr val="lt1"/>
        </a:fontRef>
      </dsp:style>
      <dsp:txXfrm>
        <a:off x="910267" y="2014000"/>
        <a:ext cx="36000" cy="36000"/>
      </dsp:txXfrm>
    </dsp:sp>
    <dsp:sp modelId="{2B103D66-47ED-43EE-AD12-FCA2A30F4910}">
      <dsp:nvSpPr>
        <dsp:cNvPr id="6" name="矩形 5" hidden="1"/>
        <dsp:cNvSpPr/>
      </dsp:nvSpPr>
      <dsp:spPr bwMode="white">
        <a:xfrm>
          <a:off x="110373" y="3945114"/>
          <a:ext cx="36000" cy="36000"/>
        </a:xfrm>
        <a:prstGeom prst="rect">
          <a:avLst/>
        </a:prstGeom>
      </dsp:spPr>
      <dsp:style>
        <a:lnRef idx="2">
          <a:schemeClr val="lt1"/>
        </a:lnRef>
        <a:fillRef idx="1">
          <a:schemeClr val="accent1"/>
        </a:fillRef>
        <a:effectRef idx="0">
          <a:scrgbClr r="0" g="0" b="0"/>
        </a:effectRef>
        <a:fontRef idx="minor">
          <a:schemeClr val="lt1"/>
        </a:fontRef>
      </dsp:style>
      <dsp:txXfrm>
        <a:off x="110373" y="3945114"/>
        <a:ext cx="36000" cy="36000"/>
      </dsp:txXfrm>
    </dsp:sp>
  </dsp:spTree>
</dsp:drawing>
</file>

<file path=ppt/diagrams/drawing5.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组合 1"/>
      <dsp:cNvGrpSpPr/>
    </dsp:nvGrpSpPr>
    <dsp:grpSpPr>
      <a:xfrm>
        <a:off x="0" y="0"/>
        <a:ext cx="6096000" cy="4064000"/>
        <a:chOff x="0" y="0"/>
        <a:chExt cx="6096000" cy="4064000"/>
      </a:xfrm>
    </dsp:grpSpPr>
    <dsp:sp modelId="{C6F6F296-B27F-4543-A1EA-7EE8CA3905C5}">
      <dsp:nvSpPr>
        <dsp:cNvPr id="4" name="空心弧 3"/>
        <dsp:cNvSpPr/>
      </dsp:nvSpPr>
      <dsp:spPr bwMode="white">
        <a:xfrm>
          <a:off x="-4551749" y="-717008"/>
          <a:ext cx="5498016" cy="5498016"/>
        </a:xfrm>
        <a:prstGeom prst="blockArc">
          <a:avLst>
            <a:gd name="adj1" fmla="val 18900000"/>
            <a:gd name="adj2" fmla="val 2700000"/>
            <a:gd name="adj3" fmla="val 329"/>
          </a:avLst>
        </a:prstGeom>
      </dsp:spPr>
      <dsp:style>
        <a:lnRef idx="2">
          <a:schemeClr val="accent1">
            <a:shade val="60000"/>
          </a:schemeClr>
        </a:lnRef>
        <a:fillRef idx="0">
          <a:schemeClr val="accent1"/>
        </a:fillRef>
        <a:effectRef idx="0">
          <a:scrgbClr r="0" g="0" b="0"/>
        </a:effectRef>
        <a:fontRef idx="minor"/>
      </dsp:style>
      <dsp:txXfrm>
        <a:off x="-4551749" y="-717008"/>
        <a:ext cx="5498016" cy="5498016"/>
      </dsp:txXfrm>
    </dsp:sp>
    <dsp:sp modelId="{175C4239-7320-4B26-A1A1-E71156B3A1A5}">
      <dsp:nvSpPr>
        <dsp:cNvPr id="7" name="矩形 6"/>
        <dsp:cNvSpPr/>
      </dsp:nvSpPr>
      <dsp:spPr bwMode="white">
        <a:xfrm>
          <a:off x="439725" y="253919"/>
          <a:ext cx="5656275" cy="508163"/>
        </a:xfrm>
        <a:prstGeom prst="rect">
          <a:avLst/>
        </a:prstGeom>
      </dsp:spPr>
      <dsp:style>
        <a:lnRef idx="2">
          <a:schemeClr val="lt1"/>
        </a:lnRef>
        <a:fillRef idx="1">
          <a:schemeClr val="accent1"/>
        </a:fillRef>
        <a:effectRef idx="0">
          <a:scrgbClr r="0" g="0" b="0"/>
        </a:effectRef>
        <a:fontRef idx="minor">
          <a:schemeClr val="lt1"/>
        </a:fontRef>
      </dsp:style>
      <dsp:txBody>
        <a:bodyPr lIns="403354" tIns="71120" rIns="71120" bIns="71120" anchor="ctr"/>
        <a:lstStyle>
          <a:lvl1pPr algn="l">
            <a:defRPr sz="6500"/>
          </a:lvl1pPr>
          <a:lvl2pPr marL="285750" indent="-285750" algn="l">
            <a:defRPr sz="5000"/>
          </a:lvl2pPr>
          <a:lvl3pPr marL="571500" indent="-285750" algn="l">
            <a:defRPr sz="5000"/>
          </a:lvl3pPr>
          <a:lvl4pPr marL="857250" indent="-285750" algn="l">
            <a:defRPr sz="5000"/>
          </a:lvl4pPr>
          <a:lvl5pPr marL="1143000" indent="-285750" algn="l">
            <a:defRPr sz="5000"/>
          </a:lvl5pPr>
          <a:lvl6pPr marL="1428750" indent="-285750" algn="l">
            <a:defRPr sz="5000"/>
          </a:lvl6pPr>
          <a:lvl7pPr marL="1714500" indent="-285750" algn="l">
            <a:defRPr sz="5000"/>
          </a:lvl7pPr>
          <a:lvl8pPr marL="2000250" indent="-285750" algn="l">
            <a:defRPr sz="5000"/>
          </a:lvl8pPr>
          <a:lvl9pPr marL="2286000" indent="-285750" algn="l">
            <a:defRPr sz="5000"/>
          </a:lvl9pPr>
        </a:lstStyle>
        <a:p>
          <a:pPr lvl="0">
            <a:lnSpc>
              <a:spcPct val="100000"/>
            </a:lnSpc>
            <a:spcBef>
              <a:spcPct val="0"/>
            </a:spcBef>
            <a:spcAft>
              <a:spcPct val="35000"/>
            </a:spcAft>
          </a:pPr>
          <a:r>
            <a:rPr lang="zh-CN" altLang="en-US" sz="2800" dirty="0" smtClean="0">
              <a:solidFill>
                <a:srgbClr val="FF0000"/>
              </a:solidFill>
            </a:rPr>
            <a:t>结构化分析方法概述</a:t>
          </a:r>
          <a:endParaRPr lang="zh-CN" altLang="en-US" sz="2800" dirty="0">
            <a:solidFill>
              <a:srgbClr val="FF0000"/>
            </a:solidFill>
          </a:endParaRPr>
        </a:p>
      </dsp:txBody>
      <dsp:txXfrm>
        <a:off x="439725" y="253919"/>
        <a:ext cx="5656275" cy="508163"/>
      </dsp:txXfrm>
    </dsp:sp>
    <dsp:sp modelId="{E2716414-100F-449C-AD15-1D86D8467CAC}">
      <dsp:nvSpPr>
        <dsp:cNvPr id="8" name="椭圆 7"/>
        <dsp:cNvSpPr/>
      </dsp:nvSpPr>
      <dsp:spPr bwMode="white">
        <a:xfrm>
          <a:off x="122123" y="190398"/>
          <a:ext cx="635203" cy="635203"/>
        </a:xfrm>
        <a:prstGeom prst="ellipse">
          <a:avLst/>
        </a:prstGeom>
      </dsp:spPr>
      <dsp:style>
        <a:lnRef idx="2">
          <a:schemeClr val="accent1"/>
        </a:lnRef>
        <a:fillRef idx="1">
          <a:schemeClr val="lt1"/>
        </a:fillRef>
        <a:effectRef idx="0">
          <a:scrgbClr r="0" g="0" b="0"/>
        </a:effectRef>
        <a:fontRef idx="minor"/>
      </dsp:style>
      <dsp:txXfrm>
        <a:off x="122123" y="190398"/>
        <a:ext cx="635203" cy="635203"/>
      </dsp:txXfrm>
    </dsp:sp>
    <dsp:sp modelId="{4BB00A72-CF4F-43CB-8AD0-B6ED7F99C27C}">
      <dsp:nvSpPr>
        <dsp:cNvPr id="9" name="矩形 8"/>
        <dsp:cNvSpPr/>
      </dsp:nvSpPr>
      <dsp:spPr bwMode="white">
        <a:xfrm>
          <a:off x="803859" y="1015919"/>
          <a:ext cx="5292141" cy="508163"/>
        </a:xfrm>
        <a:prstGeom prst="rect">
          <a:avLst/>
        </a:prstGeom>
      </dsp:spPr>
      <dsp:style>
        <a:lnRef idx="2">
          <a:schemeClr val="lt1"/>
        </a:lnRef>
        <a:fillRef idx="1">
          <a:schemeClr val="accent1"/>
        </a:fillRef>
        <a:effectRef idx="0">
          <a:scrgbClr r="0" g="0" b="0"/>
        </a:effectRef>
        <a:fontRef idx="minor">
          <a:schemeClr val="lt1"/>
        </a:fontRef>
      </dsp:style>
      <dsp:txBody>
        <a:bodyPr lIns="403354" tIns="71120" rIns="71120" bIns="71120" anchor="ctr"/>
        <a:lstStyle>
          <a:lvl1pPr algn="l">
            <a:defRPr sz="6500"/>
          </a:lvl1pPr>
          <a:lvl2pPr marL="285750" indent="-285750" algn="l">
            <a:defRPr sz="5000"/>
          </a:lvl2pPr>
          <a:lvl3pPr marL="571500" indent="-285750" algn="l">
            <a:defRPr sz="5000"/>
          </a:lvl3pPr>
          <a:lvl4pPr marL="857250" indent="-285750" algn="l">
            <a:defRPr sz="5000"/>
          </a:lvl4pPr>
          <a:lvl5pPr marL="1143000" indent="-285750" algn="l">
            <a:defRPr sz="5000"/>
          </a:lvl5pPr>
          <a:lvl6pPr marL="1428750" indent="-285750" algn="l">
            <a:defRPr sz="5000"/>
          </a:lvl6pPr>
          <a:lvl7pPr marL="1714500" indent="-285750" algn="l">
            <a:defRPr sz="5000"/>
          </a:lvl7pPr>
          <a:lvl8pPr marL="2000250" indent="-285750" algn="l">
            <a:defRPr sz="5000"/>
          </a:lvl8pPr>
          <a:lvl9pPr marL="2286000" indent="-285750" algn="l">
            <a:defRPr sz="5000"/>
          </a:lvl9pPr>
        </a:lstStyle>
        <a:p>
          <a:pPr lvl="0">
            <a:lnSpc>
              <a:spcPct val="100000"/>
            </a:lnSpc>
            <a:spcBef>
              <a:spcPct val="0"/>
            </a:spcBef>
            <a:spcAft>
              <a:spcPct val="35000"/>
            </a:spcAft>
          </a:pPr>
          <a:r>
            <a:rPr lang="zh-CN" altLang="en-US" sz="2800" dirty="0" smtClean="0">
              <a:solidFill>
                <a:srgbClr val="FF0000"/>
              </a:solidFill>
            </a:rPr>
            <a:t>数据流图</a:t>
          </a:r>
          <a:endParaRPr lang="zh-CN" altLang="en-US" sz="2800" dirty="0">
            <a:solidFill>
              <a:srgbClr val="FF0000"/>
            </a:solidFill>
          </a:endParaRPr>
        </a:p>
      </dsp:txBody>
      <dsp:txXfrm>
        <a:off x="803859" y="1015919"/>
        <a:ext cx="5292141" cy="508163"/>
      </dsp:txXfrm>
    </dsp:sp>
    <dsp:sp modelId="{97565D88-474C-4628-BC28-802F99749A2C}">
      <dsp:nvSpPr>
        <dsp:cNvPr id="10" name="椭圆 9"/>
        <dsp:cNvSpPr/>
      </dsp:nvSpPr>
      <dsp:spPr bwMode="white">
        <a:xfrm>
          <a:off x="486258" y="952398"/>
          <a:ext cx="635203" cy="635203"/>
        </a:xfrm>
        <a:prstGeom prst="ellipse">
          <a:avLst/>
        </a:prstGeom>
      </dsp:spPr>
      <dsp:style>
        <a:lnRef idx="2">
          <a:schemeClr val="accent1"/>
        </a:lnRef>
        <a:fillRef idx="1">
          <a:schemeClr val="lt1"/>
        </a:fillRef>
        <a:effectRef idx="0">
          <a:scrgbClr r="0" g="0" b="0"/>
        </a:effectRef>
        <a:fontRef idx="minor"/>
      </dsp:style>
      <dsp:txXfrm>
        <a:off x="486258" y="952398"/>
        <a:ext cx="635203" cy="635203"/>
      </dsp:txXfrm>
    </dsp:sp>
    <dsp:sp modelId="{127C6E97-9FED-45E1-9B87-C35034D4DA77}">
      <dsp:nvSpPr>
        <dsp:cNvPr id="11" name="矩形 10"/>
        <dsp:cNvSpPr/>
      </dsp:nvSpPr>
      <dsp:spPr bwMode="white">
        <a:xfrm>
          <a:off x="915619" y="1777919"/>
          <a:ext cx="5180381" cy="508163"/>
        </a:xfrm>
        <a:prstGeom prst="rect">
          <a:avLst/>
        </a:prstGeom>
      </dsp:spPr>
      <dsp:style>
        <a:lnRef idx="2">
          <a:schemeClr val="lt1"/>
        </a:lnRef>
        <a:fillRef idx="1">
          <a:schemeClr val="accent1"/>
        </a:fillRef>
        <a:effectRef idx="0">
          <a:scrgbClr r="0" g="0" b="0"/>
        </a:effectRef>
        <a:fontRef idx="minor">
          <a:schemeClr val="lt1"/>
        </a:fontRef>
      </dsp:style>
      <dsp:txBody>
        <a:bodyPr lIns="403354" tIns="71120" rIns="71120" bIns="71120" anchor="ctr"/>
        <a:lstStyle>
          <a:lvl1pPr algn="l">
            <a:defRPr sz="6500"/>
          </a:lvl1pPr>
          <a:lvl2pPr marL="285750" indent="-285750" algn="l">
            <a:defRPr sz="5000"/>
          </a:lvl2pPr>
          <a:lvl3pPr marL="571500" indent="-285750" algn="l">
            <a:defRPr sz="5000"/>
          </a:lvl3pPr>
          <a:lvl4pPr marL="857250" indent="-285750" algn="l">
            <a:defRPr sz="5000"/>
          </a:lvl4pPr>
          <a:lvl5pPr marL="1143000" indent="-285750" algn="l">
            <a:defRPr sz="5000"/>
          </a:lvl5pPr>
          <a:lvl6pPr marL="1428750" indent="-285750" algn="l">
            <a:defRPr sz="5000"/>
          </a:lvl6pPr>
          <a:lvl7pPr marL="1714500" indent="-285750" algn="l">
            <a:defRPr sz="5000"/>
          </a:lvl7pPr>
          <a:lvl8pPr marL="2000250" indent="-285750" algn="l">
            <a:defRPr sz="5000"/>
          </a:lvl8pPr>
          <a:lvl9pPr marL="2286000" indent="-285750" algn="l">
            <a:defRPr sz="5000"/>
          </a:lvl9pPr>
        </a:lstStyle>
        <a:p>
          <a:pPr lvl="0">
            <a:lnSpc>
              <a:spcPct val="100000"/>
            </a:lnSpc>
            <a:spcBef>
              <a:spcPct val="0"/>
            </a:spcBef>
            <a:spcAft>
              <a:spcPct val="35000"/>
            </a:spcAft>
          </a:pPr>
          <a:r>
            <a:rPr lang="zh-CN" altLang="en-US" sz="2800" dirty="0" smtClean="0">
              <a:solidFill>
                <a:srgbClr val="FF0000"/>
              </a:solidFill>
            </a:rPr>
            <a:t>数据流图审查</a:t>
          </a:r>
          <a:endParaRPr lang="zh-CN" altLang="en-US" sz="2800" dirty="0">
            <a:solidFill>
              <a:srgbClr val="FF0000"/>
            </a:solidFill>
          </a:endParaRPr>
        </a:p>
      </dsp:txBody>
      <dsp:txXfrm>
        <a:off x="915619" y="1777919"/>
        <a:ext cx="5180381" cy="508163"/>
      </dsp:txXfrm>
    </dsp:sp>
    <dsp:sp modelId="{1313337C-5897-4A2B-83A9-E9A9235DED47}">
      <dsp:nvSpPr>
        <dsp:cNvPr id="12" name="椭圆 11"/>
        <dsp:cNvSpPr/>
      </dsp:nvSpPr>
      <dsp:spPr bwMode="white">
        <a:xfrm>
          <a:off x="598018" y="1714398"/>
          <a:ext cx="635203" cy="635203"/>
        </a:xfrm>
        <a:prstGeom prst="ellipse">
          <a:avLst/>
        </a:prstGeom>
      </dsp:spPr>
      <dsp:style>
        <a:lnRef idx="2">
          <a:schemeClr val="accent1"/>
        </a:lnRef>
        <a:fillRef idx="1">
          <a:schemeClr val="lt1"/>
        </a:fillRef>
        <a:effectRef idx="0">
          <a:scrgbClr r="0" g="0" b="0"/>
        </a:effectRef>
        <a:fontRef idx="minor"/>
      </dsp:style>
      <dsp:txXfrm>
        <a:off x="598018" y="1714398"/>
        <a:ext cx="635203" cy="635203"/>
      </dsp:txXfrm>
    </dsp:sp>
    <dsp:sp modelId="{E1710068-3AFF-443A-8845-36205E8D7E73}">
      <dsp:nvSpPr>
        <dsp:cNvPr id="13" name="矩形 12"/>
        <dsp:cNvSpPr/>
      </dsp:nvSpPr>
      <dsp:spPr bwMode="white">
        <a:xfrm>
          <a:off x="803859" y="2539919"/>
          <a:ext cx="5292141" cy="508163"/>
        </a:xfrm>
        <a:prstGeom prst="rect">
          <a:avLst/>
        </a:prstGeom>
      </dsp:spPr>
      <dsp:style>
        <a:lnRef idx="2">
          <a:schemeClr val="lt1"/>
        </a:lnRef>
        <a:fillRef idx="1">
          <a:schemeClr val="accent1"/>
        </a:fillRef>
        <a:effectRef idx="0">
          <a:scrgbClr r="0" g="0" b="0"/>
        </a:effectRef>
        <a:fontRef idx="minor">
          <a:schemeClr val="lt1"/>
        </a:fontRef>
      </dsp:style>
      <dsp:txBody>
        <a:bodyPr lIns="403354" tIns="71120" rIns="71120" bIns="71120" anchor="ctr"/>
        <a:lstStyle>
          <a:lvl1pPr algn="l">
            <a:defRPr sz="6500"/>
          </a:lvl1pPr>
          <a:lvl2pPr marL="285750" indent="-285750" algn="l">
            <a:defRPr sz="5000"/>
          </a:lvl2pPr>
          <a:lvl3pPr marL="571500" indent="-285750" algn="l">
            <a:defRPr sz="5000"/>
          </a:lvl3pPr>
          <a:lvl4pPr marL="857250" indent="-285750" algn="l">
            <a:defRPr sz="5000"/>
          </a:lvl4pPr>
          <a:lvl5pPr marL="1143000" indent="-285750" algn="l">
            <a:defRPr sz="5000"/>
          </a:lvl5pPr>
          <a:lvl6pPr marL="1428750" indent="-285750" algn="l">
            <a:defRPr sz="5000"/>
          </a:lvl6pPr>
          <a:lvl7pPr marL="1714500" indent="-285750" algn="l">
            <a:defRPr sz="5000"/>
          </a:lvl7pPr>
          <a:lvl8pPr marL="2000250" indent="-285750" algn="l">
            <a:defRPr sz="5000"/>
          </a:lvl8pPr>
          <a:lvl9pPr marL="2286000" indent="-285750" algn="l">
            <a:defRPr sz="5000"/>
          </a:lvl9pPr>
        </a:lstStyle>
        <a:p>
          <a:pPr lvl="0">
            <a:lnSpc>
              <a:spcPct val="100000"/>
            </a:lnSpc>
            <a:spcBef>
              <a:spcPct val="0"/>
            </a:spcBef>
            <a:spcAft>
              <a:spcPct val="35000"/>
            </a:spcAft>
          </a:pPr>
          <a:r>
            <a:rPr lang="zh-CN" altLang="en-US" sz="2800" dirty="0" smtClean="0">
              <a:solidFill>
                <a:srgbClr val="FF0000"/>
              </a:solidFill>
            </a:rPr>
            <a:t>数据字典</a:t>
          </a:r>
          <a:endParaRPr lang="zh-CN" altLang="en-US" sz="2800" dirty="0">
            <a:solidFill>
              <a:srgbClr val="FF0000"/>
            </a:solidFill>
          </a:endParaRPr>
        </a:p>
      </dsp:txBody>
      <dsp:txXfrm>
        <a:off x="803859" y="2539919"/>
        <a:ext cx="5292141" cy="508163"/>
      </dsp:txXfrm>
    </dsp:sp>
    <dsp:sp modelId="{35A13872-063E-4C3C-BF40-A310B9E9B654}">
      <dsp:nvSpPr>
        <dsp:cNvPr id="14" name="椭圆 13"/>
        <dsp:cNvSpPr/>
      </dsp:nvSpPr>
      <dsp:spPr bwMode="white">
        <a:xfrm>
          <a:off x="486258" y="2476398"/>
          <a:ext cx="635203" cy="635203"/>
        </a:xfrm>
        <a:prstGeom prst="ellipse">
          <a:avLst/>
        </a:prstGeom>
      </dsp:spPr>
      <dsp:style>
        <a:lnRef idx="2">
          <a:schemeClr val="accent1"/>
        </a:lnRef>
        <a:fillRef idx="1">
          <a:schemeClr val="lt1"/>
        </a:fillRef>
        <a:effectRef idx="0">
          <a:scrgbClr r="0" g="0" b="0"/>
        </a:effectRef>
        <a:fontRef idx="minor"/>
      </dsp:style>
      <dsp:txXfrm>
        <a:off x="486258" y="2476398"/>
        <a:ext cx="635203" cy="635203"/>
      </dsp:txXfrm>
    </dsp:sp>
    <dsp:sp modelId="{811726FA-393F-4308-B5B0-A6B817B8DA3B}">
      <dsp:nvSpPr>
        <dsp:cNvPr id="15" name="矩形 14"/>
        <dsp:cNvSpPr/>
      </dsp:nvSpPr>
      <dsp:spPr bwMode="white">
        <a:xfrm>
          <a:off x="439725" y="3301919"/>
          <a:ext cx="5656275" cy="508163"/>
        </a:xfrm>
        <a:prstGeom prst="rect">
          <a:avLst/>
        </a:prstGeom>
      </dsp:spPr>
      <dsp:style>
        <a:lnRef idx="2">
          <a:schemeClr val="lt1"/>
        </a:lnRef>
        <a:fillRef idx="1">
          <a:schemeClr val="accent1"/>
        </a:fillRef>
        <a:effectRef idx="0">
          <a:scrgbClr r="0" g="0" b="0"/>
        </a:effectRef>
        <a:fontRef idx="minor">
          <a:schemeClr val="lt1"/>
        </a:fontRef>
      </dsp:style>
      <dsp:txBody>
        <a:bodyPr lIns="403354" tIns="71120" rIns="71120" bIns="71120" anchor="ctr"/>
        <a:lstStyle>
          <a:lvl1pPr algn="l">
            <a:defRPr sz="6500"/>
          </a:lvl1pPr>
          <a:lvl2pPr marL="285750" indent="-285750" algn="l">
            <a:defRPr sz="5000"/>
          </a:lvl2pPr>
          <a:lvl3pPr marL="571500" indent="-285750" algn="l">
            <a:defRPr sz="5000"/>
          </a:lvl3pPr>
          <a:lvl4pPr marL="857250" indent="-285750" algn="l">
            <a:defRPr sz="5000"/>
          </a:lvl4pPr>
          <a:lvl5pPr marL="1143000" indent="-285750" algn="l">
            <a:defRPr sz="5000"/>
          </a:lvl5pPr>
          <a:lvl6pPr marL="1428750" indent="-285750" algn="l">
            <a:defRPr sz="5000"/>
          </a:lvl6pPr>
          <a:lvl7pPr marL="1714500" indent="-285750" algn="l">
            <a:defRPr sz="5000"/>
          </a:lvl7pPr>
          <a:lvl8pPr marL="2000250" indent="-285750" algn="l">
            <a:defRPr sz="5000"/>
          </a:lvl8pPr>
          <a:lvl9pPr marL="2286000" indent="-285750" algn="l">
            <a:defRPr sz="5000"/>
          </a:lvl9pPr>
        </a:lstStyle>
        <a:p>
          <a:pPr lvl="0">
            <a:lnSpc>
              <a:spcPct val="100000"/>
            </a:lnSpc>
            <a:spcBef>
              <a:spcPct val="0"/>
            </a:spcBef>
            <a:spcAft>
              <a:spcPct val="35000"/>
            </a:spcAft>
          </a:pPr>
          <a:r>
            <a:rPr lang="zh-CN" altLang="en-US" sz="2800" dirty="0" smtClean="0"/>
            <a:t>对基本加工的说明</a:t>
          </a:r>
          <a:endParaRPr lang="zh-CN" altLang="en-US" sz="2800" dirty="0"/>
        </a:p>
      </dsp:txBody>
      <dsp:txXfrm>
        <a:off x="439725" y="3301919"/>
        <a:ext cx="5656275" cy="508163"/>
      </dsp:txXfrm>
    </dsp:sp>
    <dsp:sp modelId="{7080884B-CAC6-4112-B0AA-9D8B8957090F}">
      <dsp:nvSpPr>
        <dsp:cNvPr id="16" name="椭圆 15"/>
        <dsp:cNvSpPr/>
      </dsp:nvSpPr>
      <dsp:spPr bwMode="white">
        <a:xfrm>
          <a:off x="122123" y="3238398"/>
          <a:ext cx="635203" cy="635203"/>
        </a:xfrm>
        <a:prstGeom prst="ellipse">
          <a:avLst/>
        </a:prstGeom>
      </dsp:spPr>
      <dsp:style>
        <a:lnRef idx="2">
          <a:schemeClr val="accent1"/>
        </a:lnRef>
        <a:fillRef idx="1">
          <a:schemeClr val="lt1"/>
        </a:fillRef>
        <a:effectRef idx="0">
          <a:scrgbClr r="0" g="0" b="0"/>
        </a:effectRef>
        <a:fontRef idx="minor"/>
      </dsp:style>
      <dsp:txXfrm>
        <a:off x="122123" y="3238398"/>
        <a:ext cx="635203" cy="635203"/>
      </dsp:txXfrm>
    </dsp:sp>
    <dsp:sp modelId="{87B881BE-1148-4C54-A7D2-EA18E5FC8884}">
      <dsp:nvSpPr>
        <dsp:cNvPr id="3" name="矩形 2" hidden="1"/>
        <dsp:cNvSpPr/>
      </dsp:nvSpPr>
      <dsp:spPr bwMode="white">
        <a:xfrm>
          <a:off x="110373" y="82886"/>
          <a:ext cx="36000" cy="36000"/>
        </a:xfrm>
        <a:prstGeom prst="rect">
          <a:avLst/>
        </a:prstGeom>
      </dsp:spPr>
      <dsp:style>
        <a:lnRef idx="2">
          <a:schemeClr val="lt1"/>
        </a:lnRef>
        <a:fillRef idx="1">
          <a:schemeClr val="accent1"/>
        </a:fillRef>
        <a:effectRef idx="0">
          <a:scrgbClr r="0" g="0" b="0"/>
        </a:effectRef>
        <a:fontRef idx="minor">
          <a:schemeClr val="lt1"/>
        </a:fontRef>
      </dsp:style>
      <dsp:txXfrm>
        <a:off x="110373" y="82886"/>
        <a:ext cx="36000" cy="36000"/>
      </dsp:txXfrm>
    </dsp:sp>
    <dsp:sp modelId="{6432F0D6-421F-45AD-AF4A-8FEB03D155FF}">
      <dsp:nvSpPr>
        <dsp:cNvPr id="5" name="矩形 4" hidden="1"/>
        <dsp:cNvSpPr/>
      </dsp:nvSpPr>
      <dsp:spPr bwMode="white">
        <a:xfrm>
          <a:off x="910267" y="2014000"/>
          <a:ext cx="36000" cy="36000"/>
        </a:xfrm>
        <a:prstGeom prst="rect">
          <a:avLst/>
        </a:prstGeom>
      </dsp:spPr>
      <dsp:style>
        <a:lnRef idx="2">
          <a:schemeClr val="lt1"/>
        </a:lnRef>
        <a:fillRef idx="1">
          <a:schemeClr val="accent1"/>
        </a:fillRef>
        <a:effectRef idx="0">
          <a:scrgbClr r="0" g="0" b="0"/>
        </a:effectRef>
        <a:fontRef idx="minor">
          <a:schemeClr val="lt1"/>
        </a:fontRef>
      </dsp:style>
      <dsp:txXfrm>
        <a:off x="910267" y="2014000"/>
        <a:ext cx="36000" cy="36000"/>
      </dsp:txXfrm>
    </dsp:sp>
    <dsp:sp modelId="{2B103D66-47ED-43EE-AD12-FCA2A30F4910}">
      <dsp:nvSpPr>
        <dsp:cNvPr id="6" name="矩形 5" hidden="1"/>
        <dsp:cNvSpPr/>
      </dsp:nvSpPr>
      <dsp:spPr bwMode="white">
        <a:xfrm>
          <a:off x="110373" y="3945114"/>
          <a:ext cx="36000" cy="36000"/>
        </a:xfrm>
        <a:prstGeom prst="rect">
          <a:avLst/>
        </a:prstGeom>
      </dsp:spPr>
      <dsp:style>
        <a:lnRef idx="2">
          <a:schemeClr val="lt1"/>
        </a:lnRef>
        <a:fillRef idx="1">
          <a:schemeClr val="accent1"/>
        </a:fillRef>
        <a:effectRef idx="0">
          <a:scrgbClr r="0" g="0" b="0"/>
        </a:effectRef>
        <a:fontRef idx="minor">
          <a:schemeClr val="lt1"/>
        </a:fontRef>
      </dsp:style>
      <dsp:txXfrm>
        <a:off x="110373" y="3945114"/>
        <a:ext cx="36000" cy="36000"/>
      </dsp:txXfrm>
    </dsp:sp>
  </dsp:spTree>
</dsp:drawing>
</file>

<file path=ppt/diagrams/drawing6.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组合 1"/>
      <dsp:cNvGrpSpPr/>
    </dsp:nvGrpSpPr>
    <dsp:grpSpPr>
      <a:xfrm>
        <a:off x="0" y="0"/>
        <a:ext cx="6096000" cy="4064000"/>
        <a:chOff x="0" y="0"/>
        <a:chExt cx="6096000" cy="4064000"/>
      </a:xfrm>
    </dsp:grpSpPr>
    <dsp:sp modelId="{C6F6F296-B27F-4543-A1EA-7EE8CA3905C5}">
      <dsp:nvSpPr>
        <dsp:cNvPr id="4" name="空心弧 3"/>
        <dsp:cNvSpPr/>
      </dsp:nvSpPr>
      <dsp:spPr bwMode="white">
        <a:xfrm>
          <a:off x="-4551749" y="-717008"/>
          <a:ext cx="5498016" cy="5498016"/>
        </a:xfrm>
        <a:prstGeom prst="blockArc">
          <a:avLst>
            <a:gd name="adj1" fmla="val 18900000"/>
            <a:gd name="adj2" fmla="val 2700000"/>
            <a:gd name="adj3" fmla="val 329"/>
          </a:avLst>
        </a:prstGeom>
      </dsp:spPr>
      <dsp:style>
        <a:lnRef idx="2">
          <a:schemeClr val="accent1">
            <a:shade val="60000"/>
          </a:schemeClr>
        </a:lnRef>
        <a:fillRef idx="0">
          <a:schemeClr val="accent1"/>
        </a:fillRef>
        <a:effectRef idx="0">
          <a:scrgbClr r="0" g="0" b="0"/>
        </a:effectRef>
        <a:fontRef idx="minor"/>
      </dsp:style>
      <dsp:txXfrm>
        <a:off x="-4551749" y="-717008"/>
        <a:ext cx="5498016" cy="5498016"/>
      </dsp:txXfrm>
    </dsp:sp>
    <dsp:sp modelId="{175C4239-7320-4B26-A1A1-E71156B3A1A5}">
      <dsp:nvSpPr>
        <dsp:cNvPr id="7" name="矩形 6"/>
        <dsp:cNvSpPr/>
      </dsp:nvSpPr>
      <dsp:spPr bwMode="white">
        <a:xfrm>
          <a:off x="439725" y="253919"/>
          <a:ext cx="5656275" cy="508163"/>
        </a:xfrm>
        <a:prstGeom prst="rect">
          <a:avLst/>
        </a:prstGeom>
      </dsp:spPr>
      <dsp:style>
        <a:lnRef idx="2">
          <a:schemeClr val="lt1"/>
        </a:lnRef>
        <a:fillRef idx="1">
          <a:schemeClr val="accent1"/>
        </a:fillRef>
        <a:effectRef idx="0">
          <a:scrgbClr r="0" g="0" b="0"/>
        </a:effectRef>
        <a:fontRef idx="minor">
          <a:schemeClr val="lt1"/>
        </a:fontRef>
      </dsp:style>
      <dsp:txBody>
        <a:bodyPr lIns="403354" tIns="71120" rIns="71120" bIns="71120" anchor="ctr"/>
        <a:lstStyle>
          <a:lvl1pPr algn="l">
            <a:defRPr sz="6500"/>
          </a:lvl1pPr>
          <a:lvl2pPr marL="285750" indent="-285750" algn="l">
            <a:defRPr sz="5000"/>
          </a:lvl2pPr>
          <a:lvl3pPr marL="571500" indent="-285750" algn="l">
            <a:defRPr sz="5000"/>
          </a:lvl3pPr>
          <a:lvl4pPr marL="857250" indent="-285750" algn="l">
            <a:defRPr sz="5000"/>
          </a:lvl4pPr>
          <a:lvl5pPr marL="1143000" indent="-285750" algn="l">
            <a:defRPr sz="5000"/>
          </a:lvl5pPr>
          <a:lvl6pPr marL="1428750" indent="-285750" algn="l">
            <a:defRPr sz="5000"/>
          </a:lvl6pPr>
          <a:lvl7pPr marL="1714500" indent="-285750" algn="l">
            <a:defRPr sz="5000"/>
          </a:lvl7pPr>
          <a:lvl8pPr marL="2000250" indent="-285750" algn="l">
            <a:defRPr sz="5000"/>
          </a:lvl8pPr>
          <a:lvl9pPr marL="2286000" indent="-285750" algn="l">
            <a:defRPr sz="5000"/>
          </a:lvl9pPr>
        </a:lstStyle>
        <a:p>
          <a:pPr lvl="0">
            <a:lnSpc>
              <a:spcPct val="100000"/>
            </a:lnSpc>
            <a:spcBef>
              <a:spcPct val="0"/>
            </a:spcBef>
            <a:spcAft>
              <a:spcPct val="35000"/>
            </a:spcAft>
          </a:pPr>
          <a:r>
            <a:rPr lang="zh-CN" altLang="en-US" sz="2800" dirty="0" smtClean="0">
              <a:solidFill>
                <a:srgbClr val="FF0000"/>
              </a:solidFill>
            </a:rPr>
            <a:t>结构化分析方法概述</a:t>
          </a:r>
          <a:endParaRPr lang="zh-CN" altLang="en-US" sz="2800" dirty="0">
            <a:solidFill>
              <a:srgbClr val="FF0000"/>
            </a:solidFill>
          </a:endParaRPr>
        </a:p>
      </dsp:txBody>
      <dsp:txXfrm>
        <a:off x="439725" y="253919"/>
        <a:ext cx="5656275" cy="508163"/>
      </dsp:txXfrm>
    </dsp:sp>
    <dsp:sp modelId="{E2716414-100F-449C-AD15-1D86D8467CAC}">
      <dsp:nvSpPr>
        <dsp:cNvPr id="8" name="椭圆 7"/>
        <dsp:cNvSpPr/>
      </dsp:nvSpPr>
      <dsp:spPr bwMode="white">
        <a:xfrm>
          <a:off x="122123" y="190398"/>
          <a:ext cx="635203" cy="635203"/>
        </a:xfrm>
        <a:prstGeom prst="ellipse">
          <a:avLst/>
        </a:prstGeom>
      </dsp:spPr>
      <dsp:style>
        <a:lnRef idx="2">
          <a:schemeClr val="accent1"/>
        </a:lnRef>
        <a:fillRef idx="1">
          <a:schemeClr val="lt1"/>
        </a:fillRef>
        <a:effectRef idx="0">
          <a:scrgbClr r="0" g="0" b="0"/>
        </a:effectRef>
        <a:fontRef idx="minor"/>
      </dsp:style>
      <dsp:txXfrm>
        <a:off x="122123" y="190398"/>
        <a:ext cx="635203" cy="635203"/>
      </dsp:txXfrm>
    </dsp:sp>
    <dsp:sp modelId="{4BB00A72-CF4F-43CB-8AD0-B6ED7F99C27C}">
      <dsp:nvSpPr>
        <dsp:cNvPr id="9" name="矩形 8"/>
        <dsp:cNvSpPr/>
      </dsp:nvSpPr>
      <dsp:spPr bwMode="white">
        <a:xfrm>
          <a:off x="803859" y="1015919"/>
          <a:ext cx="5292141" cy="508163"/>
        </a:xfrm>
        <a:prstGeom prst="rect">
          <a:avLst/>
        </a:prstGeom>
      </dsp:spPr>
      <dsp:style>
        <a:lnRef idx="2">
          <a:schemeClr val="lt1"/>
        </a:lnRef>
        <a:fillRef idx="1">
          <a:schemeClr val="accent1"/>
        </a:fillRef>
        <a:effectRef idx="0">
          <a:scrgbClr r="0" g="0" b="0"/>
        </a:effectRef>
        <a:fontRef idx="minor">
          <a:schemeClr val="lt1"/>
        </a:fontRef>
      </dsp:style>
      <dsp:txBody>
        <a:bodyPr lIns="403354" tIns="71120" rIns="71120" bIns="71120" anchor="ctr"/>
        <a:lstStyle>
          <a:lvl1pPr algn="l">
            <a:defRPr sz="6500"/>
          </a:lvl1pPr>
          <a:lvl2pPr marL="285750" indent="-285750" algn="l">
            <a:defRPr sz="5000"/>
          </a:lvl2pPr>
          <a:lvl3pPr marL="571500" indent="-285750" algn="l">
            <a:defRPr sz="5000"/>
          </a:lvl3pPr>
          <a:lvl4pPr marL="857250" indent="-285750" algn="l">
            <a:defRPr sz="5000"/>
          </a:lvl4pPr>
          <a:lvl5pPr marL="1143000" indent="-285750" algn="l">
            <a:defRPr sz="5000"/>
          </a:lvl5pPr>
          <a:lvl6pPr marL="1428750" indent="-285750" algn="l">
            <a:defRPr sz="5000"/>
          </a:lvl6pPr>
          <a:lvl7pPr marL="1714500" indent="-285750" algn="l">
            <a:defRPr sz="5000"/>
          </a:lvl7pPr>
          <a:lvl8pPr marL="2000250" indent="-285750" algn="l">
            <a:defRPr sz="5000"/>
          </a:lvl8pPr>
          <a:lvl9pPr marL="2286000" indent="-285750" algn="l">
            <a:defRPr sz="5000"/>
          </a:lvl9pPr>
        </a:lstStyle>
        <a:p>
          <a:pPr lvl="0">
            <a:lnSpc>
              <a:spcPct val="100000"/>
            </a:lnSpc>
            <a:spcBef>
              <a:spcPct val="0"/>
            </a:spcBef>
            <a:spcAft>
              <a:spcPct val="35000"/>
            </a:spcAft>
          </a:pPr>
          <a:r>
            <a:rPr lang="zh-CN" altLang="en-US" sz="2800" dirty="0" smtClean="0">
              <a:solidFill>
                <a:srgbClr val="FF0000"/>
              </a:solidFill>
            </a:rPr>
            <a:t>数据流图</a:t>
          </a:r>
          <a:endParaRPr lang="zh-CN" altLang="en-US" sz="2800" dirty="0">
            <a:solidFill>
              <a:srgbClr val="FF0000"/>
            </a:solidFill>
          </a:endParaRPr>
        </a:p>
      </dsp:txBody>
      <dsp:txXfrm>
        <a:off x="803859" y="1015919"/>
        <a:ext cx="5292141" cy="508163"/>
      </dsp:txXfrm>
    </dsp:sp>
    <dsp:sp modelId="{97565D88-474C-4628-BC28-802F99749A2C}">
      <dsp:nvSpPr>
        <dsp:cNvPr id="10" name="椭圆 9"/>
        <dsp:cNvSpPr/>
      </dsp:nvSpPr>
      <dsp:spPr bwMode="white">
        <a:xfrm>
          <a:off x="486258" y="952398"/>
          <a:ext cx="635203" cy="635203"/>
        </a:xfrm>
        <a:prstGeom prst="ellipse">
          <a:avLst/>
        </a:prstGeom>
      </dsp:spPr>
      <dsp:style>
        <a:lnRef idx="2">
          <a:schemeClr val="accent1"/>
        </a:lnRef>
        <a:fillRef idx="1">
          <a:schemeClr val="lt1"/>
        </a:fillRef>
        <a:effectRef idx="0">
          <a:scrgbClr r="0" g="0" b="0"/>
        </a:effectRef>
        <a:fontRef idx="minor"/>
      </dsp:style>
      <dsp:txXfrm>
        <a:off x="486258" y="952398"/>
        <a:ext cx="635203" cy="635203"/>
      </dsp:txXfrm>
    </dsp:sp>
    <dsp:sp modelId="{127C6E97-9FED-45E1-9B87-C35034D4DA77}">
      <dsp:nvSpPr>
        <dsp:cNvPr id="11" name="矩形 10"/>
        <dsp:cNvSpPr/>
      </dsp:nvSpPr>
      <dsp:spPr bwMode="white">
        <a:xfrm>
          <a:off x="915619" y="1777919"/>
          <a:ext cx="5180381" cy="508163"/>
        </a:xfrm>
        <a:prstGeom prst="rect">
          <a:avLst/>
        </a:prstGeom>
      </dsp:spPr>
      <dsp:style>
        <a:lnRef idx="2">
          <a:schemeClr val="lt1"/>
        </a:lnRef>
        <a:fillRef idx="1">
          <a:schemeClr val="accent1"/>
        </a:fillRef>
        <a:effectRef idx="0">
          <a:scrgbClr r="0" g="0" b="0"/>
        </a:effectRef>
        <a:fontRef idx="minor">
          <a:schemeClr val="lt1"/>
        </a:fontRef>
      </dsp:style>
      <dsp:txBody>
        <a:bodyPr lIns="403354" tIns="71120" rIns="71120" bIns="71120" anchor="ctr"/>
        <a:lstStyle>
          <a:lvl1pPr algn="l">
            <a:defRPr sz="6500"/>
          </a:lvl1pPr>
          <a:lvl2pPr marL="285750" indent="-285750" algn="l">
            <a:defRPr sz="5000"/>
          </a:lvl2pPr>
          <a:lvl3pPr marL="571500" indent="-285750" algn="l">
            <a:defRPr sz="5000"/>
          </a:lvl3pPr>
          <a:lvl4pPr marL="857250" indent="-285750" algn="l">
            <a:defRPr sz="5000"/>
          </a:lvl4pPr>
          <a:lvl5pPr marL="1143000" indent="-285750" algn="l">
            <a:defRPr sz="5000"/>
          </a:lvl5pPr>
          <a:lvl6pPr marL="1428750" indent="-285750" algn="l">
            <a:defRPr sz="5000"/>
          </a:lvl6pPr>
          <a:lvl7pPr marL="1714500" indent="-285750" algn="l">
            <a:defRPr sz="5000"/>
          </a:lvl7pPr>
          <a:lvl8pPr marL="2000250" indent="-285750" algn="l">
            <a:defRPr sz="5000"/>
          </a:lvl8pPr>
          <a:lvl9pPr marL="2286000" indent="-285750" algn="l">
            <a:defRPr sz="5000"/>
          </a:lvl9pPr>
        </a:lstStyle>
        <a:p>
          <a:pPr lvl="0">
            <a:lnSpc>
              <a:spcPct val="100000"/>
            </a:lnSpc>
            <a:spcBef>
              <a:spcPct val="0"/>
            </a:spcBef>
            <a:spcAft>
              <a:spcPct val="35000"/>
            </a:spcAft>
          </a:pPr>
          <a:r>
            <a:rPr lang="zh-CN" altLang="en-US" sz="2800" dirty="0" smtClean="0">
              <a:solidFill>
                <a:srgbClr val="FF0000"/>
              </a:solidFill>
            </a:rPr>
            <a:t>数据流图审查</a:t>
          </a:r>
          <a:endParaRPr lang="zh-CN" altLang="en-US" sz="2800" dirty="0">
            <a:solidFill>
              <a:srgbClr val="FF0000"/>
            </a:solidFill>
          </a:endParaRPr>
        </a:p>
      </dsp:txBody>
      <dsp:txXfrm>
        <a:off x="915619" y="1777919"/>
        <a:ext cx="5180381" cy="508163"/>
      </dsp:txXfrm>
    </dsp:sp>
    <dsp:sp modelId="{1313337C-5897-4A2B-83A9-E9A9235DED47}">
      <dsp:nvSpPr>
        <dsp:cNvPr id="12" name="椭圆 11"/>
        <dsp:cNvSpPr/>
      </dsp:nvSpPr>
      <dsp:spPr bwMode="white">
        <a:xfrm>
          <a:off x="598018" y="1714398"/>
          <a:ext cx="635203" cy="635203"/>
        </a:xfrm>
        <a:prstGeom prst="ellipse">
          <a:avLst/>
        </a:prstGeom>
      </dsp:spPr>
      <dsp:style>
        <a:lnRef idx="2">
          <a:schemeClr val="accent1"/>
        </a:lnRef>
        <a:fillRef idx="1">
          <a:schemeClr val="lt1"/>
        </a:fillRef>
        <a:effectRef idx="0">
          <a:scrgbClr r="0" g="0" b="0"/>
        </a:effectRef>
        <a:fontRef idx="minor"/>
      </dsp:style>
      <dsp:txXfrm>
        <a:off x="598018" y="1714398"/>
        <a:ext cx="635203" cy="635203"/>
      </dsp:txXfrm>
    </dsp:sp>
    <dsp:sp modelId="{E1710068-3AFF-443A-8845-36205E8D7E73}">
      <dsp:nvSpPr>
        <dsp:cNvPr id="13" name="矩形 12"/>
        <dsp:cNvSpPr/>
      </dsp:nvSpPr>
      <dsp:spPr bwMode="white">
        <a:xfrm>
          <a:off x="803859" y="2539919"/>
          <a:ext cx="5292141" cy="508163"/>
        </a:xfrm>
        <a:prstGeom prst="rect">
          <a:avLst/>
        </a:prstGeom>
      </dsp:spPr>
      <dsp:style>
        <a:lnRef idx="2">
          <a:schemeClr val="lt1"/>
        </a:lnRef>
        <a:fillRef idx="1">
          <a:schemeClr val="accent1"/>
        </a:fillRef>
        <a:effectRef idx="0">
          <a:scrgbClr r="0" g="0" b="0"/>
        </a:effectRef>
        <a:fontRef idx="minor">
          <a:schemeClr val="lt1"/>
        </a:fontRef>
      </dsp:style>
      <dsp:txBody>
        <a:bodyPr lIns="403354" tIns="71120" rIns="71120" bIns="71120" anchor="ctr"/>
        <a:lstStyle>
          <a:lvl1pPr algn="l">
            <a:defRPr sz="6500"/>
          </a:lvl1pPr>
          <a:lvl2pPr marL="285750" indent="-285750" algn="l">
            <a:defRPr sz="5000"/>
          </a:lvl2pPr>
          <a:lvl3pPr marL="571500" indent="-285750" algn="l">
            <a:defRPr sz="5000"/>
          </a:lvl3pPr>
          <a:lvl4pPr marL="857250" indent="-285750" algn="l">
            <a:defRPr sz="5000"/>
          </a:lvl4pPr>
          <a:lvl5pPr marL="1143000" indent="-285750" algn="l">
            <a:defRPr sz="5000"/>
          </a:lvl5pPr>
          <a:lvl6pPr marL="1428750" indent="-285750" algn="l">
            <a:defRPr sz="5000"/>
          </a:lvl6pPr>
          <a:lvl7pPr marL="1714500" indent="-285750" algn="l">
            <a:defRPr sz="5000"/>
          </a:lvl7pPr>
          <a:lvl8pPr marL="2000250" indent="-285750" algn="l">
            <a:defRPr sz="5000"/>
          </a:lvl8pPr>
          <a:lvl9pPr marL="2286000" indent="-285750" algn="l">
            <a:defRPr sz="5000"/>
          </a:lvl9pPr>
        </a:lstStyle>
        <a:p>
          <a:pPr lvl="0">
            <a:lnSpc>
              <a:spcPct val="100000"/>
            </a:lnSpc>
            <a:spcBef>
              <a:spcPct val="0"/>
            </a:spcBef>
            <a:spcAft>
              <a:spcPct val="35000"/>
            </a:spcAft>
          </a:pPr>
          <a:r>
            <a:rPr lang="zh-CN" altLang="en-US" sz="2800" dirty="0" smtClean="0">
              <a:solidFill>
                <a:srgbClr val="FF0000"/>
              </a:solidFill>
            </a:rPr>
            <a:t>数据字典</a:t>
          </a:r>
          <a:endParaRPr lang="zh-CN" altLang="en-US" sz="2800" dirty="0">
            <a:solidFill>
              <a:srgbClr val="FF0000"/>
            </a:solidFill>
          </a:endParaRPr>
        </a:p>
      </dsp:txBody>
      <dsp:txXfrm>
        <a:off x="803859" y="2539919"/>
        <a:ext cx="5292141" cy="508163"/>
      </dsp:txXfrm>
    </dsp:sp>
    <dsp:sp modelId="{35A13872-063E-4C3C-BF40-A310B9E9B654}">
      <dsp:nvSpPr>
        <dsp:cNvPr id="14" name="椭圆 13"/>
        <dsp:cNvSpPr/>
      </dsp:nvSpPr>
      <dsp:spPr bwMode="white">
        <a:xfrm>
          <a:off x="486258" y="2476398"/>
          <a:ext cx="635203" cy="635203"/>
        </a:xfrm>
        <a:prstGeom prst="ellipse">
          <a:avLst/>
        </a:prstGeom>
      </dsp:spPr>
      <dsp:style>
        <a:lnRef idx="2">
          <a:schemeClr val="accent1"/>
        </a:lnRef>
        <a:fillRef idx="1">
          <a:schemeClr val="lt1"/>
        </a:fillRef>
        <a:effectRef idx="0">
          <a:scrgbClr r="0" g="0" b="0"/>
        </a:effectRef>
        <a:fontRef idx="minor"/>
      </dsp:style>
      <dsp:txXfrm>
        <a:off x="486258" y="2476398"/>
        <a:ext cx="635203" cy="635203"/>
      </dsp:txXfrm>
    </dsp:sp>
    <dsp:sp modelId="{811726FA-393F-4308-B5B0-A6B817B8DA3B}">
      <dsp:nvSpPr>
        <dsp:cNvPr id="15" name="矩形 14"/>
        <dsp:cNvSpPr/>
      </dsp:nvSpPr>
      <dsp:spPr bwMode="white">
        <a:xfrm>
          <a:off x="439725" y="3301919"/>
          <a:ext cx="5656275" cy="508163"/>
        </a:xfrm>
        <a:prstGeom prst="rect">
          <a:avLst/>
        </a:prstGeom>
      </dsp:spPr>
      <dsp:style>
        <a:lnRef idx="2">
          <a:schemeClr val="lt1"/>
        </a:lnRef>
        <a:fillRef idx="1">
          <a:schemeClr val="accent1"/>
        </a:fillRef>
        <a:effectRef idx="0">
          <a:scrgbClr r="0" g="0" b="0"/>
        </a:effectRef>
        <a:fontRef idx="minor">
          <a:schemeClr val="lt1"/>
        </a:fontRef>
      </dsp:style>
      <dsp:txBody>
        <a:bodyPr lIns="403354" tIns="71120" rIns="71120" bIns="71120" anchor="ctr"/>
        <a:lstStyle>
          <a:lvl1pPr algn="l">
            <a:defRPr sz="6500"/>
          </a:lvl1pPr>
          <a:lvl2pPr marL="285750" indent="-285750" algn="l">
            <a:defRPr sz="5000"/>
          </a:lvl2pPr>
          <a:lvl3pPr marL="571500" indent="-285750" algn="l">
            <a:defRPr sz="5000"/>
          </a:lvl3pPr>
          <a:lvl4pPr marL="857250" indent="-285750" algn="l">
            <a:defRPr sz="5000"/>
          </a:lvl4pPr>
          <a:lvl5pPr marL="1143000" indent="-285750" algn="l">
            <a:defRPr sz="5000"/>
          </a:lvl5pPr>
          <a:lvl6pPr marL="1428750" indent="-285750" algn="l">
            <a:defRPr sz="5000"/>
          </a:lvl6pPr>
          <a:lvl7pPr marL="1714500" indent="-285750" algn="l">
            <a:defRPr sz="5000"/>
          </a:lvl7pPr>
          <a:lvl8pPr marL="2000250" indent="-285750" algn="l">
            <a:defRPr sz="5000"/>
          </a:lvl8pPr>
          <a:lvl9pPr marL="2286000" indent="-285750" algn="l">
            <a:defRPr sz="5000"/>
          </a:lvl9pPr>
        </a:lstStyle>
        <a:p>
          <a:pPr lvl="0">
            <a:lnSpc>
              <a:spcPct val="100000"/>
            </a:lnSpc>
            <a:spcBef>
              <a:spcPct val="0"/>
            </a:spcBef>
            <a:spcAft>
              <a:spcPct val="35000"/>
            </a:spcAft>
          </a:pPr>
          <a:r>
            <a:rPr lang="zh-CN" altLang="en-US" sz="2800" dirty="0" smtClean="0">
              <a:solidFill>
                <a:schemeClr val="bg1"/>
              </a:solidFill>
            </a:rPr>
            <a:t>对基本加工的说明</a:t>
          </a:r>
          <a:endParaRPr lang="zh-CN" altLang="en-US" sz="2800" dirty="0">
            <a:solidFill>
              <a:schemeClr val="bg1"/>
            </a:solidFill>
          </a:endParaRPr>
        </a:p>
      </dsp:txBody>
      <dsp:txXfrm>
        <a:off x="439725" y="3301919"/>
        <a:ext cx="5656275" cy="508163"/>
      </dsp:txXfrm>
    </dsp:sp>
    <dsp:sp modelId="{7080884B-CAC6-4112-B0AA-9D8B8957090F}">
      <dsp:nvSpPr>
        <dsp:cNvPr id="16" name="椭圆 15"/>
        <dsp:cNvSpPr/>
      </dsp:nvSpPr>
      <dsp:spPr bwMode="white">
        <a:xfrm>
          <a:off x="122123" y="3238398"/>
          <a:ext cx="635203" cy="635203"/>
        </a:xfrm>
        <a:prstGeom prst="ellipse">
          <a:avLst/>
        </a:prstGeom>
      </dsp:spPr>
      <dsp:style>
        <a:lnRef idx="2">
          <a:schemeClr val="accent1"/>
        </a:lnRef>
        <a:fillRef idx="1">
          <a:schemeClr val="lt1"/>
        </a:fillRef>
        <a:effectRef idx="0">
          <a:scrgbClr r="0" g="0" b="0"/>
        </a:effectRef>
        <a:fontRef idx="minor"/>
      </dsp:style>
      <dsp:txXfrm>
        <a:off x="122123" y="3238398"/>
        <a:ext cx="635203" cy="635203"/>
      </dsp:txXfrm>
    </dsp:sp>
    <dsp:sp modelId="{87B881BE-1148-4C54-A7D2-EA18E5FC8884}">
      <dsp:nvSpPr>
        <dsp:cNvPr id="3" name="矩形 2" hidden="1"/>
        <dsp:cNvSpPr/>
      </dsp:nvSpPr>
      <dsp:spPr bwMode="white">
        <a:xfrm>
          <a:off x="110373" y="82886"/>
          <a:ext cx="36000" cy="36000"/>
        </a:xfrm>
        <a:prstGeom prst="rect">
          <a:avLst/>
        </a:prstGeom>
      </dsp:spPr>
      <dsp:style>
        <a:lnRef idx="2">
          <a:schemeClr val="lt1"/>
        </a:lnRef>
        <a:fillRef idx="1">
          <a:schemeClr val="accent1"/>
        </a:fillRef>
        <a:effectRef idx="0">
          <a:scrgbClr r="0" g="0" b="0"/>
        </a:effectRef>
        <a:fontRef idx="minor">
          <a:schemeClr val="lt1"/>
        </a:fontRef>
      </dsp:style>
      <dsp:txXfrm>
        <a:off x="110373" y="82886"/>
        <a:ext cx="36000" cy="36000"/>
      </dsp:txXfrm>
    </dsp:sp>
    <dsp:sp modelId="{6432F0D6-421F-45AD-AF4A-8FEB03D155FF}">
      <dsp:nvSpPr>
        <dsp:cNvPr id="5" name="矩形 4" hidden="1"/>
        <dsp:cNvSpPr/>
      </dsp:nvSpPr>
      <dsp:spPr bwMode="white">
        <a:xfrm>
          <a:off x="910267" y="2014000"/>
          <a:ext cx="36000" cy="36000"/>
        </a:xfrm>
        <a:prstGeom prst="rect">
          <a:avLst/>
        </a:prstGeom>
      </dsp:spPr>
      <dsp:style>
        <a:lnRef idx="2">
          <a:schemeClr val="lt1"/>
        </a:lnRef>
        <a:fillRef idx="1">
          <a:schemeClr val="accent1"/>
        </a:fillRef>
        <a:effectRef idx="0">
          <a:scrgbClr r="0" g="0" b="0"/>
        </a:effectRef>
        <a:fontRef idx="minor">
          <a:schemeClr val="lt1"/>
        </a:fontRef>
      </dsp:style>
      <dsp:txXfrm>
        <a:off x="910267" y="2014000"/>
        <a:ext cx="36000" cy="36000"/>
      </dsp:txXfrm>
    </dsp:sp>
    <dsp:sp modelId="{2B103D66-47ED-43EE-AD12-FCA2A30F4910}">
      <dsp:nvSpPr>
        <dsp:cNvPr id="6" name="矩形 5" hidden="1"/>
        <dsp:cNvSpPr/>
      </dsp:nvSpPr>
      <dsp:spPr bwMode="white">
        <a:xfrm>
          <a:off x="110373" y="3945114"/>
          <a:ext cx="36000" cy="36000"/>
        </a:xfrm>
        <a:prstGeom prst="rect">
          <a:avLst/>
        </a:prstGeom>
      </dsp:spPr>
      <dsp:style>
        <a:lnRef idx="2">
          <a:schemeClr val="lt1"/>
        </a:lnRef>
        <a:fillRef idx="1">
          <a:schemeClr val="accent1"/>
        </a:fillRef>
        <a:effectRef idx="0">
          <a:scrgbClr r="0" g="0" b="0"/>
        </a:effectRef>
        <a:fontRef idx="minor">
          <a:schemeClr val="lt1"/>
        </a:fontRef>
      </dsp:style>
      <dsp:txXfrm>
        <a:off x="110373" y="3945114"/>
        <a:ext cx="36000" cy="36000"/>
      </dsp:txXfrm>
    </dsp:sp>
  </dsp:spTree>
</dsp:drawing>
</file>

<file path=ppt/diagrams/layout1.xml><?xml version="1.0" encoding="utf-8"?>
<dgm:layoutDef xmlns:dgm="http://schemas.openxmlformats.org/drawingml/2006/diagram" xmlns:a="http://schemas.openxmlformats.org/drawingml/2006/main" uniqueId="urn:microsoft.com/office/officeart/2008/layout/VerticalCurvedList">
  <dgm:title val=""/>
  <dgm:desc val=""/>
  <dgm:catLst>
    <dgm:cat type="list" pri="20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0.8"/>
    </dgm:constrLst>
    <dgm:layoutNode name="Name1">
      <dgm:alg type="composite"/>
      <dgm:shape xmlns:r="http://schemas.openxmlformats.org/officeDocument/2006/relationships" r:blip="">
        <dgm:adjLst/>
      </dgm:shape>
      <dgm:choose name="Name2">
        <dgm:if name="Name3" func="var" arg="dir" op="equ" val="norm">
          <dgm:choose name="Name4">
            <dgm:if name="Name5" axis="ch" ptType="node" func="cnt" op="equ" val="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h" fact="0.225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primFontSz" for="ch" ptType="node" op="equ" val="65"/>
              </dgm:constrLst>
            </dgm:if>
            <dgm:if name="Name6" axis="ch" ptType="node" func="cnt" op="equ" val="2">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h" fact="0.1891"/>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h" fact="0.1891"/>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primFontSz" for="ch" ptType="node" op="equ" val="65"/>
              </dgm:constrLst>
            </dgm:if>
            <dgm:if name="Name7" axis="ch" ptType="node" func="cnt" op="equ" val="3">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h" fact="0.1526"/>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h" fact="0.2253"/>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h" fact="0.1526"/>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primFontSz" for="ch" ptType="node" op="equ" val="65"/>
              </dgm:constrLst>
            </dgm:if>
            <dgm:if name="Name8" axis="ch" ptType="node" func="cnt" op="equ" val="4">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h" fact="0.1268"/>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h" fact="0.215"/>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h" fact="0.21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h" fact="0.126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primFontSz" for="ch" ptType="node" op="equ" val="65"/>
              </dgm:constrLst>
            </dgm:if>
            <dgm:if name="Name9" axis="ch" ptType="node" func="cnt" op="equ" val="5">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h" fact="0.1082"/>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h" fact="0.197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h" fact="0.2253"/>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h" fact="0.197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h" fact="0.1082"/>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primFontSz" for="ch" ptType="node" op="equ" val="65"/>
              </dgm:constrLst>
            </dgm:if>
            <dgm:if name="Name10" axis="ch" ptType="node" func="cnt" op="equ" val="6">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h" fact="0.094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h" fact="0.1809"/>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h" fact="0.220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h" fact="0.2205"/>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h" fact="0.18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h" fact="0.0943"/>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primFontSz" for="ch" ptType="node" op="equ" val="65"/>
              </dgm:constrLst>
            </dgm:if>
            <dgm:else name="Name1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h" fact="0.0835"/>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h" fact="0.165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h" fact="0.2109"/>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h" fact="0.2253"/>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h" fact="0.21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h" fact="0.1658"/>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h" fact="0.0835"/>
                <dgm:constr type="l" for="ch" forName="text_7" refType="ctrX" refFor="ch" refForName="accent_7"/>
                <dgm:constr type="r" for="ch" forName="text_7" refType="w"/>
                <dgm:constr type="w" for="ch" forName="text_7" refType="h" refFor="ch" refForName="text_7" op="gte"/>
                <dgm:constr type="h" for="ch" forName="text_7" refType="h" refFor="ch" refForName="accent_7" fact="0.8"/>
                <dgm:constr type="ctrY" for="ch" forName="text_7" refType="ctrY" refFor="ch" refForName="accent_7"/>
                <dgm:constr type="lMarg" for="ch" forName="text_7" refType="w" refFor="ch" refForName="accent_7" fact="1.8"/>
                <dgm:constr type="primFontSz" for="ch" ptType="node" op="equ" val="65"/>
              </dgm:constrLst>
            </dgm:else>
          </dgm:choose>
        </dgm:if>
        <dgm:else name="Name12">
          <dgm:choose name="Name13">
            <dgm:if name="Name14" axis="ch" ptType="node" func="cnt" op="equ" val="1">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w"/>
                <dgm:constr type="ctrXOff" for="ch" forName="accent_1" refType="h" fact="-0.225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primFontSz" for="ch" ptType="node" op="equ" val="65"/>
              </dgm:constrLst>
            </dgm:if>
            <dgm:if name="Name15" axis="ch" ptType="node" func="cnt" op="equ" val="2">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w"/>
                <dgm:constr type="ctrXOff" for="ch" forName="accent_1" refType="h" fact="-0.1891"/>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w"/>
                <dgm:constr type="ctrXOff" for="ch" forName="accent_2" refType="h" fact="-0.1891"/>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primFontSz" for="ch" ptType="node" op="equ" val="65"/>
              </dgm:constrLst>
            </dgm:if>
            <dgm:if name="Name16" axis="ch" ptType="node" func="cnt" op="equ" val="3">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w"/>
                <dgm:constr type="ctrXOff" for="ch" forName="accent_1" refType="h" fact="-0.1526"/>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w"/>
                <dgm:constr type="ctrXOff" for="ch" forName="accent_2" refType="h" fact="-0.2253"/>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w"/>
                <dgm:constr type="ctrXOff" for="ch" forName="accent_3" refType="h" fact="-0.1526"/>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primFontSz" for="ch" ptType="node" op="equ" val="65"/>
              </dgm:constrLst>
            </dgm:if>
            <dgm:if name="Name17" axis="ch" ptType="node" func="cnt" op="equ" val="4">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w"/>
                <dgm:constr type="ctrXOff" for="ch" forName="accent_1" refType="h" fact="-0.1268"/>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w"/>
                <dgm:constr type="ctrXOff" for="ch" forName="accent_2" refType="h" fact="-0.215"/>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w"/>
                <dgm:constr type="ctrXOff" for="ch" forName="accent_3" refType="h" fact="-0.21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w"/>
                <dgm:constr type="ctrXOff" for="ch" forName="accent_4" refType="h" fact="-0.126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primFontSz" for="ch" ptType="node" op="equ" val="65"/>
              </dgm:constrLst>
            </dgm:if>
            <dgm:if name="Name18" axis="ch" ptType="node" func="cnt" op="equ" val="5">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w"/>
                <dgm:constr type="ctrXOff" for="ch" forName="accent_1" refType="h" fact="-0.1082"/>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w"/>
                <dgm:constr type="ctrXOff" for="ch" forName="accent_2" refType="h" fact="-0.197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w"/>
                <dgm:constr type="ctrXOff" for="ch" forName="accent_3" refType="h" fact="-0.2253"/>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w"/>
                <dgm:constr type="ctrXOff" for="ch" forName="accent_4" refType="h" fact="-0.197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w"/>
                <dgm:constr type="ctrXOff" for="ch" forName="accent_5" refType="h" fact="-0.1082"/>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primFontSz" for="ch" ptType="node" op="equ" val="65"/>
              </dgm:constrLst>
            </dgm:if>
            <dgm:if name="Name19" axis="ch" ptType="node" func="cnt" op="equ" val="6">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w"/>
                <dgm:constr type="ctrXOff" for="ch" forName="accent_1" refType="h" fact="-0.094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w"/>
                <dgm:constr type="ctrXOff" for="ch" forName="accent_2" refType="h" fact="-0.1809"/>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w"/>
                <dgm:constr type="ctrXOff" for="ch" forName="accent_3" refType="h" fact="-0.220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w"/>
                <dgm:constr type="ctrXOff" for="ch" forName="accent_4" refType="h" fact="-0.2205"/>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w"/>
                <dgm:constr type="ctrXOff" for="ch" forName="accent_5" refType="h" fact="-0.18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w"/>
                <dgm:constr type="ctrXOff" for="ch" forName="accent_6" refType="h" fact="-0.0943"/>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primFontSz" for="ch" ptType="node" op="equ" val="65"/>
              </dgm:constrLst>
            </dgm:if>
            <dgm:else name="Name20">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w"/>
                <dgm:constr type="ctrXOff" for="ch" forName="accent_1" refType="h" fact="-0.0835"/>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w"/>
                <dgm:constr type="ctrXOff" for="ch" forName="accent_2" refType="h" fact="-0.165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w"/>
                <dgm:constr type="ctrXOff" for="ch" forName="accent_3" refType="h" fact="-0.2109"/>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w"/>
                <dgm:constr type="ctrXOff" for="ch" forName="accent_4" refType="h" fact="-0.2253"/>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w"/>
                <dgm:constr type="ctrXOff" for="ch" forName="accent_5" refType="h" fact="-0.21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w"/>
                <dgm:constr type="ctrXOff" for="ch" forName="accent_6" refType="h" fact="-0.1658"/>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w"/>
                <dgm:constr type="ctrXOff" for="ch" forName="accent_7" refType="h" fact="-0.0835"/>
                <dgm:constr type="r" for="ch" forName="text_7" refType="ctrX" refFor="ch" refForName="accent_7"/>
                <dgm:constr type="rOff" for="ch" forName="text_7" refType="ctrXOff" refFor="ch" refForName="accent_7"/>
                <dgm:constr type="l" for="ch" forName="text_7"/>
                <dgm:constr type="w" for="ch" forName="text_7" refType="h" refFor="ch" refForName="text_7" op="gte"/>
                <dgm:constr type="h" for="ch" forName="text_7" refType="h" refFor="ch" refForName="accent_7" fact="0.8"/>
                <dgm:constr type="ctrY" for="ch" forName="text_7" refType="ctrY" refFor="ch" refForName="accent_7"/>
                <dgm:constr type="rMarg" for="ch" forName="text_7" refType="w" refFor="ch" refForName="accent_7" fact="1.8"/>
                <dgm:constr type="primFontSz" for="ch" ptType="node" op="equ" val="65"/>
              </dgm:constrLst>
            </dgm:else>
          </dgm:choose>
        </dgm:else>
      </dgm:choose>
      <dgm:layoutNode name="cycle">
        <dgm:choose name="Name21">
          <dgm:if name="Name22" func="var" arg="dir" op="equ" val="norm">
            <dgm:alg type="cycle">
              <dgm:param type="stAng" val="45"/>
              <dgm:param type="spanAng" val="90"/>
            </dgm:alg>
          </dgm:if>
          <dgm:else name="Name23">
            <dgm:alg type="cycle">
              <dgm:param type="stAng" val="225"/>
              <dgm:param type="spanAng" val="90"/>
            </dgm:alg>
          </dgm:else>
        </dgm:choose>
        <dgm:shape xmlns:r="http://schemas.openxmlformats.org/officeDocument/2006/relationships" r:blip="">
          <dgm:adjLst/>
        </dgm:shape>
        <dgm:presOf/>
        <dgm:constrLst>
          <dgm:constr type="w" for="ch" val="1"/>
          <dgm:constr type="h" for="ch" val="1"/>
          <dgm:constr type="diam" for="ch" forName="conn" refType="diam"/>
        </dgm:constrLst>
        <dgm:layoutNode name="srcNode">
          <dgm:alg type="sp"/>
          <dgm:shape xmlns:r="http://schemas.openxmlformats.org/officeDocument/2006/relationships" type="rect" r:blip="" hideGeom="1">
            <dgm:adjLst/>
          </dgm:shape>
          <dgm:presOf/>
        </dgm:layoutNode>
        <dgm:layoutNode name="conn" styleLbl="parChTrans1D2">
          <dgm:alg type="conn">
            <dgm:param type="srcNode" val="srcNode"/>
            <dgm:param type="dstNode" val="dstNode"/>
            <dgm:param type="endSty" val="noArr"/>
            <dgm:param type="connRout" val="curve"/>
            <dgm:param type="begPts" val="ctr"/>
            <dgm:param type="endPts" val="ctr"/>
          </dgm:alg>
          <dgm:shape xmlns:r="http://schemas.openxmlformats.org/officeDocument/2006/relationships" type="conn" r:blip="">
            <dgm:adjLst/>
          </dgm:shape>
          <dgm:presOf axis="desOrSelf" ptType="sibTrans" hideLastTrans="0" st="0" cnt="1"/>
          <dgm:constrLst>
            <dgm:constr type="begPad"/>
            <dgm:constr type="endPad"/>
          </dgm:constrLst>
        </dgm:layoutNode>
        <dgm:layoutNode name="extraNode">
          <dgm:alg type="sp"/>
          <dgm:shape xmlns:r="http://schemas.openxmlformats.org/officeDocument/2006/relationships" type="rect" r:blip="" hideGeom="1">
            <dgm:adjLst/>
          </dgm:shape>
          <dgm:presOf/>
        </dgm:layoutNode>
        <dgm:layoutNode name="dstNode">
          <dgm:alg type="sp"/>
          <dgm:shape xmlns:r="http://schemas.openxmlformats.org/officeDocument/2006/relationships" type="rect" r:blip="" hideGeom="1">
            <dgm:adjLst/>
          </dgm:shape>
          <dgm:presOf/>
        </dgm:layoutNode>
      </dgm:layoutNode>
      <dgm:forEach name="wrapper" axis="self" ptType="parTrans">
        <dgm:forEach name="wrapper2" axis="self" ptType="sibTrans" st="2">
          <dgm:forEach name="accentRepeat" axis="self">
            <dgm:layoutNode name="accentRepeatNode" styleLbl="solidFgAcc1">
              <dgm:alg type="sp"/>
              <dgm:shape xmlns:r="http://schemas.openxmlformats.org/officeDocument/2006/relationships" type="ellipse" r:blip="">
                <dgm:adjLst/>
              </dgm:shape>
              <dgm:presOf/>
            </dgm:layoutNode>
          </dgm:forEach>
        </dgm:forEach>
      </dgm:forEach>
      <dgm:forEach name="Name24" axis="ch" ptType="node" cnt="1">
        <dgm:layoutNode name="text_1" styleLbl="node1">
          <dgm:varLst>
            <dgm:bulletEnabled val="1"/>
          </dgm:varLst>
          <dgm:choose name="Name25">
            <dgm:if name="Name26" func="var" arg="dir" op="equ" val="norm">
              <dgm:alg type="tx">
                <dgm:param type="parTxLTRAlign" val="l"/>
                <dgm:param type="parTxRTLAlign" val="l"/>
                <dgm:param type="shpTxLTRAlignCh" val="l"/>
                <dgm:param type="shpTxRTLAlignCh" val="l"/>
              </dgm:alg>
            </dgm:if>
            <dgm:else name="Name27">
              <dgm:alg type="tx">
                <dgm:param type="parTxLTRAlign" val="r"/>
                <dgm:param type="parTxRTLAlign" val="r"/>
                <dgm:param type="shpTxLTRAlignCh"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1">
          <dgm:alg type="sp"/>
          <dgm:shape xmlns:r="http://schemas.openxmlformats.org/officeDocument/2006/relationships" r:blip="">
            <dgm:adjLst/>
          </dgm:shape>
          <dgm:presOf/>
          <dgm:constrLst/>
          <dgm:forEach name="Name28" ref="accentRepeat"/>
        </dgm:layoutNode>
      </dgm:forEach>
      <dgm:forEach name="Name29" axis="ch" ptType="node" st="2" cnt="1">
        <dgm:layoutNode name="text_2" styleLbl="node1">
          <dgm:varLst>
            <dgm:bulletEnabled val="1"/>
          </dgm:varLst>
          <dgm:choose name="Name30">
            <dgm:if name="Name31" func="var" arg="dir" op="equ" val="norm">
              <dgm:alg type="tx">
                <dgm:param type="parTxLTRAlign" val="l"/>
                <dgm:param type="parTxRTLAlign" val="l"/>
                <dgm:param type="shpTxLTRAlignCh" val="l"/>
                <dgm:param type="shpTxRTLAlignCh" val="l"/>
              </dgm:alg>
            </dgm:if>
            <dgm:else name="Name32">
              <dgm:alg type="tx">
                <dgm:param type="parTxLTRAlign" val="r"/>
                <dgm:param type="parTxRTLAlign" val="r"/>
                <dgm:param type="shpTxLTRAlignCh"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2">
          <dgm:alg type="sp"/>
          <dgm:shape xmlns:r="http://schemas.openxmlformats.org/officeDocument/2006/relationships" r:blip="">
            <dgm:adjLst/>
          </dgm:shape>
          <dgm:presOf/>
          <dgm:constrLst/>
          <dgm:forEach name="Name33" ref="accentRepeat"/>
        </dgm:layoutNode>
      </dgm:forEach>
      <dgm:forEach name="Name34" axis="ch" ptType="node" st="3" cnt="1">
        <dgm:layoutNode name="text_3" styleLbl="node1">
          <dgm:varLst>
            <dgm:bulletEnabled val="1"/>
          </dgm:varLst>
          <dgm:choose name="Name35">
            <dgm:if name="Name36" func="var" arg="dir" op="equ" val="norm">
              <dgm:alg type="tx">
                <dgm:param type="parTxLTRAlign" val="l"/>
                <dgm:param type="parTxRTLAlign" val="l"/>
                <dgm:param type="shpTxLTRAlignCh" val="l"/>
                <dgm:param type="shpTxRTLAlignCh" val="l"/>
              </dgm:alg>
            </dgm:if>
            <dgm:else name="Name37">
              <dgm:alg type="tx">
                <dgm:param type="parTxLTRAlign" val="r"/>
                <dgm:param type="parTxRTLAlign" val="r"/>
                <dgm:param type="shpTxLTRAlignCh"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3">
          <dgm:alg type="sp"/>
          <dgm:shape xmlns:r="http://schemas.openxmlformats.org/officeDocument/2006/relationships" r:blip="">
            <dgm:adjLst/>
          </dgm:shape>
          <dgm:presOf/>
          <dgm:constrLst/>
          <dgm:forEach name="Name38" ref="accentRepeat"/>
        </dgm:layoutNode>
      </dgm:forEach>
      <dgm:forEach name="Name39" axis="ch" ptType="node" st="4" cnt="1">
        <dgm:layoutNode name="text_4" styleLbl="node1">
          <dgm:varLst>
            <dgm:bulletEnabled val="1"/>
          </dgm:varLst>
          <dgm:choose name="Name40">
            <dgm:if name="Name41" func="var" arg="dir" op="equ" val="norm">
              <dgm:alg type="tx">
                <dgm:param type="parTxLTRAlign" val="l"/>
                <dgm:param type="parTxRTLAlign" val="l"/>
                <dgm:param type="shpTxLTRAlignCh" val="l"/>
                <dgm:param type="shpTxRTLAlignCh" val="l"/>
              </dgm:alg>
            </dgm:if>
            <dgm:else name="Name42">
              <dgm:alg type="tx">
                <dgm:param type="parTxLTRAlign" val="r"/>
                <dgm:param type="parTxRTLAlign" val="r"/>
                <dgm:param type="shpTxLTRAlignCh"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4">
          <dgm:alg type="sp"/>
          <dgm:shape xmlns:r="http://schemas.openxmlformats.org/officeDocument/2006/relationships" r:blip="">
            <dgm:adjLst/>
          </dgm:shape>
          <dgm:presOf/>
          <dgm:constrLst/>
          <dgm:forEach name="Name43" ref="accentRepeat"/>
        </dgm:layoutNode>
      </dgm:forEach>
      <dgm:forEach name="Name44" axis="ch" ptType="node" st="5" cnt="1">
        <dgm:layoutNode name="text_5" styleLbl="node1">
          <dgm:varLst>
            <dgm:bulletEnabled val="1"/>
          </dgm:varLst>
          <dgm:choose name="Name45">
            <dgm:if name="Name46" func="var" arg="dir" op="equ" val="norm">
              <dgm:alg type="tx">
                <dgm:param type="parTxLTRAlign" val="l"/>
                <dgm:param type="parTxRTLAlign" val="l"/>
                <dgm:param type="shpTxLTRAlignCh" val="l"/>
                <dgm:param type="shpTxRTLAlignCh" val="l"/>
              </dgm:alg>
            </dgm:if>
            <dgm:else name="Name47">
              <dgm:alg type="tx">
                <dgm:param type="parTxLTRAlign" val="r"/>
                <dgm:param type="parTxRTLAlign" val="r"/>
                <dgm:param type="shpTxLTRAlignCh"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5">
          <dgm:alg type="sp"/>
          <dgm:shape xmlns:r="http://schemas.openxmlformats.org/officeDocument/2006/relationships" r:blip="">
            <dgm:adjLst/>
          </dgm:shape>
          <dgm:presOf/>
          <dgm:constrLst/>
          <dgm:forEach name="Name48" ref="accentRepeat"/>
        </dgm:layoutNode>
      </dgm:forEach>
      <dgm:forEach name="Name49" axis="ch" ptType="node" st="6" cnt="1">
        <dgm:layoutNode name="text_6" styleLbl="node1">
          <dgm:varLst>
            <dgm:bulletEnabled val="1"/>
          </dgm:varLst>
          <dgm:choose name="Name50">
            <dgm:if name="Name51" func="var" arg="dir" op="equ" val="norm">
              <dgm:alg type="tx">
                <dgm:param type="parTxLTRAlign" val="l"/>
                <dgm:param type="parTxRTLAlign" val="l"/>
                <dgm:param type="shpTxLTRAlignCh" val="l"/>
                <dgm:param type="shpTxRTLAlignCh" val="l"/>
              </dgm:alg>
            </dgm:if>
            <dgm:else name="Name52">
              <dgm:alg type="tx">
                <dgm:param type="parTxLTRAlign" val="r"/>
                <dgm:param type="parTxRTLAlign" val="r"/>
                <dgm:param type="shpTxLTRAlignCh"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6">
          <dgm:alg type="sp"/>
          <dgm:shape xmlns:r="http://schemas.openxmlformats.org/officeDocument/2006/relationships" r:blip="">
            <dgm:adjLst/>
          </dgm:shape>
          <dgm:presOf/>
          <dgm:constrLst/>
          <dgm:forEach name="Name53" ref="accentRepeat"/>
        </dgm:layoutNode>
      </dgm:forEach>
      <dgm:forEach name="Name54" axis="ch" ptType="node" st="7" cnt="1">
        <dgm:layoutNode name="text_7" styleLbl="node1">
          <dgm:varLst>
            <dgm:bulletEnabled val="1"/>
          </dgm:varLst>
          <dgm:choose name="Name55">
            <dgm:if name="Name56" func="var" arg="dir" op="equ" val="norm">
              <dgm:alg type="tx">
                <dgm:param type="parTxLTRAlign" val="l"/>
                <dgm:param type="parTxRTLAlign" val="l"/>
                <dgm:param type="shpTxLTRAlignCh" val="l"/>
                <dgm:param type="shpTxRTLAlignCh" val="l"/>
              </dgm:alg>
            </dgm:if>
            <dgm:else name="Name57">
              <dgm:alg type="tx">
                <dgm:param type="parTxLTRAlign" val="r"/>
                <dgm:param type="parTxRTLAlign" val="r"/>
                <dgm:param type="shpTxLTRAlignCh"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7">
          <dgm:alg type="sp"/>
          <dgm:shape xmlns:r="http://schemas.openxmlformats.org/officeDocument/2006/relationships" r:blip="">
            <dgm:adjLst/>
          </dgm:shape>
          <dgm:presOf/>
          <dgm:constrLst/>
          <dgm:forEach name="Name58" ref="accentRepeat"/>
        </dgm:layoutNode>
      </dgm:forEach>
    </dgm:layoutNode>
  </dgm:layoutNode>
</dgm:layoutDef>
</file>

<file path=ppt/diagrams/layout2.xml><?xml version="1.0" encoding="utf-8"?>
<dgm:layoutDef xmlns:dgm="http://schemas.openxmlformats.org/drawingml/2006/diagram" xmlns:a="http://schemas.openxmlformats.org/drawingml/2006/main" uniqueId="urn:microsoft.com/office/officeart/2008/layout/VerticalCurvedList">
  <dgm:title val=""/>
  <dgm:desc val=""/>
  <dgm:catLst>
    <dgm:cat type="list" pri="20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0.8"/>
    </dgm:constrLst>
    <dgm:layoutNode name="Name1">
      <dgm:alg type="composite"/>
      <dgm:shape xmlns:r="http://schemas.openxmlformats.org/officeDocument/2006/relationships" r:blip="">
        <dgm:adjLst/>
      </dgm:shape>
      <dgm:choose name="Name2">
        <dgm:if name="Name3" func="var" arg="dir" op="equ" val="norm">
          <dgm:choose name="Name4">
            <dgm:if name="Name5" axis="ch" ptType="node" func="cnt" op="equ" val="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h" fact="0.225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primFontSz" for="ch" ptType="node" op="equ" val="65"/>
              </dgm:constrLst>
            </dgm:if>
            <dgm:if name="Name6" axis="ch" ptType="node" func="cnt" op="equ" val="2">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h" fact="0.1891"/>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h" fact="0.1891"/>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primFontSz" for="ch" ptType="node" op="equ" val="65"/>
              </dgm:constrLst>
            </dgm:if>
            <dgm:if name="Name7" axis="ch" ptType="node" func="cnt" op="equ" val="3">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h" fact="0.1526"/>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h" fact="0.2253"/>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h" fact="0.1526"/>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primFontSz" for="ch" ptType="node" op="equ" val="65"/>
              </dgm:constrLst>
            </dgm:if>
            <dgm:if name="Name8" axis="ch" ptType="node" func="cnt" op="equ" val="4">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h" fact="0.1268"/>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h" fact="0.215"/>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h" fact="0.21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h" fact="0.126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primFontSz" for="ch" ptType="node" op="equ" val="65"/>
              </dgm:constrLst>
            </dgm:if>
            <dgm:if name="Name9" axis="ch" ptType="node" func="cnt" op="equ" val="5">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h" fact="0.1082"/>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h" fact="0.197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h" fact="0.2253"/>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h" fact="0.197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h" fact="0.1082"/>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primFontSz" for="ch" ptType="node" op="equ" val="65"/>
              </dgm:constrLst>
            </dgm:if>
            <dgm:if name="Name10" axis="ch" ptType="node" func="cnt" op="equ" val="6">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h" fact="0.094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h" fact="0.1809"/>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h" fact="0.220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h" fact="0.2205"/>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h" fact="0.18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h" fact="0.0943"/>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primFontSz" for="ch" ptType="node" op="equ" val="65"/>
              </dgm:constrLst>
            </dgm:if>
            <dgm:else name="Name1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h" fact="0.0835"/>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h" fact="0.165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h" fact="0.2109"/>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h" fact="0.2253"/>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h" fact="0.21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h" fact="0.1658"/>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h" fact="0.0835"/>
                <dgm:constr type="l" for="ch" forName="text_7" refType="ctrX" refFor="ch" refForName="accent_7"/>
                <dgm:constr type="r" for="ch" forName="text_7" refType="w"/>
                <dgm:constr type="w" for="ch" forName="text_7" refType="h" refFor="ch" refForName="text_7" op="gte"/>
                <dgm:constr type="h" for="ch" forName="text_7" refType="h" refFor="ch" refForName="accent_7" fact="0.8"/>
                <dgm:constr type="ctrY" for="ch" forName="text_7" refType="ctrY" refFor="ch" refForName="accent_7"/>
                <dgm:constr type="lMarg" for="ch" forName="text_7" refType="w" refFor="ch" refForName="accent_7" fact="1.8"/>
                <dgm:constr type="primFontSz" for="ch" ptType="node" op="equ" val="65"/>
              </dgm:constrLst>
            </dgm:else>
          </dgm:choose>
        </dgm:if>
        <dgm:else name="Name12">
          <dgm:choose name="Name13">
            <dgm:if name="Name14" axis="ch" ptType="node" func="cnt" op="equ" val="1">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w"/>
                <dgm:constr type="ctrXOff" for="ch" forName="accent_1" refType="h" fact="-0.225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primFontSz" for="ch" ptType="node" op="equ" val="65"/>
              </dgm:constrLst>
            </dgm:if>
            <dgm:if name="Name15" axis="ch" ptType="node" func="cnt" op="equ" val="2">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w"/>
                <dgm:constr type="ctrXOff" for="ch" forName="accent_1" refType="h" fact="-0.1891"/>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w"/>
                <dgm:constr type="ctrXOff" for="ch" forName="accent_2" refType="h" fact="-0.1891"/>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primFontSz" for="ch" ptType="node" op="equ" val="65"/>
              </dgm:constrLst>
            </dgm:if>
            <dgm:if name="Name16" axis="ch" ptType="node" func="cnt" op="equ" val="3">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w"/>
                <dgm:constr type="ctrXOff" for="ch" forName="accent_1" refType="h" fact="-0.1526"/>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w"/>
                <dgm:constr type="ctrXOff" for="ch" forName="accent_2" refType="h" fact="-0.2253"/>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w"/>
                <dgm:constr type="ctrXOff" for="ch" forName="accent_3" refType="h" fact="-0.1526"/>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primFontSz" for="ch" ptType="node" op="equ" val="65"/>
              </dgm:constrLst>
            </dgm:if>
            <dgm:if name="Name17" axis="ch" ptType="node" func="cnt" op="equ" val="4">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w"/>
                <dgm:constr type="ctrXOff" for="ch" forName="accent_1" refType="h" fact="-0.1268"/>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w"/>
                <dgm:constr type="ctrXOff" for="ch" forName="accent_2" refType="h" fact="-0.215"/>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w"/>
                <dgm:constr type="ctrXOff" for="ch" forName="accent_3" refType="h" fact="-0.21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w"/>
                <dgm:constr type="ctrXOff" for="ch" forName="accent_4" refType="h" fact="-0.126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primFontSz" for="ch" ptType="node" op="equ" val="65"/>
              </dgm:constrLst>
            </dgm:if>
            <dgm:if name="Name18" axis="ch" ptType="node" func="cnt" op="equ" val="5">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w"/>
                <dgm:constr type="ctrXOff" for="ch" forName="accent_1" refType="h" fact="-0.1082"/>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w"/>
                <dgm:constr type="ctrXOff" for="ch" forName="accent_2" refType="h" fact="-0.197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w"/>
                <dgm:constr type="ctrXOff" for="ch" forName="accent_3" refType="h" fact="-0.2253"/>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w"/>
                <dgm:constr type="ctrXOff" for="ch" forName="accent_4" refType="h" fact="-0.197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w"/>
                <dgm:constr type="ctrXOff" for="ch" forName="accent_5" refType="h" fact="-0.1082"/>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primFontSz" for="ch" ptType="node" op="equ" val="65"/>
              </dgm:constrLst>
            </dgm:if>
            <dgm:if name="Name19" axis="ch" ptType="node" func="cnt" op="equ" val="6">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w"/>
                <dgm:constr type="ctrXOff" for="ch" forName="accent_1" refType="h" fact="-0.094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w"/>
                <dgm:constr type="ctrXOff" for="ch" forName="accent_2" refType="h" fact="-0.1809"/>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w"/>
                <dgm:constr type="ctrXOff" for="ch" forName="accent_3" refType="h" fact="-0.220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w"/>
                <dgm:constr type="ctrXOff" for="ch" forName="accent_4" refType="h" fact="-0.2205"/>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w"/>
                <dgm:constr type="ctrXOff" for="ch" forName="accent_5" refType="h" fact="-0.18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w"/>
                <dgm:constr type="ctrXOff" for="ch" forName="accent_6" refType="h" fact="-0.0943"/>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primFontSz" for="ch" ptType="node" op="equ" val="65"/>
              </dgm:constrLst>
            </dgm:if>
            <dgm:else name="Name20">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w"/>
                <dgm:constr type="ctrXOff" for="ch" forName="accent_1" refType="h" fact="-0.0835"/>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w"/>
                <dgm:constr type="ctrXOff" for="ch" forName="accent_2" refType="h" fact="-0.165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w"/>
                <dgm:constr type="ctrXOff" for="ch" forName="accent_3" refType="h" fact="-0.2109"/>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w"/>
                <dgm:constr type="ctrXOff" for="ch" forName="accent_4" refType="h" fact="-0.2253"/>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w"/>
                <dgm:constr type="ctrXOff" for="ch" forName="accent_5" refType="h" fact="-0.21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w"/>
                <dgm:constr type="ctrXOff" for="ch" forName="accent_6" refType="h" fact="-0.1658"/>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w"/>
                <dgm:constr type="ctrXOff" for="ch" forName="accent_7" refType="h" fact="-0.0835"/>
                <dgm:constr type="r" for="ch" forName="text_7" refType="ctrX" refFor="ch" refForName="accent_7"/>
                <dgm:constr type="rOff" for="ch" forName="text_7" refType="ctrXOff" refFor="ch" refForName="accent_7"/>
                <dgm:constr type="l" for="ch" forName="text_7"/>
                <dgm:constr type="w" for="ch" forName="text_7" refType="h" refFor="ch" refForName="text_7" op="gte"/>
                <dgm:constr type="h" for="ch" forName="text_7" refType="h" refFor="ch" refForName="accent_7" fact="0.8"/>
                <dgm:constr type="ctrY" for="ch" forName="text_7" refType="ctrY" refFor="ch" refForName="accent_7"/>
                <dgm:constr type="rMarg" for="ch" forName="text_7" refType="w" refFor="ch" refForName="accent_7" fact="1.8"/>
                <dgm:constr type="primFontSz" for="ch" ptType="node" op="equ" val="65"/>
              </dgm:constrLst>
            </dgm:else>
          </dgm:choose>
        </dgm:else>
      </dgm:choose>
      <dgm:layoutNode name="cycle">
        <dgm:choose name="Name21">
          <dgm:if name="Name22" func="var" arg="dir" op="equ" val="norm">
            <dgm:alg type="cycle">
              <dgm:param type="stAng" val="45"/>
              <dgm:param type="spanAng" val="90"/>
            </dgm:alg>
          </dgm:if>
          <dgm:else name="Name23">
            <dgm:alg type="cycle">
              <dgm:param type="stAng" val="225"/>
              <dgm:param type="spanAng" val="90"/>
            </dgm:alg>
          </dgm:else>
        </dgm:choose>
        <dgm:shape xmlns:r="http://schemas.openxmlformats.org/officeDocument/2006/relationships" r:blip="">
          <dgm:adjLst/>
        </dgm:shape>
        <dgm:presOf/>
        <dgm:constrLst>
          <dgm:constr type="w" for="ch" val="1"/>
          <dgm:constr type="h" for="ch" val="1"/>
          <dgm:constr type="diam" for="ch" forName="conn" refType="diam"/>
        </dgm:constrLst>
        <dgm:layoutNode name="srcNode">
          <dgm:alg type="sp"/>
          <dgm:shape xmlns:r="http://schemas.openxmlformats.org/officeDocument/2006/relationships" type="rect" r:blip="" hideGeom="1">
            <dgm:adjLst/>
          </dgm:shape>
          <dgm:presOf/>
        </dgm:layoutNode>
        <dgm:layoutNode name="conn" styleLbl="parChTrans1D2">
          <dgm:alg type="conn">
            <dgm:param type="srcNode" val="srcNode"/>
            <dgm:param type="dstNode" val="dstNode"/>
            <dgm:param type="endSty" val="noArr"/>
            <dgm:param type="connRout" val="curve"/>
            <dgm:param type="begPts" val="ctr"/>
            <dgm:param type="endPts" val="ctr"/>
          </dgm:alg>
          <dgm:shape xmlns:r="http://schemas.openxmlformats.org/officeDocument/2006/relationships" type="conn" r:blip="">
            <dgm:adjLst/>
          </dgm:shape>
          <dgm:presOf axis="desOrSelf" ptType="sibTrans" hideLastTrans="0" st="0" cnt="1"/>
          <dgm:constrLst>
            <dgm:constr type="begPad"/>
            <dgm:constr type="endPad"/>
          </dgm:constrLst>
        </dgm:layoutNode>
        <dgm:layoutNode name="extraNode">
          <dgm:alg type="sp"/>
          <dgm:shape xmlns:r="http://schemas.openxmlformats.org/officeDocument/2006/relationships" type="rect" r:blip="" hideGeom="1">
            <dgm:adjLst/>
          </dgm:shape>
          <dgm:presOf/>
        </dgm:layoutNode>
        <dgm:layoutNode name="dstNode">
          <dgm:alg type="sp"/>
          <dgm:shape xmlns:r="http://schemas.openxmlformats.org/officeDocument/2006/relationships" type="rect" r:blip="" hideGeom="1">
            <dgm:adjLst/>
          </dgm:shape>
          <dgm:presOf/>
        </dgm:layoutNode>
      </dgm:layoutNode>
      <dgm:forEach name="wrapper" axis="self" ptType="parTrans">
        <dgm:forEach name="wrapper2" axis="self" ptType="sibTrans" st="2">
          <dgm:forEach name="accentRepeat" axis="self">
            <dgm:layoutNode name="accentRepeatNode" styleLbl="solidFgAcc1">
              <dgm:alg type="sp"/>
              <dgm:shape xmlns:r="http://schemas.openxmlformats.org/officeDocument/2006/relationships" type="ellipse" r:blip="">
                <dgm:adjLst/>
              </dgm:shape>
              <dgm:presOf/>
            </dgm:layoutNode>
          </dgm:forEach>
        </dgm:forEach>
      </dgm:forEach>
      <dgm:forEach name="Name24" axis="ch" ptType="node" cnt="1">
        <dgm:layoutNode name="text_1" styleLbl="node1">
          <dgm:varLst>
            <dgm:bulletEnabled val="1"/>
          </dgm:varLst>
          <dgm:choose name="Name25">
            <dgm:if name="Name26" func="var" arg="dir" op="equ" val="norm">
              <dgm:alg type="tx">
                <dgm:param type="parTxLTRAlign" val="l"/>
                <dgm:param type="parTxRTLAlign" val="l"/>
                <dgm:param type="shpTxLTRAlignCh" val="l"/>
                <dgm:param type="shpTxRTLAlignCh" val="l"/>
              </dgm:alg>
            </dgm:if>
            <dgm:else name="Name27">
              <dgm:alg type="tx">
                <dgm:param type="parTxLTRAlign" val="r"/>
                <dgm:param type="parTxRTLAlign" val="r"/>
                <dgm:param type="shpTxLTRAlignCh"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1">
          <dgm:alg type="sp"/>
          <dgm:shape xmlns:r="http://schemas.openxmlformats.org/officeDocument/2006/relationships" r:blip="">
            <dgm:adjLst/>
          </dgm:shape>
          <dgm:presOf/>
          <dgm:constrLst/>
          <dgm:forEach name="Name28" ref="accentRepeat"/>
        </dgm:layoutNode>
      </dgm:forEach>
      <dgm:forEach name="Name29" axis="ch" ptType="node" st="2" cnt="1">
        <dgm:layoutNode name="text_2" styleLbl="node1">
          <dgm:varLst>
            <dgm:bulletEnabled val="1"/>
          </dgm:varLst>
          <dgm:choose name="Name30">
            <dgm:if name="Name31" func="var" arg="dir" op="equ" val="norm">
              <dgm:alg type="tx">
                <dgm:param type="parTxLTRAlign" val="l"/>
                <dgm:param type="parTxRTLAlign" val="l"/>
                <dgm:param type="shpTxLTRAlignCh" val="l"/>
                <dgm:param type="shpTxRTLAlignCh" val="l"/>
              </dgm:alg>
            </dgm:if>
            <dgm:else name="Name32">
              <dgm:alg type="tx">
                <dgm:param type="parTxLTRAlign" val="r"/>
                <dgm:param type="parTxRTLAlign" val="r"/>
                <dgm:param type="shpTxLTRAlignCh"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2">
          <dgm:alg type="sp"/>
          <dgm:shape xmlns:r="http://schemas.openxmlformats.org/officeDocument/2006/relationships" r:blip="">
            <dgm:adjLst/>
          </dgm:shape>
          <dgm:presOf/>
          <dgm:constrLst/>
          <dgm:forEach name="Name33" ref="accentRepeat"/>
        </dgm:layoutNode>
      </dgm:forEach>
      <dgm:forEach name="Name34" axis="ch" ptType="node" st="3" cnt="1">
        <dgm:layoutNode name="text_3" styleLbl="node1">
          <dgm:varLst>
            <dgm:bulletEnabled val="1"/>
          </dgm:varLst>
          <dgm:choose name="Name35">
            <dgm:if name="Name36" func="var" arg="dir" op="equ" val="norm">
              <dgm:alg type="tx">
                <dgm:param type="parTxLTRAlign" val="l"/>
                <dgm:param type="parTxRTLAlign" val="l"/>
                <dgm:param type="shpTxLTRAlignCh" val="l"/>
                <dgm:param type="shpTxRTLAlignCh" val="l"/>
              </dgm:alg>
            </dgm:if>
            <dgm:else name="Name37">
              <dgm:alg type="tx">
                <dgm:param type="parTxLTRAlign" val="r"/>
                <dgm:param type="parTxRTLAlign" val="r"/>
                <dgm:param type="shpTxLTRAlignCh"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3">
          <dgm:alg type="sp"/>
          <dgm:shape xmlns:r="http://schemas.openxmlformats.org/officeDocument/2006/relationships" r:blip="">
            <dgm:adjLst/>
          </dgm:shape>
          <dgm:presOf/>
          <dgm:constrLst/>
          <dgm:forEach name="Name38" ref="accentRepeat"/>
        </dgm:layoutNode>
      </dgm:forEach>
      <dgm:forEach name="Name39" axis="ch" ptType="node" st="4" cnt="1">
        <dgm:layoutNode name="text_4" styleLbl="node1">
          <dgm:varLst>
            <dgm:bulletEnabled val="1"/>
          </dgm:varLst>
          <dgm:choose name="Name40">
            <dgm:if name="Name41" func="var" arg="dir" op="equ" val="norm">
              <dgm:alg type="tx">
                <dgm:param type="parTxLTRAlign" val="l"/>
                <dgm:param type="parTxRTLAlign" val="l"/>
                <dgm:param type="shpTxLTRAlignCh" val="l"/>
                <dgm:param type="shpTxRTLAlignCh" val="l"/>
              </dgm:alg>
            </dgm:if>
            <dgm:else name="Name42">
              <dgm:alg type="tx">
                <dgm:param type="parTxLTRAlign" val="r"/>
                <dgm:param type="parTxRTLAlign" val="r"/>
                <dgm:param type="shpTxLTRAlignCh"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4">
          <dgm:alg type="sp"/>
          <dgm:shape xmlns:r="http://schemas.openxmlformats.org/officeDocument/2006/relationships" r:blip="">
            <dgm:adjLst/>
          </dgm:shape>
          <dgm:presOf/>
          <dgm:constrLst/>
          <dgm:forEach name="Name43" ref="accentRepeat"/>
        </dgm:layoutNode>
      </dgm:forEach>
      <dgm:forEach name="Name44" axis="ch" ptType="node" st="5" cnt="1">
        <dgm:layoutNode name="text_5" styleLbl="node1">
          <dgm:varLst>
            <dgm:bulletEnabled val="1"/>
          </dgm:varLst>
          <dgm:choose name="Name45">
            <dgm:if name="Name46" func="var" arg="dir" op="equ" val="norm">
              <dgm:alg type="tx">
                <dgm:param type="parTxLTRAlign" val="l"/>
                <dgm:param type="parTxRTLAlign" val="l"/>
                <dgm:param type="shpTxLTRAlignCh" val="l"/>
                <dgm:param type="shpTxRTLAlignCh" val="l"/>
              </dgm:alg>
            </dgm:if>
            <dgm:else name="Name47">
              <dgm:alg type="tx">
                <dgm:param type="parTxLTRAlign" val="r"/>
                <dgm:param type="parTxRTLAlign" val="r"/>
                <dgm:param type="shpTxLTRAlignCh"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5">
          <dgm:alg type="sp"/>
          <dgm:shape xmlns:r="http://schemas.openxmlformats.org/officeDocument/2006/relationships" r:blip="">
            <dgm:adjLst/>
          </dgm:shape>
          <dgm:presOf/>
          <dgm:constrLst/>
          <dgm:forEach name="Name48" ref="accentRepeat"/>
        </dgm:layoutNode>
      </dgm:forEach>
      <dgm:forEach name="Name49" axis="ch" ptType="node" st="6" cnt="1">
        <dgm:layoutNode name="text_6" styleLbl="node1">
          <dgm:varLst>
            <dgm:bulletEnabled val="1"/>
          </dgm:varLst>
          <dgm:choose name="Name50">
            <dgm:if name="Name51" func="var" arg="dir" op="equ" val="norm">
              <dgm:alg type="tx">
                <dgm:param type="parTxLTRAlign" val="l"/>
                <dgm:param type="parTxRTLAlign" val="l"/>
                <dgm:param type="shpTxLTRAlignCh" val="l"/>
                <dgm:param type="shpTxRTLAlignCh" val="l"/>
              </dgm:alg>
            </dgm:if>
            <dgm:else name="Name52">
              <dgm:alg type="tx">
                <dgm:param type="parTxLTRAlign" val="r"/>
                <dgm:param type="parTxRTLAlign" val="r"/>
                <dgm:param type="shpTxLTRAlignCh"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6">
          <dgm:alg type="sp"/>
          <dgm:shape xmlns:r="http://schemas.openxmlformats.org/officeDocument/2006/relationships" r:blip="">
            <dgm:adjLst/>
          </dgm:shape>
          <dgm:presOf/>
          <dgm:constrLst/>
          <dgm:forEach name="Name53" ref="accentRepeat"/>
        </dgm:layoutNode>
      </dgm:forEach>
      <dgm:forEach name="Name54" axis="ch" ptType="node" st="7" cnt="1">
        <dgm:layoutNode name="text_7" styleLbl="node1">
          <dgm:varLst>
            <dgm:bulletEnabled val="1"/>
          </dgm:varLst>
          <dgm:choose name="Name55">
            <dgm:if name="Name56" func="var" arg="dir" op="equ" val="norm">
              <dgm:alg type="tx">
                <dgm:param type="parTxLTRAlign" val="l"/>
                <dgm:param type="parTxRTLAlign" val="l"/>
                <dgm:param type="shpTxLTRAlignCh" val="l"/>
                <dgm:param type="shpTxRTLAlignCh" val="l"/>
              </dgm:alg>
            </dgm:if>
            <dgm:else name="Name57">
              <dgm:alg type="tx">
                <dgm:param type="parTxLTRAlign" val="r"/>
                <dgm:param type="parTxRTLAlign" val="r"/>
                <dgm:param type="shpTxLTRAlignCh"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7">
          <dgm:alg type="sp"/>
          <dgm:shape xmlns:r="http://schemas.openxmlformats.org/officeDocument/2006/relationships" r:blip="">
            <dgm:adjLst/>
          </dgm:shape>
          <dgm:presOf/>
          <dgm:constrLst/>
          <dgm:forEach name="Name58" ref="accentRepeat"/>
        </dgm:layoutNode>
      </dgm:forEach>
    </dgm:layoutNode>
  </dgm:layoutNode>
</dgm:layoutDef>
</file>

<file path=ppt/diagrams/layout3.xml><?xml version="1.0" encoding="utf-8"?>
<dgm:layoutDef xmlns:dgm="http://schemas.openxmlformats.org/drawingml/2006/diagram" xmlns:a="http://schemas.openxmlformats.org/drawingml/2006/main" uniqueId="urn:microsoft.com/office/officeart/2008/layout/VerticalCurvedList">
  <dgm:title val=""/>
  <dgm:desc val=""/>
  <dgm:catLst>
    <dgm:cat type="list" pri="20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0.8"/>
    </dgm:constrLst>
    <dgm:layoutNode name="Name1">
      <dgm:alg type="composite"/>
      <dgm:shape xmlns:r="http://schemas.openxmlformats.org/officeDocument/2006/relationships" r:blip="">
        <dgm:adjLst/>
      </dgm:shape>
      <dgm:choose name="Name2">
        <dgm:if name="Name3" func="var" arg="dir" op="equ" val="norm">
          <dgm:choose name="Name4">
            <dgm:if name="Name5" axis="ch" ptType="node" func="cnt" op="equ" val="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h" fact="0.225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primFontSz" for="ch" ptType="node" op="equ" val="65"/>
              </dgm:constrLst>
            </dgm:if>
            <dgm:if name="Name6" axis="ch" ptType="node" func="cnt" op="equ" val="2">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h" fact="0.1891"/>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h" fact="0.1891"/>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primFontSz" for="ch" ptType="node" op="equ" val="65"/>
              </dgm:constrLst>
            </dgm:if>
            <dgm:if name="Name7" axis="ch" ptType="node" func="cnt" op="equ" val="3">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h" fact="0.1526"/>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h" fact="0.2253"/>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h" fact="0.1526"/>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primFontSz" for="ch" ptType="node" op="equ" val="65"/>
              </dgm:constrLst>
            </dgm:if>
            <dgm:if name="Name8" axis="ch" ptType="node" func="cnt" op="equ" val="4">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h" fact="0.1268"/>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h" fact="0.215"/>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h" fact="0.21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h" fact="0.126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primFontSz" for="ch" ptType="node" op="equ" val="65"/>
              </dgm:constrLst>
            </dgm:if>
            <dgm:if name="Name9" axis="ch" ptType="node" func="cnt" op="equ" val="5">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h" fact="0.1082"/>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h" fact="0.197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h" fact="0.2253"/>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h" fact="0.197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h" fact="0.1082"/>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primFontSz" for="ch" ptType="node" op="equ" val="65"/>
              </dgm:constrLst>
            </dgm:if>
            <dgm:if name="Name10" axis="ch" ptType="node" func="cnt" op="equ" val="6">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h" fact="0.094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h" fact="0.1809"/>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h" fact="0.220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h" fact="0.2205"/>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h" fact="0.18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h" fact="0.0943"/>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primFontSz" for="ch" ptType="node" op="equ" val="65"/>
              </dgm:constrLst>
            </dgm:if>
            <dgm:else name="Name1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h" fact="0.0835"/>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h" fact="0.165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h" fact="0.2109"/>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h" fact="0.2253"/>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h" fact="0.21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h" fact="0.1658"/>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h" fact="0.0835"/>
                <dgm:constr type="l" for="ch" forName="text_7" refType="ctrX" refFor="ch" refForName="accent_7"/>
                <dgm:constr type="r" for="ch" forName="text_7" refType="w"/>
                <dgm:constr type="w" for="ch" forName="text_7" refType="h" refFor="ch" refForName="text_7" op="gte"/>
                <dgm:constr type="h" for="ch" forName="text_7" refType="h" refFor="ch" refForName="accent_7" fact="0.8"/>
                <dgm:constr type="ctrY" for="ch" forName="text_7" refType="ctrY" refFor="ch" refForName="accent_7"/>
                <dgm:constr type="lMarg" for="ch" forName="text_7" refType="w" refFor="ch" refForName="accent_7" fact="1.8"/>
                <dgm:constr type="primFontSz" for="ch" ptType="node" op="equ" val="65"/>
              </dgm:constrLst>
            </dgm:else>
          </dgm:choose>
        </dgm:if>
        <dgm:else name="Name12">
          <dgm:choose name="Name13">
            <dgm:if name="Name14" axis="ch" ptType="node" func="cnt" op="equ" val="1">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w"/>
                <dgm:constr type="ctrXOff" for="ch" forName="accent_1" refType="h" fact="-0.225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primFontSz" for="ch" ptType="node" op="equ" val="65"/>
              </dgm:constrLst>
            </dgm:if>
            <dgm:if name="Name15" axis="ch" ptType="node" func="cnt" op="equ" val="2">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w"/>
                <dgm:constr type="ctrXOff" for="ch" forName="accent_1" refType="h" fact="-0.1891"/>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w"/>
                <dgm:constr type="ctrXOff" for="ch" forName="accent_2" refType="h" fact="-0.1891"/>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primFontSz" for="ch" ptType="node" op="equ" val="65"/>
              </dgm:constrLst>
            </dgm:if>
            <dgm:if name="Name16" axis="ch" ptType="node" func="cnt" op="equ" val="3">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w"/>
                <dgm:constr type="ctrXOff" for="ch" forName="accent_1" refType="h" fact="-0.1526"/>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w"/>
                <dgm:constr type="ctrXOff" for="ch" forName="accent_2" refType="h" fact="-0.2253"/>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w"/>
                <dgm:constr type="ctrXOff" for="ch" forName="accent_3" refType="h" fact="-0.1526"/>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primFontSz" for="ch" ptType="node" op="equ" val="65"/>
              </dgm:constrLst>
            </dgm:if>
            <dgm:if name="Name17" axis="ch" ptType="node" func="cnt" op="equ" val="4">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w"/>
                <dgm:constr type="ctrXOff" for="ch" forName="accent_1" refType="h" fact="-0.1268"/>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w"/>
                <dgm:constr type="ctrXOff" for="ch" forName="accent_2" refType="h" fact="-0.215"/>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w"/>
                <dgm:constr type="ctrXOff" for="ch" forName="accent_3" refType="h" fact="-0.21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w"/>
                <dgm:constr type="ctrXOff" for="ch" forName="accent_4" refType="h" fact="-0.126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primFontSz" for="ch" ptType="node" op="equ" val="65"/>
              </dgm:constrLst>
            </dgm:if>
            <dgm:if name="Name18" axis="ch" ptType="node" func="cnt" op="equ" val="5">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w"/>
                <dgm:constr type="ctrXOff" for="ch" forName="accent_1" refType="h" fact="-0.1082"/>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w"/>
                <dgm:constr type="ctrXOff" for="ch" forName="accent_2" refType="h" fact="-0.197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w"/>
                <dgm:constr type="ctrXOff" for="ch" forName="accent_3" refType="h" fact="-0.2253"/>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w"/>
                <dgm:constr type="ctrXOff" for="ch" forName="accent_4" refType="h" fact="-0.197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w"/>
                <dgm:constr type="ctrXOff" for="ch" forName="accent_5" refType="h" fact="-0.1082"/>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primFontSz" for="ch" ptType="node" op="equ" val="65"/>
              </dgm:constrLst>
            </dgm:if>
            <dgm:if name="Name19" axis="ch" ptType="node" func="cnt" op="equ" val="6">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w"/>
                <dgm:constr type="ctrXOff" for="ch" forName="accent_1" refType="h" fact="-0.094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w"/>
                <dgm:constr type="ctrXOff" for="ch" forName="accent_2" refType="h" fact="-0.1809"/>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w"/>
                <dgm:constr type="ctrXOff" for="ch" forName="accent_3" refType="h" fact="-0.220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w"/>
                <dgm:constr type="ctrXOff" for="ch" forName="accent_4" refType="h" fact="-0.2205"/>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w"/>
                <dgm:constr type="ctrXOff" for="ch" forName="accent_5" refType="h" fact="-0.18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w"/>
                <dgm:constr type="ctrXOff" for="ch" forName="accent_6" refType="h" fact="-0.0943"/>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primFontSz" for="ch" ptType="node" op="equ" val="65"/>
              </dgm:constrLst>
            </dgm:if>
            <dgm:else name="Name20">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w"/>
                <dgm:constr type="ctrXOff" for="ch" forName="accent_1" refType="h" fact="-0.0835"/>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w"/>
                <dgm:constr type="ctrXOff" for="ch" forName="accent_2" refType="h" fact="-0.165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w"/>
                <dgm:constr type="ctrXOff" for="ch" forName="accent_3" refType="h" fact="-0.2109"/>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w"/>
                <dgm:constr type="ctrXOff" for="ch" forName="accent_4" refType="h" fact="-0.2253"/>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w"/>
                <dgm:constr type="ctrXOff" for="ch" forName="accent_5" refType="h" fact="-0.21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w"/>
                <dgm:constr type="ctrXOff" for="ch" forName="accent_6" refType="h" fact="-0.1658"/>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w"/>
                <dgm:constr type="ctrXOff" for="ch" forName="accent_7" refType="h" fact="-0.0835"/>
                <dgm:constr type="r" for="ch" forName="text_7" refType="ctrX" refFor="ch" refForName="accent_7"/>
                <dgm:constr type="rOff" for="ch" forName="text_7" refType="ctrXOff" refFor="ch" refForName="accent_7"/>
                <dgm:constr type="l" for="ch" forName="text_7"/>
                <dgm:constr type="w" for="ch" forName="text_7" refType="h" refFor="ch" refForName="text_7" op="gte"/>
                <dgm:constr type="h" for="ch" forName="text_7" refType="h" refFor="ch" refForName="accent_7" fact="0.8"/>
                <dgm:constr type="ctrY" for="ch" forName="text_7" refType="ctrY" refFor="ch" refForName="accent_7"/>
                <dgm:constr type="rMarg" for="ch" forName="text_7" refType="w" refFor="ch" refForName="accent_7" fact="1.8"/>
                <dgm:constr type="primFontSz" for="ch" ptType="node" op="equ" val="65"/>
              </dgm:constrLst>
            </dgm:else>
          </dgm:choose>
        </dgm:else>
      </dgm:choose>
      <dgm:layoutNode name="cycle">
        <dgm:choose name="Name21">
          <dgm:if name="Name22" func="var" arg="dir" op="equ" val="norm">
            <dgm:alg type="cycle">
              <dgm:param type="stAng" val="45"/>
              <dgm:param type="spanAng" val="90"/>
            </dgm:alg>
          </dgm:if>
          <dgm:else name="Name23">
            <dgm:alg type="cycle">
              <dgm:param type="stAng" val="225"/>
              <dgm:param type="spanAng" val="90"/>
            </dgm:alg>
          </dgm:else>
        </dgm:choose>
        <dgm:shape xmlns:r="http://schemas.openxmlformats.org/officeDocument/2006/relationships" r:blip="">
          <dgm:adjLst/>
        </dgm:shape>
        <dgm:presOf/>
        <dgm:constrLst>
          <dgm:constr type="w" for="ch" val="1"/>
          <dgm:constr type="h" for="ch" val="1"/>
          <dgm:constr type="diam" for="ch" forName="conn" refType="diam"/>
        </dgm:constrLst>
        <dgm:layoutNode name="srcNode">
          <dgm:alg type="sp"/>
          <dgm:shape xmlns:r="http://schemas.openxmlformats.org/officeDocument/2006/relationships" type="rect" r:blip="" hideGeom="1">
            <dgm:adjLst/>
          </dgm:shape>
          <dgm:presOf/>
        </dgm:layoutNode>
        <dgm:layoutNode name="conn" styleLbl="parChTrans1D2">
          <dgm:alg type="conn">
            <dgm:param type="srcNode" val="srcNode"/>
            <dgm:param type="dstNode" val="dstNode"/>
            <dgm:param type="endSty" val="noArr"/>
            <dgm:param type="connRout" val="curve"/>
            <dgm:param type="begPts" val="ctr"/>
            <dgm:param type="endPts" val="ctr"/>
          </dgm:alg>
          <dgm:shape xmlns:r="http://schemas.openxmlformats.org/officeDocument/2006/relationships" type="conn" r:blip="">
            <dgm:adjLst/>
          </dgm:shape>
          <dgm:presOf axis="desOrSelf" ptType="sibTrans" hideLastTrans="0" st="0" cnt="1"/>
          <dgm:constrLst>
            <dgm:constr type="begPad"/>
            <dgm:constr type="endPad"/>
          </dgm:constrLst>
        </dgm:layoutNode>
        <dgm:layoutNode name="extraNode">
          <dgm:alg type="sp"/>
          <dgm:shape xmlns:r="http://schemas.openxmlformats.org/officeDocument/2006/relationships" type="rect" r:blip="" hideGeom="1">
            <dgm:adjLst/>
          </dgm:shape>
          <dgm:presOf/>
        </dgm:layoutNode>
        <dgm:layoutNode name="dstNode">
          <dgm:alg type="sp"/>
          <dgm:shape xmlns:r="http://schemas.openxmlformats.org/officeDocument/2006/relationships" type="rect" r:blip="" hideGeom="1">
            <dgm:adjLst/>
          </dgm:shape>
          <dgm:presOf/>
        </dgm:layoutNode>
      </dgm:layoutNode>
      <dgm:forEach name="wrapper" axis="self" ptType="parTrans">
        <dgm:forEach name="wrapper2" axis="self" ptType="sibTrans" st="2">
          <dgm:forEach name="accentRepeat" axis="self">
            <dgm:layoutNode name="accentRepeatNode" styleLbl="solidFgAcc1">
              <dgm:alg type="sp"/>
              <dgm:shape xmlns:r="http://schemas.openxmlformats.org/officeDocument/2006/relationships" type="ellipse" r:blip="">
                <dgm:adjLst/>
              </dgm:shape>
              <dgm:presOf/>
            </dgm:layoutNode>
          </dgm:forEach>
        </dgm:forEach>
      </dgm:forEach>
      <dgm:forEach name="Name24" axis="ch" ptType="node" cnt="1">
        <dgm:layoutNode name="text_1" styleLbl="node1">
          <dgm:varLst>
            <dgm:bulletEnabled val="1"/>
          </dgm:varLst>
          <dgm:choose name="Name25">
            <dgm:if name="Name26" func="var" arg="dir" op="equ" val="norm">
              <dgm:alg type="tx">
                <dgm:param type="parTxLTRAlign" val="l"/>
                <dgm:param type="parTxRTLAlign" val="l"/>
                <dgm:param type="shpTxLTRAlignCh" val="l"/>
                <dgm:param type="shpTxRTLAlignCh" val="l"/>
              </dgm:alg>
            </dgm:if>
            <dgm:else name="Name27">
              <dgm:alg type="tx">
                <dgm:param type="parTxLTRAlign" val="r"/>
                <dgm:param type="parTxRTLAlign" val="r"/>
                <dgm:param type="shpTxLTRAlignCh"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1">
          <dgm:alg type="sp"/>
          <dgm:shape xmlns:r="http://schemas.openxmlformats.org/officeDocument/2006/relationships" r:blip="">
            <dgm:adjLst/>
          </dgm:shape>
          <dgm:presOf/>
          <dgm:constrLst/>
          <dgm:forEach name="Name28" ref="accentRepeat"/>
        </dgm:layoutNode>
      </dgm:forEach>
      <dgm:forEach name="Name29" axis="ch" ptType="node" st="2" cnt="1">
        <dgm:layoutNode name="text_2" styleLbl="node1">
          <dgm:varLst>
            <dgm:bulletEnabled val="1"/>
          </dgm:varLst>
          <dgm:choose name="Name30">
            <dgm:if name="Name31" func="var" arg="dir" op="equ" val="norm">
              <dgm:alg type="tx">
                <dgm:param type="parTxLTRAlign" val="l"/>
                <dgm:param type="parTxRTLAlign" val="l"/>
                <dgm:param type="shpTxLTRAlignCh" val="l"/>
                <dgm:param type="shpTxRTLAlignCh" val="l"/>
              </dgm:alg>
            </dgm:if>
            <dgm:else name="Name32">
              <dgm:alg type="tx">
                <dgm:param type="parTxLTRAlign" val="r"/>
                <dgm:param type="parTxRTLAlign" val="r"/>
                <dgm:param type="shpTxLTRAlignCh"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2">
          <dgm:alg type="sp"/>
          <dgm:shape xmlns:r="http://schemas.openxmlformats.org/officeDocument/2006/relationships" r:blip="">
            <dgm:adjLst/>
          </dgm:shape>
          <dgm:presOf/>
          <dgm:constrLst/>
          <dgm:forEach name="Name33" ref="accentRepeat"/>
        </dgm:layoutNode>
      </dgm:forEach>
      <dgm:forEach name="Name34" axis="ch" ptType="node" st="3" cnt="1">
        <dgm:layoutNode name="text_3" styleLbl="node1">
          <dgm:varLst>
            <dgm:bulletEnabled val="1"/>
          </dgm:varLst>
          <dgm:choose name="Name35">
            <dgm:if name="Name36" func="var" arg="dir" op="equ" val="norm">
              <dgm:alg type="tx">
                <dgm:param type="parTxLTRAlign" val="l"/>
                <dgm:param type="parTxRTLAlign" val="l"/>
                <dgm:param type="shpTxLTRAlignCh" val="l"/>
                <dgm:param type="shpTxRTLAlignCh" val="l"/>
              </dgm:alg>
            </dgm:if>
            <dgm:else name="Name37">
              <dgm:alg type="tx">
                <dgm:param type="parTxLTRAlign" val="r"/>
                <dgm:param type="parTxRTLAlign" val="r"/>
                <dgm:param type="shpTxLTRAlignCh"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3">
          <dgm:alg type="sp"/>
          <dgm:shape xmlns:r="http://schemas.openxmlformats.org/officeDocument/2006/relationships" r:blip="">
            <dgm:adjLst/>
          </dgm:shape>
          <dgm:presOf/>
          <dgm:constrLst/>
          <dgm:forEach name="Name38" ref="accentRepeat"/>
        </dgm:layoutNode>
      </dgm:forEach>
      <dgm:forEach name="Name39" axis="ch" ptType="node" st="4" cnt="1">
        <dgm:layoutNode name="text_4" styleLbl="node1">
          <dgm:varLst>
            <dgm:bulletEnabled val="1"/>
          </dgm:varLst>
          <dgm:choose name="Name40">
            <dgm:if name="Name41" func="var" arg="dir" op="equ" val="norm">
              <dgm:alg type="tx">
                <dgm:param type="parTxLTRAlign" val="l"/>
                <dgm:param type="parTxRTLAlign" val="l"/>
                <dgm:param type="shpTxLTRAlignCh" val="l"/>
                <dgm:param type="shpTxRTLAlignCh" val="l"/>
              </dgm:alg>
            </dgm:if>
            <dgm:else name="Name42">
              <dgm:alg type="tx">
                <dgm:param type="parTxLTRAlign" val="r"/>
                <dgm:param type="parTxRTLAlign" val="r"/>
                <dgm:param type="shpTxLTRAlignCh"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4">
          <dgm:alg type="sp"/>
          <dgm:shape xmlns:r="http://schemas.openxmlformats.org/officeDocument/2006/relationships" r:blip="">
            <dgm:adjLst/>
          </dgm:shape>
          <dgm:presOf/>
          <dgm:constrLst/>
          <dgm:forEach name="Name43" ref="accentRepeat"/>
        </dgm:layoutNode>
      </dgm:forEach>
      <dgm:forEach name="Name44" axis="ch" ptType="node" st="5" cnt="1">
        <dgm:layoutNode name="text_5" styleLbl="node1">
          <dgm:varLst>
            <dgm:bulletEnabled val="1"/>
          </dgm:varLst>
          <dgm:choose name="Name45">
            <dgm:if name="Name46" func="var" arg="dir" op="equ" val="norm">
              <dgm:alg type="tx">
                <dgm:param type="parTxLTRAlign" val="l"/>
                <dgm:param type="parTxRTLAlign" val="l"/>
                <dgm:param type="shpTxLTRAlignCh" val="l"/>
                <dgm:param type="shpTxRTLAlignCh" val="l"/>
              </dgm:alg>
            </dgm:if>
            <dgm:else name="Name47">
              <dgm:alg type="tx">
                <dgm:param type="parTxLTRAlign" val="r"/>
                <dgm:param type="parTxRTLAlign" val="r"/>
                <dgm:param type="shpTxLTRAlignCh"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5">
          <dgm:alg type="sp"/>
          <dgm:shape xmlns:r="http://schemas.openxmlformats.org/officeDocument/2006/relationships" r:blip="">
            <dgm:adjLst/>
          </dgm:shape>
          <dgm:presOf/>
          <dgm:constrLst/>
          <dgm:forEach name="Name48" ref="accentRepeat"/>
        </dgm:layoutNode>
      </dgm:forEach>
      <dgm:forEach name="Name49" axis="ch" ptType="node" st="6" cnt="1">
        <dgm:layoutNode name="text_6" styleLbl="node1">
          <dgm:varLst>
            <dgm:bulletEnabled val="1"/>
          </dgm:varLst>
          <dgm:choose name="Name50">
            <dgm:if name="Name51" func="var" arg="dir" op="equ" val="norm">
              <dgm:alg type="tx">
                <dgm:param type="parTxLTRAlign" val="l"/>
                <dgm:param type="parTxRTLAlign" val="l"/>
                <dgm:param type="shpTxLTRAlignCh" val="l"/>
                <dgm:param type="shpTxRTLAlignCh" val="l"/>
              </dgm:alg>
            </dgm:if>
            <dgm:else name="Name52">
              <dgm:alg type="tx">
                <dgm:param type="parTxLTRAlign" val="r"/>
                <dgm:param type="parTxRTLAlign" val="r"/>
                <dgm:param type="shpTxLTRAlignCh"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6">
          <dgm:alg type="sp"/>
          <dgm:shape xmlns:r="http://schemas.openxmlformats.org/officeDocument/2006/relationships" r:blip="">
            <dgm:adjLst/>
          </dgm:shape>
          <dgm:presOf/>
          <dgm:constrLst/>
          <dgm:forEach name="Name53" ref="accentRepeat"/>
        </dgm:layoutNode>
      </dgm:forEach>
      <dgm:forEach name="Name54" axis="ch" ptType="node" st="7" cnt="1">
        <dgm:layoutNode name="text_7" styleLbl="node1">
          <dgm:varLst>
            <dgm:bulletEnabled val="1"/>
          </dgm:varLst>
          <dgm:choose name="Name55">
            <dgm:if name="Name56" func="var" arg="dir" op="equ" val="norm">
              <dgm:alg type="tx">
                <dgm:param type="parTxLTRAlign" val="l"/>
                <dgm:param type="parTxRTLAlign" val="l"/>
                <dgm:param type="shpTxLTRAlignCh" val="l"/>
                <dgm:param type="shpTxRTLAlignCh" val="l"/>
              </dgm:alg>
            </dgm:if>
            <dgm:else name="Name57">
              <dgm:alg type="tx">
                <dgm:param type="parTxLTRAlign" val="r"/>
                <dgm:param type="parTxRTLAlign" val="r"/>
                <dgm:param type="shpTxLTRAlignCh"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7">
          <dgm:alg type="sp"/>
          <dgm:shape xmlns:r="http://schemas.openxmlformats.org/officeDocument/2006/relationships" r:blip="">
            <dgm:adjLst/>
          </dgm:shape>
          <dgm:presOf/>
          <dgm:constrLst/>
          <dgm:forEach name="Name58" ref="accentRepeat"/>
        </dgm:layoutNode>
      </dgm:forEach>
    </dgm:layoutNode>
  </dgm:layoutNode>
</dgm:layoutDef>
</file>

<file path=ppt/diagrams/layout4.xml><?xml version="1.0" encoding="utf-8"?>
<dgm:layoutDef xmlns:dgm="http://schemas.openxmlformats.org/drawingml/2006/diagram" xmlns:a="http://schemas.openxmlformats.org/drawingml/2006/main" uniqueId="urn:microsoft.com/office/officeart/2008/layout/VerticalCurvedList">
  <dgm:title val=""/>
  <dgm:desc val=""/>
  <dgm:catLst>
    <dgm:cat type="list" pri="20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0.8"/>
    </dgm:constrLst>
    <dgm:layoutNode name="Name1">
      <dgm:alg type="composite"/>
      <dgm:shape xmlns:r="http://schemas.openxmlformats.org/officeDocument/2006/relationships" r:blip="">
        <dgm:adjLst/>
      </dgm:shape>
      <dgm:choose name="Name2">
        <dgm:if name="Name3" func="var" arg="dir" op="equ" val="norm">
          <dgm:choose name="Name4">
            <dgm:if name="Name5" axis="ch" ptType="node" func="cnt" op="equ" val="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h" fact="0.225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primFontSz" for="ch" ptType="node" op="equ" val="65"/>
              </dgm:constrLst>
            </dgm:if>
            <dgm:if name="Name6" axis="ch" ptType="node" func="cnt" op="equ" val="2">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h" fact="0.1891"/>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h" fact="0.1891"/>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primFontSz" for="ch" ptType="node" op="equ" val="65"/>
              </dgm:constrLst>
            </dgm:if>
            <dgm:if name="Name7" axis="ch" ptType="node" func="cnt" op="equ" val="3">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h" fact="0.1526"/>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h" fact="0.2253"/>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h" fact="0.1526"/>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primFontSz" for="ch" ptType="node" op="equ" val="65"/>
              </dgm:constrLst>
            </dgm:if>
            <dgm:if name="Name8" axis="ch" ptType="node" func="cnt" op="equ" val="4">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h" fact="0.1268"/>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h" fact="0.215"/>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h" fact="0.21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h" fact="0.126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primFontSz" for="ch" ptType="node" op="equ" val="65"/>
              </dgm:constrLst>
            </dgm:if>
            <dgm:if name="Name9" axis="ch" ptType="node" func="cnt" op="equ" val="5">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h" fact="0.1082"/>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h" fact="0.197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h" fact="0.2253"/>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h" fact="0.197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h" fact="0.1082"/>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primFontSz" for="ch" ptType="node" op="equ" val="65"/>
              </dgm:constrLst>
            </dgm:if>
            <dgm:if name="Name10" axis="ch" ptType="node" func="cnt" op="equ" val="6">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h" fact="0.094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h" fact="0.1809"/>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h" fact="0.220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h" fact="0.2205"/>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h" fact="0.18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h" fact="0.0943"/>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primFontSz" for="ch" ptType="node" op="equ" val="65"/>
              </dgm:constrLst>
            </dgm:if>
            <dgm:else name="Name1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h" fact="0.0835"/>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h" fact="0.165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h" fact="0.2109"/>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h" fact="0.2253"/>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h" fact="0.21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h" fact="0.1658"/>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h" fact="0.0835"/>
                <dgm:constr type="l" for="ch" forName="text_7" refType="ctrX" refFor="ch" refForName="accent_7"/>
                <dgm:constr type="r" for="ch" forName="text_7" refType="w"/>
                <dgm:constr type="w" for="ch" forName="text_7" refType="h" refFor="ch" refForName="text_7" op="gte"/>
                <dgm:constr type="h" for="ch" forName="text_7" refType="h" refFor="ch" refForName="accent_7" fact="0.8"/>
                <dgm:constr type="ctrY" for="ch" forName="text_7" refType="ctrY" refFor="ch" refForName="accent_7"/>
                <dgm:constr type="lMarg" for="ch" forName="text_7" refType="w" refFor="ch" refForName="accent_7" fact="1.8"/>
                <dgm:constr type="primFontSz" for="ch" ptType="node" op="equ" val="65"/>
              </dgm:constrLst>
            </dgm:else>
          </dgm:choose>
        </dgm:if>
        <dgm:else name="Name12">
          <dgm:choose name="Name13">
            <dgm:if name="Name14" axis="ch" ptType="node" func="cnt" op="equ" val="1">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w"/>
                <dgm:constr type="ctrXOff" for="ch" forName="accent_1" refType="h" fact="-0.225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primFontSz" for="ch" ptType="node" op="equ" val="65"/>
              </dgm:constrLst>
            </dgm:if>
            <dgm:if name="Name15" axis="ch" ptType="node" func="cnt" op="equ" val="2">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w"/>
                <dgm:constr type="ctrXOff" for="ch" forName="accent_1" refType="h" fact="-0.1891"/>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w"/>
                <dgm:constr type="ctrXOff" for="ch" forName="accent_2" refType="h" fact="-0.1891"/>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primFontSz" for="ch" ptType="node" op="equ" val="65"/>
              </dgm:constrLst>
            </dgm:if>
            <dgm:if name="Name16" axis="ch" ptType="node" func="cnt" op="equ" val="3">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w"/>
                <dgm:constr type="ctrXOff" for="ch" forName="accent_1" refType="h" fact="-0.1526"/>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w"/>
                <dgm:constr type="ctrXOff" for="ch" forName="accent_2" refType="h" fact="-0.2253"/>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w"/>
                <dgm:constr type="ctrXOff" for="ch" forName="accent_3" refType="h" fact="-0.1526"/>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primFontSz" for="ch" ptType="node" op="equ" val="65"/>
              </dgm:constrLst>
            </dgm:if>
            <dgm:if name="Name17" axis="ch" ptType="node" func="cnt" op="equ" val="4">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w"/>
                <dgm:constr type="ctrXOff" for="ch" forName="accent_1" refType="h" fact="-0.1268"/>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w"/>
                <dgm:constr type="ctrXOff" for="ch" forName="accent_2" refType="h" fact="-0.215"/>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w"/>
                <dgm:constr type="ctrXOff" for="ch" forName="accent_3" refType="h" fact="-0.21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w"/>
                <dgm:constr type="ctrXOff" for="ch" forName="accent_4" refType="h" fact="-0.126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primFontSz" for="ch" ptType="node" op="equ" val="65"/>
              </dgm:constrLst>
            </dgm:if>
            <dgm:if name="Name18" axis="ch" ptType="node" func="cnt" op="equ" val="5">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w"/>
                <dgm:constr type="ctrXOff" for="ch" forName="accent_1" refType="h" fact="-0.1082"/>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w"/>
                <dgm:constr type="ctrXOff" for="ch" forName="accent_2" refType="h" fact="-0.197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w"/>
                <dgm:constr type="ctrXOff" for="ch" forName="accent_3" refType="h" fact="-0.2253"/>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w"/>
                <dgm:constr type="ctrXOff" for="ch" forName="accent_4" refType="h" fact="-0.197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w"/>
                <dgm:constr type="ctrXOff" for="ch" forName="accent_5" refType="h" fact="-0.1082"/>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primFontSz" for="ch" ptType="node" op="equ" val="65"/>
              </dgm:constrLst>
            </dgm:if>
            <dgm:if name="Name19" axis="ch" ptType="node" func="cnt" op="equ" val="6">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w"/>
                <dgm:constr type="ctrXOff" for="ch" forName="accent_1" refType="h" fact="-0.094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w"/>
                <dgm:constr type="ctrXOff" for="ch" forName="accent_2" refType="h" fact="-0.1809"/>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w"/>
                <dgm:constr type="ctrXOff" for="ch" forName="accent_3" refType="h" fact="-0.220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w"/>
                <dgm:constr type="ctrXOff" for="ch" forName="accent_4" refType="h" fact="-0.2205"/>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w"/>
                <dgm:constr type="ctrXOff" for="ch" forName="accent_5" refType="h" fact="-0.18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w"/>
                <dgm:constr type="ctrXOff" for="ch" forName="accent_6" refType="h" fact="-0.0943"/>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primFontSz" for="ch" ptType="node" op="equ" val="65"/>
              </dgm:constrLst>
            </dgm:if>
            <dgm:else name="Name20">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w"/>
                <dgm:constr type="ctrXOff" for="ch" forName="accent_1" refType="h" fact="-0.0835"/>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w"/>
                <dgm:constr type="ctrXOff" for="ch" forName="accent_2" refType="h" fact="-0.165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w"/>
                <dgm:constr type="ctrXOff" for="ch" forName="accent_3" refType="h" fact="-0.2109"/>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w"/>
                <dgm:constr type="ctrXOff" for="ch" forName="accent_4" refType="h" fact="-0.2253"/>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w"/>
                <dgm:constr type="ctrXOff" for="ch" forName="accent_5" refType="h" fact="-0.21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w"/>
                <dgm:constr type="ctrXOff" for="ch" forName="accent_6" refType="h" fact="-0.1658"/>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w"/>
                <dgm:constr type="ctrXOff" for="ch" forName="accent_7" refType="h" fact="-0.0835"/>
                <dgm:constr type="r" for="ch" forName="text_7" refType="ctrX" refFor="ch" refForName="accent_7"/>
                <dgm:constr type="rOff" for="ch" forName="text_7" refType="ctrXOff" refFor="ch" refForName="accent_7"/>
                <dgm:constr type="l" for="ch" forName="text_7"/>
                <dgm:constr type="w" for="ch" forName="text_7" refType="h" refFor="ch" refForName="text_7" op="gte"/>
                <dgm:constr type="h" for="ch" forName="text_7" refType="h" refFor="ch" refForName="accent_7" fact="0.8"/>
                <dgm:constr type="ctrY" for="ch" forName="text_7" refType="ctrY" refFor="ch" refForName="accent_7"/>
                <dgm:constr type="rMarg" for="ch" forName="text_7" refType="w" refFor="ch" refForName="accent_7" fact="1.8"/>
                <dgm:constr type="primFontSz" for="ch" ptType="node" op="equ" val="65"/>
              </dgm:constrLst>
            </dgm:else>
          </dgm:choose>
        </dgm:else>
      </dgm:choose>
      <dgm:layoutNode name="cycle">
        <dgm:choose name="Name21">
          <dgm:if name="Name22" func="var" arg="dir" op="equ" val="norm">
            <dgm:alg type="cycle">
              <dgm:param type="stAng" val="45"/>
              <dgm:param type="spanAng" val="90"/>
            </dgm:alg>
          </dgm:if>
          <dgm:else name="Name23">
            <dgm:alg type="cycle">
              <dgm:param type="stAng" val="225"/>
              <dgm:param type="spanAng" val="90"/>
            </dgm:alg>
          </dgm:else>
        </dgm:choose>
        <dgm:shape xmlns:r="http://schemas.openxmlformats.org/officeDocument/2006/relationships" r:blip="">
          <dgm:adjLst/>
        </dgm:shape>
        <dgm:presOf/>
        <dgm:constrLst>
          <dgm:constr type="w" for="ch" val="1"/>
          <dgm:constr type="h" for="ch" val="1"/>
          <dgm:constr type="diam" for="ch" forName="conn" refType="diam"/>
        </dgm:constrLst>
        <dgm:layoutNode name="srcNode">
          <dgm:alg type="sp"/>
          <dgm:shape xmlns:r="http://schemas.openxmlformats.org/officeDocument/2006/relationships" type="rect" r:blip="" hideGeom="1">
            <dgm:adjLst/>
          </dgm:shape>
          <dgm:presOf/>
        </dgm:layoutNode>
        <dgm:layoutNode name="conn" styleLbl="parChTrans1D2">
          <dgm:alg type="conn">
            <dgm:param type="srcNode" val="srcNode"/>
            <dgm:param type="dstNode" val="dstNode"/>
            <dgm:param type="endSty" val="noArr"/>
            <dgm:param type="connRout" val="curve"/>
            <dgm:param type="begPts" val="ctr"/>
            <dgm:param type="endPts" val="ctr"/>
          </dgm:alg>
          <dgm:shape xmlns:r="http://schemas.openxmlformats.org/officeDocument/2006/relationships" type="conn" r:blip="">
            <dgm:adjLst/>
          </dgm:shape>
          <dgm:presOf axis="desOrSelf" ptType="sibTrans" hideLastTrans="0" st="0" cnt="1"/>
          <dgm:constrLst>
            <dgm:constr type="begPad"/>
            <dgm:constr type="endPad"/>
          </dgm:constrLst>
        </dgm:layoutNode>
        <dgm:layoutNode name="extraNode">
          <dgm:alg type="sp"/>
          <dgm:shape xmlns:r="http://schemas.openxmlformats.org/officeDocument/2006/relationships" type="rect" r:blip="" hideGeom="1">
            <dgm:adjLst/>
          </dgm:shape>
          <dgm:presOf/>
        </dgm:layoutNode>
        <dgm:layoutNode name="dstNode">
          <dgm:alg type="sp"/>
          <dgm:shape xmlns:r="http://schemas.openxmlformats.org/officeDocument/2006/relationships" type="rect" r:blip="" hideGeom="1">
            <dgm:adjLst/>
          </dgm:shape>
          <dgm:presOf/>
        </dgm:layoutNode>
      </dgm:layoutNode>
      <dgm:forEach name="wrapper" axis="self" ptType="parTrans">
        <dgm:forEach name="wrapper2" axis="self" ptType="sibTrans" st="2">
          <dgm:forEach name="accentRepeat" axis="self">
            <dgm:layoutNode name="accentRepeatNode" styleLbl="solidFgAcc1">
              <dgm:alg type="sp"/>
              <dgm:shape xmlns:r="http://schemas.openxmlformats.org/officeDocument/2006/relationships" type="ellipse" r:blip="">
                <dgm:adjLst/>
              </dgm:shape>
              <dgm:presOf/>
            </dgm:layoutNode>
          </dgm:forEach>
        </dgm:forEach>
      </dgm:forEach>
      <dgm:forEach name="Name24" axis="ch" ptType="node" cnt="1">
        <dgm:layoutNode name="text_1" styleLbl="node1">
          <dgm:varLst>
            <dgm:bulletEnabled val="1"/>
          </dgm:varLst>
          <dgm:choose name="Name25">
            <dgm:if name="Name26" func="var" arg="dir" op="equ" val="norm">
              <dgm:alg type="tx">
                <dgm:param type="parTxLTRAlign" val="l"/>
                <dgm:param type="parTxRTLAlign" val="l"/>
                <dgm:param type="shpTxLTRAlignCh" val="l"/>
                <dgm:param type="shpTxRTLAlignCh" val="l"/>
              </dgm:alg>
            </dgm:if>
            <dgm:else name="Name27">
              <dgm:alg type="tx">
                <dgm:param type="parTxLTRAlign" val="r"/>
                <dgm:param type="parTxRTLAlign" val="r"/>
                <dgm:param type="shpTxLTRAlignCh"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1">
          <dgm:alg type="sp"/>
          <dgm:shape xmlns:r="http://schemas.openxmlformats.org/officeDocument/2006/relationships" r:blip="">
            <dgm:adjLst/>
          </dgm:shape>
          <dgm:presOf/>
          <dgm:constrLst/>
          <dgm:forEach name="Name28" ref="accentRepeat"/>
        </dgm:layoutNode>
      </dgm:forEach>
      <dgm:forEach name="Name29" axis="ch" ptType="node" st="2" cnt="1">
        <dgm:layoutNode name="text_2" styleLbl="node1">
          <dgm:varLst>
            <dgm:bulletEnabled val="1"/>
          </dgm:varLst>
          <dgm:choose name="Name30">
            <dgm:if name="Name31" func="var" arg="dir" op="equ" val="norm">
              <dgm:alg type="tx">
                <dgm:param type="parTxLTRAlign" val="l"/>
                <dgm:param type="parTxRTLAlign" val="l"/>
                <dgm:param type="shpTxLTRAlignCh" val="l"/>
                <dgm:param type="shpTxRTLAlignCh" val="l"/>
              </dgm:alg>
            </dgm:if>
            <dgm:else name="Name32">
              <dgm:alg type="tx">
                <dgm:param type="parTxLTRAlign" val="r"/>
                <dgm:param type="parTxRTLAlign" val="r"/>
                <dgm:param type="shpTxLTRAlignCh"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2">
          <dgm:alg type="sp"/>
          <dgm:shape xmlns:r="http://schemas.openxmlformats.org/officeDocument/2006/relationships" r:blip="">
            <dgm:adjLst/>
          </dgm:shape>
          <dgm:presOf/>
          <dgm:constrLst/>
          <dgm:forEach name="Name33" ref="accentRepeat"/>
        </dgm:layoutNode>
      </dgm:forEach>
      <dgm:forEach name="Name34" axis="ch" ptType="node" st="3" cnt="1">
        <dgm:layoutNode name="text_3" styleLbl="node1">
          <dgm:varLst>
            <dgm:bulletEnabled val="1"/>
          </dgm:varLst>
          <dgm:choose name="Name35">
            <dgm:if name="Name36" func="var" arg="dir" op="equ" val="norm">
              <dgm:alg type="tx">
                <dgm:param type="parTxLTRAlign" val="l"/>
                <dgm:param type="parTxRTLAlign" val="l"/>
                <dgm:param type="shpTxLTRAlignCh" val="l"/>
                <dgm:param type="shpTxRTLAlignCh" val="l"/>
              </dgm:alg>
            </dgm:if>
            <dgm:else name="Name37">
              <dgm:alg type="tx">
                <dgm:param type="parTxLTRAlign" val="r"/>
                <dgm:param type="parTxRTLAlign" val="r"/>
                <dgm:param type="shpTxLTRAlignCh"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3">
          <dgm:alg type="sp"/>
          <dgm:shape xmlns:r="http://schemas.openxmlformats.org/officeDocument/2006/relationships" r:blip="">
            <dgm:adjLst/>
          </dgm:shape>
          <dgm:presOf/>
          <dgm:constrLst/>
          <dgm:forEach name="Name38" ref="accentRepeat"/>
        </dgm:layoutNode>
      </dgm:forEach>
      <dgm:forEach name="Name39" axis="ch" ptType="node" st="4" cnt="1">
        <dgm:layoutNode name="text_4" styleLbl="node1">
          <dgm:varLst>
            <dgm:bulletEnabled val="1"/>
          </dgm:varLst>
          <dgm:choose name="Name40">
            <dgm:if name="Name41" func="var" arg="dir" op="equ" val="norm">
              <dgm:alg type="tx">
                <dgm:param type="parTxLTRAlign" val="l"/>
                <dgm:param type="parTxRTLAlign" val="l"/>
                <dgm:param type="shpTxLTRAlignCh" val="l"/>
                <dgm:param type="shpTxRTLAlignCh" val="l"/>
              </dgm:alg>
            </dgm:if>
            <dgm:else name="Name42">
              <dgm:alg type="tx">
                <dgm:param type="parTxLTRAlign" val="r"/>
                <dgm:param type="parTxRTLAlign" val="r"/>
                <dgm:param type="shpTxLTRAlignCh"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4">
          <dgm:alg type="sp"/>
          <dgm:shape xmlns:r="http://schemas.openxmlformats.org/officeDocument/2006/relationships" r:blip="">
            <dgm:adjLst/>
          </dgm:shape>
          <dgm:presOf/>
          <dgm:constrLst/>
          <dgm:forEach name="Name43" ref="accentRepeat"/>
        </dgm:layoutNode>
      </dgm:forEach>
      <dgm:forEach name="Name44" axis="ch" ptType="node" st="5" cnt="1">
        <dgm:layoutNode name="text_5" styleLbl="node1">
          <dgm:varLst>
            <dgm:bulletEnabled val="1"/>
          </dgm:varLst>
          <dgm:choose name="Name45">
            <dgm:if name="Name46" func="var" arg="dir" op="equ" val="norm">
              <dgm:alg type="tx">
                <dgm:param type="parTxLTRAlign" val="l"/>
                <dgm:param type="parTxRTLAlign" val="l"/>
                <dgm:param type="shpTxLTRAlignCh" val="l"/>
                <dgm:param type="shpTxRTLAlignCh" val="l"/>
              </dgm:alg>
            </dgm:if>
            <dgm:else name="Name47">
              <dgm:alg type="tx">
                <dgm:param type="parTxLTRAlign" val="r"/>
                <dgm:param type="parTxRTLAlign" val="r"/>
                <dgm:param type="shpTxLTRAlignCh"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5">
          <dgm:alg type="sp"/>
          <dgm:shape xmlns:r="http://schemas.openxmlformats.org/officeDocument/2006/relationships" r:blip="">
            <dgm:adjLst/>
          </dgm:shape>
          <dgm:presOf/>
          <dgm:constrLst/>
          <dgm:forEach name="Name48" ref="accentRepeat"/>
        </dgm:layoutNode>
      </dgm:forEach>
      <dgm:forEach name="Name49" axis="ch" ptType="node" st="6" cnt="1">
        <dgm:layoutNode name="text_6" styleLbl="node1">
          <dgm:varLst>
            <dgm:bulletEnabled val="1"/>
          </dgm:varLst>
          <dgm:choose name="Name50">
            <dgm:if name="Name51" func="var" arg="dir" op="equ" val="norm">
              <dgm:alg type="tx">
                <dgm:param type="parTxLTRAlign" val="l"/>
                <dgm:param type="parTxRTLAlign" val="l"/>
                <dgm:param type="shpTxLTRAlignCh" val="l"/>
                <dgm:param type="shpTxRTLAlignCh" val="l"/>
              </dgm:alg>
            </dgm:if>
            <dgm:else name="Name52">
              <dgm:alg type="tx">
                <dgm:param type="parTxLTRAlign" val="r"/>
                <dgm:param type="parTxRTLAlign" val="r"/>
                <dgm:param type="shpTxLTRAlignCh"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6">
          <dgm:alg type="sp"/>
          <dgm:shape xmlns:r="http://schemas.openxmlformats.org/officeDocument/2006/relationships" r:blip="">
            <dgm:adjLst/>
          </dgm:shape>
          <dgm:presOf/>
          <dgm:constrLst/>
          <dgm:forEach name="Name53" ref="accentRepeat"/>
        </dgm:layoutNode>
      </dgm:forEach>
      <dgm:forEach name="Name54" axis="ch" ptType="node" st="7" cnt="1">
        <dgm:layoutNode name="text_7" styleLbl="node1">
          <dgm:varLst>
            <dgm:bulletEnabled val="1"/>
          </dgm:varLst>
          <dgm:choose name="Name55">
            <dgm:if name="Name56" func="var" arg="dir" op="equ" val="norm">
              <dgm:alg type="tx">
                <dgm:param type="parTxLTRAlign" val="l"/>
                <dgm:param type="parTxRTLAlign" val="l"/>
                <dgm:param type="shpTxLTRAlignCh" val="l"/>
                <dgm:param type="shpTxRTLAlignCh" val="l"/>
              </dgm:alg>
            </dgm:if>
            <dgm:else name="Name57">
              <dgm:alg type="tx">
                <dgm:param type="parTxLTRAlign" val="r"/>
                <dgm:param type="parTxRTLAlign" val="r"/>
                <dgm:param type="shpTxLTRAlignCh"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7">
          <dgm:alg type="sp"/>
          <dgm:shape xmlns:r="http://schemas.openxmlformats.org/officeDocument/2006/relationships" r:blip="">
            <dgm:adjLst/>
          </dgm:shape>
          <dgm:presOf/>
          <dgm:constrLst/>
          <dgm:forEach name="Name58" ref="accentRepeat"/>
        </dgm:layoutNode>
      </dgm:forEach>
    </dgm:layoutNode>
  </dgm:layoutNode>
</dgm:layoutDef>
</file>

<file path=ppt/diagrams/layout5.xml><?xml version="1.0" encoding="utf-8"?>
<dgm:layoutDef xmlns:dgm="http://schemas.openxmlformats.org/drawingml/2006/diagram" xmlns:a="http://schemas.openxmlformats.org/drawingml/2006/main" uniqueId="urn:microsoft.com/office/officeart/2008/layout/VerticalCurvedList">
  <dgm:title val=""/>
  <dgm:desc val=""/>
  <dgm:catLst>
    <dgm:cat type="list" pri="20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0.8"/>
    </dgm:constrLst>
    <dgm:layoutNode name="Name1">
      <dgm:alg type="composite"/>
      <dgm:shape xmlns:r="http://schemas.openxmlformats.org/officeDocument/2006/relationships" r:blip="">
        <dgm:adjLst/>
      </dgm:shape>
      <dgm:choose name="Name2">
        <dgm:if name="Name3" func="var" arg="dir" op="equ" val="norm">
          <dgm:choose name="Name4">
            <dgm:if name="Name5" axis="ch" ptType="node" func="cnt" op="equ" val="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h" fact="0.225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primFontSz" for="ch" ptType="node" op="equ" val="65"/>
              </dgm:constrLst>
            </dgm:if>
            <dgm:if name="Name6" axis="ch" ptType="node" func="cnt" op="equ" val="2">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h" fact="0.1891"/>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h" fact="0.1891"/>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primFontSz" for="ch" ptType="node" op="equ" val="65"/>
              </dgm:constrLst>
            </dgm:if>
            <dgm:if name="Name7" axis="ch" ptType="node" func="cnt" op="equ" val="3">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h" fact="0.1526"/>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h" fact="0.2253"/>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h" fact="0.1526"/>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primFontSz" for="ch" ptType="node" op="equ" val="65"/>
              </dgm:constrLst>
            </dgm:if>
            <dgm:if name="Name8" axis="ch" ptType="node" func="cnt" op="equ" val="4">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h" fact="0.1268"/>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h" fact="0.215"/>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h" fact="0.21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h" fact="0.126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primFontSz" for="ch" ptType="node" op="equ" val="65"/>
              </dgm:constrLst>
            </dgm:if>
            <dgm:if name="Name9" axis="ch" ptType="node" func="cnt" op="equ" val="5">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h" fact="0.1082"/>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h" fact="0.197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h" fact="0.2253"/>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h" fact="0.197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h" fact="0.1082"/>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primFontSz" for="ch" ptType="node" op="equ" val="65"/>
              </dgm:constrLst>
            </dgm:if>
            <dgm:if name="Name10" axis="ch" ptType="node" func="cnt" op="equ" val="6">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h" fact="0.094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h" fact="0.1809"/>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h" fact="0.220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h" fact="0.2205"/>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h" fact="0.18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h" fact="0.0943"/>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primFontSz" for="ch" ptType="node" op="equ" val="65"/>
              </dgm:constrLst>
            </dgm:if>
            <dgm:else name="Name1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h" fact="0.0835"/>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h" fact="0.165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h" fact="0.2109"/>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h" fact="0.2253"/>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h" fact="0.21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h" fact="0.1658"/>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h" fact="0.0835"/>
                <dgm:constr type="l" for="ch" forName="text_7" refType="ctrX" refFor="ch" refForName="accent_7"/>
                <dgm:constr type="r" for="ch" forName="text_7" refType="w"/>
                <dgm:constr type="w" for="ch" forName="text_7" refType="h" refFor="ch" refForName="text_7" op="gte"/>
                <dgm:constr type="h" for="ch" forName="text_7" refType="h" refFor="ch" refForName="accent_7" fact="0.8"/>
                <dgm:constr type="ctrY" for="ch" forName="text_7" refType="ctrY" refFor="ch" refForName="accent_7"/>
                <dgm:constr type="lMarg" for="ch" forName="text_7" refType="w" refFor="ch" refForName="accent_7" fact="1.8"/>
                <dgm:constr type="primFontSz" for="ch" ptType="node" op="equ" val="65"/>
              </dgm:constrLst>
            </dgm:else>
          </dgm:choose>
        </dgm:if>
        <dgm:else name="Name12">
          <dgm:choose name="Name13">
            <dgm:if name="Name14" axis="ch" ptType="node" func="cnt" op="equ" val="1">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w"/>
                <dgm:constr type="ctrXOff" for="ch" forName="accent_1" refType="h" fact="-0.225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primFontSz" for="ch" ptType="node" op="equ" val="65"/>
              </dgm:constrLst>
            </dgm:if>
            <dgm:if name="Name15" axis="ch" ptType="node" func="cnt" op="equ" val="2">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w"/>
                <dgm:constr type="ctrXOff" for="ch" forName="accent_1" refType="h" fact="-0.1891"/>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w"/>
                <dgm:constr type="ctrXOff" for="ch" forName="accent_2" refType="h" fact="-0.1891"/>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primFontSz" for="ch" ptType="node" op="equ" val="65"/>
              </dgm:constrLst>
            </dgm:if>
            <dgm:if name="Name16" axis="ch" ptType="node" func="cnt" op="equ" val="3">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w"/>
                <dgm:constr type="ctrXOff" for="ch" forName="accent_1" refType="h" fact="-0.1526"/>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w"/>
                <dgm:constr type="ctrXOff" for="ch" forName="accent_2" refType="h" fact="-0.2253"/>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w"/>
                <dgm:constr type="ctrXOff" for="ch" forName="accent_3" refType="h" fact="-0.1526"/>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primFontSz" for="ch" ptType="node" op="equ" val="65"/>
              </dgm:constrLst>
            </dgm:if>
            <dgm:if name="Name17" axis="ch" ptType="node" func="cnt" op="equ" val="4">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w"/>
                <dgm:constr type="ctrXOff" for="ch" forName="accent_1" refType="h" fact="-0.1268"/>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w"/>
                <dgm:constr type="ctrXOff" for="ch" forName="accent_2" refType="h" fact="-0.215"/>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w"/>
                <dgm:constr type="ctrXOff" for="ch" forName="accent_3" refType="h" fact="-0.21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w"/>
                <dgm:constr type="ctrXOff" for="ch" forName="accent_4" refType="h" fact="-0.126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primFontSz" for="ch" ptType="node" op="equ" val="65"/>
              </dgm:constrLst>
            </dgm:if>
            <dgm:if name="Name18" axis="ch" ptType="node" func="cnt" op="equ" val="5">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w"/>
                <dgm:constr type="ctrXOff" for="ch" forName="accent_1" refType="h" fact="-0.1082"/>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w"/>
                <dgm:constr type="ctrXOff" for="ch" forName="accent_2" refType="h" fact="-0.197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w"/>
                <dgm:constr type="ctrXOff" for="ch" forName="accent_3" refType="h" fact="-0.2253"/>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w"/>
                <dgm:constr type="ctrXOff" for="ch" forName="accent_4" refType="h" fact="-0.197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w"/>
                <dgm:constr type="ctrXOff" for="ch" forName="accent_5" refType="h" fact="-0.1082"/>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primFontSz" for="ch" ptType="node" op="equ" val="65"/>
              </dgm:constrLst>
            </dgm:if>
            <dgm:if name="Name19" axis="ch" ptType="node" func="cnt" op="equ" val="6">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w"/>
                <dgm:constr type="ctrXOff" for="ch" forName="accent_1" refType="h" fact="-0.094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w"/>
                <dgm:constr type="ctrXOff" for="ch" forName="accent_2" refType="h" fact="-0.1809"/>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w"/>
                <dgm:constr type="ctrXOff" for="ch" forName="accent_3" refType="h" fact="-0.220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w"/>
                <dgm:constr type="ctrXOff" for="ch" forName="accent_4" refType="h" fact="-0.2205"/>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w"/>
                <dgm:constr type="ctrXOff" for="ch" forName="accent_5" refType="h" fact="-0.18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w"/>
                <dgm:constr type="ctrXOff" for="ch" forName="accent_6" refType="h" fact="-0.0943"/>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primFontSz" for="ch" ptType="node" op="equ" val="65"/>
              </dgm:constrLst>
            </dgm:if>
            <dgm:else name="Name20">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w"/>
                <dgm:constr type="ctrXOff" for="ch" forName="accent_1" refType="h" fact="-0.0835"/>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w"/>
                <dgm:constr type="ctrXOff" for="ch" forName="accent_2" refType="h" fact="-0.165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w"/>
                <dgm:constr type="ctrXOff" for="ch" forName="accent_3" refType="h" fact="-0.2109"/>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w"/>
                <dgm:constr type="ctrXOff" for="ch" forName="accent_4" refType="h" fact="-0.2253"/>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w"/>
                <dgm:constr type="ctrXOff" for="ch" forName="accent_5" refType="h" fact="-0.21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w"/>
                <dgm:constr type="ctrXOff" for="ch" forName="accent_6" refType="h" fact="-0.1658"/>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w"/>
                <dgm:constr type="ctrXOff" for="ch" forName="accent_7" refType="h" fact="-0.0835"/>
                <dgm:constr type="r" for="ch" forName="text_7" refType="ctrX" refFor="ch" refForName="accent_7"/>
                <dgm:constr type="rOff" for="ch" forName="text_7" refType="ctrXOff" refFor="ch" refForName="accent_7"/>
                <dgm:constr type="l" for="ch" forName="text_7"/>
                <dgm:constr type="w" for="ch" forName="text_7" refType="h" refFor="ch" refForName="text_7" op="gte"/>
                <dgm:constr type="h" for="ch" forName="text_7" refType="h" refFor="ch" refForName="accent_7" fact="0.8"/>
                <dgm:constr type="ctrY" for="ch" forName="text_7" refType="ctrY" refFor="ch" refForName="accent_7"/>
                <dgm:constr type="rMarg" for="ch" forName="text_7" refType="w" refFor="ch" refForName="accent_7" fact="1.8"/>
                <dgm:constr type="primFontSz" for="ch" ptType="node" op="equ" val="65"/>
              </dgm:constrLst>
            </dgm:else>
          </dgm:choose>
        </dgm:else>
      </dgm:choose>
      <dgm:layoutNode name="cycle">
        <dgm:choose name="Name21">
          <dgm:if name="Name22" func="var" arg="dir" op="equ" val="norm">
            <dgm:alg type="cycle">
              <dgm:param type="stAng" val="45"/>
              <dgm:param type="spanAng" val="90"/>
            </dgm:alg>
          </dgm:if>
          <dgm:else name="Name23">
            <dgm:alg type="cycle">
              <dgm:param type="stAng" val="225"/>
              <dgm:param type="spanAng" val="90"/>
            </dgm:alg>
          </dgm:else>
        </dgm:choose>
        <dgm:shape xmlns:r="http://schemas.openxmlformats.org/officeDocument/2006/relationships" r:blip="">
          <dgm:adjLst/>
        </dgm:shape>
        <dgm:presOf/>
        <dgm:constrLst>
          <dgm:constr type="w" for="ch" val="1"/>
          <dgm:constr type="h" for="ch" val="1"/>
          <dgm:constr type="diam" for="ch" forName="conn" refType="diam"/>
        </dgm:constrLst>
        <dgm:layoutNode name="srcNode">
          <dgm:alg type="sp"/>
          <dgm:shape xmlns:r="http://schemas.openxmlformats.org/officeDocument/2006/relationships" type="rect" r:blip="" hideGeom="1">
            <dgm:adjLst/>
          </dgm:shape>
          <dgm:presOf/>
        </dgm:layoutNode>
        <dgm:layoutNode name="conn" styleLbl="parChTrans1D2">
          <dgm:alg type="conn">
            <dgm:param type="srcNode" val="srcNode"/>
            <dgm:param type="dstNode" val="dstNode"/>
            <dgm:param type="endSty" val="noArr"/>
            <dgm:param type="connRout" val="curve"/>
            <dgm:param type="begPts" val="ctr"/>
            <dgm:param type="endPts" val="ctr"/>
          </dgm:alg>
          <dgm:shape xmlns:r="http://schemas.openxmlformats.org/officeDocument/2006/relationships" type="conn" r:blip="">
            <dgm:adjLst/>
          </dgm:shape>
          <dgm:presOf axis="desOrSelf" ptType="sibTrans" hideLastTrans="0" st="0" cnt="1"/>
          <dgm:constrLst>
            <dgm:constr type="begPad"/>
            <dgm:constr type="endPad"/>
          </dgm:constrLst>
        </dgm:layoutNode>
        <dgm:layoutNode name="extraNode">
          <dgm:alg type="sp"/>
          <dgm:shape xmlns:r="http://schemas.openxmlformats.org/officeDocument/2006/relationships" type="rect" r:blip="" hideGeom="1">
            <dgm:adjLst/>
          </dgm:shape>
          <dgm:presOf/>
        </dgm:layoutNode>
        <dgm:layoutNode name="dstNode">
          <dgm:alg type="sp"/>
          <dgm:shape xmlns:r="http://schemas.openxmlformats.org/officeDocument/2006/relationships" type="rect" r:blip="" hideGeom="1">
            <dgm:adjLst/>
          </dgm:shape>
          <dgm:presOf/>
        </dgm:layoutNode>
      </dgm:layoutNode>
      <dgm:forEach name="wrapper" axis="self" ptType="parTrans">
        <dgm:forEach name="wrapper2" axis="self" ptType="sibTrans" st="2">
          <dgm:forEach name="accentRepeat" axis="self">
            <dgm:layoutNode name="accentRepeatNode" styleLbl="solidFgAcc1">
              <dgm:alg type="sp"/>
              <dgm:shape xmlns:r="http://schemas.openxmlformats.org/officeDocument/2006/relationships" type="ellipse" r:blip="">
                <dgm:adjLst/>
              </dgm:shape>
              <dgm:presOf/>
            </dgm:layoutNode>
          </dgm:forEach>
        </dgm:forEach>
      </dgm:forEach>
      <dgm:forEach name="Name24" axis="ch" ptType="node" cnt="1">
        <dgm:layoutNode name="text_1" styleLbl="node1">
          <dgm:varLst>
            <dgm:bulletEnabled val="1"/>
          </dgm:varLst>
          <dgm:choose name="Name25">
            <dgm:if name="Name26" func="var" arg="dir" op="equ" val="norm">
              <dgm:alg type="tx">
                <dgm:param type="parTxLTRAlign" val="l"/>
                <dgm:param type="parTxRTLAlign" val="l"/>
                <dgm:param type="shpTxLTRAlignCh" val="l"/>
                <dgm:param type="shpTxRTLAlignCh" val="l"/>
              </dgm:alg>
            </dgm:if>
            <dgm:else name="Name27">
              <dgm:alg type="tx">
                <dgm:param type="parTxLTRAlign" val="r"/>
                <dgm:param type="parTxRTLAlign" val="r"/>
                <dgm:param type="shpTxLTRAlignCh"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1">
          <dgm:alg type="sp"/>
          <dgm:shape xmlns:r="http://schemas.openxmlformats.org/officeDocument/2006/relationships" r:blip="">
            <dgm:adjLst/>
          </dgm:shape>
          <dgm:presOf/>
          <dgm:constrLst/>
          <dgm:forEach name="Name28" ref="accentRepeat"/>
        </dgm:layoutNode>
      </dgm:forEach>
      <dgm:forEach name="Name29" axis="ch" ptType="node" st="2" cnt="1">
        <dgm:layoutNode name="text_2" styleLbl="node1">
          <dgm:varLst>
            <dgm:bulletEnabled val="1"/>
          </dgm:varLst>
          <dgm:choose name="Name30">
            <dgm:if name="Name31" func="var" arg="dir" op="equ" val="norm">
              <dgm:alg type="tx">
                <dgm:param type="parTxLTRAlign" val="l"/>
                <dgm:param type="parTxRTLAlign" val="l"/>
                <dgm:param type="shpTxLTRAlignCh" val="l"/>
                <dgm:param type="shpTxRTLAlignCh" val="l"/>
              </dgm:alg>
            </dgm:if>
            <dgm:else name="Name32">
              <dgm:alg type="tx">
                <dgm:param type="parTxLTRAlign" val="r"/>
                <dgm:param type="parTxRTLAlign" val="r"/>
                <dgm:param type="shpTxLTRAlignCh"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2">
          <dgm:alg type="sp"/>
          <dgm:shape xmlns:r="http://schemas.openxmlformats.org/officeDocument/2006/relationships" r:blip="">
            <dgm:adjLst/>
          </dgm:shape>
          <dgm:presOf/>
          <dgm:constrLst/>
          <dgm:forEach name="Name33" ref="accentRepeat"/>
        </dgm:layoutNode>
      </dgm:forEach>
      <dgm:forEach name="Name34" axis="ch" ptType="node" st="3" cnt="1">
        <dgm:layoutNode name="text_3" styleLbl="node1">
          <dgm:varLst>
            <dgm:bulletEnabled val="1"/>
          </dgm:varLst>
          <dgm:choose name="Name35">
            <dgm:if name="Name36" func="var" arg="dir" op="equ" val="norm">
              <dgm:alg type="tx">
                <dgm:param type="parTxLTRAlign" val="l"/>
                <dgm:param type="parTxRTLAlign" val="l"/>
                <dgm:param type="shpTxLTRAlignCh" val="l"/>
                <dgm:param type="shpTxRTLAlignCh" val="l"/>
              </dgm:alg>
            </dgm:if>
            <dgm:else name="Name37">
              <dgm:alg type="tx">
                <dgm:param type="parTxLTRAlign" val="r"/>
                <dgm:param type="parTxRTLAlign" val="r"/>
                <dgm:param type="shpTxLTRAlignCh"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3">
          <dgm:alg type="sp"/>
          <dgm:shape xmlns:r="http://schemas.openxmlformats.org/officeDocument/2006/relationships" r:blip="">
            <dgm:adjLst/>
          </dgm:shape>
          <dgm:presOf/>
          <dgm:constrLst/>
          <dgm:forEach name="Name38" ref="accentRepeat"/>
        </dgm:layoutNode>
      </dgm:forEach>
      <dgm:forEach name="Name39" axis="ch" ptType="node" st="4" cnt="1">
        <dgm:layoutNode name="text_4" styleLbl="node1">
          <dgm:varLst>
            <dgm:bulletEnabled val="1"/>
          </dgm:varLst>
          <dgm:choose name="Name40">
            <dgm:if name="Name41" func="var" arg="dir" op="equ" val="norm">
              <dgm:alg type="tx">
                <dgm:param type="parTxLTRAlign" val="l"/>
                <dgm:param type="parTxRTLAlign" val="l"/>
                <dgm:param type="shpTxLTRAlignCh" val="l"/>
                <dgm:param type="shpTxRTLAlignCh" val="l"/>
              </dgm:alg>
            </dgm:if>
            <dgm:else name="Name42">
              <dgm:alg type="tx">
                <dgm:param type="parTxLTRAlign" val="r"/>
                <dgm:param type="parTxRTLAlign" val="r"/>
                <dgm:param type="shpTxLTRAlignCh"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4">
          <dgm:alg type="sp"/>
          <dgm:shape xmlns:r="http://schemas.openxmlformats.org/officeDocument/2006/relationships" r:blip="">
            <dgm:adjLst/>
          </dgm:shape>
          <dgm:presOf/>
          <dgm:constrLst/>
          <dgm:forEach name="Name43" ref="accentRepeat"/>
        </dgm:layoutNode>
      </dgm:forEach>
      <dgm:forEach name="Name44" axis="ch" ptType="node" st="5" cnt="1">
        <dgm:layoutNode name="text_5" styleLbl="node1">
          <dgm:varLst>
            <dgm:bulletEnabled val="1"/>
          </dgm:varLst>
          <dgm:choose name="Name45">
            <dgm:if name="Name46" func="var" arg="dir" op="equ" val="norm">
              <dgm:alg type="tx">
                <dgm:param type="parTxLTRAlign" val="l"/>
                <dgm:param type="parTxRTLAlign" val="l"/>
                <dgm:param type="shpTxLTRAlignCh" val="l"/>
                <dgm:param type="shpTxRTLAlignCh" val="l"/>
              </dgm:alg>
            </dgm:if>
            <dgm:else name="Name47">
              <dgm:alg type="tx">
                <dgm:param type="parTxLTRAlign" val="r"/>
                <dgm:param type="parTxRTLAlign" val="r"/>
                <dgm:param type="shpTxLTRAlignCh"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5">
          <dgm:alg type="sp"/>
          <dgm:shape xmlns:r="http://schemas.openxmlformats.org/officeDocument/2006/relationships" r:blip="">
            <dgm:adjLst/>
          </dgm:shape>
          <dgm:presOf/>
          <dgm:constrLst/>
          <dgm:forEach name="Name48" ref="accentRepeat"/>
        </dgm:layoutNode>
      </dgm:forEach>
      <dgm:forEach name="Name49" axis="ch" ptType="node" st="6" cnt="1">
        <dgm:layoutNode name="text_6" styleLbl="node1">
          <dgm:varLst>
            <dgm:bulletEnabled val="1"/>
          </dgm:varLst>
          <dgm:choose name="Name50">
            <dgm:if name="Name51" func="var" arg="dir" op="equ" val="norm">
              <dgm:alg type="tx">
                <dgm:param type="parTxLTRAlign" val="l"/>
                <dgm:param type="parTxRTLAlign" val="l"/>
                <dgm:param type="shpTxLTRAlignCh" val="l"/>
                <dgm:param type="shpTxRTLAlignCh" val="l"/>
              </dgm:alg>
            </dgm:if>
            <dgm:else name="Name52">
              <dgm:alg type="tx">
                <dgm:param type="parTxLTRAlign" val="r"/>
                <dgm:param type="parTxRTLAlign" val="r"/>
                <dgm:param type="shpTxLTRAlignCh"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6">
          <dgm:alg type="sp"/>
          <dgm:shape xmlns:r="http://schemas.openxmlformats.org/officeDocument/2006/relationships" r:blip="">
            <dgm:adjLst/>
          </dgm:shape>
          <dgm:presOf/>
          <dgm:constrLst/>
          <dgm:forEach name="Name53" ref="accentRepeat"/>
        </dgm:layoutNode>
      </dgm:forEach>
      <dgm:forEach name="Name54" axis="ch" ptType="node" st="7" cnt="1">
        <dgm:layoutNode name="text_7" styleLbl="node1">
          <dgm:varLst>
            <dgm:bulletEnabled val="1"/>
          </dgm:varLst>
          <dgm:choose name="Name55">
            <dgm:if name="Name56" func="var" arg="dir" op="equ" val="norm">
              <dgm:alg type="tx">
                <dgm:param type="parTxLTRAlign" val="l"/>
                <dgm:param type="parTxRTLAlign" val="l"/>
                <dgm:param type="shpTxLTRAlignCh" val="l"/>
                <dgm:param type="shpTxRTLAlignCh" val="l"/>
              </dgm:alg>
            </dgm:if>
            <dgm:else name="Name57">
              <dgm:alg type="tx">
                <dgm:param type="parTxLTRAlign" val="r"/>
                <dgm:param type="parTxRTLAlign" val="r"/>
                <dgm:param type="shpTxLTRAlignCh"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7">
          <dgm:alg type="sp"/>
          <dgm:shape xmlns:r="http://schemas.openxmlformats.org/officeDocument/2006/relationships" r:blip="">
            <dgm:adjLst/>
          </dgm:shape>
          <dgm:presOf/>
          <dgm:constrLst/>
          <dgm:forEach name="Name58" ref="accentRepeat"/>
        </dgm:layoutNode>
      </dgm:forEach>
    </dgm:layoutNode>
  </dgm:layoutNode>
</dgm:layoutDef>
</file>

<file path=ppt/diagrams/layout6.xml><?xml version="1.0" encoding="utf-8"?>
<dgm:layoutDef xmlns:dgm="http://schemas.openxmlformats.org/drawingml/2006/diagram" xmlns:a="http://schemas.openxmlformats.org/drawingml/2006/main" uniqueId="urn:microsoft.com/office/officeart/2008/layout/VerticalCurvedList">
  <dgm:title val=""/>
  <dgm:desc val=""/>
  <dgm:catLst>
    <dgm:cat type="list" pri="20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0.8"/>
    </dgm:constrLst>
    <dgm:layoutNode name="Name1">
      <dgm:alg type="composite"/>
      <dgm:shape xmlns:r="http://schemas.openxmlformats.org/officeDocument/2006/relationships" r:blip="">
        <dgm:adjLst/>
      </dgm:shape>
      <dgm:choose name="Name2">
        <dgm:if name="Name3" func="var" arg="dir" op="equ" val="norm">
          <dgm:choose name="Name4">
            <dgm:if name="Name5" axis="ch" ptType="node" func="cnt" op="equ" val="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h" fact="0.225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primFontSz" for="ch" ptType="node" op="equ" val="65"/>
              </dgm:constrLst>
            </dgm:if>
            <dgm:if name="Name6" axis="ch" ptType="node" func="cnt" op="equ" val="2">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h" fact="0.1891"/>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h" fact="0.1891"/>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primFontSz" for="ch" ptType="node" op="equ" val="65"/>
              </dgm:constrLst>
            </dgm:if>
            <dgm:if name="Name7" axis="ch" ptType="node" func="cnt" op="equ" val="3">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h" fact="0.1526"/>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h" fact="0.2253"/>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h" fact="0.1526"/>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primFontSz" for="ch" ptType="node" op="equ" val="65"/>
              </dgm:constrLst>
            </dgm:if>
            <dgm:if name="Name8" axis="ch" ptType="node" func="cnt" op="equ" val="4">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h" fact="0.1268"/>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h" fact="0.215"/>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h" fact="0.21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h" fact="0.126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primFontSz" for="ch" ptType="node" op="equ" val="65"/>
              </dgm:constrLst>
            </dgm:if>
            <dgm:if name="Name9" axis="ch" ptType="node" func="cnt" op="equ" val="5">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h" fact="0.1082"/>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h" fact="0.197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h" fact="0.2253"/>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h" fact="0.197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h" fact="0.1082"/>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primFontSz" for="ch" ptType="node" op="equ" val="65"/>
              </dgm:constrLst>
            </dgm:if>
            <dgm:if name="Name10" axis="ch" ptType="node" func="cnt" op="equ" val="6">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h" fact="0.094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h" fact="0.1809"/>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h" fact="0.220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h" fact="0.2205"/>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h" fact="0.18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h" fact="0.0943"/>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primFontSz" for="ch" ptType="node" op="equ" val="65"/>
              </dgm:constrLst>
            </dgm:if>
            <dgm:else name="Name1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h" fact="0.0835"/>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h" fact="0.165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h" fact="0.2109"/>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h" fact="0.2253"/>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h" fact="0.21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h" fact="0.1658"/>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h" fact="0.0835"/>
                <dgm:constr type="l" for="ch" forName="text_7" refType="ctrX" refFor="ch" refForName="accent_7"/>
                <dgm:constr type="r" for="ch" forName="text_7" refType="w"/>
                <dgm:constr type="w" for="ch" forName="text_7" refType="h" refFor="ch" refForName="text_7" op="gte"/>
                <dgm:constr type="h" for="ch" forName="text_7" refType="h" refFor="ch" refForName="accent_7" fact="0.8"/>
                <dgm:constr type="ctrY" for="ch" forName="text_7" refType="ctrY" refFor="ch" refForName="accent_7"/>
                <dgm:constr type="lMarg" for="ch" forName="text_7" refType="w" refFor="ch" refForName="accent_7" fact="1.8"/>
                <dgm:constr type="primFontSz" for="ch" ptType="node" op="equ" val="65"/>
              </dgm:constrLst>
            </dgm:else>
          </dgm:choose>
        </dgm:if>
        <dgm:else name="Name12">
          <dgm:choose name="Name13">
            <dgm:if name="Name14" axis="ch" ptType="node" func="cnt" op="equ" val="1">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w"/>
                <dgm:constr type="ctrXOff" for="ch" forName="accent_1" refType="h" fact="-0.225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primFontSz" for="ch" ptType="node" op="equ" val="65"/>
              </dgm:constrLst>
            </dgm:if>
            <dgm:if name="Name15" axis="ch" ptType="node" func="cnt" op="equ" val="2">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w"/>
                <dgm:constr type="ctrXOff" for="ch" forName="accent_1" refType="h" fact="-0.1891"/>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w"/>
                <dgm:constr type="ctrXOff" for="ch" forName="accent_2" refType="h" fact="-0.1891"/>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primFontSz" for="ch" ptType="node" op="equ" val="65"/>
              </dgm:constrLst>
            </dgm:if>
            <dgm:if name="Name16" axis="ch" ptType="node" func="cnt" op="equ" val="3">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w"/>
                <dgm:constr type="ctrXOff" for="ch" forName="accent_1" refType="h" fact="-0.1526"/>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w"/>
                <dgm:constr type="ctrXOff" for="ch" forName="accent_2" refType="h" fact="-0.2253"/>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w"/>
                <dgm:constr type="ctrXOff" for="ch" forName="accent_3" refType="h" fact="-0.1526"/>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primFontSz" for="ch" ptType="node" op="equ" val="65"/>
              </dgm:constrLst>
            </dgm:if>
            <dgm:if name="Name17" axis="ch" ptType="node" func="cnt" op="equ" val="4">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w"/>
                <dgm:constr type="ctrXOff" for="ch" forName="accent_1" refType="h" fact="-0.1268"/>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w"/>
                <dgm:constr type="ctrXOff" for="ch" forName="accent_2" refType="h" fact="-0.215"/>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w"/>
                <dgm:constr type="ctrXOff" for="ch" forName="accent_3" refType="h" fact="-0.21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w"/>
                <dgm:constr type="ctrXOff" for="ch" forName="accent_4" refType="h" fact="-0.126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primFontSz" for="ch" ptType="node" op="equ" val="65"/>
              </dgm:constrLst>
            </dgm:if>
            <dgm:if name="Name18" axis="ch" ptType="node" func="cnt" op="equ" val="5">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w"/>
                <dgm:constr type="ctrXOff" for="ch" forName="accent_1" refType="h" fact="-0.1082"/>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w"/>
                <dgm:constr type="ctrXOff" for="ch" forName="accent_2" refType="h" fact="-0.197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w"/>
                <dgm:constr type="ctrXOff" for="ch" forName="accent_3" refType="h" fact="-0.2253"/>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w"/>
                <dgm:constr type="ctrXOff" for="ch" forName="accent_4" refType="h" fact="-0.197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w"/>
                <dgm:constr type="ctrXOff" for="ch" forName="accent_5" refType="h" fact="-0.1082"/>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primFontSz" for="ch" ptType="node" op="equ" val="65"/>
              </dgm:constrLst>
            </dgm:if>
            <dgm:if name="Name19" axis="ch" ptType="node" func="cnt" op="equ" val="6">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w"/>
                <dgm:constr type="ctrXOff" for="ch" forName="accent_1" refType="h" fact="-0.094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w"/>
                <dgm:constr type="ctrXOff" for="ch" forName="accent_2" refType="h" fact="-0.1809"/>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w"/>
                <dgm:constr type="ctrXOff" for="ch" forName="accent_3" refType="h" fact="-0.220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w"/>
                <dgm:constr type="ctrXOff" for="ch" forName="accent_4" refType="h" fact="-0.2205"/>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w"/>
                <dgm:constr type="ctrXOff" for="ch" forName="accent_5" refType="h" fact="-0.18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w"/>
                <dgm:constr type="ctrXOff" for="ch" forName="accent_6" refType="h" fact="-0.0943"/>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primFontSz" for="ch" ptType="node" op="equ" val="65"/>
              </dgm:constrLst>
            </dgm:if>
            <dgm:else name="Name20">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w"/>
                <dgm:constr type="ctrXOff" for="ch" forName="accent_1" refType="h" fact="-0.0835"/>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w"/>
                <dgm:constr type="ctrXOff" for="ch" forName="accent_2" refType="h" fact="-0.165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w"/>
                <dgm:constr type="ctrXOff" for="ch" forName="accent_3" refType="h" fact="-0.2109"/>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w"/>
                <dgm:constr type="ctrXOff" for="ch" forName="accent_4" refType="h" fact="-0.2253"/>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w"/>
                <dgm:constr type="ctrXOff" for="ch" forName="accent_5" refType="h" fact="-0.21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w"/>
                <dgm:constr type="ctrXOff" for="ch" forName="accent_6" refType="h" fact="-0.1658"/>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w"/>
                <dgm:constr type="ctrXOff" for="ch" forName="accent_7" refType="h" fact="-0.0835"/>
                <dgm:constr type="r" for="ch" forName="text_7" refType="ctrX" refFor="ch" refForName="accent_7"/>
                <dgm:constr type="rOff" for="ch" forName="text_7" refType="ctrXOff" refFor="ch" refForName="accent_7"/>
                <dgm:constr type="l" for="ch" forName="text_7"/>
                <dgm:constr type="w" for="ch" forName="text_7" refType="h" refFor="ch" refForName="text_7" op="gte"/>
                <dgm:constr type="h" for="ch" forName="text_7" refType="h" refFor="ch" refForName="accent_7" fact="0.8"/>
                <dgm:constr type="ctrY" for="ch" forName="text_7" refType="ctrY" refFor="ch" refForName="accent_7"/>
                <dgm:constr type="rMarg" for="ch" forName="text_7" refType="w" refFor="ch" refForName="accent_7" fact="1.8"/>
                <dgm:constr type="primFontSz" for="ch" ptType="node" op="equ" val="65"/>
              </dgm:constrLst>
            </dgm:else>
          </dgm:choose>
        </dgm:else>
      </dgm:choose>
      <dgm:layoutNode name="cycle">
        <dgm:choose name="Name21">
          <dgm:if name="Name22" func="var" arg="dir" op="equ" val="norm">
            <dgm:alg type="cycle">
              <dgm:param type="stAng" val="45"/>
              <dgm:param type="spanAng" val="90"/>
            </dgm:alg>
          </dgm:if>
          <dgm:else name="Name23">
            <dgm:alg type="cycle">
              <dgm:param type="stAng" val="225"/>
              <dgm:param type="spanAng" val="90"/>
            </dgm:alg>
          </dgm:else>
        </dgm:choose>
        <dgm:shape xmlns:r="http://schemas.openxmlformats.org/officeDocument/2006/relationships" r:blip="">
          <dgm:adjLst/>
        </dgm:shape>
        <dgm:presOf/>
        <dgm:constrLst>
          <dgm:constr type="w" for="ch" val="1"/>
          <dgm:constr type="h" for="ch" val="1"/>
          <dgm:constr type="diam" for="ch" forName="conn" refType="diam"/>
        </dgm:constrLst>
        <dgm:layoutNode name="srcNode">
          <dgm:alg type="sp"/>
          <dgm:shape xmlns:r="http://schemas.openxmlformats.org/officeDocument/2006/relationships" type="rect" r:blip="" hideGeom="1">
            <dgm:adjLst/>
          </dgm:shape>
          <dgm:presOf/>
        </dgm:layoutNode>
        <dgm:layoutNode name="conn" styleLbl="parChTrans1D2">
          <dgm:alg type="conn">
            <dgm:param type="srcNode" val="srcNode"/>
            <dgm:param type="dstNode" val="dstNode"/>
            <dgm:param type="endSty" val="noArr"/>
            <dgm:param type="connRout" val="curve"/>
            <dgm:param type="begPts" val="ctr"/>
            <dgm:param type="endPts" val="ctr"/>
          </dgm:alg>
          <dgm:shape xmlns:r="http://schemas.openxmlformats.org/officeDocument/2006/relationships" type="conn" r:blip="">
            <dgm:adjLst/>
          </dgm:shape>
          <dgm:presOf axis="desOrSelf" ptType="sibTrans" hideLastTrans="0" st="0" cnt="1"/>
          <dgm:constrLst>
            <dgm:constr type="begPad"/>
            <dgm:constr type="endPad"/>
          </dgm:constrLst>
        </dgm:layoutNode>
        <dgm:layoutNode name="extraNode">
          <dgm:alg type="sp"/>
          <dgm:shape xmlns:r="http://schemas.openxmlformats.org/officeDocument/2006/relationships" type="rect" r:blip="" hideGeom="1">
            <dgm:adjLst/>
          </dgm:shape>
          <dgm:presOf/>
        </dgm:layoutNode>
        <dgm:layoutNode name="dstNode">
          <dgm:alg type="sp"/>
          <dgm:shape xmlns:r="http://schemas.openxmlformats.org/officeDocument/2006/relationships" type="rect" r:blip="" hideGeom="1">
            <dgm:adjLst/>
          </dgm:shape>
          <dgm:presOf/>
        </dgm:layoutNode>
      </dgm:layoutNode>
      <dgm:forEach name="wrapper" axis="self" ptType="parTrans">
        <dgm:forEach name="wrapper2" axis="self" ptType="sibTrans" st="2">
          <dgm:forEach name="accentRepeat" axis="self">
            <dgm:layoutNode name="accentRepeatNode" styleLbl="solidFgAcc1">
              <dgm:alg type="sp"/>
              <dgm:shape xmlns:r="http://schemas.openxmlformats.org/officeDocument/2006/relationships" type="ellipse" r:blip="">
                <dgm:adjLst/>
              </dgm:shape>
              <dgm:presOf/>
            </dgm:layoutNode>
          </dgm:forEach>
        </dgm:forEach>
      </dgm:forEach>
      <dgm:forEach name="Name24" axis="ch" ptType="node" cnt="1">
        <dgm:layoutNode name="text_1" styleLbl="node1">
          <dgm:varLst>
            <dgm:bulletEnabled val="1"/>
          </dgm:varLst>
          <dgm:choose name="Name25">
            <dgm:if name="Name26" func="var" arg="dir" op="equ" val="norm">
              <dgm:alg type="tx">
                <dgm:param type="parTxLTRAlign" val="l"/>
                <dgm:param type="parTxRTLAlign" val="l"/>
                <dgm:param type="shpTxLTRAlignCh" val="l"/>
                <dgm:param type="shpTxRTLAlignCh" val="l"/>
              </dgm:alg>
            </dgm:if>
            <dgm:else name="Name27">
              <dgm:alg type="tx">
                <dgm:param type="parTxLTRAlign" val="r"/>
                <dgm:param type="parTxRTLAlign" val="r"/>
                <dgm:param type="shpTxLTRAlignCh"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1">
          <dgm:alg type="sp"/>
          <dgm:shape xmlns:r="http://schemas.openxmlformats.org/officeDocument/2006/relationships" r:blip="">
            <dgm:adjLst/>
          </dgm:shape>
          <dgm:presOf/>
          <dgm:constrLst/>
          <dgm:forEach name="Name28" ref="accentRepeat"/>
        </dgm:layoutNode>
      </dgm:forEach>
      <dgm:forEach name="Name29" axis="ch" ptType="node" st="2" cnt="1">
        <dgm:layoutNode name="text_2" styleLbl="node1">
          <dgm:varLst>
            <dgm:bulletEnabled val="1"/>
          </dgm:varLst>
          <dgm:choose name="Name30">
            <dgm:if name="Name31" func="var" arg="dir" op="equ" val="norm">
              <dgm:alg type="tx">
                <dgm:param type="parTxLTRAlign" val="l"/>
                <dgm:param type="parTxRTLAlign" val="l"/>
                <dgm:param type="shpTxLTRAlignCh" val="l"/>
                <dgm:param type="shpTxRTLAlignCh" val="l"/>
              </dgm:alg>
            </dgm:if>
            <dgm:else name="Name32">
              <dgm:alg type="tx">
                <dgm:param type="parTxLTRAlign" val="r"/>
                <dgm:param type="parTxRTLAlign" val="r"/>
                <dgm:param type="shpTxLTRAlignCh"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2">
          <dgm:alg type="sp"/>
          <dgm:shape xmlns:r="http://schemas.openxmlformats.org/officeDocument/2006/relationships" r:blip="">
            <dgm:adjLst/>
          </dgm:shape>
          <dgm:presOf/>
          <dgm:constrLst/>
          <dgm:forEach name="Name33" ref="accentRepeat"/>
        </dgm:layoutNode>
      </dgm:forEach>
      <dgm:forEach name="Name34" axis="ch" ptType="node" st="3" cnt="1">
        <dgm:layoutNode name="text_3" styleLbl="node1">
          <dgm:varLst>
            <dgm:bulletEnabled val="1"/>
          </dgm:varLst>
          <dgm:choose name="Name35">
            <dgm:if name="Name36" func="var" arg="dir" op="equ" val="norm">
              <dgm:alg type="tx">
                <dgm:param type="parTxLTRAlign" val="l"/>
                <dgm:param type="parTxRTLAlign" val="l"/>
                <dgm:param type="shpTxLTRAlignCh" val="l"/>
                <dgm:param type="shpTxRTLAlignCh" val="l"/>
              </dgm:alg>
            </dgm:if>
            <dgm:else name="Name37">
              <dgm:alg type="tx">
                <dgm:param type="parTxLTRAlign" val="r"/>
                <dgm:param type="parTxRTLAlign" val="r"/>
                <dgm:param type="shpTxLTRAlignCh"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3">
          <dgm:alg type="sp"/>
          <dgm:shape xmlns:r="http://schemas.openxmlformats.org/officeDocument/2006/relationships" r:blip="">
            <dgm:adjLst/>
          </dgm:shape>
          <dgm:presOf/>
          <dgm:constrLst/>
          <dgm:forEach name="Name38" ref="accentRepeat"/>
        </dgm:layoutNode>
      </dgm:forEach>
      <dgm:forEach name="Name39" axis="ch" ptType="node" st="4" cnt="1">
        <dgm:layoutNode name="text_4" styleLbl="node1">
          <dgm:varLst>
            <dgm:bulletEnabled val="1"/>
          </dgm:varLst>
          <dgm:choose name="Name40">
            <dgm:if name="Name41" func="var" arg="dir" op="equ" val="norm">
              <dgm:alg type="tx">
                <dgm:param type="parTxLTRAlign" val="l"/>
                <dgm:param type="parTxRTLAlign" val="l"/>
                <dgm:param type="shpTxLTRAlignCh" val="l"/>
                <dgm:param type="shpTxRTLAlignCh" val="l"/>
              </dgm:alg>
            </dgm:if>
            <dgm:else name="Name42">
              <dgm:alg type="tx">
                <dgm:param type="parTxLTRAlign" val="r"/>
                <dgm:param type="parTxRTLAlign" val="r"/>
                <dgm:param type="shpTxLTRAlignCh"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4">
          <dgm:alg type="sp"/>
          <dgm:shape xmlns:r="http://schemas.openxmlformats.org/officeDocument/2006/relationships" r:blip="">
            <dgm:adjLst/>
          </dgm:shape>
          <dgm:presOf/>
          <dgm:constrLst/>
          <dgm:forEach name="Name43" ref="accentRepeat"/>
        </dgm:layoutNode>
      </dgm:forEach>
      <dgm:forEach name="Name44" axis="ch" ptType="node" st="5" cnt="1">
        <dgm:layoutNode name="text_5" styleLbl="node1">
          <dgm:varLst>
            <dgm:bulletEnabled val="1"/>
          </dgm:varLst>
          <dgm:choose name="Name45">
            <dgm:if name="Name46" func="var" arg="dir" op="equ" val="norm">
              <dgm:alg type="tx">
                <dgm:param type="parTxLTRAlign" val="l"/>
                <dgm:param type="parTxRTLAlign" val="l"/>
                <dgm:param type="shpTxLTRAlignCh" val="l"/>
                <dgm:param type="shpTxRTLAlignCh" val="l"/>
              </dgm:alg>
            </dgm:if>
            <dgm:else name="Name47">
              <dgm:alg type="tx">
                <dgm:param type="parTxLTRAlign" val="r"/>
                <dgm:param type="parTxRTLAlign" val="r"/>
                <dgm:param type="shpTxLTRAlignCh"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5">
          <dgm:alg type="sp"/>
          <dgm:shape xmlns:r="http://schemas.openxmlformats.org/officeDocument/2006/relationships" r:blip="">
            <dgm:adjLst/>
          </dgm:shape>
          <dgm:presOf/>
          <dgm:constrLst/>
          <dgm:forEach name="Name48" ref="accentRepeat"/>
        </dgm:layoutNode>
      </dgm:forEach>
      <dgm:forEach name="Name49" axis="ch" ptType="node" st="6" cnt="1">
        <dgm:layoutNode name="text_6" styleLbl="node1">
          <dgm:varLst>
            <dgm:bulletEnabled val="1"/>
          </dgm:varLst>
          <dgm:choose name="Name50">
            <dgm:if name="Name51" func="var" arg="dir" op="equ" val="norm">
              <dgm:alg type="tx">
                <dgm:param type="parTxLTRAlign" val="l"/>
                <dgm:param type="parTxRTLAlign" val="l"/>
                <dgm:param type="shpTxLTRAlignCh" val="l"/>
                <dgm:param type="shpTxRTLAlignCh" val="l"/>
              </dgm:alg>
            </dgm:if>
            <dgm:else name="Name52">
              <dgm:alg type="tx">
                <dgm:param type="parTxLTRAlign" val="r"/>
                <dgm:param type="parTxRTLAlign" val="r"/>
                <dgm:param type="shpTxLTRAlignCh"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6">
          <dgm:alg type="sp"/>
          <dgm:shape xmlns:r="http://schemas.openxmlformats.org/officeDocument/2006/relationships" r:blip="">
            <dgm:adjLst/>
          </dgm:shape>
          <dgm:presOf/>
          <dgm:constrLst/>
          <dgm:forEach name="Name53" ref="accentRepeat"/>
        </dgm:layoutNode>
      </dgm:forEach>
      <dgm:forEach name="Name54" axis="ch" ptType="node" st="7" cnt="1">
        <dgm:layoutNode name="text_7" styleLbl="node1">
          <dgm:varLst>
            <dgm:bulletEnabled val="1"/>
          </dgm:varLst>
          <dgm:choose name="Name55">
            <dgm:if name="Name56" func="var" arg="dir" op="equ" val="norm">
              <dgm:alg type="tx">
                <dgm:param type="parTxLTRAlign" val="l"/>
                <dgm:param type="parTxRTLAlign" val="l"/>
                <dgm:param type="shpTxLTRAlignCh" val="l"/>
                <dgm:param type="shpTxRTLAlignCh" val="l"/>
              </dgm:alg>
            </dgm:if>
            <dgm:else name="Name57">
              <dgm:alg type="tx">
                <dgm:param type="parTxLTRAlign" val="r"/>
                <dgm:param type="parTxRTLAlign" val="r"/>
                <dgm:param type="shpTxLTRAlignCh"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7">
          <dgm:alg type="sp"/>
          <dgm:shape xmlns:r="http://schemas.openxmlformats.org/officeDocument/2006/relationships" r:blip="">
            <dgm:adjLst/>
          </dgm:shape>
          <dgm:presOf/>
          <dgm:constrLst/>
          <dgm:forEach name="Name58" ref="accentRepeat"/>
        </dgm:layoutNode>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rawings/_rels/vmlDrawing1.vml.rels><?xml version="1.0" encoding="UTF-8" standalone="yes"?>
<Relationships xmlns="http://schemas.openxmlformats.org/package/2006/relationships"><Relationship Id="rId1" Type="http://schemas.openxmlformats.org/officeDocument/2006/relationships/image" Target="../media/image4.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4.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4.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4.emf"/></Relationships>
</file>

<file path=ppt/drawings/_rels/vmlDrawing5.vml.rels><?xml version="1.0" encoding="UTF-8" standalone="yes"?>
<Relationships xmlns="http://schemas.openxmlformats.org/package/2006/relationships"><Relationship Id="rId2" Type="http://schemas.openxmlformats.org/officeDocument/2006/relationships/image" Target="../media/image6.wmf"/><Relationship Id="rId1" Type="http://schemas.openxmlformats.org/officeDocument/2006/relationships/image" Target="../media/image5.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7.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eaLnBrk="1" hangingPunct="1">
              <a:defRPr sz="1200"/>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200" b="1"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
        <p:nvSpPr>
          <p:cNvPr id="3" name="日期占位符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eaLnBrk="1" hangingPunct="1">
              <a:defRPr sz="1200"/>
            </a:lvl1pPr>
          </a:lstStyle>
          <a:p>
            <a:pPr marL="0" marR="0" lvl="0" indent="0" algn="r" defTabSz="914400" rtl="0" eaLnBrk="1" fontAlgn="base" latinLnBrk="0" hangingPunct="1">
              <a:lnSpc>
                <a:spcPct val="100000"/>
              </a:lnSpc>
              <a:spcBef>
                <a:spcPct val="0"/>
              </a:spcBef>
              <a:spcAft>
                <a:spcPct val="0"/>
              </a:spcAft>
              <a:buClrTx/>
              <a:buSzTx/>
              <a:buFontTx/>
              <a:buNone/>
              <a:defRPr/>
            </a:pPr>
            <a:fld id="{68FEC32A-7368-4A9A-9FC6-CB09BDDAA94F}" type="datetimeFigureOut">
              <a:rPr kumimoji="0" lang="zh-CN" altLang="en-US" sz="1200" b="1"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rPr>
            </a:fld>
            <a:endParaRPr kumimoji="0" lang="zh-CN" altLang="en-US" sz="1200" b="1"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
        <p:nvSpPr>
          <p:cNvPr id="4" name="页脚占位符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eaLnBrk="1" hangingPunct="1">
              <a:defRPr sz="1200"/>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200" b="1"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
        <p:nvSpPr>
          <p:cNvPr id="5" name="灯片编号占位符 4"/>
          <p:cNvSpPr>
            <a:spLocks noGrp="1"/>
          </p:cNvSpPr>
          <p:nvPr>
            <p:ph type="sldNum" sz="quarter" idx="3"/>
          </p:nvPr>
        </p:nvSpPr>
        <p:spPr>
          <a:xfrm>
            <a:off x="3884613" y="8685213"/>
            <a:ext cx="2971800" cy="457200"/>
          </a:xfrm>
          <a:prstGeom prst="rect">
            <a:avLst/>
          </a:prstGeom>
        </p:spPr>
        <p:txBody>
          <a:bodyPr vert="horz" wrap="square" lIns="91440" tIns="45720" rIns="91440" bIns="45720" numCol="1" anchor="b" anchorCtr="0" compatLnSpc="1"/>
          <a:lstStyle>
            <a:lvl1pPr algn="r" eaLnBrk="1" hangingPunct="1">
              <a:defRPr sz="1200"/>
            </a:lvl1pPr>
          </a:lstStyle>
          <a:p>
            <a:pPr marL="0" marR="0" lvl="0" indent="0" algn="r" defTabSz="914400" rtl="0" eaLnBrk="1" fontAlgn="base" latinLnBrk="0" hangingPunct="1">
              <a:lnSpc>
                <a:spcPct val="100000"/>
              </a:lnSpc>
              <a:spcBef>
                <a:spcPct val="0"/>
              </a:spcBef>
              <a:spcAft>
                <a:spcPct val="0"/>
              </a:spcAft>
              <a:buClrTx/>
              <a:buSzTx/>
              <a:buFontTx/>
              <a:buNone/>
              <a:defRPr/>
            </a:pPr>
            <a:fld id="{1ECB0D76-7852-48E3-92BB-C56BA7304DD5}" type="slidenum">
              <a:rPr kumimoji="0" lang="zh-CN" altLang="en-US" sz="1200" b="1"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rPr>
            </a:fld>
            <a:endParaRPr kumimoji="0" lang="zh-CN" altLang="en-US" sz="1200" b="1"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9458"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eaLnBrk="1" hangingPunct="1">
              <a:defRPr sz="1200" b="0">
                <a:latin typeface="Arial" panose="020B0604020202020204" pitchFamily="34" charset="0"/>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9459" name="Rectangle 3"/>
          <p:cNvSpPr>
            <a:spLocks noGrp="1" noChangeArrowheads="1"/>
          </p:cNvSpPr>
          <p:nvPr>
            <p:ph type="dt" idx="1"/>
          </p:nvPr>
        </p:nvSpPr>
        <p:spPr bwMode="auto">
          <a:xfrm>
            <a:off x="3884613"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eaLnBrk="1" hangingPunct="1">
              <a:defRPr sz="1200" b="0">
                <a:latin typeface="Arial" panose="020B0604020202020204"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124" name="Rectangle 4"/>
          <p:cNvSpPr>
            <a:spLocks noRot="1" noTextEdit="1"/>
          </p:cNvSpPr>
          <p:nvPr>
            <p:ph type="sldImg" idx="2"/>
          </p:nvPr>
        </p:nvSpPr>
        <p:spPr>
          <a:xfrm>
            <a:off x="1143000" y="685800"/>
            <a:ext cx="4572000" cy="3429000"/>
          </a:xfrm>
          <a:prstGeom prst="rect">
            <a:avLst/>
          </a:prstGeom>
          <a:noFill/>
          <a:ln w="9525" cap="flat" cmpd="sng">
            <a:solidFill>
              <a:srgbClr val="000000"/>
            </a:solidFill>
            <a:prstDash val="solid"/>
            <a:miter/>
            <a:headEnd type="none" w="med" len="med"/>
            <a:tailEnd type="none" w="med" len="med"/>
          </a:ln>
        </p:spPr>
      </p:sp>
      <p:sp>
        <p:nvSpPr>
          <p:cNvPr id="19461" name="Rectangle 5"/>
          <p:cNvSpPr>
            <a:spLocks noGrp="1" noChangeArrowheads="1"/>
          </p:cNvSpPr>
          <p:nvPr>
            <p:ph type="body" sz="quarter" idx="3"/>
          </p:nvPr>
        </p:nvSpPr>
        <p:spPr bwMode="auto">
          <a:xfrm>
            <a:off x="685800" y="4343400"/>
            <a:ext cx="5486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单击此处编辑母版文本样式</a:t>
            </a:r>
            <a:endParaRPr kumimoji="0"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a:p>
            <a:pPr marL="457200" marR="0" lvl="1"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第二级</a:t>
            </a:r>
            <a:endParaRPr kumimoji="0"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a:p>
            <a:pPr marL="914400" marR="0" lvl="2"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第三级</a:t>
            </a:r>
            <a:endParaRPr kumimoji="0"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a:p>
            <a:pPr marL="1371600" marR="0" lvl="3"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第四级</a:t>
            </a:r>
            <a:endParaRPr kumimoji="0"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a:p>
            <a:pPr marL="1828800" marR="0" lvl="4"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第五级</a:t>
            </a:r>
            <a:endParaRPr kumimoji="0"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9462" name="Rectangle 6"/>
          <p:cNvSpPr>
            <a:spLocks noGrp="1" noChangeArrowheads="1"/>
          </p:cNvSpPr>
          <p:nvPr>
            <p:ph type="ftr" sz="quarter" idx="4"/>
          </p:nvPr>
        </p:nvSpPr>
        <p:spPr bwMode="auto">
          <a:xfrm>
            <a:off x="0"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eaLnBrk="1" hangingPunct="1">
              <a:defRPr sz="1200" b="0">
                <a:latin typeface="Arial" panose="020B0604020202020204" pitchFamily="34" charset="0"/>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9463" name="Rectangle 7"/>
          <p:cNvSpPr>
            <a:spLocks noGrp="1" noChangeArrowheads="1"/>
          </p:cNvSpPr>
          <p:nvPr>
            <p:ph type="sldNum" sz="quarter" idx="5"/>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r" eaLnBrk="1" hangingPunct="1">
              <a:defRPr sz="1200" b="0">
                <a:latin typeface="Arial" panose="020B0604020202020204"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63B06EA9-6E1F-4F3A-A3E1-66F591F22771}" type="slidenum">
              <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6.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7.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8.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9.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0.xml"/></Relationships>
</file>

<file path=ppt/notesSlides/_rels/notesSlide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1.xml"/></Relationships>
</file>

<file path=ppt/notesSlides/_rels/notesSlide4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3.xml"/></Relationships>
</file>

<file path=ppt/notesSlides/_rels/notesSlide4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4.xml"/></Relationships>
</file>

<file path=ppt/notesSlides/_rels/notesSlide4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5.xml"/></Relationships>
</file>

<file path=ppt/notesSlides/_rels/notesSlide4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6.xml"/></Relationships>
</file>

<file path=ppt/notesSlides/_rels/notesSlide4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7.xml"/></Relationships>
</file>

<file path=ppt/notesSlides/_rels/notesSlide4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8.xml"/></Relationships>
</file>

<file path=ppt/notesSlides/_rels/notesSlide4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9.xml"/></Relationships>
</file>

<file path=ppt/notesSlides/_rels/notesSlide4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0.xml"/></Relationships>
</file>

<file path=ppt/notesSlides/_rels/notesSlide5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1.xml"/></Relationships>
</file>

<file path=ppt/notesSlides/_rels/notesSlide5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2.xml"/></Relationships>
</file>

<file path=ppt/notesSlides/_rels/notesSlide5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3.xml"/></Relationships>
</file>

<file path=ppt/notesSlides/_rels/notesSlide5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5.xml"/></Relationships>
</file>

<file path=ppt/notesSlides/_rels/notesSlide5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6.xml"/></Relationships>
</file>

<file path=ppt/notesSlides/_rels/notesSlide5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7.xml"/></Relationships>
</file>

<file path=ppt/notesSlides/_rels/notesSlide5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8.xml"/></Relationships>
</file>

<file path=ppt/notesSlides/_rels/notesSlide5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9.xml"/></Relationships>
</file>

<file path=ppt/notesSlides/_rels/notesSlide5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0.xml"/></Relationships>
</file>

<file path=ppt/notesSlides/_rels/notesSlide5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1.xml"/></Relationships>
</file>

<file path=ppt/notesSlides/_rels/notesSlide6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2.xml"/></Relationships>
</file>

<file path=ppt/notesSlides/_rels/notesSlide6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2290" name="幻灯片图像占位符 1"/>
          <p:cNvSpPr>
            <a:spLocks noGrp="1" noRot="1" noChangeAspect="1" noTextEdit="1"/>
          </p:cNvSpPr>
          <p:nvPr>
            <p:ph type="sldImg"/>
          </p:nvPr>
        </p:nvSpPr>
        <p:spPr/>
      </p:sp>
      <p:sp>
        <p:nvSpPr>
          <p:cNvPr id="12291" name="备注占位符 2"/>
          <p:cNvSpPr>
            <a:spLocks noGrp="1"/>
          </p:cNvSpPr>
          <p:nvPr>
            <p:ph type="body" idx="1"/>
          </p:nvPr>
        </p:nvSpPr>
        <p:spPr/>
        <p:txBody>
          <a:bodyPr wrap="square" lIns="91440" tIns="45720" rIns="91440" bIns="45720" anchor="t" anchorCtr="0"/>
          <a:p>
            <a:pPr lvl="0"/>
            <a:endParaRPr lang="zh-CN" altLang="en-US" dirty="0"/>
          </a:p>
        </p:txBody>
      </p:sp>
      <p:sp>
        <p:nvSpPr>
          <p:cNvPr id="12292"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en-US" altLang="zh-CN" sz="1200" b="0" dirty="0">
                <a:latin typeface="Arial" panose="020B0604020202020204" pitchFamily="34" charset="0"/>
              </a:rPr>
            </a:fld>
            <a:endParaRPr lang="en-US" altLang="zh-CN" sz="1200" b="0" dirty="0">
              <a:latin typeface="Arial" panose="020B0604020202020204" pitchFamily="34"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9458"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en-US" altLang="zh-CN" dirty="0"/>
            </a:fld>
            <a:endParaRPr lang="en-US" altLang="zh-CN" dirty="0"/>
          </a:p>
        </p:txBody>
      </p:sp>
      <p:sp>
        <p:nvSpPr>
          <p:cNvPr id="19459" name="Rectangle 2"/>
          <p:cNvSpPr>
            <a:spLocks noRot="1" noTextEdit="1"/>
          </p:cNvSpPr>
          <p:nvPr>
            <p:ph type="sldImg"/>
          </p:nvPr>
        </p:nvSpPr>
        <p:spPr/>
      </p:sp>
      <p:sp>
        <p:nvSpPr>
          <p:cNvPr id="19460" name="Rectangle 3"/>
          <p:cNvSpPr>
            <a:spLocks noGrp="1"/>
          </p:cNvSpPr>
          <p:nvPr>
            <p:ph type="body" idx="1"/>
          </p:nvPr>
        </p:nvSpPr>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1506"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en-US" altLang="zh-CN" dirty="0"/>
            </a:fld>
            <a:endParaRPr lang="en-US" altLang="zh-CN" dirty="0"/>
          </a:p>
        </p:txBody>
      </p:sp>
      <p:sp>
        <p:nvSpPr>
          <p:cNvPr id="21507" name="Rectangle 2"/>
          <p:cNvSpPr>
            <a:spLocks noRot="1" noTextEdit="1"/>
          </p:cNvSpPr>
          <p:nvPr>
            <p:ph type="sldImg"/>
          </p:nvPr>
        </p:nvSpPr>
        <p:spPr/>
      </p:sp>
      <p:sp>
        <p:nvSpPr>
          <p:cNvPr id="21508" name="Rectangle 3"/>
          <p:cNvSpPr>
            <a:spLocks noGrp="1"/>
          </p:cNvSpPr>
          <p:nvPr>
            <p:ph type="body" idx="1"/>
          </p:nvPr>
        </p:nvSpPr>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3554"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en-US" altLang="zh-CN" dirty="0"/>
            </a:fld>
            <a:endParaRPr lang="en-US" altLang="zh-CN" dirty="0"/>
          </a:p>
        </p:txBody>
      </p:sp>
      <p:sp>
        <p:nvSpPr>
          <p:cNvPr id="23555" name="Rectangle 2"/>
          <p:cNvSpPr>
            <a:spLocks noRot="1" noTextEdit="1"/>
          </p:cNvSpPr>
          <p:nvPr>
            <p:ph type="sldImg"/>
          </p:nvPr>
        </p:nvSpPr>
        <p:spPr/>
      </p:sp>
      <p:sp>
        <p:nvSpPr>
          <p:cNvPr id="23556" name="Rectangle 3"/>
          <p:cNvSpPr>
            <a:spLocks noGrp="1"/>
          </p:cNvSpPr>
          <p:nvPr>
            <p:ph type="body" idx="1"/>
          </p:nvPr>
        </p:nvSpPr>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6626"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en-US" altLang="zh-CN" dirty="0"/>
            </a:fld>
            <a:endParaRPr lang="en-US" altLang="zh-CN" dirty="0"/>
          </a:p>
        </p:txBody>
      </p:sp>
      <p:sp>
        <p:nvSpPr>
          <p:cNvPr id="26627" name="Rectangle 2"/>
          <p:cNvSpPr>
            <a:spLocks noRot="1" noTextEdit="1"/>
          </p:cNvSpPr>
          <p:nvPr>
            <p:ph type="sldImg"/>
          </p:nvPr>
        </p:nvSpPr>
        <p:spPr/>
      </p:sp>
      <p:sp>
        <p:nvSpPr>
          <p:cNvPr id="26628" name="Rectangle 3"/>
          <p:cNvSpPr>
            <a:spLocks noGrp="1"/>
          </p:cNvSpPr>
          <p:nvPr>
            <p:ph type="body" idx="1"/>
          </p:nvPr>
        </p:nvSpPr>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8674"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en-US" altLang="zh-CN" dirty="0"/>
            </a:fld>
            <a:endParaRPr lang="en-US" altLang="zh-CN" dirty="0"/>
          </a:p>
        </p:txBody>
      </p:sp>
      <p:sp>
        <p:nvSpPr>
          <p:cNvPr id="28675" name="Rectangle 2"/>
          <p:cNvSpPr>
            <a:spLocks noRot="1" noTextEdit="1"/>
          </p:cNvSpPr>
          <p:nvPr>
            <p:ph type="sldImg"/>
          </p:nvPr>
        </p:nvSpPr>
        <p:spPr/>
      </p:sp>
      <p:sp>
        <p:nvSpPr>
          <p:cNvPr id="28676" name="Rectangle 3"/>
          <p:cNvSpPr>
            <a:spLocks noGrp="1"/>
          </p:cNvSpPr>
          <p:nvPr>
            <p:ph type="body" idx="1"/>
          </p:nvPr>
        </p:nvSpPr>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0722"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en-US" altLang="zh-CN" dirty="0"/>
            </a:fld>
            <a:endParaRPr lang="en-US" altLang="zh-CN" dirty="0"/>
          </a:p>
        </p:txBody>
      </p:sp>
      <p:sp>
        <p:nvSpPr>
          <p:cNvPr id="30723" name="Rectangle 2"/>
          <p:cNvSpPr>
            <a:spLocks noRot="1" noTextEdit="1"/>
          </p:cNvSpPr>
          <p:nvPr>
            <p:ph type="sldImg"/>
          </p:nvPr>
        </p:nvSpPr>
        <p:spPr/>
      </p:sp>
      <p:sp>
        <p:nvSpPr>
          <p:cNvPr id="30724" name="Rectangle 3"/>
          <p:cNvSpPr>
            <a:spLocks noGrp="1"/>
          </p:cNvSpPr>
          <p:nvPr>
            <p:ph type="body" idx="1"/>
          </p:nvPr>
        </p:nvSpPr>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2770"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en-US" altLang="zh-CN" dirty="0"/>
            </a:fld>
            <a:endParaRPr lang="en-US" altLang="zh-CN" dirty="0"/>
          </a:p>
        </p:txBody>
      </p:sp>
      <p:sp>
        <p:nvSpPr>
          <p:cNvPr id="32771" name="Rectangle 2"/>
          <p:cNvSpPr>
            <a:spLocks noRot="1" noTextEdit="1"/>
          </p:cNvSpPr>
          <p:nvPr>
            <p:ph type="sldImg"/>
          </p:nvPr>
        </p:nvSpPr>
        <p:spPr/>
      </p:sp>
      <p:sp>
        <p:nvSpPr>
          <p:cNvPr id="32772" name="Rectangle 3"/>
          <p:cNvSpPr>
            <a:spLocks noGrp="1"/>
          </p:cNvSpPr>
          <p:nvPr>
            <p:ph type="body" idx="1"/>
          </p:nvPr>
        </p:nvSpPr>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4818"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en-US" altLang="zh-CN" dirty="0"/>
            </a:fld>
            <a:endParaRPr lang="en-US" altLang="zh-CN" dirty="0"/>
          </a:p>
        </p:txBody>
      </p:sp>
      <p:sp>
        <p:nvSpPr>
          <p:cNvPr id="34819" name="Rectangle 2"/>
          <p:cNvSpPr>
            <a:spLocks noRot="1" noTextEdit="1"/>
          </p:cNvSpPr>
          <p:nvPr>
            <p:ph type="sldImg"/>
          </p:nvPr>
        </p:nvSpPr>
        <p:spPr/>
      </p:sp>
      <p:sp>
        <p:nvSpPr>
          <p:cNvPr id="34820" name="Rectangle 3"/>
          <p:cNvSpPr>
            <a:spLocks noGrp="1"/>
          </p:cNvSpPr>
          <p:nvPr>
            <p:ph type="body" idx="1"/>
          </p:nvPr>
        </p:nvSpPr>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6866"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en-US" altLang="zh-CN" dirty="0"/>
            </a:fld>
            <a:endParaRPr lang="en-US" altLang="zh-CN" dirty="0"/>
          </a:p>
        </p:txBody>
      </p:sp>
      <p:sp>
        <p:nvSpPr>
          <p:cNvPr id="36867" name="Rectangle 2"/>
          <p:cNvSpPr>
            <a:spLocks noRot="1" noTextEdit="1"/>
          </p:cNvSpPr>
          <p:nvPr>
            <p:ph type="sldImg"/>
          </p:nvPr>
        </p:nvSpPr>
        <p:spPr/>
      </p:sp>
      <p:sp>
        <p:nvSpPr>
          <p:cNvPr id="36868" name="Rectangle 3"/>
          <p:cNvSpPr>
            <a:spLocks noGrp="1"/>
          </p:cNvSpPr>
          <p:nvPr>
            <p:ph type="body" idx="1"/>
          </p:nvPr>
        </p:nvSpPr>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8914"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en-US" altLang="zh-CN" dirty="0"/>
            </a:fld>
            <a:endParaRPr lang="en-US" altLang="zh-CN" dirty="0"/>
          </a:p>
        </p:txBody>
      </p:sp>
      <p:sp>
        <p:nvSpPr>
          <p:cNvPr id="38915" name="Rectangle 2"/>
          <p:cNvSpPr>
            <a:spLocks noRot="1" noTextEdit="1"/>
          </p:cNvSpPr>
          <p:nvPr>
            <p:ph type="sldImg"/>
          </p:nvPr>
        </p:nvSpPr>
        <p:spPr/>
      </p:sp>
      <p:sp>
        <p:nvSpPr>
          <p:cNvPr id="38916" name="Rectangle 3"/>
          <p:cNvSpPr>
            <a:spLocks noGrp="1"/>
          </p:cNvSpPr>
          <p:nvPr>
            <p:ph type="body" idx="1"/>
          </p:nvPr>
        </p:nvSpPr>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0962"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en-US" altLang="zh-CN" dirty="0"/>
            </a:fld>
            <a:endParaRPr lang="en-US" altLang="zh-CN" dirty="0"/>
          </a:p>
        </p:txBody>
      </p:sp>
      <p:sp>
        <p:nvSpPr>
          <p:cNvPr id="40963" name="Rectangle 2"/>
          <p:cNvSpPr>
            <a:spLocks noRot="1" noTextEdit="1"/>
          </p:cNvSpPr>
          <p:nvPr>
            <p:ph type="sldImg"/>
          </p:nvPr>
        </p:nvSpPr>
        <p:spPr/>
      </p:sp>
      <p:sp>
        <p:nvSpPr>
          <p:cNvPr id="40964" name="Rectangle 3"/>
          <p:cNvSpPr>
            <a:spLocks noGrp="1"/>
          </p:cNvSpPr>
          <p:nvPr>
            <p:ph type="body" idx="1"/>
          </p:nvPr>
        </p:nvSpPr>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3010"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en-US" altLang="zh-CN" dirty="0"/>
            </a:fld>
            <a:endParaRPr lang="en-US" altLang="zh-CN" dirty="0"/>
          </a:p>
        </p:txBody>
      </p:sp>
      <p:sp>
        <p:nvSpPr>
          <p:cNvPr id="43011" name="Rectangle 2"/>
          <p:cNvSpPr>
            <a:spLocks noRot="1" noTextEdit="1"/>
          </p:cNvSpPr>
          <p:nvPr>
            <p:ph type="sldImg"/>
          </p:nvPr>
        </p:nvSpPr>
        <p:spPr/>
      </p:sp>
      <p:sp>
        <p:nvSpPr>
          <p:cNvPr id="43012" name="Rectangle 3"/>
          <p:cNvSpPr>
            <a:spLocks noGrp="1"/>
          </p:cNvSpPr>
          <p:nvPr>
            <p:ph type="body" idx="1"/>
          </p:nvPr>
        </p:nvSpPr>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5058"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en-US" altLang="zh-CN" dirty="0"/>
            </a:fld>
            <a:endParaRPr lang="en-US" altLang="zh-CN" dirty="0"/>
          </a:p>
        </p:txBody>
      </p:sp>
      <p:sp>
        <p:nvSpPr>
          <p:cNvPr id="45059" name="Rectangle 2"/>
          <p:cNvSpPr>
            <a:spLocks noRot="1" noTextEdit="1"/>
          </p:cNvSpPr>
          <p:nvPr>
            <p:ph type="sldImg"/>
          </p:nvPr>
        </p:nvSpPr>
        <p:spPr/>
      </p:sp>
      <p:sp>
        <p:nvSpPr>
          <p:cNvPr id="45060" name="Rectangle 3"/>
          <p:cNvSpPr>
            <a:spLocks noGrp="1"/>
          </p:cNvSpPr>
          <p:nvPr>
            <p:ph type="body" idx="1"/>
          </p:nvPr>
        </p:nvSpPr>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7106"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en-US" altLang="zh-CN" dirty="0"/>
            </a:fld>
            <a:endParaRPr lang="en-US" altLang="zh-CN" dirty="0"/>
          </a:p>
        </p:txBody>
      </p:sp>
      <p:sp>
        <p:nvSpPr>
          <p:cNvPr id="47107" name="Rectangle 2"/>
          <p:cNvSpPr>
            <a:spLocks noRot="1" noTextEdit="1"/>
          </p:cNvSpPr>
          <p:nvPr>
            <p:ph type="sldImg"/>
          </p:nvPr>
        </p:nvSpPr>
        <p:spPr/>
      </p:sp>
      <p:sp>
        <p:nvSpPr>
          <p:cNvPr id="47108" name="Rectangle 3"/>
          <p:cNvSpPr>
            <a:spLocks noGrp="1"/>
          </p:cNvSpPr>
          <p:nvPr>
            <p:ph type="body" idx="1"/>
          </p:nvPr>
        </p:nvSpPr>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9154"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en-US" altLang="zh-CN" dirty="0"/>
            </a:fld>
            <a:endParaRPr lang="en-US" altLang="zh-CN" dirty="0"/>
          </a:p>
        </p:txBody>
      </p:sp>
      <p:sp>
        <p:nvSpPr>
          <p:cNvPr id="49155" name="Rectangle 2"/>
          <p:cNvSpPr>
            <a:spLocks noRot="1" noTextEdit="1"/>
          </p:cNvSpPr>
          <p:nvPr>
            <p:ph type="sldImg"/>
          </p:nvPr>
        </p:nvSpPr>
        <p:spPr/>
      </p:sp>
      <p:sp>
        <p:nvSpPr>
          <p:cNvPr id="49156" name="Rectangle 3"/>
          <p:cNvSpPr>
            <a:spLocks noGrp="1"/>
          </p:cNvSpPr>
          <p:nvPr>
            <p:ph type="body" idx="1"/>
          </p:nvPr>
        </p:nvSpPr>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51202"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en-US" altLang="zh-CN" dirty="0"/>
            </a:fld>
            <a:endParaRPr lang="en-US" altLang="zh-CN" dirty="0"/>
          </a:p>
        </p:txBody>
      </p:sp>
      <p:sp>
        <p:nvSpPr>
          <p:cNvPr id="51203" name="Rectangle 2"/>
          <p:cNvSpPr>
            <a:spLocks noRot="1" noTextEdit="1"/>
          </p:cNvSpPr>
          <p:nvPr>
            <p:ph type="sldImg"/>
          </p:nvPr>
        </p:nvSpPr>
        <p:spPr/>
      </p:sp>
      <p:sp>
        <p:nvSpPr>
          <p:cNvPr id="51204" name="Rectangle 3"/>
          <p:cNvSpPr>
            <a:spLocks noGrp="1"/>
          </p:cNvSpPr>
          <p:nvPr>
            <p:ph type="body" idx="1"/>
          </p:nvPr>
        </p:nvSpPr>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53250"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en-US" altLang="zh-CN" dirty="0"/>
            </a:fld>
            <a:endParaRPr lang="en-US" altLang="zh-CN" dirty="0"/>
          </a:p>
        </p:txBody>
      </p:sp>
      <p:sp>
        <p:nvSpPr>
          <p:cNvPr id="53251" name="Rectangle 2"/>
          <p:cNvSpPr>
            <a:spLocks noRot="1" noTextEdit="1"/>
          </p:cNvSpPr>
          <p:nvPr>
            <p:ph type="sldImg"/>
          </p:nvPr>
        </p:nvSpPr>
        <p:spPr/>
      </p:sp>
      <p:sp>
        <p:nvSpPr>
          <p:cNvPr id="53252" name="Rectangle 3"/>
          <p:cNvSpPr>
            <a:spLocks noGrp="1"/>
          </p:cNvSpPr>
          <p:nvPr>
            <p:ph type="body" idx="1"/>
          </p:nvPr>
        </p:nvSpPr>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55298"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en-US" altLang="zh-CN" dirty="0"/>
            </a:fld>
            <a:endParaRPr lang="en-US" altLang="zh-CN" dirty="0"/>
          </a:p>
        </p:txBody>
      </p:sp>
      <p:sp>
        <p:nvSpPr>
          <p:cNvPr id="55299" name="Rectangle 2"/>
          <p:cNvSpPr>
            <a:spLocks noRot="1" noTextEdit="1"/>
          </p:cNvSpPr>
          <p:nvPr>
            <p:ph type="sldImg"/>
          </p:nvPr>
        </p:nvSpPr>
        <p:spPr/>
      </p:sp>
      <p:sp>
        <p:nvSpPr>
          <p:cNvPr id="55300" name="Rectangle 3"/>
          <p:cNvSpPr>
            <a:spLocks noGrp="1"/>
          </p:cNvSpPr>
          <p:nvPr>
            <p:ph type="body" idx="1"/>
          </p:nvPr>
        </p:nvSpPr>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57346"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en-US" altLang="zh-CN" dirty="0"/>
            </a:fld>
            <a:endParaRPr lang="en-US" altLang="zh-CN" dirty="0"/>
          </a:p>
        </p:txBody>
      </p:sp>
      <p:sp>
        <p:nvSpPr>
          <p:cNvPr id="57347" name="Rectangle 2"/>
          <p:cNvSpPr>
            <a:spLocks noRot="1" noTextEdit="1"/>
          </p:cNvSpPr>
          <p:nvPr>
            <p:ph type="sldImg"/>
          </p:nvPr>
        </p:nvSpPr>
        <p:spPr/>
      </p:sp>
      <p:sp>
        <p:nvSpPr>
          <p:cNvPr id="57348" name="Rectangle 3"/>
          <p:cNvSpPr>
            <a:spLocks noGrp="1"/>
          </p:cNvSpPr>
          <p:nvPr>
            <p:ph type="body" idx="1"/>
          </p:nvPr>
        </p:nvSpPr>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59394"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en-US" altLang="zh-CN" dirty="0"/>
            </a:fld>
            <a:endParaRPr lang="en-US" altLang="zh-CN" dirty="0"/>
          </a:p>
        </p:txBody>
      </p:sp>
      <p:sp>
        <p:nvSpPr>
          <p:cNvPr id="59395" name="Rectangle 2"/>
          <p:cNvSpPr>
            <a:spLocks noRot="1" noTextEdit="1"/>
          </p:cNvSpPr>
          <p:nvPr>
            <p:ph type="sldImg"/>
          </p:nvPr>
        </p:nvSpPr>
        <p:spPr/>
      </p:sp>
      <p:sp>
        <p:nvSpPr>
          <p:cNvPr id="59396" name="Rectangle 3"/>
          <p:cNvSpPr>
            <a:spLocks noGrp="1"/>
          </p:cNvSpPr>
          <p:nvPr>
            <p:ph type="body" idx="1"/>
          </p:nvPr>
        </p:nvSpPr>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61442"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en-US" altLang="zh-CN" dirty="0"/>
            </a:fld>
            <a:endParaRPr lang="en-US" altLang="zh-CN" dirty="0"/>
          </a:p>
        </p:txBody>
      </p:sp>
      <p:sp>
        <p:nvSpPr>
          <p:cNvPr id="61443" name="Rectangle 2"/>
          <p:cNvSpPr>
            <a:spLocks noRot="1" noTextEdit="1"/>
          </p:cNvSpPr>
          <p:nvPr>
            <p:ph type="sldImg"/>
          </p:nvPr>
        </p:nvSpPr>
        <p:spPr/>
      </p:sp>
      <p:sp>
        <p:nvSpPr>
          <p:cNvPr id="61444" name="Rectangle 3"/>
          <p:cNvSpPr>
            <a:spLocks noGrp="1"/>
          </p:cNvSpPr>
          <p:nvPr>
            <p:ph type="body" idx="1"/>
          </p:nvPr>
        </p:nvSpPr>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63490"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en-US" altLang="zh-CN" dirty="0"/>
            </a:fld>
            <a:endParaRPr lang="en-US" altLang="zh-CN" dirty="0"/>
          </a:p>
        </p:txBody>
      </p:sp>
      <p:sp>
        <p:nvSpPr>
          <p:cNvPr id="63491" name="Rectangle 2"/>
          <p:cNvSpPr>
            <a:spLocks noRot="1" noTextEdit="1"/>
          </p:cNvSpPr>
          <p:nvPr>
            <p:ph type="sldImg"/>
          </p:nvPr>
        </p:nvSpPr>
        <p:spPr/>
      </p:sp>
      <p:sp>
        <p:nvSpPr>
          <p:cNvPr id="63492" name="Rectangle 3"/>
          <p:cNvSpPr>
            <a:spLocks noGrp="1"/>
          </p:cNvSpPr>
          <p:nvPr>
            <p:ph type="body" idx="1"/>
          </p:nvPr>
        </p:nvSpPr>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65538"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en-US" altLang="zh-CN" dirty="0"/>
            </a:fld>
            <a:endParaRPr lang="en-US" altLang="zh-CN" dirty="0"/>
          </a:p>
        </p:txBody>
      </p:sp>
      <p:sp>
        <p:nvSpPr>
          <p:cNvPr id="65539" name="Rectangle 2"/>
          <p:cNvSpPr>
            <a:spLocks noRot="1" noTextEdit="1"/>
          </p:cNvSpPr>
          <p:nvPr>
            <p:ph type="sldImg"/>
          </p:nvPr>
        </p:nvSpPr>
        <p:spPr/>
      </p:sp>
      <p:sp>
        <p:nvSpPr>
          <p:cNvPr id="65540" name="Rectangle 3"/>
          <p:cNvSpPr>
            <a:spLocks noGrp="1"/>
          </p:cNvSpPr>
          <p:nvPr>
            <p:ph type="body" idx="1"/>
          </p:nvPr>
        </p:nvSpPr>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67586"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en-US" altLang="zh-CN" dirty="0"/>
            </a:fld>
            <a:endParaRPr lang="en-US" altLang="zh-CN" dirty="0"/>
          </a:p>
        </p:txBody>
      </p:sp>
      <p:sp>
        <p:nvSpPr>
          <p:cNvPr id="67587" name="Rectangle 2"/>
          <p:cNvSpPr>
            <a:spLocks noRot="1" noTextEdit="1"/>
          </p:cNvSpPr>
          <p:nvPr>
            <p:ph type="sldImg"/>
          </p:nvPr>
        </p:nvSpPr>
        <p:spPr/>
      </p:sp>
      <p:sp>
        <p:nvSpPr>
          <p:cNvPr id="67588" name="Rectangle 3"/>
          <p:cNvSpPr>
            <a:spLocks noGrp="1"/>
          </p:cNvSpPr>
          <p:nvPr>
            <p:ph type="body" idx="1"/>
          </p:nvPr>
        </p:nvSpPr>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69634"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en-US" altLang="zh-CN" dirty="0"/>
            </a:fld>
            <a:endParaRPr lang="en-US" altLang="zh-CN" dirty="0"/>
          </a:p>
        </p:txBody>
      </p:sp>
      <p:sp>
        <p:nvSpPr>
          <p:cNvPr id="69635" name="Rectangle 2"/>
          <p:cNvSpPr>
            <a:spLocks noRot="1" noTextEdit="1"/>
          </p:cNvSpPr>
          <p:nvPr>
            <p:ph type="sldImg"/>
          </p:nvPr>
        </p:nvSpPr>
        <p:spPr/>
      </p:sp>
      <p:sp>
        <p:nvSpPr>
          <p:cNvPr id="69636" name="Rectangle 3"/>
          <p:cNvSpPr>
            <a:spLocks noGrp="1"/>
          </p:cNvSpPr>
          <p:nvPr>
            <p:ph type="body" idx="1"/>
          </p:nvPr>
        </p:nvSpPr>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71682"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en-US" altLang="zh-CN" dirty="0"/>
            </a:fld>
            <a:endParaRPr lang="en-US" altLang="zh-CN" dirty="0"/>
          </a:p>
        </p:txBody>
      </p:sp>
      <p:sp>
        <p:nvSpPr>
          <p:cNvPr id="71683" name="Rectangle 2"/>
          <p:cNvSpPr>
            <a:spLocks noRot="1" noTextEdit="1"/>
          </p:cNvSpPr>
          <p:nvPr>
            <p:ph type="sldImg"/>
          </p:nvPr>
        </p:nvSpPr>
        <p:spPr/>
      </p:sp>
      <p:sp>
        <p:nvSpPr>
          <p:cNvPr id="71684" name="Rectangle 3"/>
          <p:cNvSpPr>
            <a:spLocks noGrp="1"/>
          </p:cNvSpPr>
          <p:nvPr>
            <p:ph type="body" idx="1"/>
          </p:nvPr>
        </p:nvSpPr>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73730"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en-US" altLang="zh-CN" dirty="0"/>
            </a:fld>
            <a:endParaRPr lang="en-US" altLang="zh-CN" dirty="0"/>
          </a:p>
        </p:txBody>
      </p:sp>
      <p:sp>
        <p:nvSpPr>
          <p:cNvPr id="73731" name="Rectangle 2"/>
          <p:cNvSpPr>
            <a:spLocks noRot="1" noTextEdit="1"/>
          </p:cNvSpPr>
          <p:nvPr>
            <p:ph type="sldImg"/>
          </p:nvPr>
        </p:nvSpPr>
        <p:spPr/>
      </p:sp>
      <p:sp>
        <p:nvSpPr>
          <p:cNvPr id="73732" name="Rectangle 3"/>
          <p:cNvSpPr>
            <a:spLocks noGrp="1"/>
          </p:cNvSpPr>
          <p:nvPr>
            <p:ph type="body" idx="1"/>
          </p:nvPr>
        </p:nvSpPr>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75778"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en-US" altLang="zh-CN" dirty="0"/>
            </a:fld>
            <a:endParaRPr lang="en-US" altLang="zh-CN" dirty="0"/>
          </a:p>
        </p:txBody>
      </p:sp>
      <p:sp>
        <p:nvSpPr>
          <p:cNvPr id="75779" name="Rectangle 2"/>
          <p:cNvSpPr>
            <a:spLocks noRot="1" noTextEdit="1"/>
          </p:cNvSpPr>
          <p:nvPr>
            <p:ph type="sldImg"/>
          </p:nvPr>
        </p:nvSpPr>
        <p:spPr/>
      </p:sp>
      <p:sp>
        <p:nvSpPr>
          <p:cNvPr id="75780" name="Rectangle 3"/>
          <p:cNvSpPr>
            <a:spLocks noGrp="1"/>
          </p:cNvSpPr>
          <p:nvPr>
            <p:ph type="body" idx="1"/>
          </p:nvPr>
        </p:nvSpPr>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77826"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en-US" altLang="zh-CN" dirty="0"/>
            </a:fld>
            <a:endParaRPr lang="en-US" altLang="zh-CN" dirty="0"/>
          </a:p>
        </p:txBody>
      </p:sp>
      <p:sp>
        <p:nvSpPr>
          <p:cNvPr id="77827" name="Rectangle 2"/>
          <p:cNvSpPr>
            <a:spLocks noRot="1" noTextEdit="1"/>
          </p:cNvSpPr>
          <p:nvPr>
            <p:ph type="sldImg"/>
          </p:nvPr>
        </p:nvSpPr>
        <p:spPr/>
      </p:sp>
      <p:sp>
        <p:nvSpPr>
          <p:cNvPr id="77828" name="Rectangle 3"/>
          <p:cNvSpPr>
            <a:spLocks noGrp="1"/>
          </p:cNvSpPr>
          <p:nvPr>
            <p:ph type="body" idx="1"/>
          </p:nvPr>
        </p:nvSpPr>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79874"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en-US" altLang="zh-CN" dirty="0"/>
            </a:fld>
            <a:endParaRPr lang="en-US" altLang="zh-CN" dirty="0"/>
          </a:p>
        </p:txBody>
      </p:sp>
      <p:sp>
        <p:nvSpPr>
          <p:cNvPr id="79875" name="Rectangle 2"/>
          <p:cNvSpPr>
            <a:spLocks noRot="1" noTextEdit="1"/>
          </p:cNvSpPr>
          <p:nvPr>
            <p:ph type="sldImg"/>
          </p:nvPr>
        </p:nvSpPr>
        <p:spPr/>
      </p:sp>
      <p:sp>
        <p:nvSpPr>
          <p:cNvPr id="79876" name="Rectangle 3"/>
          <p:cNvSpPr>
            <a:spLocks noGrp="1"/>
          </p:cNvSpPr>
          <p:nvPr>
            <p:ph type="body" idx="1"/>
          </p:nvPr>
        </p:nvSpPr>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82946"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en-US" altLang="zh-CN" dirty="0"/>
            </a:fld>
            <a:endParaRPr lang="en-US" altLang="zh-CN" dirty="0"/>
          </a:p>
        </p:txBody>
      </p:sp>
      <p:sp>
        <p:nvSpPr>
          <p:cNvPr id="82947" name="Rectangle 2"/>
          <p:cNvSpPr>
            <a:spLocks noRot="1" noTextEdit="1"/>
          </p:cNvSpPr>
          <p:nvPr>
            <p:ph type="sldImg"/>
          </p:nvPr>
        </p:nvSpPr>
        <p:spPr/>
      </p:sp>
      <p:sp>
        <p:nvSpPr>
          <p:cNvPr id="82948" name="Rectangle 3"/>
          <p:cNvSpPr>
            <a:spLocks noGrp="1"/>
          </p:cNvSpPr>
          <p:nvPr>
            <p:ph type="body" idx="1"/>
          </p:nvPr>
        </p:nvSpPr>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84994"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en-US" altLang="zh-CN" dirty="0"/>
            </a:fld>
            <a:endParaRPr lang="en-US" altLang="zh-CN" dirty="0"/>
          </a:p>
        </p:txBody>
      </p:sp>
      <p:sp>
        <p:nvSpPr>
          <p:cNvPr id="84995" name="Rectangle 2"/>
          <p:cNvSpPr>
            <a:spLocks noRot="1" noTextEdit="1"/>
          </p:cNvSpPr>
          <p:nvPr>
            <p:ph type="sldImg"/>
          </p:nvPr>
        </p:nvSpPr>
        <p:spPr/>
      </p:sp>
      <p:sp>
        <p:nvSpPr>
          <p:cNvPr id="84996" name="Rectangle 3"/>
          <p:cNvSpPr>
            <a:spLocks noGrp="1"/>
          </p:cNvSpPr>
          <p:nvPr>
            <p:ph type="body" idx="1"/>
          </p:nvPr>
        </p:nvSpPr>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87042"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en-US" altLang="zh-CN" dirty="0"/>
            </a:fld>
            <a:endParaRPr lang="en-US" altLang="zh-CN" dirty="0"/>
          </a:p>
        </p:txBody>
      </p:sp>
      <p:sp>
        <p:nvSpPr>
          <p:cNvPr id="87043" name="Rectangle 2"/>
          <p:cNvSpPr>
            <a:spLocks noRot="1" noTextEdit="1"/>
          </p:cNvSpPr>
          <p:nvPr>
            <p:ph type="sldImg"/>
          </p:nvPr>
        </p:nvSpPr>
        <p:spPr/>
      </p:sp>
      <p:sp>
        <p:nvSpPr>
          <p:cNvPr id="87044" name="Rectangle 3"/>
          <p:cNvSpPr>
            <a:spLocks noGrp="1"/>
          </p:cNvSpPr>
          <p:nvPr>
            <p:ph type="body" idx="1"/>
          </p:nvPr>
        </p:nvSpPr>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89090"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en-US" altLang="zh-CN" dirty="0"/>
            </a:fld>
            <a:endParaRPr lang="en-US" altLang="zh-CN" dirty="0"/>
          </a:p>
        </p:txBody>
      </p:sp>
      <p:sp>
        <p:nvSpPr>
          <p:cNvPr id="89091" name="Rectangle 2"/>
          <p:cNvSpPr>
            <a:spLocks noRot="1" noTextEdit="1"/>
          </p:cNvSpPr>
          <p:nvPr>
            <p:ph type="sldImg"/>
          </p:nvPr>
        </p:nvSpPr>
        <p:spPr/>
      </p:sp>
      <p:sp>
        <p:nvSpPr>
          <p:cNvPr id="89092" name="Rectangle 3"/>
          <p:cNvSpPr>
            <a:spLocks noGrp="1"/>
          </p:cNvSpPr>
          <p:nvPr>
            <p:ph type="body" idx="1"/>
          </p:nvPr>
        </p:nvSpPr>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91138"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en-US" altLang="zh-CN" dirty="0"/>
            </a:fld>
            <a:endParaRPr lang="en-US" altLang="zh-CN" dirty="0"/>
          </a:p>
        </p:txBody>
      </p:sp>
      <p:sp>
        <p:nvSpPr>
          <p:cNvPr id="91139" name="Rectangle 2"/>
          <p:cNvSpPr>
            <a:spLocks noRot="1" noTextEdit="1"/>
          </p:cNvSpPr>
          <p:nvPr>
            <p:ph type="sldImg"/>
          </p:nvPr>
        </p:nvSpPr>
        <p:spPr/>
      </p:sp>
      <p:sp>
        <p:nvSpPr>
          <p:cNvPr id="91140" name="Rectangle 3"/>
          <p:cNvSpPr>
            <a:spLocks noGrp="1"/>
          </p:cNvSpPr>
          <p:nvPr>
            <p:ph type="body" idx="1"/>
          </p:nvPr>
        </p:nvSpPr>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93186"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en-US" altLang="zh-CN" dirty="0"/>
            </a:fld>
            <a:endParaRPr lang="en-US" altLang="zh-CN" dirty="0"/>
          </a:p>
        </p:txBody>
      </p:sp>
      <p:sp>
        <p:nvSpPr>
          <p:cNvPr id="93187" name="Rectangle 2"/>
          <p:cNvSpPr>
            <a:spLocks noRot="1" noTextEdit="1"/>
          </p:cNvSpPr>
          <p:nvPr>
            <p:ph type="sldImg"/>
          </p:nvPr>
        </p:nvSpPr>
        <p:spPr/>
      </p:sp>
      <p:sp>
        <p:nvSpPr>
          <p:cNvPr id="93188" name="Rectangle 3"/>
          <p:cNvSpPr>
            <a:spLocks noGrp="1"/>
          </p:cNvSpPr>
          <p:nvPr>
            <p:ph type="body" idx="1"/>
          </p:nvPr>
        </p:nvSpPr>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95234"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en-US" altLang="zh-CN" dirty="0"/>
            </a:fld>
            <a:endParaRPr lang="en-US" altLang="zh-CN" dirty="0"/>
          </a:p>
        </p:txBody>
      </p:sp>
      <p:sp>
        <p:nvSpPr>
          <p:cNvPr id="95235" name="Rectangle 2"/>
          <p:cNvSpPr>
            <a:spLocks noRot="1" noTextEdit="1"/>
          </p:cNvSpPr>
          <p:nvPr>
            <p:ph type="sldImg"/>
          </p:nvPr>
        </p:nvSpPr>
        <p:spPr/>
      </p:sp>
      <p:sp>
        <p:nvSpPr>
          <p:cNvPr id="95236" name="Rectangle 3"/>
          <p:cNvSpPr>
            <a:spLocks noGrp="1"/>
          </p:cNvSpPr>
          <p:nvPr>
            <p:ph type="body" idx="1"/>
          </p:nvPr>
        </p:nvSpPr>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97282"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en-US" altLang="zh-CN" dirty="0"/>
            </a:fld>
            <a:endParaRPr lang="en-US" altLang="zh-CN" dirty="0"/>
          </a:p>
        </p:txBody>
      </p:sp>
      <p:sp>
        <p:nvSpPr>
          <p:cNvPr id="97283" name="Rectangle 2"/>
          <p:cNvSpPr>
            <a:spLocks noRot="1" noTextEdit="1"/>
          </p:cNvSpPr>
          <p:nvPr>
            <p:ph type="sldImg"/>
          </p:nvPr>
        </p:nvSpPr>
        <p:spPr/>
      </p:sp>
      <p:sp>
        <p:nvSpPr>
          <p:cNvPr id="97284" name="Rectangle 3"/>
          <p:cNvSpPr>
            <a:spLocks noGrp="1"/>
          </p:cNvSpPr>
          <p:nvPr>
            <p:ph type="body" idx="1"/>
          </p:nvPr>
        </p:nvSpPr>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99330"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en-US" altLang="zh-CN" dirty="0"/>
            </a:fld>
            <a:endParaRPr lang="en-US" altLang="zh-CN" dirty="0"/>
          </a:p>
        </p:txBody>
      </p:sp>
      <p:sp>
        <p:nvSpPr>
          <p:cNvPr id="99331" name="Rectangle 2"/>
          <p:cNvSpPr>
            <a:spLocks noRot="1" noTextEdit="1"/>
          </p:cNvSpPr>
          <p:nvPr>
            <p:ph type="sldImg"/>
          </p:nvPr>
        </p:nvSpPr>
        <p:spPr/>
      </p:sp>
      <p:sp>
        <p:nvSpPr>
          <p:cNvPr id="99332" name="Rectangle 3"/>
          <p:cNvSpPr>
            <a:spLocks noGrp="1"/>
          </p:cNvSpPr>
          <p:nvPr>
            <p:ph type="body" idx="1"/>
          </p:nvPr>
        </p:nvSpPr>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01378"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en-US" altLang="zh-CN" dirty="0"/>
            </a:fld>
            <a:endParaRPr lang="en-US" altLang="zh-CN" dirty="0"/>
          </a:p>
        </p:txBody>
      </p:sp>
      <p:sp>
        <p:nvSpPr>
          <p:cNvPr id="101379" name="Rectangle 2"/>
          <p:cNvSpPr>
            <a:spLocks noRot="1" noTextEdit="1"/>
          </p:cNvSpPr>
          <p:nvPr>
            <p:ph type="sldImg"/>
          </p:nvPr>
        </p:nvSpPr>
        <p:spPr/>
      </p:sp>
      <p:sp>
        <p:nvSpPr>
          <p:cNvPr id="101380" name="Rectangle 3"/>
          <p:cNvSpPr>
            <a:spLocks noGrp="1"/>
          </p:cNvSpPr>
          <p:nvPr>
            <p:ph type="body" idx="1"/>
          </p:nvPr>
        </p:nvSpPr>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04450"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en-US" altLang="zh-CN" dirty="0"/>
            </a:fld>
            <a:endParaRPr lang="en-US" altLang="zh-CN" dirty="0"/>
          </a:p>
        </p:txBody>
      </p:sp>
      <p:sp>
        <p:nvSpPr>
          <p:cNvPr id="104451" name="Rectangle 2"/>
          <p:cNvSpPr>
            <a:spLocks noRot="1" noTextEdit="1"/>
          </p:cNvSpPr>
          <p:nvPr>
            <p:ph type="sldImg"/>
          </p:nvPr>
        </p:nvSpPr>
        <p:spPr/>
      </p:sp>
      <p:sp>
        <p:nvSpPr>
          <p:cNvPr id="104452" name="Rectangle 3"/>
          <p:cNvSpPr>
            <a:spLocks noGrp="1"/>
          </p:cNvSpPr>
          <p:nvPr>
            <p:ph type="body" idx="1"/>
          </p:nvPr>
        </p:nvSpPr>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06498"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en-US" altLang="zh-CN" dirty="0"/>
            </a:fld>
            <a:endParaRPr lang="en-US" altLang="zh-CN" dirty="0"/>
          </a:p>
        </p:txBody>
      </p:sp>
      <p:sp>
        <p:nvSpPr>
          <p:cNvPr id="106499" name="Rectangle 2"/>
          <p:cNvSpPr>
            <a:spLocks noRot="1" noTextEdit="1"/>
          </p:cNvSpPr>
          <p:nvPr>
            <p:ph type="sldImg"/>
          </p:nvPr>
        </p:nvSpPr>
        <p:spPr/>
      </p:sp>
      <p:sp>
        <p:nvSpPr>
          <p:cNvPr id="106500" name="Rectangle 3"/>
          <p:cNvSpPr>
            <a:spLocks noGrp="1"/>
          </p:cNvSpPr>
          <p:nvPr>
            <p:ph type="body" idx="1"/>
          </p:nvPr>
        </p:nvSpPr>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08546"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en-US" altLang="zh-CN" dirty="0"/>
            </a:fld>
            <a:endParaRPr lang="en-US" altLang="zh-CN" dirty="0"/>
          </a:p>
        </p:txBody>
      </p:sp>
      <p:sp>
        <p:nvSpPr>
          <p:cNvPr id="108547" name="Rectangle 2"/>
          <p:cNvSpPr>
            <a:spLocks noRot="1" noTextEdit="1"/>
          </p:cNvSpPr>
          <p:nvPr>
            <p:ph type="sldImg"/>
          </p:nvPr>
        </p:nvSpPr>
        <p:spPr/>
      </p:sp>
      <p:sp>
        <p:nvSpPr>
          <p:cNvPr id="108548" name="Rectangle 3"/>
          <p:cNvSpPr>
            <a:spLocks noGrp="1"/>
          </p:cNvSpPr>
          <p:nvPr>
            <p:ph type="body" idx="1"/>
          </p:nvPr>
        </p:nvSpPr>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10594"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en-US" altLang="zh-CN" dirty="0"/>
            </a:fld>
            <a:endParaRPr lang="en-US" altLang="zh-CN" dirty="0"/>
          </a:p>
        </p:txBody>
      </p:sp>
      <p:sp>
        <p:nvSpPr>
          <p:cNvPr id="110595" name="Rectangle 2"/>
          <p:cNvSpPr>
            <a:spLocks noRot="1" noTextEdit="1"/>
          </p:cNvSpPr>
          <p:nvPr>
            <p:ph type="sldImg"/>
          </p:nvPr>
        </p:nvSpPr>
        <p:spPr/>
      </p:sp>
      <p:sp>
        <p:nvSpPr>
          <p:cNvPr id="110596" name="Rectangle 3"/>
          <p:cNvSpPr>
            <a:spLocks noGrp="1"/>
          </p:cNvSpPr>
          <p:nvPr>
            <p:ph type="body" idx="1"/>
          </p:nvPr>
        </p:nvSpPr>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42"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en-US" altLang="zh-CN" dirty="0"/>
            </a:fld>
            <a:endParaRPr lang="en-US" altLang="zh-CN" dirty="0"/>
          </a:p>
        </p:txBody>
      </p:sp>
      <p:sp>
        <p:nvSpPr>
          <p:cNvPr id="112643" name="Rectangle 2"/>
          <p:cNvSpPr>
            <a:spLocks noRot="1" noTextEdit="1"/>
          </p:cNvSpPr>
          <p:nvPr>
            <p:ph type="sldImg"/>
          </p:nvPr>
        </p:nvSpPr>
        <p:spPr/>
      </p:sp>
      <p:sp>
        <p:nvSpPr>
          <p:cNvPr id="112644" name="Rectangle 3"/>
          <p:cNvSpPr>
            <a:spLocks noGrp="1"/>
          </p:cNvSpPr>
          <p:nvPr>
            <p:ph type="body" idx="1"/>
          </p:nvPr>
        </p:nvSpPr>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14690"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en-US" altLang="zh-CN" dirty="0"/>
            </a:fld>
            <a:endParaRPr lang="en-US" altLang="zh-CN" dirty="0"/>
          </a:p>
        </p:txBody>
      </p:sp>
      <p:sp>
        <p:nvSpPr>
          <p:cNvPr id="114691" name="Rectangle 2"/>
          <p:cNvSpPr>
            <a:spLocks noRot="1" noTextEdit="1"/>
          </p:cNvSpPr>
          <p:nvPr>
            <p:ph type="sldImg"/>
          </p:nvPr>
        </p:nvSpPr>
        <p:spPr/>
      </p:sp>
      <p:sp>
        <p:nvSpPr>
          <p:cNvPr id="114692" name="Rectangle 3"/>
          <p:cNvSpPr>
            <a:spLocks noGrp="1"/>
          </p:cNvSpPr>
          <p:nvPr>
            <p:ph type="body" idx="1"/>
          </p:nvPr>
        </p:nvSpPr>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16738"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en-US" altLang="zh-CN" dirty="0"/>
            </a:fld>
            <a:endParaRPr lang="en-US" altLang="zh-CN" dirty="0"/>
          </a:p>
        </p:txBody>
      </p:sp>
      <p:sp>
        <p:nvSpPr>
          <p:cNvPr id="116739" name="Rectangle 2"/>
          <p:cNvSpPr>
            <a:spLocks noRot="1" noTextEdit="1"/>
          </p:cNvSpPr>
          <p:nvPr>
            <p:ph type="sldImg"/>
          </p:nvPr>
        </p:nvSpPr>
        <p:spPr/>
      </p:sp>
      <p:sp>
        <p:nvSpPr>
          <p:cNvPr id="116740" name="Rectangle 3"/>
          <p:cNvSpPr>
            <a:spLocks noGrp="1"/>
          </p:cNvSpPr>
          <p:nvPr>
            <p:ph type="body" idx="1"/>
          </p:nvPr>
        </p:nvSpPr>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18786"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en-US" altLang="zh-CN" dirty="0"/>
            </a:fld>
            <a:endParaRPr lang="en-US" altLang="zh-CN" dirty="0"/>
          </a:p>
        </p:txBody>
      </p:sp>
      <p:sp>
        <p:nvSpPr>
          <p:cNvPr id="118787" name="Rectangle 2"/>
          <p:cNvSpPr>
            <a:spLocks noRot="1" noTextEdit="1"/>
          </p:cNvSpPr>
          <p:nvPr>
            <p:ph type="sldImg"/>
          </p:nvPr>
        </p:nvSpPr>
        <p:spPr/>
      </p:sp>
      <p:sp>
        <p:nvSpPr>
          <p:cNvPr id="118788" name="Rectangle 3"/>
          <p:cNvSpPr>
            <a:spLocks noGrp="1"/>
          </p:cNvSpPr>
          <p:nvPr>
            <p:ph type="body" idx="1"/>
          </p:nvPr>
        </p:nvSpPr>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20834"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en-US" altLang="zh-CN" dirty="0"/>
            </a:fld>
            <a:endParaRPr lang="en-US" altLang="zh-CN" dirty="0"/>
          </a:p>
        </p:txBody>
      </p:sp>
      <p:sp>
        <p:nvSpPr>
          <p:cNvPr id="120835" name="Rectangle 2"/>
          <p:cNvSpPr>
            <a:spLocks noRot="1" noTextEdit="1"/>
          </p:cNvSpPr>
          <p:nvPr>
            <p:ph type="sldImg"/>
          </p:nvPr>
        </p:nvSpPr>
        <p:spPr/>
      </p:sp>
      <p:sp>
        <p:nvSpPr>
          <p:cNvPr id="120836" name="Rectangle 3"/>
          <p:cNvSpPr>
            <a:spLocks noGrp="1"/>
          </p:cNvSpPr>
          <p:nvPr>
            <p:ph type="body" idx="1"/>
          </p:nvPr>
        </p:nvSpPr>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22882"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en-US" altLang="zh-CN" dirty="0"/>
            </a:fld>
            <a:endParaRPr lang="en-US" altLang="zh-CN" dirty="0"/>
          </a:p>
        </p:txBody>
      </p:sp>
      <p:sp>
        <p:nvSpPr>
          <p:cNvPr id="122883" name="Rectangle 2"/>
          <p:cNvSpPr>
            <a:spLocks noRot="1" noTextEdit="1"/>
          </p:cNvSpPr>
          <p:nvPr>
            <p:ph type="sldImg"/>
          </p:nvPr>
        </p:nvSpPr>
        <p:spPr/>
      </p:sp>
      <p:sp>
        <p:nvSpPr>
          <p:cNvPr id="122884" name="Rectangle 3"/>
          <p:cNvSpPr>
            <a:spLocks noGrp="1"/>
          </p:cNvSpPr>
          <p:nvPr>
            <p:ph type="body" idx="1"/>
          </p:nvPr>
        </p:nvSpPr>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24930"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en-US" altLang="zh-CN" dirty="0"/>
            </a:fld>
            <a:endParaRPr lang="en-US" altLang="zh-CN" dirty="0"/>
          </a:p>
        </p:txBody>
      </p:sp>
      <p:sp>
        <p:nvSpPr>
          <p:cNvPr id="124931" name="Rectangle 2"/>
          <p:cNvSpPr>
            <a:spLocks noRot="1" noTextEdit="1"/>
          </p:cNvSpPr>
          <p:nvPr>
            <p:ph type="sldImg"/>
          </p:nvPr>
        </p:nvSpPr>
        <p:spPr/>
      </p:sp>
      <p:sp>
        <p:nvSpPr>
          <p:cNvPr id="124932" name="Rectangle 3"/>
          <p:cNvSpPr>
            <a:spLocks noGrp="1"/>
          </p:cNvSpPr>
          <p:nvPr>
            <p:ph type="body" idx="1"/>
          </p:nvPr>
        </p:nvSpPr>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28002"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en-US" altLang="zh-CN" dirty="0"/>
            </a:fld>
            <a:endParaRPr lang="en-US" altLang="zh-CN" dirty="0"/>
          </a:p>
        </p:txBody>
      </p:sp>
      <p:sp>
        <p:nvSpPr>
          <p:cNvPr id="128003" name="Rectangle 2"/>
          <p:cNvSpPr>
            <a:spLocks noRot="1" noTextEdit="1"/>
          </p:cNvSpPr>
          <p:nvPr>
            <p:ph type="sldImg"/>
          </p:nvPr>
        </p:nvSpPr>
        <p:spPr/>
      </p:sp>
      <p:sp>
        <p:nvSpPr>
          <p:cNvPr id="128004" name="Rectangle 3"/>
          <p:cNvSpPr>
            <a:spLocks noGrp="1"/>
          </p:cNvSpPr>
          <p:nvPr>
            <p:ph type="body" idx="1"/>
          </p:nvPr>
        </p:nvSpPr>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30050"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en-US" altLang="zh-CN" dirty="0"/>
            </a:fld>
            <a:endParaRPr lang="en-US" altLang="zh-CN" dirty="0"/>
          </a:p>
        </p:txBody>
      </p:sp>
      <p:sp>
        <p:nvSpPr>
          <p:cNvPr id="130051" name="Rectangle 2"/>
          <p:cNvSpPr>
            <a:spLocks noRot="1" noTextEdit="1"/>
          </p:cNvSpPr>
          <p:nvPr>
            <p:ph type="sldImg"/>
          </p:nvPr>
        </p:nvSpPr>
        <p:spPr/>
      </p:sp>
      <p:sp>
        <p:nvSpPr>
          <p:cNvPr id="130052" name="Rectangle 3"/>
          <p:cNvSpPr>
            <a:spLocks noGrp="1"/>
          </p:cNvSpPr>
          <p:nvPr>
            <p:ph type="body" idx="1"/>
          </p:nvPr>
        </p:nvSpPr>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32098"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en-US" altLang="zh-CN" dirty="0"/>
            </a:fld>
            <a:endParaRPr lang="en-US" altLang="zh-CN" dirty="0"/>
          </a:p>
        </p:txBody>
      </p:sp>
      <p:sp>
        <p:nvSpPr>
          <p:cNvPr id="132099" name="Rectangle 2"/>
          <p:cNvSpPr>
            <a:spLocks noRot="1" noTextEdit="1"/>
          </p:cNvSpPr>
          <p:nvPr>
            <p:ph type="sldImg"/>
          </p:nvPr>
        </p:nvSpPr>
        <p:spPr/>
      </p:sp>
      <p:sp>
        <p:nvSpPr>
          <p:cNvPr id="132100" name="Rectangle 3"/>
          <p:cNvSpPr>
            <a:spLocks noGrp="1"/>
          </p:cNvSpPr>
          <p:nvPr>
            <p:ph type="body" idx="1"/>
          </p:nvPr>
        </p:nvSpPr>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34146"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en-US" altLang="zh-CN" dirty="0"/>
            </a:fld>
            <a:endParaRPr lang="en-US" altLang="zh-CN" dirty="0"/>
          </a:p>
        </p:txBody>
      </p:sp>
      <p:sp>
        <p:nvSpPr>
          <p:cNvPr id="134147" name="Rectangle 2"/>
          <p:cNvSpPr>
            <a:spLocks noRot="1" noTextEdit="1"/>
          </p:cNvSpPr>
          <p:nvPr>
            <p:ph type="sldImg"/>
          </p:nvPr>
        </p:nvSpPr>
        <p:spPr/>
      </p:sp>
      <p:sp>
        <p:nvSpPr>
          <p:cNvPr id="134148" name="Rectangle 3"/>
          <p:cNvSpPr>
            <a:spLocks noGrp="1"/>
          </p:cNvSpPr>
          <p:nvPr>
            <p:ph type="body" idx="1"/>
          </p:nvPr>
        </p:nvSpPr>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36194"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en-US" altLang="zh-CN" dirty="0"/>
            </a:fld>
            <a:endParaRPr lang="en-US" altLang="zh-CN" dirty="0"/>
          </a:p>
        </p:txBody>
      </p:sp>
      <p:sp>
        <p:nvSpPr>
          <p:cNvPr id="136195" name="Rectangle 2"/>
          <p:cNvSpPr>
            <a:spLocks noRot="1" noTextEdit="1"/>
          </p:cNvSpPr>
          <p:nvPr>
            <p:ph type="sldImg"/>
          </p:nvPr>
        </p:nvSpPr>
        <p:spPr/>
      </p:sp>
      <p:sp>
        <p:nvSpPr>
          <p:cNvPr id="136196" name="Rectangle 3"/>
          <p:cNvSpPr>
            <a:spLocks noGrp="1"/>
          </p:cNvSpPr>
          <p:nvPr>
            <p:ph type="body" idx="1"/>
          </p:nvPr>
        </p:nvSpPr>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38242"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en-US" altLang="zh-CN" dirty="0"/>
            </a:fld>
            <a:endParaRPr lang="en-US" altLang="zh-CN" dirty="0"/>
          </a:p>
        </p:txBody>
      </p:sp>
      <p:sp>
        <p:nvSpPr>
          <p:cNvPr id="138243" name="Rectangle 2"/>
          <p:cNvSpPr>
            <a:spLocks noRot="1" noTextEdit="1"/>
          </p:cNvSpPr>
          <p:nvPr>
            <p:ph type="sldImg"/>
          </p:nvPr>
        </p:nvSpPr>
        <p:spPr/>
      </p:sp>
      <p:sp>
        <p:nvSpPr>
          <p:cNvPr id="138244" name="Rectangle 3"/>
          <p:cNvSpPr>
            <a:spLocks noGrp="1"/>
          </p:cNvSpPr>
          <p:nvPr>
            <p:ph type="body" idx="1"/>
          </p:nvPr>
        </p:nvSpPr>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40290"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en-US" altLang="zh-CN" dirty="0"/>
            </a:fld>
            <a:endParaRPr lang="en-US" altLang="zh-CN" dirty="0"/>
          </a:p>
        </p:txBody>
      </p:sp>
      <p:sp>
        <p:nvSpPr>
          <p:cNvPr id="140291" name="Rectangle 2"/>
          <p:cNvSpPr>
            <a:spLocks noRot="1" noTextEdit="1"/>
          </p:cNvSpPr>
          <p:nvPr>
            <p:ph type="sldImg"/>
          </p:nvPr>
        </p:nvSpPr>
        <p:spPr/>
      </p:sp>
      <p:sp>
        <p:nvSpPr>
          <p:cNvPr id="140292" name="Rectangle 3"/>
          <p:cNvSpPr>
            <a:spLocks noGrp="1"/>
          </p:cNvSpPr>
          <p:nvPr>
            <p:ph type="body" idx="1"/>
          </p:nvPr>
        </p:nvSpPr>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42338"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en-US" altLang="zh-CN" dirty="0"/>
            </a:fld>
            <a:endParaRPr lang="en-US" altLang="zh-CN" dirty="0"/>
          </a:p>
        </p:txBody>
      </p:sp>
      <p:sp>
        <p:nvSpPr>
          <p:cNvPr id="142339" name="Rectangle 2"/>
          <p:cNvSpPr>
            <a:spLocks noRot="1" noTextEdit="1"/>
          </p:cNvSpPr>
          <p:nvPr>
            <p:ph type="sldImg"/>
          </p:nvPr>
        </p:nvSpPr>
        <p:spPr/>
      </p:sp>
      <p:sp>
        <p:nvSpPr>
          <p:cNvPr id="142340" name="Rectangle 3"/>
          <p:cNvSpPr>
            <a:spLocks noGrp="1"/>
          </p:cNvSpPr>
          <p:nvPr>
            <p:ph type="body" idx="1"/>
          </p:nvPr>
        </p:nvSpPr>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44386"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en-US" altLang="zh-CN" dirty="0"/>
            </a:fld>
            <a:endParaRPr lang="en-US" altLang="zh-CN" dirty="0"/>
          </a:p>
        </p:txBody>
      </p:sp>
      <p:sp>
        <p:nvSpPr>
          <p:cNvPr id="144387" name="Rectangle 2"/>
          <p:cNvSpPr>
            <a:spLocks noRot="1" noTextEdit="1"/>
          </p:cNvSpPr>
          <p:nvPr>
            <p:ph type="sldImg"/>
          </p:nvPr>
        </p:nvSpPr>
        <p:spPr/>
      </p:sp>
      <p:sp>
        <p:nvSpPr>
          <p:cNvPr id="144388" name="Rectangle 3"/>
          <p:cNvSpPr>
            <a:spLocks noGrp="1"/>
          </p:cNvSpPr>
          <p:nvPr>
            <p:ph type="body" idx="1"/>
          </p:nvPr>
        </p:nvSpPr>
        <p:spPr/>
        <p:txBody>
          <a:bodyPr wrap="square" lIns="91440" tIns="45720" rIns="91440" bIns="45720" anchor="t" anchorCtr="0"/>
          <a:p>
            <a:pPr lvl="0" eaLnBrk="1" hangingPunct="1"/>
            <a:endParaRPr lang="zh-CN" altLang="zh-CN" dirty="0"/>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bg>
      <p:bgPr>
        <a:blipFill rotWithShape="0">
          <a:blip r:embed="rId2"/>
          <a:stretch>
            <a:fillRect/>
          </a:stretch>
        </a:blipFill>
        <a:effectLst/>
      </p:bgPr>
    </p:bg>
    <p:spTree>
      <p:nvGrpSpPr>
        <p:cNvPr id="1" name=""/>
        <p:cNvGrpSpPr/>
        <p:nvPr/>
      </p:nvGrpSpPr>
      <p:grpSpPr>
        <a:xfrm>
          <a:off x="0" y="0"/>
          <a:ext cx="0" cy="0"/>
          <a:chOff x="0" y="0"/>
          <a:chExt cx="0" cy="0"/>
        </a:xfrm>
      </p:grpSpPr>
      <p:sp>
        <p:nvSpPr>
          <p:cNvPr id="9" name="Title 8"/>
          <p:cNvSpPr>
            <a:spLocks noGrp="1"/>
          </p:cNvSpPr>
          <p:nvPr>
            <p:ph type="ctrTitle"/>
          </p:nvPr>
        </p:nvSpPr>
        <p:spPr>
          <a:xfrm>
            <a:off x="533400" y="1371600"/>
            <a:ext cx="7851648" cy="1828800"/>
          </a:xfrm>
          <a:ln>
            <a:noFill/>
          </a:ln>
        </p:spPr>
        <p:txBody>
          <a:bodyPr tIns="0" rIns="18288">
            <a:normAutofit/>
            <a:scene3d>
              <a:camera prst="orthographicFront"/>
              <a:lightRig rig="freezing" dir="t">
                <a:rot lat="0" lon="0" rev="5640000"/>
              </a:lightRig>
            </a:scene3d>
            <a:sp3d prstMaterial="flat">
              <a:bevelT w="38100" h="38100"/>
              <a:contourClr>
                <a:schemeClr val="tx2"/>
              </a:contourClr>
            </a:sp3d>
          </a:bodyPr>
          <a:lstStyle>
            <a:lvl1pPr algn="r" rtl="0">
              <a:spcBef>
                <a:spcPct val="0"/>
              </a:spcBef>
              <a:buNone/>
              <a:defRPr sz="5600" b="1">
                <a:ln>
                  <a:noFill/>
                </a:ln>
                <a:solidFill>
                  <a:schemeClr val="accent3">
                    <a:tint val="90000"/>
                    <a:satMod val="120000"/>
                  </a:schemeClr>
                </a:solidFill>
                <a:effectLst>
                  <a:outerShdw blurRad="38100" dist="25400" dir="5400000" algn="tl" rotWithShape="0">
                    <a:srgbClr val="000000">
                      <a:alpha val="43000"/>
                    </a:srgbClr>
                  </a:outerShdw>
                </a:effectLst>
                <a:latin typeface="+mj-lt"/>
                <a:ea typeface="+mj-ea"/>
                <a:cs typeface="+mj-cs"/>
              </a:defRPr>
            </a:lvl1pPr>
          </a:lstStyle>
          <a:p>
            <a:r>
              <a:rPr lang="zh-CN" altLang="en-US" smtClean="0"/>
              <a:t>单击此处编辑母版标题样式</a:t>
            </a:r>
            <a:endParaRPr lang="en-US"/>
          </a:p>
        </p:txBody>
      </p:sp>
      <p:sp>
        <p:nvSpPr>
          <p:cNvPr id="17" name="Subtitle 16"/>
          <p:cNvSpPr>
            <a:spLocks noGrp="1"/>
          </p:cNvSpPr>
          <p:nvPr>
            <p:ph type="subTitle" idx="1"/>
          </p:nvPr>
        </p:nvSpPr>
        <p:spPr>
          <a:xfrm>
            <a:off x="533400" y="3228536"/>
            <a:ext cx="7854696" cy="1752600"/>
          </a:xfrm>
        </p:spPr>
        <p:txBody>
          <a:bodyPr lIns="0" rIns="18288"/>
          <a:lstStyle>
            <a:lvl1pPr marL="0" marR="45720" indent="0" algn="r">
              <a:buNone/>
              <a:defRPr>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zh-CN" altLang="en-US" smtClean="0"/>
              <a:t>单击此处编辑母版副标题样式</a:t>
            </a:r>
            <a:endParaRPr lang="en-US"/>
          </a:p>
        </p:txBody>
      </p:sp>
      <p:sp>
        <p:nvSpPr>
          <p:cNvPr id="14" name="Date Placeholder 29"/>
          <p:cNvSpPr>
            <a:spLocks noGrp="1"/>
          </p:cNvSpPr>
          <p:nvPr>
            <p:ph type="dt" sz="half" idx="2"/>
          </p:nvPr>
        </p:nvSpPr>
        <p:spPr>
          <a:xfrm>
            <a:off x="457200" y="6356350"/>
            <a:ext cx="2133600" cy="365125"/>
          </a:xfrm>
          <a:prstGeom prst="rect">
            <a:avLst/>
          </a:prstGeom>
        </p:spPr>
        <p:txBody>
          <a:bodyPr vert="horz" lIns="0" tIns="0" rIns="0" bIns="0" anchor="b"/>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1" i="0" u="none" strike="noStrike" kern="1200" cap="none" spc="0" normalizeH="0" baseline="0" noProof="0">
              <a:ln>
                <a:noFill/>
              </a:ln>
              <a:solidFill>
                <a:schemeClr val="tx2">
                  <a:shade val="90000"/>
                </a:schemeClr>
              </a:solidFill>
              <a:effectLst/>
              <a:uLnTx/>
              <a:uFillTx/>
              <a:latin typeface="Comic Sans MS" panose="030F0702030302020204" pitchFamily="66" charset="0"/>
              <a:ea typeface="宋体" panose="02010600030101010101" pitchFamily="2" charset="-122"/>
              <a:cs typeface="+mn-cs"/>
            </a:endParaRPr>
          </a:p>
        </p:txBody>
      </p:sp>
      <p:sp>
        <p:nvSpPr>
          <p:cNvPr id="15" name="Footer Placeholder 18"/>
          <p:cNvSpPr>
            <a:spLocks noGrp="1"/>
          </p:cNvSpPr>
          <p:nvPr>
            <p:ph type="ftr" sz="quarter" idx="3"/>
          </p:nvPr>
        </p:nvSpPr>
        <p:spPr>
          <a:xfrm>
            <a:off x="2667000" y="6356350"/>
            <a:ext cx="3352800" cy="365125"/>
          </a:xfrm>
          <a:prstGeom prst="rect">
            <a:avLst/>
          </a:prstGeom>
        </p:spPr>
        <p:txBody>
          <a:bodyPr vert="horz" lIns="0" tIns="0" rIns="0" bIns="0" anchor="b"/>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200" b="1" i="0" u="none" strike="noStrike" kern="1200" cap="none" spc="0" normalizeH="0" baseline="0" noProof="0">
                <a:ln>
                  <a:noFill/>
                </a:ln>
                <a:solidFill>
                  <a:schemeClr val="tx2">
                    <a:shade val="90000"/>
                  </a:schemeClr>
                </a:solidFill>
                <a:effectLst/>
                <a:uLnTx/>
                <a:uFillTx/>
                <a:latin typeface="Comic Sans MS" panose="030F0702030302020204" pitchFamily="66" charset="0"/>
                <a:ea typeface="宋体" panose="02010600030101010101" pitchFamily="2" charset="-122"/>
                <a:cs typeface="+mn-cs"/>
              </a:rPr>
              <a:t>复旦大学计算机科学与工程系  软件工程课程</a:t>
            </a:r>
            <a:endParaRPr kumimoji="0" lang="en-US" altLang="zh-CN" sz="1200" b="1" i="0" u="none" strike="noStrike" kern="1200" cap="none" spc="0" normalizeH="0" baseline="0" noProof="0">
              <a:ln>
                <a:noFill/>
              </a:ln>
              <a:solidFill>
                <a:schemeClr val="tx2">
                  <a:shade val="90000"/>
                </a:schemeClr>
              </a:solidFill>
              <a:effectLst/>
              <a:uLnTx/>
              <a:uFillTx/>
              <a:latin typeface="Comic Sans MS" panose="030F0702030302020204" pitchFamily="66" charset="0"/>
              <a:ea typeface="宋体" panose="02010600030101010101" pitchFamily="2" charset="-122"/>
              <a:cs typeface="+mn-cs"/>
            </a:endParaRPr>
          </a:p>
        </p:txBody>
      </p:sp>
      <p:sp>
        <p:nvSpPr>
          <p:cNvPr id="16" name="Slide Number Placeholder 26"/>
          <p:cNvSpPr>
            <a:spLocks noGrp="1"/>
          </p:cNvSpPr>
          <p:nvPr>
            <p:ph type="sldNum" sz="quarter" idx="4"/>
          </p:nvPr>
        </p:nvSpPr>
        <p:spPr>
          <a:xfrm>
            <a:off x="7924800" y="6356350"/>
            <a:ext cx="762000" cy="365125"/>
          </a:xfrm>
          <a:prstGeom prst="rect">
            <a:avLst/>
          </a:prstGeom>
        </p:spPr>
        <p:txBody>
          <a:bodyPr vert="horz" wrap="square" lIns="0" tIns="0" rIns="0" bIns="0" numCol="1" anchor="b" anchorCtr="0" compatLnSpc="1"/>
          <a:lstStyle>
            <a:lvl1pPr>
              <a:defRPr>
                <a:solidFill>
                  <a:srgbClr val="D1EAEE"/>
                </a:solidFill>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7A8498F3-D2EC-4C3D-9BBF-70B48A040245}" type="slidenum">
              <a:rPr kumimoji="0" lang="en-US" altLang="zh-CN" sz="1200" b="1" i="0" u="none" strike="noStrike" kern="1200" cap="none" spc="0" normalizeH="0" baseline="0" noProof="0">
                <a:ln>
                  <a:noFill/>
                </a:ln>
                <a:solidFill>
                  <a:srgbClr val="D1EAEE"/>
                </a:solidFill>
                <a:effectLst/>
                <a:uLnTx/>
                <a:uFillTx/>
                <a:latin typeface="Comic Sans MS" panose="030F0702030302020204" pitchFamily="66" charset="0"/>
                <a:ea typeface="宋体" panose="02010600030101010101" pitchFamily="2" charset="-122"/>
                <a:cs typeface="+mn-cs"/>
              </a:rPr>
            </a:fld>
            <a:endParaRPr kumimoji="0" lang="en-US" altLang="zh-CN" sz="1200" b="1" i="0" u="none" strike="noStrike" kern="1200" cap="none" spc="0" normalizeH="0" baseline="0" noProof="0">
              <a:ln>
                <a:noFill/>
              </a:ln>
              <a:solidFill>
                <a:srgbClr val="D1EAEE"/>
              </a:solidFill>
              <a:effectLst/>
              <a:uLnTx/>
              <a:uFillTx/>
              <a:latin typeface="Comic Sans MS" panose="030F0702030302020204" pitchFamily="66" charset="0"/>
              <a:ea typeface="宋体" panose="02010600030101010101" pitchFamily="2" charset="-122"/>
              <a:cs typeface="+mn-cs"/>
            </a:endParaRPr>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a:p>
        </p:txBody>
      </p:sp>
      <p:sp>
        <p:nvSpPr>
          <p:cNvPr id="3" name="Content Placeholder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1" i="0" u="none" strike="noStrike" kern="1200" cap="none" spc="0" normalizeH="0" baseline="0" noProof="0">
              <a:ln>
                <a:noFill/>
              </a:ln>
              <a:solidFill>
                <a:schemeClr val="tx2">
                  <a:shade val="90000"/>
                </a:schemeClr>
              </a:solidFill>
              <a:effectLst/>
              <a:uLnTx/>
              <a:uFillTx/>
              <a:latin typeface="Comic Sans MS" panose="030F0702030302020204" pitchFamily="66"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200" b="1" i="0" u="none" strike="noStrike" kern="1200" cap="none" spc="0" normalizeH="0" baseline="0" noProof="0">
                <a:ln>
                  <a:noFill/>
                </a:ln>
                <a:solidFill>
                  <a:schemeClr val="tx2">
                    <a:shade val="90000"/>
                  </a:schemeClr>
                </a:solidFill>
                <a:effectLst/>
                <a:uLnTx/>
                <a:uFillTx/>
                <a:latin typeface="Comic Sans MS" panose="030F0702030302020204" pitchFamily="66" charset="0"/>
                <a:ea typeface="宋体" panose="02010600030101010101" pitchFamily="2" charset="-122"/>
                <a:cs typeface="+mn-cs"/>
              </a:rPr>
              <a:t>复旦大学计算机科学与工程系  软件工程课程</a:t>
            </a:r>
            <a:endParaRPr kumimoji="0" lang="en-US" altLang="zh-CN" sz="1200" b="1" i="0" u="none" strike="noStrike" kern="1200" cap="none" spc="0" normalizeH="0" baseline="0" noProof="0">
              <a:ln>
                <a:noFill/>
              </a:ln>
              <a:solidFill>
                <a:schemeClr val="tx2">
                  <a:shade val="90000"/>
                </a:schemeClr>
              </a:solidFill>
              <a:effectLst/>
              <a:uLnTx/>
              <a:uFillTx/>
              <a:latin typeface="Comic Sans MS" panose="030F0702030302020204" pitchFamily="66"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77805835-EB00-4649-BD32-7D3D0A09160C}" type="slidenum">
              <a:rPr kumimoji="0" lang="en-US" altLang="zh-CN" sz="1200" b="1" i="0" u="none" strike="noStrike" kern="1200" cap="none" spc="0" normalizeH="0" baseline="0" noProof="0">
                <a:ln>
                  <a:noFill/>
                </a:ln>
                <a:solidFill>
                  <a:srgbClr val="045C75"/>
                </a:solidFill>
                <a:effectLst/>
                <a:uLnTx/>
                <a:uFillTx/>
                <a:latin typeface="Comic Sans MS" panose="030F0702030302020204" pitchFamily="66" charset="0"/>
                <a:ea typeface="宋体" panose="02010600030101010101" pitchFamily="2" charset="-122"/>
                <a:cs typeface="+mn-cs"/>
              </a:rPr>
            </a:fld>
            <a:r>
              <a:rPr kumimoji="0" lang="en-US" altLang="zh-CN" sz="1200" b="1" i="0" u="none" strike="noStrike" kern="1200" cap="none" spc="0" normalizeH="0" baseline="0" noProof="0">
                <a:ln>
                  <a:noFill/>
                </a:ln>
                <a:solidFill>
                  <a:srgbClr val="045C75"/>
                </a:solidFill>
                <a:effectLst/>
                <a:uLnTx/>
                <a:uFillTx/>
                <a:latin typeface="Comic Sans MS" panose="030F0702030302020204" pitchFamily="66" charset="0"/>
                <a:ea typeface="宋体" panose="02010600030101010101" pitchFamily="2" charset="-122"/>
                <a:cs typeface="+mn-cs"/>
              </a:rPr>
              <a:t>/110</a:t>
            </a:r>
            <a:endParaRPr kumimoji="0" lang="en-US" altLang="zh-CN" sz="1200" b="1" i="0" u="none" strike="noStrike" kern="1200" cap="none" spc="0" normalizeH="0" baseline="0" noProof="0">
              <a:ln>
                <a:noFill/>
              </a:ln>
              <a:solidFill>
                <a:srgbClr val="045C75"/>
              </a:solidFill>
              <a:effectLst/>
              <a:uLnTx/>
              <a:uFillTx/>
              <a:latin typeface="Comic Sans MS" panose="030F0702030302020204" pitchFamily="66" charset="0"/>
              <a:ea typeface="宋体" panose="02010600030101010101" pitchFamily="2" charset="-122"/>
              <a:cs typeface="+mn-cs"/>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bg>
      <p:bgPr>
        <a:blipFill rotWithShape="0">
          <a:blip r:embed="rId2"/>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30352" y="1316736"/>
            <a:ext cx="7772400" cy="1362456"/>
          </a:xfrm>
          <a:ln>
            <a:noFill/>
          </a:ln>
        </p:spPr>
        <p:txBody>
          <a:bodyPr tIns="0">
            <a:noAutofit/>
            <a:scene3d>
              <a:camera prst="orthographicFront"/>
              <a:lightRig rig="freezing" dir="t">
                <a:rot lat="0" lon="0" rev="5640000"/>
              </a:lightRig>
            </a:scene3d>
            <a:sp3d prstMaterial="flat">
              <a:bevelT w="38100" h="38100"/>
            </a:sp3d>
          </a:bodyPr>
          <a:lstStyle>
            <a:lvl1pPr algn="l" rtl="0">
              <a:spcBef>
                <a:spcPct val="0"/>
              </a:spcBef>
              <a:buNone/>
              <a:defRPr lang="en-US" sz="5600" b="1" cap="none" baseline="0" dirty="0">
                <a:ln w="635">
                  <a:noFill/>
                </a:ln>
                <a:solidFill>
                  <a:schemeClr val="accent4">
                    <a:tint val="90000"/>
                    <a:satMod val="125000"/>
                  </a:schemeClr>
                </a:solidFill>
                <a:effectLst>
                  <a:outerShdw blurRad="38100" dist="25400" dir="5400000" algn="tl" rotWithShape="0">
                    <a:srgbClr val="000000">
                      <a:alpha val="43000"/>
                    </a:srgbClr>
                  </a:outerShdw>
                </a:effectLst>
                <a:latin typeface="+mj-lt"/>
                <a:ea typeface="+mj-ea"/>
                <a:cs typeface="+mj-cs"/>
              </a:defRPr>
            </a:lvl1pPr>
          </a:lstStyle>
          <a:p>
            <a:r>
              <a:rPr lang="zh-CN" altLang="en-US" smtClean="0"/>
              <a:t>单击此处编辑母版标题样式</a:t>
            </a:r>
            <a:endParaRPr lang="en-US"/>
          </a:p>
        </p:txBody>
      </p:sp>
      <p:sp>
        <p:nvSpPr>
          <p:cNvPr id="3" name="Text Placeholder 2"/>
          <p:cNvSpPr>
            <a:spLocks noGrp="1"/>
          </p:cNvSpPr>
          <p:nvPr>
            <p:ph type="body" idx="1"/>
          </p:nvPr>
        </p:nvSpPr>
        <p:spPr>
          <a:xfrm>
            <a:off x="530352" y="2704664"/>
            <a:ext cx="7772400" cy="1509712"/>
          </a:xfrm>
        </p:spPr>
        <p:txBody>
          <a:bodyPr lIns="45720" rIns="45720"/>
          <a:lstStyle>
            <a:lvl1pPr marL="0" indent="0">
              <a:buNone/>
              <a:defRPr sz="22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a:r>
              <a:rPr lang="zh-CN" altLang="en-US" smtClean="0"/>
              <a:t>单击此处编辑母版文本样式</a:t>
            </a:r>
            <a:endParaRPr lang="zh-CN" altLang="en-US" smtClean="0"/>
          </a:p>
        </p:txBody>
      </p:sp>
      <p:sp>
        <p:nvSpPr>
          <p:cNvPr id="14" name="Date Placeholder 3"/>
          <p:cNvSpPr>
            <a:spLocks noGrp="1"/>
          </p:cNvSpPr>
          <p:nvPr>
            <p:ph type="dt" sz="half" idx="2"/>
          </p:nvPr>
        </p:nvSpPr>
        <p:spPr>
          <a:xfrm>
            <a:off x="457200" y="6356350"/>
            <a:ext cx="2133600" cy="365125"/>
          </a:xfrm>
          <a:prstGeom prst="rect">
            <a:avLst/>
          </a:prstGeom>
        </p:spPr>
        <p:txBody>
          <a:bodyPr vert="horz" lIns="0" tIns="0" rIns="0" bIns="0" anchor="b"/>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1" i="0" u="none" strike="noStrike" kern="1200" cap="none" spc="0" normalizeH="0" baseline="0" noProof="0">
              <a:ln>
                <a:noFill/>
              </a:ln>
              <a:solidFill>
                <a:schemeClr val="tx2">
                  <a:shade val="90000"/>
                </a:schemeClr>
              </a:solidFill>
              <a:effectLst/>
              <a:uLnTx/>
              <a:uFillTx/>
              <a:latin typeface="Comic Sans MS" panose="030F0702030302020204" pitchFamily="66" charset="0"/>
              <a:ea typeface="宋体" panose="02010600030101010101" pitchFamily="2" charset="-122"/>
              <a:cs typeface="+mn-cs"/>
            </a:endParaRPr>
          </a:p>
        </p:txBody>
      </p:sp>
      <p:sp>
        <p:nvSpPr>
          <p:cNvPr id="15" name="Footer Placeholder 4"/>
          <p:cNvSpPr>
            <a:spLocks noGrp="1"/>
          </p:cNvSpPr>
          <p:nvPr>
            <p:ph type="ftr" sz="quarter" idx="3"/>
          </p:nvPr>
        </p:nvSpPr>
        <p:spPr>
          <a:xfrm>
            <a:off x="2667000" y="6356350"/>
            <a:ext cx="3352800" cy="365125"/>
          </a:xfrm>
          <a:prstGeom prst="rect">
            <a:avLst/>
          </a:prstGeom>
        </p:spPr>
        <p:txBody>
          <a:bodyPr vert="horz" lIns="0" tIns="0" rIns="0" bIns="0" anchor="b"/>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200" b="1" i="0" u="none" strike="noStrike" kern="1200" cap="none" spc="0" normalizeH="0" baseline="0" noProof="0">
                <a:ln>
                  <a:noFill/>
                </a:ln>
                <a:solidFill>
                  <a:schemeClr val="tx2">
                    <a:shade val="90000"/>
                  </a:schemeClr>
                </a:solidFill>
                <a:effectLst/>
                <a:uLnTx/>
                <a:uFillTx/>
                <a:latin typeface="Comic Sans MS" panose="030F0702030302020204" pitchFamily="66" charset="0"/>
                <a:ea typeface="宋体" panose="02010600030101010101" pitchFamily="2" charset="-122"/>
                <a:cs typeface="+mn-cs"/>
              </a:rPr>
              <a:t>复旦大学计算机科学与工程系  软件工程课程</a:t>
            </a:r>
            <a:endParaRPr kumimoji="0" lang="en-US" altLang="zh-CN" sz="1200" b="1" i="0" u="none" strike="noStrike" kern="1200" cap="none" spc="0" normalizeH="0" baseline="0" noProof="0">
              <a:ln>
                <a:noFill/>
              </a:ln>
              <a:solidFill>
                <a:schemeClr val="tx2">
                  <a:shade val="90000"/>
                </a:schemeClr>
              </a:solidFill>
              <a:effectLst/>
              <a:uLnTx/>
              <a:uFillTx/>
              <a:latin typeface="Comic Sans MS" panose="030F0702030302020204" pitchFamily="66" charset="0"/>
              <a:ea typeface="宋体" panose="02010600030101010101" pitchFamily="2" charset="-122"/>
              <a:cs typeface="+mn-cs"/>
            </a:endParaRPr>
          </a:p>
        </p:txBody>
      </p:sp>
      <p:sp>
        <p:nvSpPr>
          <p:cNvPr id="16" name="Slide Number Placeholder 5"/>
          <p:cNvSpPr>
            <a:spLocks noGrp="1"/>
          </p:cNvSpPr>
          <p:nvPr>
            <p:ph type="sldNum" sz="quarter" idx="4"/>
          </p:nvPr>
        </p:nvSpPr>
        <p:spPr>
          <a:xfrm>
            <a:off x="7924800" y="6356350"/>
            <a:ext cx="762000" cy="365125"/>
          </a:xfrm>
          <a:prstGeom prst="rect">
            <a:avLst/>
          </a:prstGeom>
        </p:spPr>
        <p:txBody>
          <a:bodyPr vert="horz" wrap="square" lIns="0" tIns="0" rIns="0" bIns="0" numCol="1" anchor="b" anchorCtr="0" compatLnSpc="1"/>
          <a:lstStyle>
            <a:lvl1pPr>
              <a:defRPr>
                <a:solidFill>
                  <a:srgbClr val="D1EAEE"/>
                </a:solidFill>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329823F8-E384-4D8E-9598-4CD85E9323DD}" type="slidenum">
              <a:rPr kumimoji="0" lang="en-US" altLang="zh-CN" sz="1200" b="1" i="0" u="none" strike="noStrike" kern="1200" cap="none" spc="0" normalizeH="0" baseline="0" noProof="0">
                <a:ln>
                  <a:noFill/>
                </a:ln>
                <a:solidFill>
                  <a:srgbClr val="D1EAEE"/>
                </a:solidFill>
                <a:effectLst/>
                <a:uLnTx/>
                <a:uFillTx/>
                <a:latin typeface="Comic Sans MS" panose="030F0702030302020204" pitchFamily="66" charset="0"/>
                <a:ea typeface="宋体" panose="02010600030101010101" pitchFamily="2" charset="-122"/>
                <a:cs typeface="+mn-cs"/>
              </a:rPr>
            </a:fld>
            <a:r>
              <a:rPr kumimoji="0" lang="en-US" altLang="zh-CN" sz="1200" b="1" i="0" u="none" strike="noStrike" kern="1200" cap="none" spc="0" normalizeH="0" baseline="0" noProof="0">
                <a:ln>
                  <a:noFill/>
                </a:ln>
                <a:solidFill>
                  <a:srgbClr val="D1EAEE"/>
                </a:solidFill>
                <a:effectLst/>
                <a:uLnTx/>
                <a:uFillTx/>
                <a:latin typeface="Comic Sans MS" panose="030F0702030302020204" pitchFamily="66" charset="0"/>
                <a:ea typeface="宋体" panose="02010600030101010101" pitchFamily="2" charset="-122"/>
                <a:cs typeface="+mn-cs"/>
              </a:rPr>
              <a:t>/110</a:t>
            </a:r>
            <a:endParaRPr kumimoji="0" lang="en-US" altLang="zh-CN" sz="1200" b="1" i="0" u="none" strike="noStrike" kern="1200" cap="none" spc="0" normalizeH="0" baseline="0" noProof="0">
              <a:ln>
                <a:noFill/>
              </a:ln>
              <a:solidFill>
                <a:srgbClr val="D1EAEE"/>
              </a:solidFill>
              <a:effectLst/>
              <a:uLnTx/>
              <a:uFillTx/>
              <a:latin typeface="Comic Sans MS" panose="030F0702030302020204" pitchFamily="66" charset="0"/>
              <a:ea typeface="宋体" panose="02010600030101010101" pitchFamily="2" charset="-122"/>
              <a:cs typeface="+mn-cs"/>
            </a:endParaRPr>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a:lstStyle/>
          <a:p>
            <a:r>
              <a:rPr lang="zh-CN" altLang="en-US" smtClean="0"/>
              <a:t>单击此处编辑母版标题样式</a:t>
            </a:r>
            <a:endParaRPr lang="en-US"/>
          </a:p>
        </p:txBody>
      </p:sp>
      <p:sp>
        <p:nvSpPr>
          <p:cNvPr id="3" name="Content Placeholder 2"/>
          <p:cNvSpPr>
            <a:spLocks noGrp="1"/>
          </p:cNvSpPr>
          <p:nvPr>
            <p:ph sz="half" idx="1"/>
          </p:nvPr>
        </p:nvSpPr>
        <p:spPr>
          <a:xfrm>
            <a:off x="457200" y="1920085"/>
            <a:ext cx="4038600" cy="4434840"/>
          </a:xfrm>
        </p:spPr>
        <p:txBody>
          <a:bodyPr/>
          <a:lstStyle>
            <a:lvl1pPr>
              <a:defRPr sz="2600"/>
            </a:lvl1pPr>
            <a:lvl2pPr>
              <a:defRPr sz="2400"/>
            </a:lvl2pPr>
            <a:lvl3pPr>
              <a:defRPr sz="2000"/>
            </a:lvl3pPr>
            <a:lvl4pPr>
              <a:defRPr sz="1800"/>
            </a:lvl4pPr>
            <a:lvl5pPr>
              <a:defRPr sz="1800"/>
            </a:lvl5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a:p>
        </p:txBody>
      </p:sp>
      <p:sp>
        <p:nvSpPr>
          <p:cNvPr id="4" name="Content Placeholder 3"/>
          <p:cNvSpPr>
            <a:spLocks noGrp="1"/>
          </p:cNvSpPr>
          <p:nvPr>
            <p:ph sz="half" idx="2"/>
          </p:nvPr>
        </p:nvSpPr>
        <p:spPr>
          <a:xfrm>
            <a:off x="4648200" y="1920085"/>
            <a:ext cx="4038600" cy="4434840"/>
          </a:xfrm>
        </p:spPr>
        <p:txBody>
          <a:bodyPr/>
          <a:lstStyle>
            <a:lvl1pPr>
              <a:defRPr sz="2600"/>
            </a:lvl1pPr>
            <a:lvl2pPr>
              <a:defRPr sz="2400"/>
            </a:lvl2pPr>
            <a:lvl3pPr>
              <a:defRPr sz="2000"/>
            </a:lvl3pPr>
            <a:lvl4pPr>
              <a:defRPr sz="1800"/>
            </a:lvl4pPr>
            <a:lvl5pPr>
              <a:defRPr sz="1800"/>
            </a:lvl5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1" i="0" u="none" strike="noStrike" kern="1200" cap="none" spc="0" normalizeH="0" baseline="0" noProof="0">
              <a:ln>
                <a:noFill/>
              </a:ln>
              <a:solidFill>
                <a:schemeClr val="tx2">
                  <a:shade val="90000"/>
                </a:schemeClr>
              </a:solidFill>
              <a:effectLst/>
              <a:uLnTx/>
              <a:uFillTx/>
              <a:latin typeface="Comic Sans MS" panose="030F0702030302020204" pitchFamily="66"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200" b="1" i="0" u="none" strike="noStrike" kern="1200" cap="none" spc="0" normalizeH="0" baseline="0" noProof="0">
                <a:ln>
                  <a:noFill/>
                </a:ln>
                <a:solidFill>
                  <a:schemeClr val="tx2">
                    <a:shade val="90000"/>
                  </a:schemeClr>
                </a:solidFill>
                <a:effectLst/>
                <a:uLnTx/>
                <a:uFillTx/>
                <a:latin typeface="Comic Sans MS" panose="030F0702030302020204" pitchFamily="66" charset="0"/>
                <a:ea typeface="宋体" panose="02010600030101010101" pitchFamily="2" charset="-122"/>
                <a:cs typeface="+mn-cs"/>
              </a:rPr>
              <a:t>复旦大学计算机科学与工程系  软件工程课程</a:t>
            </a:r>
            <a:endParaRPr kumimoji="0" lang="en-US" altLang="zh-CN" sz="1200" b="1" i="0" u="none" strike="noStrike" kern="1200" cap="none" spc="0" normalizeH="0" baseline="0" noProof="0">
              <a:ln>
                <a:noFill/>
              </a:ln>
              <a:solidFill>
                <a:schemeClr val="tx2">
                  <a:shade val="90000"/>
                </a:schemeClr>
              </a:solidFill>
              <a:effectLst/>
              <a:uLnTx/>
              <a:uFillTx/>
              <a:latin typeface="Comic Sans MS" panose="030F0702030302020204" pitchFamily="66"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77805835-EB00-4649-BD32-7D3D0A09160C}" type="slidenum">
              <a:rPr kumimoji="0" lang="en-US" altLang="zh-CN" sz="1200" b="1" i="0" u="none" strike="noStrike" kern="1200" cap="none" spc="0" normalizeH="0" baseline="0" noProof="0">
                <a:ln>
                  <a:noFill/>
                </a:ln>
                <a:solidFill>
                  <a:srgbClr val="045C75"/>
                </a:solidFill>
                <a:effectLst/>
                <a:uLnTx/>
                <a:uFillTx/>
                <a:latin typeface="Comic Sans MS" panose="030F0702030302020204" pitchFamily="66" charset="0"/>
                <a:ea typeface="宋体" panose="02010600030101010101" pitchFamily="2" charset="-122"/>
                <a:cs typeface="+mn-cs"/>
              </a:rPr>
            </a:fld>
            <a:r>
              <a:rPr kumimoji="0" lang="en-US" altLang="zh-CN" sz="1200" b="1" i="0" u="none" strike="noStrike" kern="1200" cap="none" spc="0" normalizeH="0" baseline="0" noProof="0">
                <a:ln>
                  <a:noFill/>
                </a:ln>
                <a:solidFill>
                  <a:srgbClr val="045C75"/>
                </a:solidFill>
                <a:effectLst/>
                <a:uLnTx/>
                <a:uFillTx/>
                <a:latin typeface="Comic Sans MS" panose="030F0702030302020204" pitchFamily="66" charset="0"/>
                <a:ea typeface="宋体" panose="02010600030101010101" pitchFamily="2" charset="-122"/>
                <a:cs typeface="+mn-cs"/>
              </a:rPr>
              <a:t>/110</a:t>
            </a:r>
            <a:endParaRPr kumimoji="0" lang="en-US" altLang="zh-CN" sz="1200" b="1" i="0" u="none" strike="noStrike" kern="1200" cap="none" spc="0" normalizeH="0" baseline="0" noProof="0">
              <a:ln>
                <a:noFill/>
              </a:ln>
              <a:solidFill>
                <a:srgbClr val="045C75"/>
              </a:solidFill>
              <a:effectLst/>
              <a:uLnTx/>
              <a:uFillTx/>
              <a:latin typeface="Comic Sans MS" panose="030F0702030302020204" pitchFamily="66" charset="0"/>
              <a:ea typeface="宋体" panose="02010600030101010101" pitchFamily="2" charset="-122"/>
              <a:cs typeface="+mn-cs"/>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a:lstStyle>
            <a:lvl1pPr>
              <a:defRPr/>
            </a:lvl1pPr>
          </a:lstStyle>
          <a:p>
            <a:r>
              <a:rPr lang="zh-CN" altLang="en-US" smtClean="0"/>
              <a:t>单击此处编辑母版标题样式</a:t>
            </a:r>
            <a:endParaRPr lang="en-US"/>
          </a:p>
        </p:txBody>
      </p:sp>
      <p:sp>
        <p:nvSpPr>
          <p:cNvPr id="3" name="Text Placeholder 2"/>
          <p:cNvSpPr>
            <a:spLocks noGrp="1"/>
          </p:cNvSpPr>
          <p:nvPr>
            <p:ph type="body" idx="1"/>
          </p:nvPr>
        </p:nvSpPr>
        <p:spPr>
          <a:xfrm>
            <a:off x="457200" y="1855248"/>
            <a:ext cx="4040188" cy="659352"/>
          </a:xfrm>
        </p:spPr>
        <p:txBody>
          <a:bodyPr lIns="45720" tIns="0" rIns="45720" bIns="0" anchor="ctr">
            <a:noAutofit/>
          </a:bodyP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a:r>
              <a:rPr lang="zh-CN" altLang="en-US" smtClean="0"/>
              <a:t>单击此处编辑母版文本样式</a:t>
            </a:r>
            <a:endParaRPr lang="zh-CN" altLang="en-US" smtClean="0"/>
          </a:p>
        </p:txBody>
      </p:sp>
      <p:sp>
        <p:nvSpPr>
          <p:cNvPr id="4" name="Text Placeholder 3"/>
          <p:cNvSpPr>
            <a:spLocks noGrp="1"/>
          </p:cNvSpPr>
          <p:nvPr>
            <p:ph type="body" sz="half" idx="3"/>
          </p:nvPr>
        </p:nvSpPr>
        <p:spPr>
          <a:xfrm>
            <a:off x="4645025" y="1859757"/>
            <a:ext cx="4041775" cy="654843"/>
          </a:xfrm>
        </p:spPr>
        <p:txBody>
          <a:bodyPr lIns="45720" tIns="0" rIns="45720" bIns="0" anchor="ct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a:r>
              <a:rPr lang="zh-CN" altLang="en-US" smtClean="0"/>
              <a:t>单击此处编辑母版文本样式</a:t>
            </a:r>
            <a:endParaRPr lang="zh-CN" altLang="en-US" smtClean="0"/>
          </a:p>
        </p:txBody>
      </p:sp>
      <p:sp>
        <p:nvSpPr>
          <p:cNvPr id="5" name="Content Placeholder 4"/>
          <p:cNvSpPr>
            <a:spLocks noGrp="1"/>
          </p:cNvSpPr>
          <p:nvPr>
            <p:ph sz="quarter" idx="2"/>
          </p:nvPr>
        </p:nvSpPr>
        <p:spPr>
          <a:xfrm>
            <a:off x="457200" y="2514600"/>
            <a:ext cx="4040188" cy="3845720"/>
          </a:xfrm>
        </p:spPr>
        <p:txBody>
          <a:bodyPr tIns="0"/>
          <a:lstStyle>
            <a:lvl1pPr>
              <a:defRPr sz="2200"/>
            </a:lvl1pPr>
            <a:lvl2pPr>
              <a:defRPr sz="2000"/>
            </a:lvl2pPr>
            <a:lvl3pPr>
              <a:defRPr sz="1800"/>
            </a:lvl3pPr>
            <a:lvl4pPr>
              <a:defRPr sz="1600"/>
            </a:lvl4pPr>
            <a:lvl5pPr>
              <a:defRPr sz="1600"/>
            </a:lvl5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a:p>
        </p:txBody>
      </p:sp>
      <p:sp>
        <p:nvSpPr>
          <p:cNvPr id="6" name="Content Placeholder 5"/>
          <p:cNvSpPr>
            <a:spLocks noGrp="1"/>
          </p:cNvSpPr>
          <p:nvPr>
            <p:ph sz="quarter" idx="4"/>
          </p:nvPr>
        </p:nvSpPr>
        <p:spPr>
          <a:xfrm>
            <a:off x="4645025" y="2514600"/>
            <a:ext cx="4041775" cy="3845720"/>
          </a:xfrm>
        </p:spPr>
        <p:txBody>
          <a:bodyPr tIns="0"/>
          <a:lstStyle>
            <a:lvl1pPr>
              <a:defRPr sz="2200"/>
            </a:lvl1pPr>
            <a:lvl2pPr>
              <a:defRPr sz="2000"/>
            </a:lvl2pPr>
            <a:lvl3pPr>
              <a:defRPr sz="1800"/>
            </a:lvl3pPr>
            <a:lvl4pPr>
              <a:defRPr sz="1600"/>
            </a:lvl4pPr>
            <a:lvl5pPr>
              <a:defRPr sz="1600"/>
            </a:lvl5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a:p>
        </p:txBody>
      </p:sp>
      <p:sp>
        <p:nvSpPr>
          <p:cNvPr id="7" name="日期占位符 6"/>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1" i="0" u="none" strike="noStrike" kern="1200" cap="none" spc="0" normalizeH="0" baseline="0" noProof="0">
              <a:ln>
                <a:noFill/>
              </a:ln>
              <a:solidFill>
                <a:schemeClr val="tx2">
                  <a:shade val="90000"/>
                </a:schemeClr>
              </a:solidFill>
              <a:effectLst/>
              <a:uLnTx/>
              <a:uFillTx/>
              <a:latin typeface="Comic Sans MS" panose="030F0702030302020204" pitchFamily="66" charset="0"/>
              <a:ea typeface="宋体" panose="02010600030101010101" pitchFamily="2" charset="-122"/>
              <a:cs typeface="+mn-cs"/>
            </a:endParaRPr>
          </a:p>
        </p:txBody>
      </p:sp>
      <p:sp>
        <p:nvSpPr>
          <p:cNvPr id="8" name="页脚占位符 7"/>
          <p:cNvSpPr>
            <a:spLocks noGrp="1"/>
          </p:cNvSpPr>
          <p:nvPr>
            <p:ph type="ftr" sz="quarter" idx="11"/>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200" b="1" i="0" u="none" strike="noStrike" kern="1200" cap="none" spc="0" normalizeH="0" baseline="0" noProof="0">
                <a:ln>
                  <a:noFill/>
                </a:ln>
                <a:solidFill>
                  <a:schemeClr val="tx2">
                    <a:shade val="90000"/>
                  </a:schemeClr>
                </a:solidFill>
                <a:effectLst/>
                <a:uLnTx/>
                <a:uFillTx/>
                <a:latin typeface="Comic Sans MS" panose="030F0702030302020204" pitchFamily="66" charset="0"/>
                <a:ea typeface="宋体" panose="02010600030101010101" pitchFamily="2" charset="-122"/>
                <a:cs typeface="+mn-cs"/>
              </a:rPr>
              <a:t>复旦大学计算机科学与工程系  软件工程课程</a:t>
            </a:r>
            <a:endParaRPr kumimoji="0" lang="en-US" altLang="zh-CN" sz="1200" b="1" i="0" u="none" strike="noStrike" kern="1200" cap="none" spc="0" normalizeH="0" baseline="0" noProof="0">
              <a:ln>
                <a:noFill/>
              </a:ln>
              <a:solidFill>
                <a:schemeClr val="tx2">
                  <a:shade val="90000"/>
                </a:schemeClr>
              </a:solidFill>
              <a:effectLst/>
              <a:uLnTx/>
              <a:uFillTx/>
              <a:latin typeface="Comic Sans MS" panose="030F0702030302020204" pitchFamily="66" charset="0"/>
              <a:ea typeface="宋体" panose="02010600030101010101" pitchFamily="2" charset="-122"/>
              <a:cs typeface="+mn-cs"/>
            </a:endParaRPr>
          </a:p>
        </p:txBody>
      </p:sp>
      <p:sp>
        <p:nvSpPr>
          <p:cNvPr id="9" name="灯片编号占位符 8"/>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77805835-EB00-4649-BD32-7D3D0A09160C}" type="slidenum">
              <a:rPr kumimoji="0" lang="en-US" altLang="zh-CN" sz="1200" b="1" i="0" u="none" strike="noStrike" kern="1200" cap="none" spc="0" normalizeH="0" baseline="0" noProof="0">
                <a:ln>
                  <a:noFill/>
                </a:ln>
                <a:solidFill>
                  <a:srgbClr val="045C75"/>
                </a:solidFill>
                <a:effectLst/>
                <a:uLnTx/>
                <a:uFillTx/>
                <a:latin typeface="Comic Sans MS" panose="030F0702030302020204" pitchFamily="66" charset="0"/>
                <a:ea typeface="宋体" panose="02010600030101010101" pitchFamily="2" charset="-122"/>
                <a:cs typeface="+mn-cs"/>
              </a:rPr>
            </a:fld>
            <a:r>
              <a:rPr kumimoji="0" lang="en-US" altLang="zh-CN" sz="1200" b="1" i="0" u="none" strike="noStrike" kern="1200" cap="none" spc="0" normalizeH="0" baseline="0" noProof="0">
                <a:ln>
                  <a:noFill/>
                </a:ln>
                <a:solidFill>
                  <a:srgbClr val="045C75"/>
                </a:solidFill>
                <a:effectLst/>
                <a:uLnTx/>
                <a:uFillTx/>
                <a:latin typeface="Comic Sans MS" panose="030F0702030302020204" pitchFamily="66" charset="0"/>
                <a:ea typeface="宋体" panose="02010600030101010101" pitchFamily="2" charset="-122"/>
                <a:cs typeface="+mn-cs"/>
              </a:rPr>
              <a:t>/110</a:t>
            </a:r>
            <a:endParaRPr kumimoji="0" lang="en-US" altLang="zh-CN" sz="1200" b="1" i="0" u="none" strike="noStrike" kern="1200" cap="none" spc="0" normalizeH="0" baseline="0" noProof="0">
              <a:ln>
                <a:noFill/>
              </a:ln>
              <a:solidFill>
                <a:srgbClr val="045C75"/>
              </a:solidFill>
              <a:effectLst/>
              <a:uLnTx/>
              <a:uFillTx/>
              <a:latin typeface="Comic Sans MS" panose="030F0702030302020204" pitchFamily="66" charset="0"/>
              <a:ea typeface="宋体" panose="02010600030101010101" pitchFamily="2" charset="-122"/>
              <a:cs typeface="+mn-cs"/>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305800" cy="1143000"/>
          </a:xfrm>
        </p:spPr>
        <p:txBody>
          <a:bodyPr>
            <a:normAutofit/>
            <a:scene3d>
              <a:camera prst="orthographicFront"/>
              <a:lightRig rig="freezing" dir="t">
                <a:rot lat="0" lon="0" rev="5640000"/>
              </a:lightRig>
            </a:scene3d>
            <a:sp3d prstMaterial="flat">
              <a:contourClr>
                <a:schemeClr val="tx2"/>
              </a:contourClr>
            </a:sp3d>
          </a:bodyPr>
          <a:lstStyle>
            <a:lvl1pPr algn="l" rtl="0">
              <a:spcBef>
                <a:spcPct val="0"/>
              </a:spcBef>
              <a:buNone/>
              <a:defRPr sz="5000" b="0">
                <a:ln>
                  <a:noFill/>
                </a:ln>
                <a:solidFill>
                  <a:schemeClr val="tx2"/>
                </a:solidFill>
                <a:effectLst/>
                <a:latin typeface="+mj-lt"/>
                <a:ea typeface="+mj-ea"/>
                <a:cs typeface="+mj-cs"/>
              </a:defRPr>
            </a:lvl1pPr>
          </a:lstStyle>
          <a:p>
            <a:r>
              <a:rPr lang="zh-CN" altLang="en-US" smtClean="0"/>
              <a:t>单击此处编辑母版标题样式</a:t>
            </a:r>
            <a:endParaRPr lang="en-US"/>
          </a:p>
        </p:txBody>
      </p:sp>
      <p:sp>
        <p:nvSpPr>
          <p:cNvPr id="3" name="日期占位符 2"/>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1" i="0" u="none" strike="noStrike" kern="1200" cap="none" spc="0" normalizeH="0" baseline="0" noProof="0">
              <a:ln>
                <a:noFill/>
              </a:ln>
              <a:solidFill>
                <a:schemeClr val="tx2">
                  <a:shade val="90000"/>
                </a:schemeClr>
              </a:solidFill>
              <a:effectLst/>
              <a:uLnTx/>
              <a:uFillTx/>
              <a:latin typeface="Comic Sans MS" panose="030F0702030302020204" pitchFamily="66" charset="0"/>
              <a:ea typeface="宋体" panose="02010600030101010101" pitchFamily="2" charset="-122"/>
              <a:cs typeface="+mn-cs"/>
            </a:endParaRPr>
          </a:p>
        </p:txBody>
      </p:sp>
      <p:sp>
        <p:nvSpPr>
          <p:cNvPr id="4" name="页脚占位符 3"/>
          <p:cNvSpPr>
            <a:spLocks noGrp="1"/>
          </p:cNvSpPr>
          <p:nvPr>
            <p:ph type="ftr" sz="quarter" idx="11"/>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200" b="1" i="0" u="none" strike="noStrike" kern="1200" cap="none" spc="0" normalizeH="0" baseline="0" noProof="0">
                <a:ln>
                  <a:noFill/>
                </a:ln>
                <a:solidFill>
                  <a:schemeClr val="tx2">
                    <a:shade val="90000"/>
                  </a:schemeClr>
                </a:solidFill>
                <a:effectLst/>
                <a:uLnTx/>
                <a:uFillTx/>
                <a:latin typeface="Comic Sans MS" panose="030F0702030302020204" pitchFamily="66" charset="0"/>
                <a:ea typeface="宋体" panose="02010600030101010101" pitchFamily="2" charset="-122"/>
                <a:cs typeface="+mn-cs"/>
              </a:rPr>
              <a:t>复旦大学计算机科学与工程系  软件工程课程</a:t>
            </a:r>
            <a:endParaRPr kumimoji="0" lang="en-US" altLang="zh-CN" sz="1200" b="1" i="0" u="none" strike="noStrike" kern="1200" cap="none" spc="0" normalizeH="0" baseline="0" noProof="0">
              <a:ln>
                <a:noFill/>
              </a:ln>
              <a:solidFill>
                <a:schemeClr val="tx2">
                  <a:shade val="90000"/>
                </a:schemeClr>
              </a:solidFill>
              <a:effectLst/>
              <a:uLnTx/>
              <a:uFillTx/>
              <a:latin typeface="Comic Sans MS" panose="030F0702030302020204" pitchFamily="66" charset="0"/>
              <a:ea typeface="宋体" panose="02010600030101010101" pitchFamily="2" charset="-122"/>
              <a:cs typeface="+mn-cs"/>
            </a:endParaRPr>
          </a:p>
        </p:txBody>
      </p:sp>
      <p:sp>
        <p:nvSpPr>
          <p:cNvPr id="5" name="灯片编号占位符 4"/>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77805835-EB00-4649-BD32-7D3D0A09160C}" type="slidenum">
              <a:rPr kumimoji="0" lang="en-US" altLang="zh-CN" sz="1200" b="1" i="0" u="none" strike="noStrike" kern="1200" cap="none" spc="0" normalizeH="0" baseline="0" noProof="0">
                <a:ln>
                  <a:noFill/>
                </a:ln>
                <a:solidFill>
                  <a:srgbClr val="045C75"/>
                </a:solidFill>
                <a:effectLst/>
                <a:uLnTx/>
                <a:uFillTx/>
                <a:latin typeface="Comic Sans MS" panose="030F0702030302020204" pitchFamily="66" charset="0"/>
                <a:ea typeface="宋体" panose="02010600030101010101" pitchFamily="2" charset="-122"/>
                <a:cs typeface="+mn-cs"/>
              </a:rPr>
            </a:fld>
            <a:r>
              <a:rPr kumimoji="0" lang="en-US" altLang="zh-CN" sz="1200" b="1" i="0" u="none" strike="noStrike" kern="1200" cap="none" spc="0" normalizeH="0" baseline="0" noProof="0">
                <a:ln>
                  <a:noFill/>
                </a:ln>
                <a:solidFill>
                  <a:srgbClr val="045C75"/>
                </a:solidFill>
                <a:effectLst/>
                <a:uLnTx/>
                <a:uFillTx/>
                <a:latin typeface="Comic Sans MS" panose="030F0702030302020204" pitchFamily="66" charset="0"/>
                <a:ea typeface="宋体" panose="02010600030101010101" pitchFamily="2" charset="-122"/>
                <a:cs typeface="+mn-cs"/>
              </a:rPr>
              <a:t>/110</a:t>
            </a:r>
            <a:endParaRPr kumimoji="0" lang="en-US" altLang="zh-CN" sz="1200" b="1" i="0" u="none" strike="noStrike" kern="1200" cap="none" spc="0" normalizeH="0" baseline="0" noProof="0">
              <a:ln>
                <a:noFill/>
              </a:ln>
              <a:solidFill>
                <a:srgbClr val="045C75"/>
              </a:solidFill>
              <a:effectLst/>
              <a:uLnTx/>
              <a:uFillTx/>
              <a:latin typeface="Comic Sans MS" panose="030F0702030302020204" pitchFamily="66" charset="0"/>
              <a:ea typeface="宋体" panose="02010600030101010101" pitchFamily="2" charset="-122"/>
              <a:cs typeface="+mn-cs"/>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1" i="0" u="none" strike="noStrike" kern="1200" cap="none" spc="0" normalizeH="0" baseline="0" noProof="0">
              <a:ln>
                <a:noFill/>
              </a:ln>
              <a:solidFill>
                <a:schemeClr val="tx2">
                  <a:shade val="90000"/>
                </a:schemeClr>
              </a:solidFill>
              <a:effectLst/>
              <a:uLnTx/>
              <a:uFillTx/>
              <a:latin typeface="Comic Sans MS" panose="030F0702030302020204" pitchFamily="66" charset="0"/>
              <a:ea typeface="宋体" panose="02010600030101010101" pitchFamily="2" charset="-122"/>
              <a:cs typeface="+mn-cs"/>
            </a:endParaRPr>
          </a:p>
        </p:txBody>
      </p:sp>
      <p:sp>
        <p:nvSpPr>
          <p:cNvPr id="3" name="页脚占位符 2"/>
          <p:cNvSpPr>
            <a:spLocks noGrp="1"/>
          </p:cNvSpPr>
          <p:nvPr>
            <p:ph type="ftr" sz="quarter" idx="11"/>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200" b="1" i="0" u="none" strike="noStrike" kern="1200" cap="none" spc="0" normalizeH="0" baseline="0" noProof="0">
                <a:ln>
                  <a:noFill/>
                </a:ln>
                <a:solidFill>
                  <a:schemeClr val="tx2">
                    <a:shade val="90000"/>
                  </a:schemeClr>
                </a:solidFill>
                <a:effectLst/>
                <a:uLnTx/>
                <a:uFillTx/>
                <a:latin typeface="Comic Sans MS" panose="030F0702030302020204" pitchFamily="66" charset="0"/>
                <a:ea typeface="宋体" panose="02010600030101010101" pitchFamily="2" charset="-122"/>
                <a:cs typeface="+mn-cs"/>
              </a:rPr>
              <a:t>复旦大学计算机科学与工程系  软件工程课程</a:t>
            </a:r>
            <a:endParaRPr kumimoji="0" lang="en-US" altLang="zh-CN" sz="1200" b="1" i="0" u="none" strike="noStrike" kern="1200" cap="none" spc="0" normalizeH="0" baseline="0" noProof="0">
              <a:ln>
                <a:noFill/>
              </a:ln>
              <a:solidFill>
                <a:schemeClr val="tx2">
                  <a:shade val="90000"/>
                </a:schemeClr>
              </a:solidFill>
              <a:effectLst/>
              <a:uLnTx/>
              <a:uFillTx/>
              <a:latin typeface="Comic Sans MS" panose="030F0702030302020204" pitchFamily="66" charset="0"/>
              <a:ea typeface="宋体" panose="02010600030101010101" pitchFamily="2" charset="-122"/>
              <a:cs typeface="+mn-cs"/>
            </a:endParaRPr>
          </a:p>
        </p:txBody>
      </p:sp>
      <p:sp>
        <p:nvSpPr>
          <p:cNvPr id="4" name="灯片编号占位符 3"/>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77805835-EB00-4649-BD32-7D3D0A09160C}" type="slidenum">
              <a:rPr kumimoji="0" lang="en-US" altLang="zh-CN" sz="1200" b="1" i="0" u="none" strike="noStrike" kern="1200" cap="none" spc="0" normalizeH="0" baseline="0" noProof="0">
                <a:ln>
                  <a:noFill/>
                </a:ln>
                <a:solidFill>
                  <a:srgbClr val="045C75"/>
                </a:solidFill>
                <a:effectLst/>
                <a:uLnTx/>
                <a:uFillTx/>
                <a:latin typeface="Comic Sans MS" panose="030F0702030302020204" pitchFamily="66" charset="0"/>
                <a:ea typeface="宋体" panose="02010600030101010101" pitchFamily="2" charset="-122"/>
                <a:cs typeface="+mn-cs"/>
              </a:rPr>
            </a:fld>
            <a:r>
              <a:rPr kumimoji="0" lang="en-US" altLang="zh-CN" sz="1200" b="1" i="0" u="none" strike="noStrike" kern="1200" cap="none" spc="0" normalizeH="0" baseline="0" noProof="0">
                <a:ln>
                  <a:noFill/>
                </a:ln>
                <a:solidFill>
                  <a:srgbClr val="045C75"/>
                </a:solidFill>
                <a:effectLst/>
                <a:uLnTx/>
                <a:uFillTx/>
                <a:latin typeface="Comic Sans MS" panose="030F0702030302020204" pitchFamily="66" charset="0"/>
                <a:ea typeface="宋体" panose="02010600030101010101" pitchFamily="2" charset="-122"/>
                <a:cs typeface="+mn-cs"/>
              </a:rPr>
              <a:t>/110</a:t>
            </a:r>
            <a:endParaRPr kumimoji="0" lang="en-US" altLang="zh-CN" sz="1200" b="1" i="0" u="none" strike="noStrike" kern="1200" cap="none" spc="0" normalizeH="0" baseline="0" noProof="0">
              <a:ln>
                <a:noFill/>
              </a:ln>
              <a:solidFill>
                <a:srgbClr val="045C75"/>
              </a:solidFill>
              <a:effectLst/>
              <a:uLnTx/>
              <a:uFillTx/>
              <a:latin typeface="Comic Sans MS" panose="030F0702030302020204" pitchFamily="66" charset="0"/>
              <a:ea typeface="宋体" panose="02010600030101010101" pitchFamily="2" charset="-122"/>
              <a:cs typeface="+mn-cs"/>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685800" y="514352"/>
            <a:ext cx="2743200" cy="1162050"/>
          </a:xfrm>
        </p:spPr>
        <p:txBody>
          <a:bodyPr>
            <a:noAutofit/>
          </a:bodyPr>
          <a:lstStyle>
            <a:lvl1pPr algn="l" rtl="0">
              <a:spcBef>
                <a:spcPct val="0"/>
              </a:spcBef>
              <a:buNone/>
              <a:defRPr sz="2600" b="0">
                <a:ln>
                  <a:noFill/>
                </a:ln>
                <a:solidFill>
                  <a:schemeClr val="tx2"/>
                </a:solidFill>
                <a:effectLst/>
                <a:latin typeface="+mj-lt"/>
                <a:ea typeface="+mj-ea"/>
                <a:cs typeface="+mj-cs"/>
              </a:defRPr>
            </a:lvl1pPr>
          </a:lstStyle>
          <a:p>
            <a:r>
              <a:rPr lang="zh-CN" altLang="en-US" smtClean="0"/>
              <a:t>单击此处编辑母版标题样式</a:t>
            </a:r>
            <a:endParaRPr lang="en-US"/>
          </a:p>
        </p:txBody>
      </p:sp>
      <p:sp>
        <p:nvSpPr>
          <p:cNvPr id="3" name="Text Placeholder 2"/>
          <p:cNvSpPr>
            <a:spLocks noGrp="1"/>
          </p:cNvSpPr>
          <p:nvPr>
            <p:ph type="body" idx="2"/>
          </p:nvPr>
        </p:nvSpPr>
        <p:spPr>
          <a:xfrm>
            <a:off x="685800" y="1676400"/>
            <a:ext cx="2743200" cy="4572000"/>
          </a:xfrm>
        </p:spPr>
        <p:txBody>
          <a:bodyPr lIns="18288" rIns="18288"/>
          <a:lstStyle>
            <a:lvl1pPr marL="0" indent="0" algn="l">
              <a:buNone/>
              <a:defRPr sz="1400"/>
            </a:lvl1pPr>
            <a:lvl2pPr indent="0" algn="l">
              <a:buNone/>
              <a:defRPr sz="1200"/>
            </a:lvl2pPr>
            <a:lvl3pPr indent="0" algn="l">
              <a:buNone/>
              <a:defRPr sz="1000"/>
            </a:lvl3pPr>
            <a:lvl4pPr indent="0" algn="l">
              <a:buNone/>
              <a:defRPr sz="900"/>
            </a:lvl4pPr>
            <a:lvl5pPr indent="0" algn="l">
              <a:buNone/>
              <a:defRPr sz="900"/>
            </a:lvl5pPr>
          </a:lstStyle>
          <a:p>
            <a:pPr lvl="0"/>
            <a:r>
              <a:rPr lang="zh-CN" altLang="en-US" smtClean="0"/>
              <a:t>单击此处编辑母版文本样式</a:t>
            </a:r>
            <a:endParaRPr lang="zh-CN" altLang="en-US" smtClean="0"/>
          </a:p>
        </p:txBody>
      </p:sp>
      <p:sp>
        <p:nvSpPr>
          <p:cNvPr id="4" name="Content Placeholder 3"/>
          <p:cNvSpPr>
            <a:spLocks noGrp="1"/>
          </p:cNvSpPr>
          <p:nvPr>
            <p:ph sz="half" idx="1"/>
          </p:nvPr>
        </p:nvSpPr>
        <p:spPr>
          <a:xfrm>
            <a:off x="3575050" y="1676400"/>
            <a:ext cx="5111750" cy="4572000"/>
          </a:xfrm>
        </p:spPr>
        <p:txBody>
          <a:bodyPr tIns="0"/>
          <a:lstStyle>
            <a:lvl1pPr>
              <a:defRPr sz="2800"/>
            </a:lvl1pPr>
            <a:lvl2pPr>
              <a:defRPr sz="2600"/>
            </a:lvl2pPr>
            <a:lvl3pPr>
              <a:defRPr sz="2400"/>
            </a:lvl3pPr>
            <a:lvl4pPr>
              <a:defRPr sz="2000"/>
            </a:lvl4pPr>
            <a:lvl5pPr>
              <a:defRPr sz="1800"/>
            </a:lvl5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1" i="0" u="none" strike="noStrike" kern="1200" cap="none" spc="0" normalizeH="0" baseline="0" noProof="0">
              <a:ln>
                <a:noFill/>
              </a:ln>
              <a:solidFill>
                <a:schemeClr val="tx2">
                  <a:shade val="90000"/>
                </a:schemeClr>
              </a:solidFill>
              <a:effectLst/>
              <a:uLnTx/>
              <a:uFillTx/>
              <a:latin typeface="Comic Sans MS" panose="030F0702030302020204" pitchFamily="66"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200" b="1" i="0" u="none" strike="noStrike" kern="1200" cap="none" spc="0" normalizeH="0" baseline="0" noProof="0">
                <a:ln>
                  <a:noFill/>
                </a:ln>
                <a:solidFill>
                  <a:schemeClr val="tx2">
                    <a:shade val="90000"/>
                  </a:schemeClr>
                </a:solidFill>
                <a:effectLst/>
                <a:uLnTx/>
                <a:uFillTx/>
                <a:latin typeface="Comic Sans MS" panose="030F0702030302020204" pitchFamily="66" charset="0"/>
                <a:ea typeface="宋体" panose="02010600030101010101" pitchFamily="2" charset="-122"/>
                <a:cs typeface="+mn-cs"/>
              </a:rPr>
              <a:t>复旦大学计算机科学与工程系  软件工程课程</a:t>
            </a:r>
            <a:endParaRPr kumimoji="0" lang="en-US" altLang="zh-CN" sz="1200" b="1" i="0" u="none" strike="noStrike" kern="1200" cap="none" spc="0" normalizeH="0" baseline="0" noProof="0">
              <a:ln>
                <a:noFill/>
              </a:ln>
              <a:solidFill>
                <a:schemeClr val="tx2">
                  <a:shade val="90000"/>
                </a:schemeClr>
              </a:solidFill>
              <a:effectLst/>
              <a:uLnTx/>
              <a:uFillTx/>
              <a:latin typeface="Comic Sans MS" panose="030F0702030302020204" pitchFamily="66"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77805835-EB00-4649-BD32-7D3D0A09160C}" type="slidenum">
              <a:rPr kumimoji="0" lang="en-US" altLang="zh-CN" sz="1200" b="1" i="0" u="none" strike="noStrike" kern="1200" cap="none" spc="0" normalizeH="0" baseline="0" noProof="0">
                <a:ln>
                  <a:noFill/>
                </a:ln>
                <a:solidFill>
                  <a:srgbClr val="045C75"/>
                </a:solidFill>
                <a:effectLst/>
                <a:uLnTx/>
                <a:uFillTx/>
                <a:latin typeface="Comic Sans MS" panose="030F0702030302020204" pitchFamily="66" charset="0"/>
                <a:ea typeface="宋体" panose="02010600030101010101" pitchFamily="2" charset="-122"/>
                <a:cs typeface="+mn-cs"/>
              </a:rPr>
            </a:fld>
            <a:r>
              <a:rPr kumimoji="0" lang="en-US" altLang="zh-CN" sz="1200" b="1" i="0" u="none" strike="noStrike" kern="1200" cap="none" spc="0" normalizeH="0" baseline="0" noProof="0">
                <a:ln>
                  <a:noFill/>
                </a:ln>
                <a:solidFill>
                  <a:srgbClr val="045C75"/>
                </a:solidFill>
                <a:effectLst/>
                <a:uLnTx/>
                <a:uFillTx/>
                <a:latin typeface="Comic Sans MS" panose="030F0702030302020204" pitchFamily="66" charset="0"/>
                <a:ea typeface="宋体" panose="02010600030101010101" pitchFamily="2" charset="-122"/>
                <a:cs typeface="+mn-cs"/>
              </a:rPr>
              <a:t>/110</a:t>
            </a:r>
            <a:endParaRPr kumimoji="0" lang="en-US" altLang="zh-CN" sz="1200" b="1" i="0" u="none" strike="noStrike" kern="1200" cap="none" spc="0" normalizeH="0" baseline="0" noProof="0">
              <a:ln>
                <a:noFill/>
              </a:ln>
              <a:solidFill>
                <a:srgbClr val="045C75"/>
              </a:solidFill>
              <a:effectLst/>
              <a:uLnTx/>
              <a:uFillTx/>
              <a:latin typeface="Comic Sans MS" panose="030F0702030302020204" pitchFamily="66" charset="0"/>
              <a:ea typeface="宋体" panose="02010600030101010101" pitchFamily="2" charset="-122"/>
              <a:cs typeface="+mn-cs"/>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showMasterSp="0">
  <p:cSld name="图片与标题">
    <p:bg>
      <p:bgPr>
        <a:blipFill rotWithShape="0">
          <a:blip r:embed="rId2"/>
          <a:stretch>
            <a:fillRect/>
          </a:stretch>
        </a:blipFill>
        <a:effectLst/>
      </p:bgPr>
    </p:bg>
    <p:spTree>
      <p:nvGrpSpPr>
        <p:cNvPr id="1" name=""/>
        <p:cNvGrpSpPr/>
        <p:nvPr/>
      </p:nvGrpSpPr>
      <p:grpSpPr>
        <a:xfrm>
          <a:off x="0" y="0"/>
          <a:ext cx="0" cy="0"/>
          <a:chOff x="0" y="0"/>
          <a:chExt cx="0" cy="0"/>
        </a:xfrm>
      </p:grpSpPr>
      <p:sp>
        <p:nvSpPr>
          <p:cNvPr id="14" name="Snip and Round Single Corner Rectangle 8"/>
          <p:cNvSpPr/>
          <p:nvPr/>
        </p:nvSpPr>
        <p:spPr>
          <a:xfrm rot="420000" flipV="1">
            <a:off x="3165475" y="1108075"/>
            <a:ext cx="5257800" cy="4114800"/>
          </a:xfrm>
          <a:prstGeom prst="snipRoundRect">
            <a:avLst>
              <a:gd name="adj1" fmla="val 0"/>
              <a:gd name="adj2" fmla="val 3646"/>
            </a:avLst>
          </a:prstGeom>
          <a:solidFill>
            <a:srgbClr val="FFFFFF"/>
          </a:solidFill>
          <a:ln w="3175" cap="rnd" cmpd="sng" algn="ctr">
            <a:solidFill>
              <a:srgbClr val="C0C0C0"/>
            </a:solidFill>
            <a:prstDash val="solid"/>
          </a:ln>
          <a:effectLst>
            <a:outerShdw blurRad="63500" dist="38500" dir="7500000" sx="98500" sy="100080" kx="100000" algn="tl" rotWithShape="0">
              <a:srgbClr val="000000">
                <a:alpha val="25000"/>
              </a:srgbClr>
            </a:outerShdw>
          </a:effectLst>
        </p:spPr>
        <p:style>
          <a:lnRef idx="2">
            <a:schemeClr val="accent1"/>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600" b="1" i="0" u="none" strike="noStrike" kern="1200" cap="none" spc="0" normalizeH="0" baseline="0" noProof="0">
              <a:ln>
                <a:noFill/>
              </a:ln>
              <a:solidFill>
                <a:schemeClr val="lt1"/>
              </a:solidFill>
              <a:effectLst/>
              <a:uLnTx/>
              <a:uFillTx/>
              <a:latin typeface="+mn-lt"/>
              <a:ea typeface="+mn-ea"/>
              <a:cs typeface="+mn-cs"/>
            </a:endParaRPr>
          </a:p>
        </p:txBody>
      </p:sp>
      <p:sp>
        <p:nvSpPr>
          <p:cNvPr id="15" name="Right Triangle 11"/>
          <p:cNvSpPr/>
          <p:nvPr/>
        </p:nvSpPr>
        <p:spPr>
          <a:xfrm rot="420000" flipV="1">
            <a:off x="8004175" y="5359400"/>
            <a:ext cx="155575" cy="155575"/>
          </a:xfrm>
          <a:prstGeom prst="rtTriangle">
            <a:avLst/>
          </a:prstGeom>
          <a:solidFill>
            <a:srgbClr val="FFFFFF"/>
          </a:solidFill>
          <a:ln w="12700" cap="flat" cmpd="sng" algn="ctr">
            <a:solidFill>
              <a:srgbClr val="FFFFFF"/>
            </a:solidFill>
            <a:prstDash val="solid"/>
            <a:bevel/>
          </a:ln>
          <a:effectLst>
            <a:outerShdw blurRad="19685" dist="6350" dir="12900000" algn="tl" rotWithShape="0">
              <a:srgbClr val="000000">
                <a:alpha val="47000"/>
              </a:srgbClr>
            </a:outerShdw>
          </a:effectLst>
        </p:spPr>
        <p:style>
          <a:lnRef idx="2">
            <a:schemeClr val="accent1"/>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600" b="1" i="0" u="none" strike="noStrike" kern="1200" cap="none" spc="0" normalizeH="0" baseline="0" noProof="0">
              <a:ln>
                <a:noFill/>
              </a:ln>
              <a:solidFill>
                <a:schemeClr val="lt1"/>
              </a:solidFill>
              <a:effectLst/>
              <a:uLnTx/>
              <a:uFillTx/>
              <a:latin typeface="+mn-lt"/>
              <a:ea typeface="+mn-ea"/>
              <a:cs typeface="+mn-cs"/>
            </a:endParaRPr>
          </a:p>
        </p:txBody>
      </p:sp>
      <p:sp>
        <p:nvSpPr>
          <p:cNvPr id="16" name="Freeform 9"/>
          <p:cNvSpPr/>
          <p:nvPr/>
        </p:nvSpPr>
        <p:spPr bwMode="auto">
          <a:xfrm flipV="1">
            <a:off x="-9525" y="5816600"/>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600" b="1" i="0" u="none" strike="noStrike" kern="1200" cap="none" spc="0" normalizeH="0" baseline="0" noProof="0">
              <a:ln>
                <a:noFill/>
              </a:ln>
              <a:solidFill>
                <a:schemeClr val="tx1"/>
              </a:solidFill>
              <a:effectLst/>
              <a:uLnTx/>
              <a:uFillTx/>
              <a:latin typeface="+mn-lt"/>
              <a:ea typeface="+mn-ea"/>
              <a:cs typeface="+mn-cs"/>
            </a:endParaRPr>
          </a:p>
        </p:txBody>
      </p:sp>
      <p:sp>
        <p:nvSpPr>
          <p:cNvPr id="17" name="Freeform 10"/>
          <p:cNvSpPr/>
          <p:nvPr/>
        </p:nvSpPr>
        <p:spPr bwMode="auto">
          <a:xfrm flipV="1">
            <a:off x="4381500" y="6219825"/>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600" b="1" i="0" u="none" strike="noStrike" kern="1200" cap="none" spc="0" normalizeH="0" baseline="0" noProof="0">
              <a:ln>
                <a:noFill/>
              </a:ln>
              <a:solidFill>
                <a:schemeClr val="tx1"/>
              </a:solidFill>
              <a:effectLst/>
              <a:uLnTx/>
              <a:uFillTx/>
              <a:latin typeface="+mn-lt"/>
              <a:ea typeface="+mn-ea"/>
              <a:cs typeface="+mn-cs"/>
            </a:endParaRPr>
          </a:p>
        </p:txBody>
      </p:sp>
      <p:sp>
        <p:nvSpPr>
          <p:cNvPr id="2" name="Title 1"/>
          <p:cNvSpPr>
            <a:spLocks noGrp="1"/>
          </p:cNvSpPr>
          <p:nvPr>
            <p:ph type="title"/>
          </p:nvPr>
        </p:nvSpPr>
        <p:spPr>
          <a:xfrm>
            <a:off x="609600" y="1176996"/>
            <a:ext cx="2212848" cy="1582621"/>
          </a:xfrm>
        </p:spPr>
        <p:txBody>
          <a:bodyPr lIns="45720" rIns="45720" bIns="45720"/>
          <a:lstStyle>
            <a:lvl1pPr algn="l">
              <a:buNone/>
              <a:defRPr sz="2000" b="1">
                <a:solidFill>
                  <a:schemeClr val="tx2"/>
                </a:solidFill>
              </a:defRPr>
            </a:lvl1pPr>
          </a:lstStyle>
          <a:p>
            <a:r>
              <a:rPr lang="zh-CN" altLang="en-US" smtClean="0"/>
              <a:t>单击此处编辑母版标题样式</a:t>
            </a:r>
            <a:endParaRPr lang="en-US"/>
          </a:p>
        </p:txBody>
      </p:sp>
      <p:sp>
        <p:nvSpPr>
          <p:cNvPr id="4" name="Text Placeholder 3"/>
          <p:cNvSpPr>
            <a:spLocks noGrp="1"/>
          </p:cNvSpPr>
          <p:nvPr>
            <p:ph type="body" sz="half" idx="2"/>
          </p:nvPr>
        </p:nvSpPr>
        <p:spPr>
          <a:xfrm>
            <a:off x="609600" y="2828785"/>
            <a:ext cx="2209800" cy="2179320"/>
          </a:xfrm>
        </p:spPr>
        <p:txBody>
          <a:bodyPr lIns="64008" rIns="45720"/>
          <a:lstStyle>
            <a:lvl1pPr marL="0" indent="0" algn="l">
              <a:spcBef>
                <a:spcPts val="250"/>
              </a:spcBef>
              <a:buFontTx/>
              <a:buNone/>
              <a:defRPr sz="1300"/>
            </a:lvl1pPr>
            <a:lvl2pPr>
              <a:defRPr sz="1200"/>
            </a:lvl2pPr>
            <a:lvl3pPr>
              <a:defRPr sz="1000"/>
            </a:lvl3pPr>
            <a:lvl4pPr>
              <a:defRPr sz="900"/>
            </a:lvl4pPr>
            <a:lvl5pPr>
              <a:defRPr sz="900"/>
            </a:lvl5pPr>
          </a:lstStyle>
          <a:p>
            <a:pPr lvl="0"/>
            <a:r>
              <a:rPr lang="zh-CN" altLang="en-US" smtClean="0"/>
              <a:t>单击此处编辑母版文本样式</a:t>
            </a:r>
            <a:endParaRPr lang="zh-CN" altLang="en-US" smtClean="0"/>
          </a:p>
        </p:txBody>
      </p:sp>
      <p:sp>
        <p:nvSpPr>
          <p:cNvPr id="3" name="Picture Placeholder 2"/>
          <p:cNvSpPr>
            <a:spLocks noGrp="1"/>
          </p:cNvSpPr>
          <p:nvPr>
            <p:ph type="pic" idx="1"/>
          </p:nvPr>
        </p:nvSpPr>
        <p:spPr>
          <a:xfrm rot="420000">
            <a:off x="3485793" y="1199517"/>
            <a:ext cx="4617720" cy="3931920"/>
          </a:xfrm>
          <a:prstGeom prst="rect">
            <a:avLst/>
          </a:prstGeom>
          <a:solidFill>
            <a:schemeClr val="bg2"/>
          </a:solidFill>
          <a:ln w="3000" cap="rnd">
            <a:solidFill>
              <a:srgbClr val="C0C0C0"/>
            </a:solidFill>
            <a:round/>
          </a:ln>
          <a:effectLst/>
        </p:spPr>
        <p:txBody>
          <a:bodyPr vert="horz" wrap="square" lIns="91440" tIns="45720" rIns="91440" bIns="45720" numCol="1" anchor="t" anchorCtr="0" compatLnSpc="1">
            <a:normAutofit/>
          </a:bodyPr>
          <a:lstStyle>
            <a:lvl1pPr marL="0" indent="0">
              <a:buNone/>
              <a:defRPr sz="3200"/>
            </a:lvl1pPr>
          </a:lstStyle>
          <a:p>
            <a:pPr marL="0" marR="0" lvl="0" indent="0" algn="l" defTabSz="914400" rtl="0" eaLnBrk="0" fontAlgn="base" latinLnBrk="0" hangingPunct="0">
              <a:lnSpc>
                <a:spcPct val="100000"/>
              </a:lnSpc>
              <a:spcBef>
                <a:spcPct val="20000"/>
              </a:spcBef>
              <a:spcAft>
                <a:spcPct val="0"/>
              </a:spcAft>
              <a:buClr>
                <a:srgbClr val="0BD0D9"/>
              </a:buClr>
              <a:buSzPct val="95000"/>
              <a:buFont typeface="Wingdings 2" panose="05020102010507070707" pitchFamily="18" charset="2"/>
              <a:buNone/>
              <a:defRPr/>
            </a:pPr>
            <a:r>
              <a:rPr kumimoji="0" lang="zh-CN" altLang="en-US" sz="3200" b="0" i="0" u="none" strike="noStrike" kern="1200" cap="none" spc="0" normalizeH="0" baseline="0" noProof="0" smtClean="0">
                <a:ln>
                  <a:noFill/>
                </a:ln>
                <a:solidFill>
                  <a:schemeClr val="tx1"/>
                </a:solidFill>
                <a:effectLst/>
                <a:uLnTx/>
                <a:uFillTx/>
                <a:latin typeface="+mn-lt"/>
                <a:ea typeface="+mn-ea"/>
                <a:cs typeface="+mn-cs"/>
              </a:rPr>
              <a:t>单击图标添加图片</a:t>
            </a:r>
            <a:endParaRPr kumimoji="0" lang="en-US" sz="3200" b="0" i="0" u="none" strike="noStrike" kern="1200" cap="none" spc="0" normalizeH="0" baseline="0" noProof="0" dirty="0">
              <a:ln>
                <a:noFill/>
              </a:ln>
              <a:solidFill>
                <a:schemeClr val="tx1"/>
              </a:solidFill>
              <a:effectLst/>
              <a:uLnTx/>
              <a:uFillTx/>
              <a:latin typeface="+mn-lt"/>
              <a:ea typeface="+mn-ea"/>
              <a:cs typeface="+mn-cs"/>
            </a:endParaRPr>
          </a:p>
        </p:txBody>
      </p:sp>
      <p:sp>
        <p:nvSpPr>
          <p:cNvPr id="19" name="Date Placeholder 4"/>
          <p:cNvSpPr>
            <a:spLocks noGrp="1"/>
          </p:cNvSpPr>
          <p:nvPr>
            <p:ph type="dt" sz="half" idx="12"/>
          </p:nvPr>
        </p:nvSpPr>
        <p:spPr>
          <a:xfrm>
            <a:off x="457200" y="6356350"/>
            <a:ext cx="2133600" cy="365125"/>
          </a:xfrm>
          <a:prstGeom prst="rect">
            <a:avLst/>
          </a:prstGeom>
        </p:spPr>
        <p:txBody>
          <a:bodyPr vert="horz" lIns="0" tIns="0" rIns="0" bIns="0" anchor="b"/>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1" i="0" u="none" strike="noStrike" kern="1200" cap="none" spc="0" normalizeH="0" baseline="0" noProof="0">
              <a:ln>
                <a:noFill/>
              </a:ln>
              <a:solidFill>
                <a:schemeClr val="tx2">
                  <a:shade val="90000"/>
                </a:schemeClr>
              </a:solidFill>
              <a:effectLst/>
              <a:uLnTx/>
              <a:uFillTx/>
              <a:latin typeface="Comic Sans MS" panose="030F0702030302020204" pitchFamily="66" charset="0"/>
              <a:ea typeface="宋体" panose="02010600030101010101" pitchFamily="2" charset="-122"/>
              <a:cs typeface="+mn-cs"/>
            </a:endParaRPr>
          </a:p>
        </p:txBody>
      </p:sp>
      <p:sp>
        <p:nvSpPr>
          <p:cNvPr id="20" name="Footer Placeholder 5"/>
          <p:cNvSpPr>
            <a:spLocks noGrp="1"/>
          </p:cNvSpPr>
          <p:nvPr>
            <p:ph type="ftr" sz="quarter" idx="3"/>
          </p:nvPr>
        </p:nvSpPr>
        <p:spPr>
          <a:xfrm>
            <a:off x="2667000" y="6356350"/>
            <a:ext cx="3352800" cy="365125"/>
          </a:xfrm>
          <a:prstGeom prst="rect">
            <a:avLst/>
          </a:prstGeom>
        </p:spPr>
        <p:txBody>
          <a:bodyPr vert="horz" lIns="0" tIns="0" rIns="0" bIns="0" anchor="b"/>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200" b="1" i="0" u="none" strike="noStrike" kern="1200" cap="none" spc="0" normalizeH="0" baseline="0" noProof="0">
                <a:ln>
                  <a:noFill/>
                </a:ln>
                <a:solidFill>
                  <a:schemeClr val="tx2">
                    <a:shade val="90000"/>
                  </a:schemeClr>
                </a:solidFill>
                <a:effectLst/>
                <a:uLnTx/>
                <a:uFillTx/>
                <a:latin typeface="Comic Sans MS" panose="030F0702030302020204" pitchFamily="66" charset="0"/>
                <a:ea typeface="宋体" panose="02010600030101010101" pitchFamily="2" charset="-122"/>
                <a:cs typeface="+mn-cs"/>
              </a:rPr>
              <a:t>复旦大学计算机科学与工程系  软件工程课程</a:t>
            </a:r>
            <a:endParaRPr kumimoji="0" lang="en-US" altLang="zh-CN" sz="1200" b="1" i="0" u="none" strike="noStrike" kern="1200" cap="none" spc="0" normalizeH="0" baseline="0" noProof="0">
              <a:ln>
                <a:noFill/>
              </a:ln>
              <a:solidFill>
                <a:schemeClr val="tx2">
                  <a:shade val="90000"/>
                </a:schemeClr>
              </a:solidFill>
              <a:effectLst/>
              <a:uLnTx/>
              <a:uFillTx/>
              <a:latin typeface="Comic Sans MS" panose="030F0702030302020204" pitchFamily="66" charset="0"/>
              <a:ea typeface="宋体" panose="02010600030101010101" pitchFamily="2" charset="-122"/>
              <a:cs typeface="+mn-cs"/>
            </a:endParaRPr>
          </a:p>
        </p:txBody>
      </p:sp>
      <p:sp>
        <p:nvSpPr>
          <p:cNvPr id="21" name="Slide Number Placeholder 6"/>
          <p:cNvSpPr>
            <a:spLocks noGrp="1"/>
          </p:cNvSpPr>
          <p:nvPr>
            <p:ph type="sldNum" sz="quarter" idx="4"/>
          </p:nvPr>
        </p:nvSpPr>
        <p:spPr>
          <a:xfrm>
            <a:off x="8077200" y="6356350"/>
            <a:ext cx="609600" cy="365125"/>
          </a:xfrm>
          <a:prstGeom prst="rect">
            <a:avLst/>
          </a:prstGeom>
        </p:spPr>
        <p:txBody>
          <a:bodyPr vert="horz" wrap="square" lIns="0" tIns="0" rIns="0" bIns="0" numCol="1" anchor="b"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98BAABB6-8A5A-4725-B0C7-33BC4CFC312D}" type="slidenum">
              <a:rPr kumimoji="0" lang="en-US" altLang="zh-CN" sz="1200" b="1" i="0" u="none" strike="noStrike" kern="1200" cap="none" spc="0" normalizeH="0" baseline="0" noProof="0">
                <a:ln>
                  <a:noFill/>
                </a:ln>
                <a:solidFill>
                  <a:srgbClr val="045C75"/>
                </a:solidFill>
                <a:effectLst/>
                <a:uLnTx/>
                <a:uFillTx/>
                <a:latin typeface="Comic Sans MS" panose="030F0702030302020204" pitchFamily="66" charset="0"/>
                <a:ea typeface="宋体" panose="02010600030101010101" pitchFamily="2" charset="-122"/>
                <a:cs typeface="+mn-cs"/>
              </a:rPr>
            </a:fld>
            <a:r>
              <a:rPr kumimoji="0" lang="en-US" altLang="zh-CN" sz="1200" b="1" i="0" u="none" strike="noStrike" kern="1200" cap="none" spc="0" normalizeH="0" baseline="0" noProof="0">
                <a:ln>
                  <a:noFill/>
                </a:ln>
                <a:solidFill>
                  <a:srgbClr val="045C75"/>
                </a:solidFill>
                <a:effectLst/>
                <a:uLnTx/>
                <a:uFillTx/>
                <a:latin typeface="Comic Sans MS" panose="030F0702030302020204" pitchFamily="66" charset="0"/>
                <a:ea typeface="宋体" panose="02010600030101010101" pitchFamily="2" charset="-122"/>
                <a:cs typeface="+mn-cs"/>
              </a:rPr>
              <a:t>/110</a:t>
            </a:r>
            <a:endParaRPr kumimoji="0" lang="en-US" altLang="zh-CN" sz="1200" b="1" i="0" u="none" strike="noStrike" kern="1200" cap="none" spc="0" normalizeH="0" baseline="0" noProof="0">
              <a:ln>
                <a:noFill/>
              </a:ln>
              <a:solidFill>
                <a:srgbClr val="045C75"/>
              </a:solidFill>
              <a:effectLst/>
              <a:uLnTx/>
              <a:uFillTx/>
              <a:latin typeface="Comic Sans MS" panose="030F0702030302020204" pitchFamily="66" charset="0"/>
              <a:ea typeface="宋体" panose="02010600030101010101" pitchFamily="2" charset="-122"/>
              <a:cs typeface="+mn-c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a:p>
        </p:txBody>
      </p:sp>
      <p:sp>
        <p:nvSpPr>
          <p:cNvPr id="3" name="Vertical Text Placeholder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1" i="0" u="none" strike="noStrike" kern="1200" cap="none" spc="0" normalizeH="0" baseline="0" noProof="0">
              <a:ln>
                <a:noFill/>
              </a:ln>
              <a:solidFill>
                <a:schemeClr val="tx2">
                  <a:shade val="90000"/>
                </a:schemeClr>
              </a:solidFill>
              <a:effectLst/>
              <a:uLnTx/>
              <a:uFillTx/>
              <a:latin typeface="Comic Sans MS" panose="030F0702030302020204" pitchFamily="66"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200" b="1" i="0" u="none" strike="noStrike" kern="1200" cap="none" spc="0" normalizeH="0" baseline="0" noProof="0">
                <a:ln>
                  <a:noFill/>
                </a:ln>
                <a:solidFill>
                  <a:schemeClr val="tx2">
                    <a:shade val="90000"/>
                  </a:schemeClr>
                </a:solidFill>
                <a:effectLst/>
                <a:uLnTx/>
                <a:uFillTx/>
                <a:latin typeface="Comic Sans MS" panose="030F0702030302020204" pitchFamily="66" charset="0"/>
                <a:ea typeface="宋体" panose="02010600030101010101" pitchFamily="2" charset="-122"/>
                <a:cs typeface="+mn-cs"/>
              </a:rPr>
              <a:t>复旦大学计算机科学与工程系  软件工程课程</a:t>
            </a:r>
            <a:endParaRPr kumimoji="0" lang="en-US" altLang="zh-CN" sz="1200" b="1" i="0" u="none" strike="noStrike" kern="1200" cap="none" spc="0" normalizeH="0" baseline="0" noProof="0">
              <a:ln>
                <a:noFill/>
              </a:ln>
              <a:solidFill>
                <a:schemeClr val="tx2">
                  <a:shade val="90000"/>
                </a:schemeClr>
              </a:solidFill>
              <a:effectLst/>
              <a:uLnTx/>
              <a:uFillTx/>
              <a:latin typeface="Comic Sans MS" panose="030F0702030302020204" pitchFamily="66"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77805835-EB00-4649-BD32-7D3D0A09160C}" type="slidenum">
              <a:rPr kumimoji="0" lang="en-US" altLang="zh-CN" sz="1200" b="1" i="0" u="none" strike="noStrike" kern="1200" cap="none" spc="0" normalizeH="0" baseline="0" noProof="0">
                <a:ln>
                  <a:noFill/>
                </a:ln>
                <a:solidFill>
                  <a:srgbClr val="045C75"/>
                </a:solidFill>
                <a:effectLst/>
                <a:uLnTx/>
                <a:uFillTx/>
                <a:latin typeface="Comic Sans MS" panose="030F0702030302020204" pitchFamily="66" charset="0"/>
                <a:ea typeface="宋体" panose="02010600030101010101" pitchFamily="2" charset="-122"/>
                <a:cs typeface="+mn-cs"/>
              </a:rPr>
            </a:fld>
            <a:r>
              <a:rPr kumimoji="0" lang="en-US" altLang="zh-CN" sz="1200" b="1" i="0" u="none" strike="noStrike" kern="1200" cap="none" spc="0" normalizeH="0" baseline="0" noProof="0">
                <a:ln>
                  <a:noFill/>
                </a:ln>
                <a:solidFill>
                  <a:srgbClr val="045C75"/>
                </a:solidFill>
                <a:effectLst/>
                <a:uLnTx/>
                <a:uFillTx/>
                <a:latin typeface="Comic Sans MS" panose="030F0702030302020204" pitchFamily="66" charset="0"/>
                <a:ea typeface="宋体" panose="02010600030101010101" pitchFamily="2" charset="-122"/>
                <a:cs typeface="+mn-cs"/>
              </a:rPr>
              <a:t>/110</a:t>
            </a:r>
            <a:endParaRPr kumimoji="0" lang="en-US" altLang="zh-CN" sz="1200" b="1" i="0" u="none" strike="noStrike" kern="1200" cap="none" spc="0" normalizeH="0" baseline="0" noProof="0">
              <a:ln>
                <a:noFill/>
              </a:ln>
              <a:solidFill>
                <a:srgbClr val="045C75"/>
              </a:solidFill>
              <a:effectLst/>
              <a:uLnTx/>
              <a:uFillTx/>
              <a:latin typeface="Comic Sans MS" panose="030F0702030302020204" pitchFamily="66" charset="0"/>
              <a:ea typeface="宋体" panose="02010600030101010101" pitchFamily="2" charset="-122"/>
              <a:cs typeface="+mn-cs"/>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914401"/>
            <a:ext cx="2057400" cy="5211763"/>
          </a:xfrm>
        </p:spPr>
        <p:txBody>
          <a:bodyPr vert="eaVert"/>
          <a:lstStyle/>
          <a:p>
            <a:r>
              <a:rPr lang="zh-CN" altLang="en-US" smtClean="0"/>
              <a:t>单击此处编辑母版标题样式</a:t>
            </a:r>
            <a:endParaRPr lang="en-US"/>
          </a:p>
        </p:txBody>
      </p:sp>
      <p:sp>
        <p:nvSpPr>
          <p:cNvPr id="3" name="Vertical Text Placeholder 2"/>
          <p:cNvSpPr>
            <a:spLocks noGrp="1"/>
          </p:cNvSpPr>
          <p:nvPr>
            <p:ph type="body" orient="vert" idx="1"/>
          </p:nvPr>
        </p:nvSpPr>
        <p:spPr>
          <a:xfrm>
            <a:off x="457200" y="914401"/>
            <a:ext cx="6019800" cy="5211763"/>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1" i="0" u="none" strike="noStrike" kern="1200" cap="none" spc="0" normalizeH="0" baseline="0" noProof="0">
              <a:ln>
                <a:noFill/>
              </a:ln>
              <a:solidFill>
                <a:schemeClr val="tx2">
                  <a:shade val="90000"/>
                </a:schemeClr>
              </a:solidFill>
              <a:effectLst/>
              <a:uLnTx/>
              <a:uFillTx/>
              <a:latin typeface="Comic Sans MS" panose="030F0702030302020204" pitchFamily="66"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200" b="1" i="0" u="none" strike="noStrike" kern="1200" cap="none" spc="0" normalizeH="0" baseline="0" noProof="0">
                <a:ln>
                  <a:noFill/>
                </a:ln>
                <a:solidFill>
                  <a:schemeClr val="tx2">
                    <a:shade val="90000"/>
                  </a:schemeClr>
                </a:solidFill>
                <a:effectLst/>
                <a:uLnTx/>
                <a:uFillTx/>
                <a:latin typeface="Comic Sans MS" panose="030F0702030302020204" pitchFamily="66" charset="0"/>
                <a:ea typeface="宋体" panose="02010600030101010101" pitchFamily="2" charset="-122"/>
                <a:cs typeface="+mn-cs"/>
              </a:rPr>
              <a:t>复旦大学计算机科学与工程系  软件工程课程</a:t>
            </a:r>
            <a:endParaRPr kumimoji="0" lang="en-US" altLang="zh-CN" sz="1200" b="1" i="0" u="none" strike="noStrike" kern="1200" cap="none" spc="0" normalizeH="0" baseline="0" noProof="0">
              <a:ln>
                <a:noFill/>
              </a:ln>
              <a:solidFill>
                <a:schemeClr val="tx2">
                  <a:shade val="90000"/>
                </a:schemeClr>
              </a:solidFill>
              <a:effectLst/>
              <a:uLnTx/>
              <a:uFillTx/>
              <a:latin typeface="Comic Sans MS" panose="030F0702030302020204" pitchFamily="66"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77805835-EB00-4649-BD32-7D3D0A09160C}" type="slidenum">
              <a:rPr kumimoji="0" lang="en-US" altLang="zh-CN" sz="1200" b="1" i="0" u="none" strike="noStrike" kern="1200" cap="none" spc="0" normalizeH="0" baseline="0" noProof="0">
                <a:ln>
                  <a:noFill/>
                </a:ln>
                <a:solidFill>
                  <a:srgbClr val="045C75"/>
                </a:solidFill>
                <a:effectLst/>
                <a:uLnTx/>
                <a:uFillTx/>
                <a:latin typeface="Comic Sans MS" panose="030F0702030302020204" pitchFamily="66" charset="0"/>
                <a:ea typeface="宋体" panose="02010600030101010101" pitchFamily="2" charset="-122"/>
                <a:cs typeface="+mn-cs"/>
              </a:rPr>
            </a:fld>
            <a:r>
              <a:rPr kumimoji="0" lang="en-US" altLang="zh-CN" sz="1200" b="1" i="0" u="none" strike="noStrike" kern="1200" cap="none" spc="0" normalizeH="0" baseline="0" noProof="0">
                <a:ln>
                  <a:noFill/>
                </a:ln>
                <a:solidFill>
                  <a:srgbClr val="045C75"/>
                </a:solidFill>
                <a:effectLst/>
                <a:uLnTx/>
                <a:uFillTx/>
                <a:latin typeface="Comic Sans MS" panose="030F0702030302020204" pitchFamily="66" charset="0"/>
                <a:ea typeface="宋体" panose="02010600030101010101" pitchFamily="2" charset="-122"/>
                <a:cs typeface="+mn-cs"/>
              </a:rPr>
              <a:t>/110</a:t>
            </a:r>
            <a:endParaRPr kumimoji="0" lang="en-US" altLang="zh-CN" sz="1200" b="1" i="0" u="none" strike="noStrike" kern="1200" cap="none" spc="0" normalizeH="0" baseline="0" noProof="0">
              <a:ln>
                <a:noFill/>
              </a:ln>
              <a:solidFill>
                <a:srgbClr val="045C75"/>
              </a:solidFill>
              <a:effectLst/>
              <a:uLnTx/>
              <a:uFillTx/>
              <a:latin typeface="Comic Sans MS" panose="030F0702030302020204" pitchFamily="66" charset="0"/>
              <a:ea typeface="宋体" panose="02010600030101010101" pitchFamily="2" charset="-122"/>
              <a:cs typeface="+mn-cs"/>
            </a:endParaRP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image" Target="../media/image2.jpe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rotWithShape="0">
          <a:blip r:embed="rId12"/>
          <a:stretch>
            <a:fillRect/>
          </a:stretch>
        </a:blipFill>
        <a:effectLst/>
      </p:bgPr>
    </p:bg>
    <p:spTree>
      <p:nvGrpSpPr>
        <p:cNvPr id="1" name=""/>
        <p:cNvGrpSpPr/>
        <p:nvPr/>
      </p:nvGrpSpPr>
      <p:grpSpPr/>
      <p:sp>
        <p:nvSpPr>
          <p:cNvPr id="7" name="Freeform 6"/>
          <p:cNvSpPr/>
          <p:nvPr/>
        </p:nvSpPr>
        <p:spPr bwMode="auto">
          <a:xfrm>
            <a:off x="-9525" y="-7937"/>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600" b="1" i="0" u="none" strike="noStrike" kern="1200" cap="none" spc="0" normalizeH="0" baseline="0" noProof="0">
              <a:ln>
                <a:noFill/>
              </a:ln>
              <a:solidFill>
                <a:schemeClr val="tx1"/>
              </a:solidFill>
              <a:effectLst/>
              <a:uLnTx/>
              <a:uFillTx/>
              <a:latin typeface="+mn-lt"/>
              <a:ea typeface="+mn-ea"/>
              <a:cs typeface="+mn-cs"/>
            </a:endParaRPr>
          </a:p>
        </p:txBody>
      </p:sp>
      <p:sp>
        <p:nvSpPr>
          <p:cNvPr id="8" name="Freeform 7"/>
          <p:cNvSpPr/>
          <p:nvPr/>
        </p:nvSpPr>
        <p:spPr bwMode="auto">
          <a:xfrm>
            <a:off x="4381500" y="-7937"/>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600" b="1" i="0" u="none" strike="noStrike" kern="1200" cap="none" spc="0" normalizeH="0" baseline="0" noProof="0">
              <a:ln>
                <a:noFill/>
              </a:ln>
              <a:solidFill>
                <a:schemeClr val="tx1"/>
              </a:solidFill>
              <a:effectLst/>
              <a:uLnTx/>
              <a:uFillTx/>
              <a:latin typeface="+mn-lt"/>
              <a:ea typeface="+mn-ea"/>
              <a:cs typeface="+mn-cs"/>
            </a:endParaRPr>
          </a:p>
        </p:txBody>
      </p:sp>
      <p:sp>
        <p:nvSpPr>
          <p:cNvPr id="1028" name="Title Placeholder 8"/>
          <p:cNvSpPr>
            <a:spLocks noGrp="1"/>
          </p:cNvSpPr>
          <p:nvPr>
            <p:ph type="title"/>
          </p:nvPr>
        </p:nvSpPr>
        <p:spPr>
          <a:xfrm>
            <a:off x="457200" y="704850"/>
            <a:ext cx="8229600" cy="1143000"/>
          </a:xfrm>
          <a:prstGeom prst="rect">
            <a:avLst/>
          </a:prstGeom>
          <a:noFill/>
          <a:ln w="9525">
            <a:noFill/>
          </a:ln>
        </p:spPr>
        <p:txBody>
          <a:bodyPr lIns="0" rIns="0" bIns="0" anchor="b" anchorCtr="0"/>
          <a:p>
            <a:pPr lvl="0"/>
            <a:r>
              <a:rPr lang="zh-CN" altLang="en-US" dirty="0"/>
              <a:t>单击此处编辑母版标题样式</a:t>
            </a:r>
            <a:endParaRPr lang="en-US" altLang="zh-CN" dirty="0"/>
          </a:p>
        </p:txBody>
      </p:sp>
      <p:sp>
        <p:nvSpPr>
          <p:cNvPr id="1029" name="Text Placeholder 29"/>
          <p:cNvSpPr>
            <a:spLocks noGrp="1"/>
          </p:cNvSpPr>
          <p:nvPr>
            <p:ph type="body" idx="1"/>
          </p:nvPr>
        </p:nvSpPr>
        <p:spPr>
          <a:xfrm>
            <a:off x="457200" y="1935163"/>
            <a:ext cx="8229600" cy="4389437"/>
          </a:xfrm>
          <a:prstGeom prst="rect">
            <a:avLst/>
          </a:prstGeom>
          <a:noFill/>
          <a:ln w="9525">
            <a:noFill/>
          </a:ln>
        </p:spPr>
        <p:txBody>
          <a:bodyPr/>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en-US" altLang="zh-CN" dirty="0"/>
          </a:p>
        </p:txBody>
      </p:sp>
      <p:sp>
        <p:nvSpPr>
          <p:cNvPr id="10" name="Date Placeholder 9"/>
          <p:cNvSpPr>
            <a:spLocks noGrp="1"/>
          </p:cNvSpPr>
          <p:nvPr>
            <p:ph type="dt" sz="half" idx="2"/>
          </p:nvPr>
        </p:nvSpPr>
        <p:spPr>
          <a:xfrm>
            <a:off x="457200" y="6356350"/>
            <a:ext cx="21336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1" i="0" u="none" strike="noStrike" kern="1200" cap="none" spc="0" normalizeH="0" baseline="0" noProof="0">
              <a:ln>
                <a:noFill/>
              </a:ln>
              <a:solidFill>
                <a:schemeClr val="tx2">
                  <a:shade val="90000"/>
                </a:schemeClr>
              </a:solidFill>
              <a:effectLst/>
              <a:uLnTx/>
              <a:uFillTx/>
              <a:latin typeface="Comic Sans MS" panose="030F0702030302020204" pitchFamily="66" charset="0"/>
              <a:ea typeface="宋体" panose="02010600030101010101" pitchFamily="2" charset="-122"/>
              <a:cs typeface="+mn-cs"/>
            </a:endParaRPr>
          </a:p>
        </p:txBody>
      </p:sp>
      <p:sp>
        <p:nvSpPr>
          <p:cNvPr id="22" name="Footer Placeholder 21"/>
          <p:cNvSpPr>
            <a:spLocks noGrp="1"/>
          </p:cNvSpPr>
          <p:nvPr>
            <p:ph type="ftr" sz="quarter" idx="3"/>
          </p:nvPr>
        </p:nvSpPr>
        <p:spPr>
          <a:xfrm>
            <a:off x="2667000" y="6356350"/>
            <a:ext cx="33528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200" b="1" i="0" u="none" strike="noStrike" kern="1200" cap="none" spc="0" normalizeH="0" baseline="0" noProof="0">
                <a:ln>
                  <a:noFill/>
                </a:ln>
                <a:solidFill>
                  <a:schemeClr val="tx2">
                    <a:shade val="90000"/>
                  </a:schemeClr>
                </a:solidFill>
                <a:effectLst/>
                <a:uLnTx/>
                <a:uFillTx/>
                <a:latin typeface="Comic Sans MS" panose="030F0702030302020204" pitchFamily="66" charset="0"/>
                <a:ea typeface="宋体" panose="02010600030101010101" pitchFamily="2" charset="-122"/>
                <a:cs typeface="+mn-cs"/>
              </a:rPr>
              <a:t>复旦大学计算机科学与工程系  软件工程课程</a:t>
            </a:r>
            <a:endParaRPr kumimoji="0" lang="en-US" altLang="zh-CN" sz="1200" b="1" i="0" u="none" strike="noStrike" kern="1200" cap="none" spc="0" normalizeH="0" baseline="0" noProof="0">
              <a:ln>
                <a:noFill/>
              </a:ln>
              <a:solidFill>
                <a:schemeClr val="tx2">
                  <a:shade val="90000"/>
                </a:schemeClr>
              </a:solidFill>
              <a:effectLst/>
              <a:uLnTx/>
              <a:uFillTx/>
              <a:latin typeface="Comic Sans MS" panose="030F0702030302020204" pitchFamily="66" charset="0"/>
              <a:ea typeface="宋体" panose="02010600030101010101" pitchFamily="2" charset="-122"/>
              <a:cs typeface="+mn-cs"/>
            </a:endParaRPr>
          </a:p>
        </p:txBody>
      </p:sp>
      <p:sp>
        <p:nvSpPr>
          <p:cNvPr id="18" name="Slide Number Placeholder 17"/>
          <p:cNvSpPr>
            <a:spLocks noGrp="1"/>
          </p:cNvSpPr>
          <p:nvPr>
            <p:ph type="sldNum" sz="quarter" idx="4"/>
          </p:nvPr>
        </p:nvSpPr>
        <p:spPr>
          <a:xfrm>
            <a:off x="7924800" y="6356350"/>
            <a:ext cx="762000" cy="365125"/>
          </a:xfrm>
          <a:prstGeom prst="rect">
            <a:avLst/>
          </a:prstGeom>
        </p:spPr>
        <p:txBody>
          <a:bodyPr vert="horz" wrap="square" lIns="0" tIns="0" rIns="0" bIns="0" numCol="1" anchor="b" anchorCtr="0" compatLnSpc="1"/>
          <a:lstStyle>
            <a:lvl1pPr algn="r" eaLnBrk="1" hangingPunct="1">
              <a:defRPr sz="1200">
                <a:solidFill>
                  <a:srgbClr val="045C75"/>
                </a:solidFill>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77805835-EB00-4649-BD32-7D3D0A09160C}" type="slidenum">
              <a:rPr kumimoji="0" lang="en-US" altLang="zh-CN" sz="1200" b="1" i="0" u="none" strike="noStrike" kern="1200" cap="none" spc="0" normalizeH="0" baseline="0" noProof="0">
                <a:ln>
                  <a:noFill/>
                </a:ln>
                <a:solidFill>
                  <a:srgbClr val="045C75"/>
                </a:solidFill>
                <a:effectLst/>
                <a:uLnTx/>
                <a:uFillTx/>
                <a:latin typeface="Comic Sans MS" panose="030F0702030302020204" pitchFamily="66" charset="0"/>
                <a:ea typeface="宋体" panose="02010600030101010101" pitchFamily="2" charset="-122"/>
                <a:cs typeface="+mn-cs"/>
              </a:rPr>
            </a:fld>
            <a:r>
              <a:rPr kumimoji="0" lang="en-US" altLang="zh-CN" sz="1200" b="1" i="0" u="none" strike="noStrike" kern="1200" cap="none" spc="0" normalizeH="0" baseline="0" noProof="0">
                <a:ln>
                  <a:noFill/>
                </a:ln>
                <a:solidFill>
                  <a:srgbClr val="045C75"/>
                </a:solidFill>
                <a:effectLst/>
                <a:uLnTx/>
                <a:uFillTx/>
                <a:latin typeface="Comic Sans MS" panose="030F0702030302020204" pitchFamily="66" charset="0"/>
                <a:ea typeface="宋体" panose="02010600030101010101" pitchFamily="2" charset="-122"/>
                <a:cs typeface="+mn-cs"/>
              </a:rPr>
              <a:t>/110</a:t>
            </a:r>
            <a:endParaRPr kumimoji="0" lang="en-US" altLang="zh-CN" sz="1200" b="1" i="0" u="none" strike="noStrike" kern="1200" cap="none" spc="0" normalizeH="0" baseline="0" noProof="0">
              <a:ln>
                <a:noFill/>
              </a:ln>
              <a:solidFill>
                <a:srgbClr val="045C75"/>
              </a:solidFill>
              <a:effectLst/>
              <a:uLnTx/>
              <a:uFillTx/>
              <a:latin typeface="Comic Sans MS" panose="030F0702030302020204" pitchFamily="66" charset="0"/>
              <a:ea typeface="宋体" panose="02010600030101010101" pitchFamily="2" charset="-122"/>
              <a:cs typeface="+mn-cs"/>
            </a:endParaRPr>
          </a:p>
        </p:txBody>
      </p:sp>
      <p:grpSp>
        <p:nvGrpSpPr>
          <p:cNvPr id="1033" name="Group 1"/>
          <p:cNvGrpSpPr/>
          <p:nvPr/>
        </p:nvGrpSpPr>
        <p:grpSpPr>
          <a:xfrm>
            <a:off x="-19050" y="203200"/>
            <a:ext cx="9180513" cy="647700"/>
            <a:chOff x="-19045" y="216550"/>
            <a:chExt cx="9180548" cy="649224"/>
          </a:xfrm>
        </p:grpSpPr>
        <p:sp>
          <p:nvSpPr>
            <p:cNvPr id="12" name="Freeform 11"/>
            <p:cNvSpPr/>
            <p:nvPr/>
          </p:nvSpPr>
          <p:spPr bwMode="auto">
            <a:xfrm rot="21435692">
              <a:off x="-19045" y="216550"/>
              <a:ext cx="9163050" cy="649224"/>
            </a:xfrm>
            <a:custGeom>
              <a:avLst>
                <a:gd name="A1" fmla="val 0"/>
                <a:gd name="A2" fmla="val 0"/>
                <a:gd name="A3" fmla="val 0"/>
                <a:gd name="A4" fmla="val 0"/>
                <a:gd name="A5" fmla="val 0"/>
                <a:gd name="A6" fmla="val 0"/>
                <a:gd name="A7" fmla="val 0"/>
                <a:gd name="A8" fmla="val 0"/>
              </a:avLst>
              <a:gdLst/>
              <a:ahLst/>
              <a:cxnLst>
                <a:cxn ang="0">
                  <a:pos x="0" y="966"/>
                </a:cxn>
                <a:cxn ang="0">
                  <a:pos x="1608" y="282"/>
                </a:cxn>
                <a:cxn ang="0">
                  <a:pos x="4110" y="1008"/>
                </a:cxn>
                <a:cxn ang="0">
                  <a:pos x="5772" y="0"/>
                </a:cxn>
              </a:cxnLst>
              <a:rect l="0" t="0" r="0" b="0"/>
              <a:pathLst>
                <a:path w="5772" h="1055">
                  <a:moveTo>
                    <a:pt x="0" y="966"/>
                  </a:moveTo>
                  <a:cubicBezTo>
                    <a:pt x="282" y="738"/>
                    <a:pt x="923" y="275"/>
                    <a:pt x="1608" y="282"/>
                  </a:cubicBezTo>
                  <a:cubicBezTo>
                    <a:pt x="2293" y="289"/>
                    <a:pt x="3416" y="1055"/>
                    <a:pt x="4110" y="1008"/>
                  </a:cubicBezTo>
                  <a:cubicBezTo>
                    <a:pt x="4804" y="961"/>
                    <a:pt x="5426" y="210"/>
                    <a:pt x="5772" y="0"/>
                  </a:cubicBezTo>
                </a:path>
              </a:pathLst>
            </a:custGeom>
            <a:noFill/>
            <a:ln w="10795" cap="flat" cmpd="sng" algn="ctr">
              <a:gradFill>
                <a:gsLst>
                  <a:gs pos="74000">
                    <a:schemeClr val="accent3">
                      <a:shade val="75000"/>
                    </a:schemeClr>
                  </a:gs>
                  <a:gs pos="86000">
                    <a:schemeClr val="tx1">
                      <a:alpha val="29000"/>
                    </a:schemeClr>
                  </a:gs>
                  <a:gs pos="16000">
                    <a:schemeClr val="accent2">
                      <a:shade val="75000"/>
                      <a:alpha val="56000"/>
                    </a:schemeClr>
                  </a:gs>
                </a:gsLst>
                <a:lin ang="5400000" scaled="1"/>
              </a:grad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600" b="1"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
          <p:nvSpPr>
            <p:cNvPr id="13" name="Freeform 12"/>
            <p:cNvSpPr/>
            <p:nvPr/>
          </p:nvSpPr>
          <p:spPr bwMode="auto">
            <a:xfrm rot="21435692">
              <a:off x="-14309" y="290003"/>
              <a:ext cx="9175812" cy="530352"/>
            </a:xfrm>
            <a:custGeom>
              <a:avLst>
                <a:gd name="A1" fmla="val 0"/>
                <a:gd name="A2" fmla="val 0"/>
                <a:gd name="A3" fmla="val 0"/>
                <a:gd name="A4" fmla="val 0"/>
                <a:gd name="A5" fmla="val 0"/>
                <a:gd name="A6" fmla="val 0"/>
                <a:gd name="A7" fmla="val 0"/>
                <a:gd name="A8" fmla="val 0"/>
              </a:avLst>
              <a:gdLst/>
              <a:ahLst/>
              <a:cxnLst>
                <a:cxn ang="0">
                  <a:pos x="0" y="732"/>
                </a:cxn>
                <a:cxn ang="0">
                  <a:pos x="1638" y="228"/>
                </a:cxn>
                <a:cxn ang="0">
                  <a:pos x="4122" y="816"/>
                </a:cxn>
                <a:cxn ang="0">
                  <a:pos x="5766" y="0"/>
                </a:cxn>
              </a:cxnLst>
              <a:rect l="0" t="0" r="0" b="0"/>
              <a:pathLst>
                <a:path w="5766" h="854">
                  <a:moveTo>
                    <a:pt x="0" y="732"/>
                  </a:moveTo>
                  <a:cubicBezTo>
                    <a:pt x="273" y="647"/>
                    <a:pt x="951" y="214"/>
                    <a:pt x="1638" y="228"/>
                  </a:cubicBezTo>
                  <a:cubicBezTo>
                    <a:pt x="2325" y="242"/>
                    <a:pt x="3434" y="854"/>
                    <a:pt x="4122" y="816"/>
                  </a:cubicBezTo>
                  <a:cubicBezTo>
                    <a:pt x="4810" y="778"/>
                    <a:pt x="5424" y="170"/>
                    <a:pt x="5766" y="0"/>
                  </a:cubicBezTo>
                </a:path>
              </a:pathLst>
            </a:custGeom>
            <a:noFill/>
            <a:ln w="9525" cap="flat" cmpd="sng" algn="ctr">
              <a:gradFill>
                <a:gsLst>
                  <a:gs pos="74000">
                    <a:schemeClr val="accent4"/>
                  </a:gs>
                  <a:gs pos="44000">
                    <a:schemeClr val="accent1"/>
                  </a:gs>
                  <a:gs pos="33000">
                    <a:schemeClr val="accent2">
                      <a:alpha val="56000"/>
                    </a:schemeClr>
                  </a:gs>
                </a:gsLst>
                <a:lin ang="5400000" scaled="1"/>
              </a:grad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600" b="1"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gr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l" rtl="0" eaLnBrk="0" fontAlgn="base" hangingPunct="0">
        <a:spcBef>
          <a:spcPct val="0"/>
        </a:spcBef>
        <a:spcAft>
          <a:spcPct val="0"/>
        </a:spcAft>
        <a:defRPr sz="5000" kern="1200">
          <a:solidFill>
            <a:schemeClr val="tx2"/>
          </a:solidFill>
          <a:latin typeface="+mj-lt"/>
          <a:ea typeface="+mj-ea"/>
          <a:cs typeface="+mj-cs"/>
        </a:defRPr>
      </a:lvl1pPr>
      <a:lvl2pPr algn="l" rtl="0" eaLnBrk="0" fontAlgn="base" hangingPunct="0">
        <a:spcBef>
          <a:spcPct val="0"/>
        </a:spcBef>
        <a:spcAft>
          <a:spcPct val="0"/>
        </a:spcAft>
        <a:defRPr sz="5000">
          <a:solidFill>
            <a:schemeClr val="tx2"/>
          </a:solidFill>
          <a:latin typeface="Calibri" panose="020F0502020204030204" pitchFamily="34" charset="0"/>
          <a:ea typeface="隶书" panose="02010509060101010101" pitchFamily="49" charset="-122"/>
        </a:defRPr>
      </a:lvl2pPr>
      <a:lvl3pPr algn="l" rtl="0" eaLnBrk="0" fontAlgn="base" hangingPunct="0">
        <a:spcBef>
          <a:spcPct val="0"/>
        </a:spcBef>
        <a:spcAft>
          <a:spcPct val="0"/>
        </a:spcAft>
        <a:defRPr sz="5000">
          <a:solidFill>
            <a:schemeClr val="tx2"/>
          </a:solidFill>
          <a:latin typeface="Calibri" panose="020F0502020204030204" pitchFamily="34" charset="0"/>
          <a:ea typeface="隶书" panose="02010509060101010101" pitchFamily="49" charset="-122"/>
        </a:defRPr>
      </a:lvl3pPr>
      <a:lvl4pPr algn="l" rtl="0" eaLnBrk="0" fontAlgn="base" hangingPunct="0">
        <a:spcBef>
          <a:spcPct val="0"/>
        </a:spcBef>
        <a:spcAft>
          <a:spcPct val="0"/>
        </a:spcAft>
        <a:defRPr sz="5000">
          <a:solidFill>
            <a:schemeClr val="tx2"/>
          </a:solidFill>
          <a:latin typeface="Calibri" panose="020F0502020204030204" pitchFamily="34" charset="0"/>
          <a:ea typeface="隶书" panose="02010509060101010101" pitchFamily="49" charset="-122"/>
        </a:defRPr>
      </a:lvl4pPr>
      <a:lvl5pPr algn="l" rtl="0" eaLnBrk="0" fontAlgn="base" hangingPunct="0">
        <a:spcBef>
          <a:spcPct val="0"/>
        </a:spcBef>
        <a:spcAft>
          <a:spcPct val="0"/>
        </a:spcAft>
        <a:defRPr sz="5000">
          <a:solidFill>
            <a:schemeClr val="tx2"/>
          </a:solidFill>
          <a:latin typeface="Calibri" panose="020F0502020204030204" pitchFamily="34" charset="0"/>
          <a:ea typeface="隶书" panose="02010509060101010101" pitchFamily="49" charset="-122"/>
        </a:defRPr>
      </a:lvl5pPr>
      <a:lvl6pPr marL="457200" algn="l" rtl="0" fontAlgn="base">
        <a:spcBef>
          <a:spcPct val="0"/>
        </a:spcBef>
        <a:spcAft>
          <a:spcPct val="0"/>
        </a:spcAft>
        <a:defRPr sz="5000">
          <a:solidFill>
            <a:schemeClr val="tx2"/>
          </a:solidFill>
          <a:latin typeface="Calibri" panose="020F0502020204030204" pitchFamily="34" charset="0"/>
          <a:ea typeface="隶书" panose="02010509060101010101" pitchFamily="49" charset="-122"/>
        </a:defRPr>
      </a:lvl6pPr>
      <a:lvl7pPr marL="914400" algn="l" rtl="0" fontAlgn="base">
        <a:spcBef>
          <a:spcPct val="0"/>
        </a:spcBef>
        <a:spcAft>
          <a:spcPct val="0"/>
        </a:spcAft>
        <a:defRPr sz="5000">
          <a:solidFill>
            <a:schemeClr val="tx2"/>
          </a:solidFill>
          <a:latin typeface="Calibri" panose="020F0502020204030204" pitchFamily="34" charset="0"/>
          <a:ea typeface="隶书" panose="02010509060101010101" pitchFamily="49" charset="-122"/>
        </a:defRPr>
      </a:lvl7pPr>
      <a:lvl8pPr marL="1371600" algn="l" rtl="0" fontAlgn="base">
        <a:spcBef>
          <a:spcPct val="0"/>
        </a:spcBef>
        <a:spcAft>
          <a:spcPct val="0"/>
        </a:spcAft>
        <a:defRPr sz="5000">
          <a:solidFill>
            <a:schemeClr val="tx2"/>
          </a:solidFill>
          <a:latin typeface="Calibri" panose="020F0502020204030204" pitchFamily="34" charset="0"/>
          <a:ea typeface="隶书" panose="02010509060101010101" pitchFamily="49" charset="-122"/>
        </a:defRPr>
      </a:lvl8pPr>
      <a:lvl9pPr marL="1828800" algn="l" rtl="0" fontAlgn="base">
        <a:spcBef>
          <a:spcPct val="0"/>
        </a:spcBef>
        <a:spcAft>
          <a:spcPct val="0"/>
        </a:spcAft>
        <a:defRPr sz="5000">
          <a:solidFill>
            <a:schemeClr val="tx2"/>
          </a:solidFill>
          <a:latin typeface="Calibri" panose="020F0502020204030204" pitchFamily="34" charset="0"/>
          <a:ea typeface="隶书" panose="02010509060101010101" pitchFamily="49" charset="-122"/>
        </a:defRPr>
      </a:lvl9pPr>
    </p:titleStyle>
    <p:body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vl6pPr marL="1737360" indent="-210185" algn="l" rtl="0" eaLnBrk="1" latinLnBrk="0" hangingPunct="1">
        <a:spcBef>
          <a:spcPct val="20000"/>
        </a:spcBef>
        <a:buClr>
          <a:schemeClr val="accent5"/>
        </a:buClr>
        <a:buSzPct val="80000"/>
        <a:buFont typeface="Wingdings 2" panose="05020102010507070707"/>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panose="05020102010507070707"/>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4" Type="http://schemas.openxmlformats.org/officeDocument/2006/relationships/vmlDrawing" Target="../drawings/vmlDrawing1.vml"/><Relationship Id="rId3" Type="http://schemas.openxmlformats.org/officeDocument/2006/relationships/slideLayout" Target="../slideLayouts/slideLayout2.xml"/><Relationship Id="rId2" Type="http://schemas.openxmlformats.org/officeDocument/2006/relationships/image" Target="../media/image4.emf"/><Relationship Id="rId1" Type="http://schemas.openxmlformats.org/officeDocument/2006/relationships/oleObject" Target="../embeddings/oleObject1.bin"/></Relationships>
</file>

<file path=ppt/slides/_rels/slide3.xml.rels><?xml version="1.0" encoding="UTF-8" standalone="yes"?>
<Relationships xmlns="http://schemas.openxmlformats.org/package/2006/relationships"><Relationship Id="rId4" Type="http://schemas.openxmlformats.org/officeDocument/2006/relationships/vmlDrawing" Target="../drawings/vmlDrawing2.vml"/><Relationship Id="rId3" Type="http://schemas.openxmlformats.org/officeDocument/2006/relationships/slideLayout" Target="../slideLayouts/slideLayout2.xml"/><Relationship Id="rId2" Type="http://schemas.openxmlformats.org/officeDocument/2006/relationships/image" Target="../media/image4.emf"/><Relationship Id="rId1" Type="http://schemas.openxmlformats.org/officeDocument/2006/relationships/oleObject" Target="../embeddings/oleObject2.bin"/></Relationships>
</file>

<file path=ppt/slides/_rels/slide4.xml.rels><?xml version="1.0" encoding="UTF-8" standalone="yes"?>
<Relationships xmlns="http://schemas.openxmlformats.org/package/2006/relationships"><Relationship Id="rId4" Type="http://schemas.openxmlformats.org/officeDocument/2006/relationships/vmlDrawing" Target="../drawings/vmlDrawing3.vml"/><Relationship Id="rId3" Type="http://schemas.openxmlformats.org/officeDocument/2006/relationships/slideLayout" Target="../slideLayouts/slideLayout2.xml"/><Relationship Id="rId2" Type="http://schemas.openxmlformats.org/officeDocument/2006/relationships/image" Target="../media/image4.emf"/><Relationship Id="rId1" Type="http://schemas.openxmlformats.org/officeDocument/2006/relationships/oleObject" Target="../embeddings/oleObject3.bin"/></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4" Type="http://schemas.openxmlformats.org/officeDocument/2006/relationships/vmlDrawing" Target="../drawings/vmlDrawing4.vml"/><Relationship Id="rId3" Type="http://schemas.openxmlformats.org/officeDocument/2006/relationships/slideLayout" Target="../slideLayouts/slideLayout2.xml"/><Relationship Id="rId2" Type="http://schemas.openxmlformats.org/officeDocument/2006/relationships/image" Target="../media/image4.emf"/><Relationship Id="rId1" Type="http://schemas.openxmlformats.org/officeDocument/2006/relationships/oleObject" Target="../embeddings/oleObject4.bin"/></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microsoft.com/office/2007/relationships/diagramDrawing" Target="../diagrams/drawing1.xml"/><Relationship Id="rId4" Type="http://schemas.openxmlformats.org/officeDocument/2006/relationships/diagramColors" Target="../diagrams/colors1.xml"/><Relationship Id="rId3" Type="http://schemas.openxmlformats.org/officeDocument/2006/relationships/diagramQuickStyle" Target="../diagrams/quickStyle1.xml"/><Relationship Id="rId2" Type="http://schemas.openxmlformats.org/officeDocument/2006/relationships/diagramLayout" Target="../diagrams/layout1.xml"/><Relationship Id="rId1" Type="http://schemas.openxmlformats.org/officeDocument/2006/relationships/diagramData" Target="../diagrams/data1.xml"/></Relationships>
</file>

<file path=ppt/slides/_rels/slide9.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microsoft.com/office/2007/relationships/diagramDrawing" Target="../diagrams/drawing2.xml"/><Relationship Id="rId4" Type="http://schemas.openxmlformats.org/officeDocument/2006/relationships/diagramColors" Target="../diagrams/colors2.xml"/><Relationship Id="rId3" Type="http://schemas.openxmlformats.org/officeDocument/2006/relationships/diagramQuickStyle" Target="../diagrams/quickStyle2.xml"/><Relationship Id="rId2" Type="http://schemas.openxmlformats.org/officeDocument/2006/relationships/diagramLayout" Target="../diagrams/layout2.xml"/><Relationship Id="rId1" Type="http://schemas.openxmlformats.org/officeDocument/2006/relationships/diagramData" Target="../diagrams/data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microsoft.com/office/2007/relationships/diagramDrawing" Target="../diagrams/drawing3.xml"/><Relationship Id="rId4" Type="http://schemas.openxmlformats.org/officeDocument/2006/relationships/diagramColors" Target="../diagrams/colors3.xml"/><Relationship Id="rId3" Type="http://schemas.openxmlformats.org/officeDocument/2006/relationships/diagramQuickStyle" Target="../diagrams/quickStyle3.xml"/><Relationship Id="rId2" Type="http://schemas.openxmlformats.org/officeDocument/2006/relationships/diagramLayout" Target="../diagrams/layout3.xml"/><Relationship Id="rId1" Type="http://schemas.openxmlformats.org/officeDocument/2006/relationships/diagramData" Target="../diagrams/data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microsoft.com/office/2007/relationships/diagramDrawing" Target="../diagrams/drawing4.xml"/><Relationship Id="rId4" Type="http://schemas.openxmlformats.org/officeDocument/2006/relationships/diagramColors" Target="../diagrams/colors4.xml"/><Relationship Id="rId3" Type="http://schemas.openxmlformats.org/officeDocument/2006/relationships/diagramQuickStyle" Target="../diagrams/quickStyle4.xml"/><Relationship Id="rId2" Type="http://schemas.openxmlformats.org/officeDocument/2006/relationships/diagramLayout" Target="../diagrams/layout4.xml"/><Relationship Id="rId1" Type="http://schemas.openxmlformats.org/officeDocument/2006/relationships/diagramData" Target="../diagrams/data4.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microsoft.com/office/2007/relationships/diagramDrawing" Target="../diagrams/drawing5.xml"/><Relationship Id="rId4" Type="http://schemas.openxmlformats.org/officeDocument/2006/relationships/diagramColors" Target="../diagrams/colors5.xml"/><Relationship Id="rId3" Type="http://schemas.openxmlformats.org/officeDocument/2006/relationships/diagramQuickStyle" Target="../diagrams/quickStyle5.xml"/><Relationship Id="rId2" Type="http://schemas.openxmlformats.org/officeDocument/2006/relationships/diagramLayout" Target="../diagrams/layout5.xml"/><Relationship Id="rId1" Type="http://schemas.openxmlformats.org/officeDocument/2006/relationships/diagramData" Target="../diagrams/data5.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7" Type="http://schemas.openxmlformats.org/officeDocument/2006/relationships/notesSlide" Target="../notesSlides/notesSlide43.xml"/><Relationship Id="rId6" Type="http://schemas.openxmlformats.org/officeDocument/2006/relationships/vmlDrawing" Target="../drawings/vmlDrawing5.vml"/><Relationship Id="rId5" Type="http://schemas.openxmlformats.org/officeDocument/2006/relationships/slideLayout" Target="../slideLayouts/slideLayout2.xml"/><Relationship Id="rId4" Type="http://schemas.openxmlformats.org/officeDocument/2006/relationships/image" Target="../media/image6.wmf"/><Relationship Id="rId3" Type="http://schemas.openxmlformats.org/officeDocument/2006/relationships/oleObject" Target="../embeddings/oleObject6.bin"/><Relationship Id="rId2" Type="http://schemas.openxmlformats.org/officeDocument/2006/relationships/image" Target="../media/image5.wmf"/><Relationship Id="rId1" Type="http://schemas.openxmlformats.org/officeDocument/2006/relationships/oleObject" Target="../embeddings/oleObject5.bin"/></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5" Type="http://schemas.openxmlformats.org/officeDocument/2006/relationships/notesSlide" Target="../notesSlides/notesSlide46.xml"/><Relationship Id="rId4" Type="http://schemas.openxmlformats.org/officeDocument/2006/relationships/vmlDrawing" Target="../drawings/vmlDrawing6.vml"/><Relationship Id="rId3" Type="http://schemas.openxmlformats.org/officeDocument/2006/relationships/slideLayout" Target="../slideLayouts/slideLayout2.xml"/><Relationship Id="rId2" Type="http://schemas.openxmlformats.org/officeDocument/2006/relationships/image" Target="../media/image7.wmf"/><Relationship Id="rId1" Type="http://schemas.openxmlformats.org/officeDocument/2006/relationships/oleObject" Target="../embeddings/oleObject7.bin"/></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microsoft.com/office/2007/relationships/diagramDrawing" Target="../diagrams/drawing6.xml"/><Relationship Id="rId4" Type="http://schemas.openxmlformats.org/officeDocument/2006/relationships/diagramColors" Target="../diagrams/colors6.xml"/><Relationship Id="rId3" Type="http://schemas.openxmlformats.org/officeDocument/2006/relationships/diagramQuickStyle" Target="../diagrams/quickStyle6.xml"/><Relationship Id="rId2" Type="http://schemas.openxmlformats.org/officeDocument/2006/relationships/diagramLayout" Target="../diagrams/layout6.xml"/><Relationship Id="rId1" Type="http://schemas.openxmlformats.org/officeDocument/2006/relationships/diagramData" Target="../diagrams/data6.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4.xml"/></Relationships>
</file>

<file path=ppt/slides/_rels/slide73.xml.rels><?xml version="1.0" encoding="UTF-8" standalone="yes"?>
<Relationships xmlns="http://schemas.openxmlformats.org/package/2006/relationships"><Relationship Id="rId3" Type="http://schemas.openxmlformats.org/officeDocument/2006/relationships/notesSlide" Target="../notesSlides/notesSlide61.xml"/><Relationship Id="rId2" Type="http://schemas.openxmlformats.org/officeDocument/2006/relationships/slideLayout" Target="../slideLayouts/slideLayout2.xml"/><Relationship Id="rId1" Type="http://schemas.openxmlformats.org/officeDocument/2006/relationships/image" Target="../media/image8.pn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1506" name="Rectangle 2"/>
          <p:cNvSpPr>
            <a:spLocks noGrp="1" noRot="1" noChangeArrowheads="1"/>
          </p:cNvSpPr>
          <p:nvPr>
            <p:ph type="ctrTitle"/>
          </p:nvPr>
        </p:nvSpPr>
        <p:spPr bwMode="auto">
          <a:xfrm>
            <a:off x="533400" y="1066800"/>
            <a:ext cx="7772400" cy="1462088"/>
          </a:xfrm>
          <a:effectLst/>
          <a:sp3d prstMaterial="plastic"/>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18288" bIns="0" numCol="1" anchor="b" anchorCtr="0" compatLnSpc="1">
            <a:normAutofit/>
            <a:scene3d>
              <a:camera prst="orthographicFront"/>
              <a:lightRig rig="freezing" dir="t">
                <a:rot lat="0" lon="0" rev="5640000"/>
              </a:lightRig>
            </a:scene3d>
            <a:sp3d prstMaterial="flat">
              <a:bevelT w="38100" h="38100"/>
              <a:contourClr>
                <a:schemeClr val="tx2"/>
              </a:contourClr>
            </a:sp3d>
          </a:bodyPr>
          <a:lstStyle/>
          <a:p>
            <a:pPr marL="0" marR="0" lvl="0" indent="0" algn="ctr" defTabSz="914400" rtl="0" eaLnBrk="1" fontAlgn="auto" latinLnBrk="0" hangingPunct="1">
              <a:lnSpc>
                <a:spcPct val="100000"/>
              </a:lnSpc>
              <a:spcBef>
                <a:spcPct val="0"/>
              </a:spcBef>
              <a:spcAft>
                <a:spcPts val="0"/>
              </a:spcAft>
              <a:buClrTx/>
              <a:buSzTx/>
              <a:buFontTx/>
              <a:buNone/>
              <a:defRPr/>
            </a:pPr>
            <a:r>
              <a:rPr kumimoji="0" lang="zh-CN" altLang="en-US" sz="5400" b="1" i="0" u="none" strike="noStrike" kern="1200" cap="none" spc="0" normalizeH="0" baseline="0" noProof="0" dirty="0" smtClean="0">
                <a:ln>
                  <a:noFill/>
                </a:ln>
                <a:solidFill>
                  <a:schemeClr val="accent3">
                    <a:tint val="90000"/>
                    <a:satMod val="120000"/>
                  </a:schemeClr>
                </a:solidFill>
                <a:effectLst>
                  <a:outerShdw blurRad="38100" dist="25400" dir="5400000" algn="tl" rotWithShape="0">
                    <a:srgbClr val="000000">
                      <a:alpha val="43000"/>
                    </a:srgbClr>
                  </a:outerShdw>
                </a:effectLst>
                <a:uLnTx/>
                <a:uFillTx/>
                <a:latin typeface="微软雅黑" panose="020B0503020204020204" pitchFamily="34" charset="-122"/>
                <a:ea typeface="微软雅黑" panose="020B0503020204020204" pitchFamily="34" charset="-122"/>
                <a:cs typeface="+mj-cs"/>
              </a:rPr>
              <a:t>软 件 工 程 导 论</a:t>
            </a:r>
            <a:endParaRPr kumimoji="0" lang="zh-CN" altLang="en-US" sz="5400" b="1" i="0" u="none" strike="noStrike" kern="1200" cap="none" spc="0" normalizeH="0" baseline="0" noProof="0" dirty="0" smtClean="0">
              <a:ln>
                <a:noFill/>
              </a:ln>
              <a:solidFill>
                <a:schemeClr val="accent3">
                  <a:tint val="90000"/>
                  <a:satMod val="120000"/>
                </a:schemeClr>
              </a:solidFill>
              <a:effectLst>
                <a:outerShdw blurRad="38100" dist="25400" dir="5400000" algn="tl" rotWithShape="0">
                  <a:srgbClr val="000000">
                    <a:alpha val="43000"/>
                  </a:srgbClr>
                </a:outerShdw>
              </a:effectLst>
              <a:uLnTx/>
              <a:uFillTx/>
              <a:latin typeface="微软雅黑" panose="020B0503020204020204" pitchFamily="34" charset="-122"/>
              <a:ea typeface="微软雅黑" panose="020B0503020204020204" pitchFamily="34" charset="-122"/>
              <a:cs typeface="+mj-cs"/>
            </a:endParaRPr>
          </a:p>
        </p:txBody>
      </p:sp>
      <p:sp>
        <p:nvSpPr>
          <p:cNvPr id="7171" name="Rectangle 3"/>
          <p:cNvSpPr>
            <a:spLocks noGrp="1" noRot="1"/>
          </p:cNvSpPr>
          <p:nvPr>
            <p:ph type="subTitle" idx="1"/>
          </p:nvPr>
        </p:nvSpPr>
        <p:spPr>
          <a:xfrm>
            <a:off x="1392238" y="3235325"/>
            <a:ext cx="6400800" cy="2555875"/>
          </a:xfrm>
        </p:spPr>
        <p:txBody>
          <a:bodyPr vert="horz" wrap="square" lIns="0" tIns="45720" rIns="18288" bIns="45720" anchor="t" anchorCtr="0"/>
          <a:p>
            <a:pPr marR="0" algn="ctr" eaLnBrk="1" hangingPunct="1">
              <a:lnSpc>
                <a:spcPct val="90000"/>
              </a:lnSpc>
              <a:buClr>
                <a:srgbClr val="0BD0D9"/>
              </a:buClr>
              <a:buSzPct val="95000"/>
            </a:pPr>
            <a:r>
              <a:rPr lang="zh-CN" altLang="en-US" sz="2800" b="1" kern="1200" dirty="0">
                <a:latin typeface="楷体_GB2312" pitchFamily="49" charset="-122"/>
                <a:ea typeface="楷体_GB2312" pitchFamily="49" charset="-122"/>
                <a:cs typeface="+mn-cs"/>
              </a:rPr>
              <a:t>刘春</a:t>
            </a:r>
            <a:endParaRPr lang="en-US" altLang="zh-CN" sz="2800" b="1" kern="1200" dirty="0">
              <a:latin typeface="楷体_GB2312" pitchFamily="49" charset="-122"/>
              <a:ea typeface="楷体_GB2312" pitchFamily="49" charset="-122"/>
              <a:cs typeface="+mn-cs"/>
            </a:endParaRPr>
          </a:p>
          <a:p>
            <a:pPr marR="0" algn="ctr" eaLnBrk="1" hangingPunct="1">
              <a:lnSpc>
                <a:spcPct val="90000"/>
              </a:lnSpc>
              <a:buClr>
                <a:srgbClr val="0BD0D9"/>
              </a:buClr>
              <a:buSzPct val="95000"/>
            </a:pPr>
            <a:endParaRPr lang="zh-CN" altLang="en-US" sz="2800" b="1" kern="1200" dirty="0">
              <a:latin typeface="楷体_GB2312" pitchFamily="49" charset="-122"/>
              <a:ea typeface="楷体_GB2312" pitchFamily="49" charset="-122"/>
              <a:cs typeface="+mn-cs"/>
            </a:endParaRPr>
          </a:p>
          <a:p>
            <a:pPr marR="0" algn="ctr" eaLnBrk="1" hangingPunct="1">
              <a:lnSpc>
                <a:spcPct val="90000"/>
              </a:lnSpc>
              <a:buClr>
                <a:srgbClr val="0BD0D9"/>
              </a:buClr>
              <a:buSzPct val="95000"/>
            </a:pPr>
            <a:r>
              <a:rPr lang="zh-CN" altLang="en-US" sz="2800" b="1" kern="1200" dirty="0">
                <a:latin typeface="楷体_GB2312" pitchFamily="49" charset="-122"/>
                <a:ea typeface="楷体_GB2312" pitchFamily="49" charset="-122"/>
                <a:cs typeface="+mn-cs"/>
              </a:rPr>
              <a:t>计算机与信息工程学院 数据科学系</a:t>
            </a:r>
            <a:endParaRPr lang="zh-CN" altLang="en-US" sz="2800" b="1" kern="1200" dirty="0">
              <a:latin typeface="楷体_GB2312" pitchFamily="49" charset="-122"/>
              <a:ea typeface="楷体_GB2312" pitchFamily="49" charset="-122"/>
              <a:cs typeface="+mn-cs"/>
            </a:endParaRP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4" name="标题 1"/>
          <p:cNvSpPr>
            <a:spLocks noGrp="1"/>
          </p:cNvSpPr>
          <p:nvPr>
            <p:ph type="title"/>
          </p:nvPr>
        </p:nvSpPr>
        <p:spPr/>
        <p:txBody>
          <a:bodyPr vert="horz" wrap="square" lIns="0" tIns="45720" rIns="0" bIns="0" anchor="b" anchorCtr="0"/>
          <a:p>
            <a:pPr eaLnBrk="1" hangingPunct="1"/>
            <a:r>
              <a:rPr lang="zh-CN" altLang="en-US" b="1" dirty="0">
                <a:latin typeface="微软雅黑" panose="020B0503020204020204" pitchFamily="34" charset="-122"/>
                <a:ea typeface="微软雅黑" panose="020B0503020204020204" pitchFamily="34" charset="-122"/>
              </a:rPr>
              <a:t>课程进度</a:t>
            </a:r>
            <a:endParaRPr lang="zh-CN" altLang="en-US" b="1" dirty="0">
              <a:latin typeface="微软雅黑" panose="020B0503020204020204" pitchFamily="34" charset="-122"/>
              <a:ea typeface="微软雅黑" panose="020B0503020204020204" pitchFamily="34" charset="-122"/>
            </a:endParaRPr>
          </a:p>
        </p:txBody>
      </p:sp>
      <p:sp>
        <p:nvSpPr>
          <p:cNvPr id="8195" name="Rectangle 2"/>
          <p:cNvSpPr/>
          <p:nvPr/>
        </p:nvSpPr>
        <p:spPr>
          <a:xfrm>
            <a:off x="0" y="0"/>
            <a:ext cx="9144000" cy="0"/>
          </a:xfrm>
          <a:prstGeom prst="rect">
            <a:avLst/>
          </a:prstGeom>
          <a:noFill/>
          <a:ln w="9525">
            <a:noFill/>
          </a:ln>
        </p:spPr>
        <p:txBody>
          <a:bodyPr wrap="none" anchor="ctr" anchorCtr="0">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eaLnBrk="1" hangingPunct="1">
              <a:spcBef>
                <a:spcPct val="0"/>
              </a:spcBef>
              <a:buClrTx/>
              <a:buSzTx/>
              <a:buFontTx/>
              <a:buNone/>
            </a:pPr>
            <a:endParaRPr lang="zh-CN" altLang="en-US" sz="1600" b="1" dirty="0">
              <a:latin typeface="Comic Sans MS" panose="030F0702030302020204" pitchFamily="66" charset="0"/>
            </a:endParaRPr>
          </a:p>
        </p:txBody>
      </p:sp>
      <p:graphicFrame>
        <p:nvGraphicFramePr>
          <p:cNvPr id="8196" name="对象 2"/>
          <p:cNvGraphicFramePr>
            <a:graphicFrameLocks noChangeAspect="1"/>
          </p:cNvGraphicFramePr>
          <p:nvPr/>
        </p:nvGraphicFramePr>
        <p:xfrm>
          <a:off x="990600" y="1905000"/>
          <a:ext cx="6858000" cy="4787900"/>
        </p:xfrm>
        <a:graphic>
          <a:graphicData uri="http://schemas.openxmlformats.org/presentationml/2006/ole">
            <mc:AlternateContent xmlns:mc="http://schemas.openxmlformats.org/markup-compatibility/2006">
              <mc:Choice xmlns:v="urn:schemas-microsoft-com:vml" Requires="v">
                <p:oleObj spid="_x0000_s3078" name="" r:id="rId1" imgW="9652000" imgH="6261100" progId="Visio.Drawing.11">
                  <p:embed/>
                </p:oleObj>
              </mc:Choice>
              <mc:Fallback>
                <p:oleObj name="" r:id="rId1" imgW="9652000" imgH="6261100" progId="Visio.Drawing.11">
                  <p:embed/>
                  <p:pic>
                    <p:nvPicPr>
                      <p:cNvPr id="0" name="图片 3077"/>
                      <p:cNvPicPr/>
                      <p:nvPr/>
                    </p:nvPicPr>
                    <p:blipFill>
                      <a:blip r:embed="rId2"/>
                      <a:stretch>
                        <a:fillRect/>
                      </a:stretch>
                    </p:blipFill>
                    <p:spPr>
                      <a:xfrm>
                        <a:off x="990600" y="1905000"/>
                        <a:ext cx="6858000" cy="4787900"/>
                      </a:xfrm>
                      <a:prstGeom prst="rect">
                        <a:avLst/>
                      </a:prstGeom>
                      <a:noFill/>
                      <a:ln w="38100">
                        <a:noFill/>
                        <a:miter/>
                      </a:ln>
                    </p:spPr>
                  </p:pic>
                </p:oleObj>
              </mc:Fallback>
            </mc:AlternateContent>
          </a:graphicData>
        </a:graphic>
      </p:graphicFrame>
      <p:cxnSp>
        <p:nvCxnSpPr>
          <p:cNvPr id="3" name="直接箭头连接符 2"/>
          <p:cNvCxnSpPr/>
          <p:nvPr/>
        </p:nvCxnSpPr>
        <p:spPr>
          <a:xfrm>
            <a:off x="4800600" y="3048000"/>
            <a:ext cx="1143000" cy="2054225"/>
          </a:xfrm>
          <a:prstGeom prst="straightConnector1">
            <a:avLst/>
          </a:prstGeom>
          <a:ln w="41275">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8198" name="TextBox 5"/>
          <p:cNvSpPr txBox="1"/>
          <p:nvPr/>
        </p:nvSpPr>
        <p:spPr>
          <a:xfrm>
            <a:off x="5219700" y="3276600"/>
            <a:ext cx="2705100" cy="523875"/>
          </a:xfrm>
          <a:prstGeom prst="rect">
            <a:avLst/>
          </a:prstGeom>
          <a:noFill/>
          <a:ln w="9525">
            <a:noFill/>
          </a:ln>
        </p:spPr>
        <p:txBody>
          <a:bodyPr>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eaLnBrk="1" hangingPunct="1">
              <a:spcBef>
                <a:spcPct val="0"/>
              </a:spcBef>
              <a:buClrTx/>
              <a:buSzTx/>
              <a:buFontTx/>
              <a:buNone/>
            </a:pPr>
            <a:r>
              <a:rPr lang="zh-CN" altLang="en-US" sz="2800" b="1" dirty="0">
                <a:solidFill>
                  <a:srgbClr val="FF0000"/>
                </a:solidFill>
                <a:latin typeface="Comic Sans MS" panose="030F0702030302020204" pitchFamily="66" charset="0"/>
              </a:rPr>
              <a:t>面向对象的方法</a:t>
            </a:r>
            <a:endParaRPr lang="zh-CN" altLang="en-US" sz="2800" b="1" dirty="0">
              <a:solidFill>
                <a:srgbClr val="FF0000"/>
              </a:solidFill>
              <a:latin typeface="Comic Sans MS" panose="030F0702030302020204" pitchFamily="66" charset="0"/>
            </a:endParaRPr>
          </a:p>
        </p:txBody>
      </p:sp>
      <p:cxnSp>
        <p:nvCxnSpPr>
          <p:cNvPr id="8" name="直接箭头连接符 7"/>
          <p:cNvCxnSpPr/>
          <p:nvPr/>
        </p:nvCxnSpPr>
        <p:spPr>
          <a:xfrm>
            <a:off x="5105400" y="3008313"/>
            <a:ext cx="1143000" cy="2054225"/>
          </a:xfrm>
          <a:prstGeom prst="straightConnector1">
            <a:avLst/>
          </a:prstGeom>
          <a:ln w="41275">
            <a:solidFill>
              <a:srgbClr val="92D050"/>
            </a:solidFill>
            <a:tailEnd type="arrow"/>
          </a:ln>
        </p:spPr>
        <p:style>
          <a:lnRef idx="1">
            <a:schemeClr val="accent1"/>
          </a:lnRef>
          <a:fillRef idx="0">
            <a:schemeClr val="accent1"/>
          </a:fillRef>
          <a:effectRef idx="0">
            <a:schemeClr val="accent1"/>
          </a:effectRef>
          <a:fontRef idx="minor">
            <a:schemeClr val="tx1"/>
          </a:fontRef>
        </p:style>
      </p:cxnSp>
      <p:sp>
        <p:nvSpPr>
          <p:cNvPr id="9" name="TextBox 8"/>
          <p:cNvSpPr txBox="1"/>
          <p:nvPr/>
        </p:nvSpPr>
        <p:spPr>
          <a:xfrm>
            <a:off x="5105400" y="2524125"/>
            <a:ext cx="2705100" cy="523875"/>
          </a:xfrm>
          <a:prstGeom prst="rect">
            <a:avLst/>
          </a:prstGeom>
          <a:noFill/>
          <a:ln w="9525">
            <a:noFill/>
          </a:ln>
        </p:spPr>
        <p:txBody>
          <a:bodyPr>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eaLnBrk="1" hangingPunct="1">
              <a:spcBef>
                <a:spcPct val="0"/>
              </a:spcBef>
              <a:buClrTx/>
              <a:buSzTx/>
              <a:buFontTx/>
              <a:buNone/>
            </a:pPr>
            <a:r>
              <a:rPr lang="zh-CN" altLang="en-US" sz="2800" b="1" dirty="0">
                <a:solidFill>
                  <a:srgbClr val="00B050"/>
                </a:solidFill>
                <a:latin typeface="Comic Sans MS" panose="030F0702030302020204" pitchFamily="66" charset="0"/>
              </a:rPr>
              <a:t>面向过程的方法</a:t>
            </a:r>
            <a:endParaRPr lang="zh-CN" altLang="en-US" sz="2800" b="1" dirty="0">
              <a:solidFill>
                <a:srgbClr val="00B050"/>
              </a:solidFill>
              <a:latin typeface="Comic Sans MS" panose="030F0702030302020204" pitchFamily="66"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anim calcmode="lin" valueType="num">
                                      <p:cBhvr additive="base">
                                        <p:cTn id="11" dur="500" fill="hold"/>
                                        <p:tgtEl>
                                          <p:spTgt spid="9"/>
                                        </p:tgtEl>
                                        <p:attrNameLst>
                                          <p:attrName>ppt_x</p:attrName>
                                        </p:attrNameLst>
                                      </p:cBhvr>
                                      <p:tavLst>
                                        <p:tav tm="0">
                                          <p:val>
                                            <p:strVal val="#ppt_x"/>
                                          </p:val>
                                        </p:tav>
                                        <p:tav tm="100000">
                                          <p:val>
                                            <p:strVal val="#ppt_x"/>
                                          </p:val>
                                        </p:tav>
                                      </p:tavLst>
                                    </p:anim>
                                    <p:anim calcmode="lin" valueType="num">
                                      <p:cBhvr additive="base">
                                        <p:cTn id="12"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218" name="标题 1"/>
          <p:cNvSpPr>
            <a:spLocks noGrp="1"/>
          </p:cNvSpPr>
          <p:nvPr>
            <p:ph type="title"/>
          </p:nvPr>
        </p:nvSpPr>
        <p:spPr/>
        <p:txBody>
          <a:bodyPr vert="horz" wrap="square" lIns="0" tIns="45720" rIns="0" bIns="0" anchor="b" anchorCtr="0"/>
          <a:p>
            <a:pPr eaLnBrk="1" hangingPunct="1"/>
            <a:r>
              <a:rPr lang="zh-CN" altLang="en-US" b="1" dirty="0">
                <a:latin typeface="微软雅黑" panose="020B0503020204020204" pitchFamily="34" charset="-122"/>
                <a:ea typeface="微软雅黑" panose="020B0503020204020204" pitchFamily="34" charset="-122"/>
              </a:rPr>
              <a:t>课程进度</a:t>
            </a:r>
            <a:endParaRPr lang="zh-CN" altLang="en-US" b="1" dirty="0">
              <a:latin typeface="微软雅黑" panose="020B0503020204020204" pitchFamily="34" charset="-122"/>
              <a:ea typeface="微软雅黑" panose="020B0503020204020204" pitchFamily="34" charset="-122"/>
            </a:endParaRPr>
          </a:p>
        </p:txBody>
      </p:sp>
      <p:sp>
        <p:nvSpPr>
          <p:cNvPr id="9219" name="Rectangle 2"/>
          <p:cNvSpPr/>
          <p:nvPr/>
        </p:nvSpPr>
        <p:spPr>
          <a:xfrm>
            <a:off x="0" y="0"/>
            <a:ext cx="9144000" cy="0"/>
          </a:xfrm>
          <a:prstGeom prst="rect">
            <a:avLst/>
          </a:prstGeom>
          <a:noFill/>
          <a:ln w="9525">
            <a:noFill/>
          </a:ln>
        </p:spPr>
        <p:txBody>
          <a:bodyPr wrap="none" anchor="ctr" anchorCtr="0">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eaLnBrk="1" hangingPunct="1">
              <a:spcBef>
                <a:spcPct val="0"/>
              </a:spcBef>
              <a:buClrTx/>
              <a:buSzTx/>
              <a:buFontTx/>
              <a:buNone/>
            </a:pPr>
            <a:endParaRPr lang="zh-CN" altLang="en-US" sz="1600" b="1" dirty="0">
              <a:latin typeface="Comic Sans MS" panose="030F0702030302020204" pitchFamily="66" charset="0"/>
            </a:endParaRPr>
          </a:p>
        </p:txBody>
      </p:sp>
      <p:graphicFrame>
        <p:nvGraphicFramePr>
          <p:cNvPr id="9220" name="对象 2"/>
          <p:cNvGraphicFramePr>
            <a:graphicFrameLocks noChangeAspect="1"/>
          </p:cNvGraphicFramePr>
          <p:nvPr/>
        </p:nvGraphicFramePr>
        <p:xfrm>
          <a:off x="990600" y="1905000"/>
          <a:ext cx="6858000" cy="4787900"/>
        </p:xfrm>
        <a:graphic>
          <a:graphicData uri="http://schemas.openxmlformats.org/presentationml/2006/ole">
            <mc:AlternateContent xmlns:mc="http://schemas.openxmlformats.org/markup-compatibility/2006">
              <mc:Choice xmlns:v="urn:schemas-microsoft-com:vml" Requires="v">
                <p:oleObj spid="_x0000_s3079" name="" r:id="rId1" imgW="9652000" imgH="6261100" progId="Visio.Drawing.11">
                  <p:embed/>
                </p:oleObj>
              </mc:Choice>
              <mc:Fallback>
                <p:oleObj name="" r:id="rId1" imgW="9652000" imgH="6261100" progId="Visio.Drawing.11">
                  <p:embed/>
                  <p:pic>
                    <p:nvPicPr>
                      <p:cNvPr id="0" name="图片 3078"/>
                      <p:cNvPicPr/>
                      <p:nvPr/>
                    </p:nvPicPr>
                    <p:blipFill>
                      <a:blip r:embed="rId2"/>
                      <a:stretch>
                        <a:fillRect/>
                      </a:stretch>
                    </p:blipFill>
                    <p:spPr>
                      <a:xfrm>
                        <a:off x="990600" y="1905000"/>
                        <a:ext cx="6858000" cy="4787900"/>
                      </a:xfrm>
                      <a:prstGeom prst="rect">
                        <a:avLst/>
                      </a:prstGeom>
                      <a:noFill/>
                      <a:ln w="38100">
                        <a:noFill/>
                        <a:miter/>
                      </a:ln>
                    </p:spPr>
                  </p:pic>
                </p:oleObj>
              </mc:Fallback>
            </mc:AlternateContent>
          </a:graphicData>
        </a:graphic>
      </p:graphicFrame>
      <p:cxnSp>
        <p:nvCxnSpPr>
          <p:cNvPr id="3" name="直接箭头连接符 2"/>
          <p:cNvCxnSpPr/>
          <p:nvPr/>
        </p:nvCxnSpPr>
        <p:spPr>
          <a:xfrm>
            <a:off x="4800600" y="3048000"/>
            <a:ext cx="1143000" cy="2054225"/>
          </a:xfrm>
          <a:prstGeom prst="straightConnector1">
            <a:avLst/>
          </a:prstGeom>
          <a:ln w="41275">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9222" name="TextBox 5"/>
          <p:cNvSpPr txBox="1"/>
          <p:nvPr/>
        </p:nvSpPr>
        <p:spPr>
          <a:xfrm>
            <a:off x="5219700" y="3276600"/>
            <a:ext cx="2705100" cy="523875"/>
          </a:xfrm>
          <a:prstGeom prst="rect">
            <a:avLst/>
          </a:prstGeom>
          <a:noFill/>
          <a:ln w="9525">
            <a:noFill/>
          </a:ln>
        </p:spPr>
        <p:txBody>
          <a:bodyPr>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eaLnBrk="1" hangingPunct="1">
              <a:spcBef>
                <a:spcPct val="0"/>
              </a:spcBef>
              <a:buClrTx/>
              <a:buSzTx/>
              <a:buFontTx/>
              <a:buNone/>
            </a:pPr>
            <a:r>
              <a:rPr lang="zh-CN" altLang="en-US" sz="2800" b="1" dirty="0">
                <a:solidFill>
                  <a:srgbClr val="FF0000"/>
                </a:solidFill>
                <a:latin typeface="Comic Sans MS" panose="030F0702030302020204" pitchFamily="66" charset="0"/>
              </a:rPr>
              <a:t>面向对象的方法</a:t>
            </a:r>
            <a:endParaRPr lang="zh-CN" altLang="en-US" sz="2800" b="1" dirty="0">
              <a:solidFill>
                <a:srgbClr val="FF0000"/>
              </a:solidFill>
              <a:latin typeface="Comic Sans MS" panose="030F0702030302020204" pitchFamily="66" charset="0"/>
            </a:endParaRPr>
          </a:p>
        </p:txBody>
      </p:sp>
      <p:sp>
        <p:nvSpPr>
          <p:cNvPr id="2" name="圆角矩形标注 1"/>
          <p:cNvSpPr/>
          <p:nvPr/>
        </p:nvSpPr>
        <p:spPr>
          <a:xfrm>
            <a:off x="5486400" y="1828800"/>
            <a:ext cx="3124200" cy="1066800"/>
          </a:xfrm>
          <a:prstGeom prst="wedgeRoundRectCallout">
            <a:avLst>
              <a:gd name="adj1" fmla="val -72978"/>
              <a:gd name="adj2" fmla="val 102141"/>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2000" b="1" i="0" u="none" strike="noStrike" kern="1200" cap="none" spc="0" normalizeH="0" baseline="0" noProof="0" dirty="0">
                <a:ln>
                  <a:noFill/>
                </a:ln>
                <a:solidFill>
                  <a:srgbClr val="FF0000"/>
                </a:solidFill>
                <a:effectLst/>
                <a:uLnTx/>
                <a:uFillTx/>
                <a:latin typeface="+mn-lt"/>
                <a:ea typeface="+mn-ea"/>
                <a:cs typeface="+mn-cs"/>
              </a:rPr>
              <a:t>用例建模</a:t>
            </a:r>
            <a:r>
              <a:rPr kumimoji="0" lang="zh-CN" altLang="en-US" sz="1600" b="1" i="0" u="none" strike="noStrike" kern="1200" cap="none" spc="0" normalizeH="0" baseline="0" noProof="0" dirty="0">
                <a:ln>
                  <a:noFill/>
                </a:ln>
                <a:solidFill>
                  <a:schemeClr val="lt1"/>
                </a:solidFill>
                <a:effectLst/>
                <a:uLnTx/>
                <a:uFillTx/>
                <a:latin typeface="+mn-lt"/>
                <a:ea typeface="+mn-ea"/>
                <a:cs typeface="+mn-cs"/>
              </a:rPr>
              <a:t>：从用户的角度出发，关注用户期望软件系统具有的各个功能，以及功能的具体使用过程</a:t>
            </a:r>
            <a:endParaRPr kumimoji="0" lang="zh-CN" altLang="en-US" sz="1600" b="1" i="0" u="none" strike="noStrike" kern="1200" cap="none" spc="0" normalizeH="0" baseline="0" noProof="0" dirty="0">
              <a:ln>
                <a:noFill/>
              </a:ln>
              <a:solidFill>
                <a:schemeClr val="lt1"/>
              </a:solidFill>
              <a:effectLst/>
              <a:uLnTx/>
              <a:uFillTx/>
              <a:latin typeface="+mn-lt"/>
              <a:ea typeface="+mn-ea"/>
              <a:cs typeface="+mn-cs"/>
            </a:endParaRPr>
          </a:p>
        </p:txBody>
      </p:sp>
      <p:sp>
        <p:nvSpPr>
          <p:cNvPr id="9225" name="文本框 3"/>
          <p:cNvSpPr txBox="1"/>
          <p:nvPr/>
        </p:nvSpPr>
        <p:spPr>
          <a:xfrm>
            <a:off x="3200400" y="404813"/>
            <a:ext cx="5867400" cy="1260475"/>
          </a:xfrm>
          <a:prstGeom prst="rect">
            <a:avLst/>
          </a:prstGeom>
          <a:noFill/>
          <a:ln w="9525">
            <a:noFill/>
          </a:ln>
        </p:spPr>
        <p:txBody>
          <a:bodyPr>
            <a:spAutoFit/>
          </a:bodyPr>
          <a:p>
            <a:r>
              <a:rPr lang="zh-CN" altLang="en-US" sz="2800" dirty="0">
                <a:solidFill>
                  <a:srgbClr val="FF0000"/>
                </a:solidFill>
                <a:latin typeface="Comic Sans MS" panose="030F0702030302020204" pitchFamily="66" charset="0"/>
              </a:rPr>
              <a:t>面向对象</a:t>
            </a:r>
            <a:r>
              <a:rPr lang="zh-CN" altLang="en-US" sz="2400" dirty="0">
                <a:latin typeface="Comic Sans MS" panose="030F0702030302020204" pitchFamily="66" charset="0"/>
              </a:rPr>
              <a:t>：</a:t>
            </a:r>
            <a:r>
              <a:rPr lang="zh-CN" altLang="en-US" sz="2400" dirty="0">
                <a:solidFill>
                  <a:srgbClr val="FF0000"/>
                </a:solidFill>
                <a:latin typeface="Comic Sans MS" panose="030F0702030302020204" pitchFamily="66" charset="0"/>
              </a:rPr>
              <a:t>软件系统由一组具有独特功能的对象组成，而软件系统的功能由具体的对象以及对象间的交互来完成。</a:t>
            </a:r>
            <a:endParaRPr lang="zh-CN" altLang="en-US" sz="2400" dirty="0">
              <a:solidFill>
                <a:srgbClr val="FF0000"/>
              </a:solidFill>
              <a:latin typeface="Comic Sans MS" panose="030F0702030302020204" pitchFamily="66" charset="0"/>
            </a:endParaRPr>
          </a:p>
        </p:txBody>
      </p:sp>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242" name="标题 1"/>
          <p:cNvSpPr>
            <a:spLocks noGrp="1"/>
          </p:cNvSpPr>
          <p:nvPr>
            <p:ph type="title"/>
          </p:nvPr>
        </p:nvSpPr>
        <p:spPr/>
        <p:txBody>
          <a:bodyPr vert="horz" wrap="square" lIns="0" tIns="45720" rIns="0" bIns="0" anchor="b" anchorCtr="0"/>
          <a:p>
            <a:pPr eaLnBrk="1" hangingPunct="1"/>
            <a:r>
              <a:rPr lang="zh-CN" altLang="en-US" b="1" dirty="0">
                <a:latin typeface="微软雅黑" panose="020B0503020204020204" pitchFamily="34" charset="-122"/>
                <a:ea typeface="微软雅黑" panose="020B0503020204020204" pitchFamily="34" charset="-122"/>
              </a:rPr>
              <a:t>课程进度</a:t>
            </a:r>
            <a:endParaRPr lang="zh-CN" altLang="en-US" b="1" dirty="0">
              <a:latin typeface="微软雅黑" panose="020B0503020204020204" pitchFamily="34" charset="-122"/>
              <a:ea typeface="微软雅黑" panose="020B0503020204020204" pitchFamily="34" charset="-122"/>
            </a:endParaRPr>
          </a:p>
        </p:txBody>
      </p:sp>
      <p:sp>
        <p:nvSpPr>
          <p:cNvPr id="10243" name="Rectangle 2"/>
          <p:cNvSpPr/>
          <p:nvPr/>
        </p:nvSpPr>
        <p:spPr>
          <a:xfrm>
            <a:off x="0" y="0"/>
            <a:ext cx="9144000" cy="0"/>
          </a:xfrm>
          <a:prstGeom prst="rect">
            <a:avLst/>
          </a:prstGeom>
          <a:noFill/>
          <a:ln w="9525">
            <a:noFill/>
          </a:ln>
        </p:spPr>
        <p:txBody>
          <a:bodyPr wrap="none" anchor="ctr" anchorCtr="0">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eaLnBrk="1" hangingPunct="1">
              <a:spcBef>
                <a:spcPct val="0"/>
              </a:spcBef>
              <a:buClrTx/>
              <a:buSzTx/>
              <a:buFontTx/>
              <a:buNone/>
            </a:pPr>
            <a:endParaRPr lang="zh-CN" altLang="en-US" sz="1600" b="1" dirty="0">
              <a:latin typeface="Comic Sans MS" panose="030F0702030302020204" pitchFamily="66" charset="0"/>
            </a:endParaRPr>
          </a:p>
        </p:txBody>
      </p:sp>
      <p:graphicFrame>
        <p:nvGraphicFramePr>
          <p:cNvPr id="10244" name="对象 2"/>
          <p:cNvGraphicFramePr>
            <a:graphicFrameLocks noChangeAspect="1"/>
          </p:cNvGraphicFramePr>
          <p:nvPr/>
        </p:nvGraphicFramePr>
        <p:xfrm>
          <a:off x="990600" y="1905000"/>
          <a:ext cx="6858000" cy="4787900"/>
        </p:xfrm>
        <a:graphic>
          <a:graphicData uri="http://schemas.openxmlformats.org/presentationml/2006/ole">
            <mc:AlternateContent xmlns:mc="http://schemas.openxmlformats.org/markup-compatibility/2006">
              <mc:Choice xmlns:v="urn:schemas-microsoft-com:vml" Requires="v">
                <p:oleObj spid="_x0000_s3080" name="" r:id="rId1" imgW="9652000" imgH="6261100" progId="Visio.Drawing.11">
                  <p:embed/>
                </p:oleObj>
              </mc:Choice>
              <mc:Fallback>
                <p:oleObj name="" r:id="rId1" imgW="9652000" imgH="6261100" progId="Visio.Drawing.11">
                  <p:embed/>
                  <p:pic>
                    <p:nvPicPr>
                      <p:cNvPr id="0" name="图片 3079"/>
                      <p:cNvPicPr/>
                      <p:nvPr/>
                    </p:nvPicPr>
                    <p:blipFill>
                      <a:blip r:embed="rId2"/>
                      <a:stretch>
                        <a:fillRect/>
                      </a:stretch>
                    </p:blipFill>
                    <p:spPr>
                      <a:xfrm>
                        <a:off x="990600" y="1905000"/>
                        <a:ext cx="6858000" cy="4787900"/>
                      </a:xfrm>
                      <a:prstGeom prst="rect">
                        <a:avLst/>
                      </a:prstGeom>
                      <a:noFill/>
                      <a:ln w="38100">
                        <a:noFill/>
                        <a:miter/>
                      </a:ln>
                    </p:spPr>
                  </p:pic>
                </p:oleObj>
              </mc:Fallback>
            </mc:AlternateContent>
          </a:graphicData>
        </a:graphic>
      </p:graphicFrame>
      <p:cxnSp>
        <p:nvCxnSpPr>
          <p:cNvPr id="8" name="直接箭头连接符 7"/>
          <p:cNvCxnSpPr/>
          <p:nvPr/>
        </p:nvCxnSpPr>
        <p:spPr>
          <a:xfrm>
            <a:off x="5105400" y="3008313"/>
            <a:ext cx="1143000" cy="2054225"/>
          </a:xfrm>
          <a:prstGeom prst="straightConnector1">
            <a:avLst/>
          </a:prstGeom>
          <a:ln w="41275">
            <a:solidFill>
              <a:srgbClr val="92D050"/>
            </a:solidFill>
            <a:tailEnd type="arrow"/>
          </a:ln>
        </p:spPr>
        <p:style>
          <a:lnRef idx="1">
            <a:schemeClr val="accent1"/>
          </a:lnRef>
          <a:fillRef idx="0">
            <a:schemeClr val="accent1"/>
          </a:fillRef>
          <a:effectRef idx="0">
            <a:schemeClr val="accent1"/>
          </a:effectRef>
          <a:fontRef idx="minor">
            <a:schemeClr val="tx1"/>
          </a:fontRef>
        </p:style>
      </p:cxnSp>
      <p:sp>
        <p:nvSpPr>
          <p:cNvPr id="9" name="TextBox 8"/>
          <p:cNvSpPr txBox="1"/>
          <p:nvPr/>
        </p:nvSpPr>
        <p:spPr>
          <a:xfrm>
            <a:off x="5105400" y="2524125"/>
            <a:ext cx="2705100" cy="523875"/>
          </a:xfrm>
          <a:prstGeom prst="rect">
            <a:avLst/>
          </a:prstGeom>
          <a:noFill/>
          <a:ln w="9525">
            <a:noFill/>
          </a:ln>
        </p:spPr>
        <p:txBody>
          <a:bodyPr>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eaLnBrk="1" hangingPunct="1">
              <a:spcBef>
                <a:spcPct val="0"/>
              </a:spcBef>
              <a:buClrTx/>
              <a:buSzTx/>
              <a:buFontTx/>
              <a:buNone/>
            </a:pPr>
            <a:r>
              <a:rPr lang="zh-CN" altLang="en-US" sz="2800" b="1" dirty="0">
                <a:solidFill>
                  <a:srgbClr val="00B050"/>
                </a:solidFill>
                <a:latin typeface="Comic Sans MS" panose="030F0702030302020204" pitchFamily="66" charset="0"/>
              </a:rPr>
              <a:t>面向过程的方法</a:t>
            </a:r>
            <a:endParaRPr lang="zh-CN" altLang="en-US" sz="2800" b="1" dirty="0">
              <a:solidFill>
                <a:srgbClr val="00B050"/>
              </a:solidFill>
              <a:latin typeface="Comic Sans MS" panose="030F0702030302020204" pitchFamily="66" charset="0"/>
            </a:endParaRPr>
          </a:p>
        </p:txBody>
      </p:sp>
      <p:sp>
        <p:nvSpPr>
          <p:cNvPr id="10247" name="文本框 1"/>
          <p:cNvSpPr txBox="1"/>
          <p:nvPr/>
        </p:nvSpPr>
        <p:spPr>
          <a:xfrm>
            <a:off x="5943600" y="3200400"/>
            <a:ext cx="3048000" cy="1383665"/>
          </a:xfrm>
          <a:prstGeom prst="rect">
            <a:avLst/>
          </a:prstGeom>
          <a:noFill/>
          <a:ln w="9525">
            <a:noFill/>
          </a:ln>
        </p:spPr>
        <p:txBody>
          <a:bodyPr>
            <a:spAutoFit/>
          </a:bodyPr>
          <a:p>
            <a:r>
              <a:rPr lang="zh-CN" altLang="en-US" sz="2800" dirty="0">
                <a:solidFill>
                  <a:srgbClr val="FF0000"/>
                </a:solidFill>
                <a:latin typeface="Comic Sans MS" panose="030F0702030302020204" pitchFamily="66" charset="0"/>
              </a:rPr>
              <a:t>基本思路是什么？</a:t>
            </a:r>
            <a:endParaRPr lang="en-US" altLang="zh-CN" sz="2800" dirty="0">
              <a:solidFill>
                <a:srgbClr val="FF0000"/>
              </a:solidFill>
              <a:latin typeface="Comic Sans MS" panose="030F0702030302020204" pitchFamily="66" charset="0"/>
            </a:endParaRPr>
          </a:p>
          <a:p>
            <a:r>
              <a:rPr lang="zh-CN" altLang="en-US" sz="2800" dirty="0">
                <a:solidFill>
                  <a:srgbClr val="FF0000"/>
                </a:solidFill>
                <a:latin typeface="Comic Sans MS" panose="030F0702030302020204" pitchFamily="66" charset="0"/>
              </a:rPr>
              <a:t>需求分析怎么做？</a:t>
            </a:r>
            <a:endParaRPr lang="en-US" altLang="zh-CN" sz="2800" dirty="0">
              <a:solidFill>
                <a:srgbClr val="FF0000"/>
              </a:solidFill>
              <a:latin typeface="Comic Sans MS" panose="030F0702030302020204" pitchFamily="66" charset="0"/>
            </a:endParaRPr>
          </a:p>
          <a:p>
            <a:endParaRPr lang="zh-CN" altLang="en-US" sz="2800" dirty="0">
              <a:solidFill>
                <a:srgbClr val="FF0000"/>
              </a:solidFill>
              <a:latin typeface="Comic Sans MS" panose="030F0702030302020204" pitchFamily="66"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anim calcmode="lin" valueType="num">
                                      <p:cBhvr additive="base">
                                        <p:cTn id="11" dur="500" fill="hold"/>
                                        <p:tgtEl>
                                          <p:spTgt spid="9"/>
                                        </p:tgtEl>
                                        <p:attrNameLst>
                                          <p:attrName>ppt_x</p:attrName>
                                        </p:attrNameLst>
                                      </p:cBhvr>
                                      <p:tavLst>
                                        <p:tav tm="0">
                                          <p:val>
                                            <p:strVal val="#ppt_x"/>
                                          </p:val>
                                        </p:tav>
                                        <p:tav tm="100000">
                                          <p:val>
                                            <p:strVal val="#ppt_x"/>
                                          </p:val>
                                        </p:tav>
                                      </p:tavLst>
                                    </p:anim>
                                    <p:anim calcmode="lin" valueType="num">
                                      <p:cBhvr additive="base">
                                        <p:cTn id="12"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6" name="标题 1"/>
          <p:cNvSpPr>
            <a:spLocks noGrp="1"/>
          </p:cNvSpPr>
          <p:nvPr>
            <p:ph type="title"/>
          </p:nvPr>
        </p:nvSpPr>
        <p:spPr/>
        <p:txBody>
          <a:bodyPr vert="horz" wrap="square" lIns="0" tIns="45720" rIns="0" bIns="0" anchor="b" anchorCtr="0"/>
          <a:p>
            <a:r>
              <a:rPr lang="zh-CN" altLang="en-US" b="1" dirty="0">
                <a:latin typeface="微软雅黑" panose="020B0503020204020204" pitchFamily="34" charset="-122"/>
                <a:ea typeface="微软雅黑" panose="020B0503020204020204" pitchFamily="34" charset="-122"/>
              </a:rPr>
              <a:t>面向过程方法的</a:t>
            </a:r>
            <a:r>
              <a:rPr lang="zh-CN" altLang="en-US" b="1" dirty="0">
                <a:solidFill>
                  <a:srgbClr val="FF0000"/>
                </a:solidFill>
                <a:latin typeface="微软雅黑" panose="020B0503020204020204" pitchFamily="34" charset="-122"/>
                <a:ea typeface="微软雅黑" panose="020B0503020204020204" pitchFamily="34" charset="-122"/>
              </a:rPr>
              <a:t>基本理解</a:t>
            </a:r>
            <a:endParaRPr lang="zh-CN" altLang="en-US" b="1" dirty="0">
              <a:solidFill>
                <a:srgbClr val="FF0000"/>
              </a:solidFill>
              <a:latin typeface="微软雅黑" panose="020B0503020204020204" pitchFamily="34" charset="-122"/>
              <a:ea typeface="微软雅黑" panose="020B0503020204020204" pitchFamily="34" charset="-122"/>
            </a:endParaRPr>
          </a:p>
        </p:txBody>
      </p:sp>
      <p:sp>
        <p:nvSpPr>
          <p:cNvPr id="4" name="Rectangle 46"/>
          <p:cNvSpPr txBox="1">
            <a:spLocks noChangeArrowheads="1"/>
          </p:cNvSpPr>
          <p:nvPr/>
        </p:nvSpPr>
        <p:spPr bwMode="black">
          <a:xfrm>
            <a:off x="865188" y="1908175"/>
            <a:ext cx="7580313" cy="205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gn="l" rtl="0" fontAlgn="base">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fontAlgn="base">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fontAlgn="base">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fontAlgn="base">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fontAlgn="base">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274320" marR="0" lvl="0" indent="-274320" algn="l" defTabSz="914400" rtl="0" eaLnBrk="1" fontAlgn="auto" latinLnBrk="0" hangingPunct="1">
              <a:lnSpc>
                <a:spcPct val="150000"/>
              </a:lnSpc>
              <a:spcBef>
                <a:spcPct val="20000"/>
              </a:spcBef>
              <a:spcAft>
                <a:spcPts val="0"/>
              </a:spcAft>
              <a:buClr>
                <a:schemeClr val="accent3"/>
              </a:buClr>
              <a:buSzPct val="95000"/>
              <a:buFont typeface="Wingdings" panose="05000000000000000000" pitchFamily="2" charset="2"/>
              <a:buChar char="p"/>
              <a:defRPr/>
            </a:pPr>
            <a:r>
              <a:rPr kumimoji="0" lang="zh-CN" altLang="en-US" sz="2800" b="1" i="0" u="none" strike="noStrike" kern="1200" cap="none" spc="0" normalizeH="0" baseline="0" noProof="0" dirty="0" smtClean="0">
                <a:ln>
                  <a:noFill/>
                </a:ln>
                <a:solidFill>
                  <a:schemeClr val="tx1"/>
                </a:solidFill>
                <a:effectLst/>
                <a:uLnTx/>
                <a:uFillTx/>
                <a:latin typeface="+mn-lt"/>
                <a:ea typeface="+mn-ea"/>
                <a:cs typeface="+mn-cs"/>
              </a:rPr>
              <a:t>面向对象</a:t>
            </a:r>
            <a:endParaRPr kumimoji="0" lang="en-US" altLang="zh-CN" sz="2800" b="1" i="0" u="none" strike="noStrike" kern="1200" cap="none" spc="0" normalizeH="0" baseline="0" noProof="0" dirty="0">
              <a:ln>
                <a:noFill/>
              </a:ln>
              <a:solidFill>
                <a:schemeClr val="tx1"/>
              </a:solidFill>
              <a:effectLst/>
              <a:uLnTx/>
              <a:uFillTx/>
              <a:latin typeface="+mn-lt"/>
              <a:ea typeface="+mn-ea"/>
              <a:cs typeface="+mn-cs"/>
            </a:endParaRPr>
          </a:p>
          <a:p>
            <a:pPr marL="742950" marR="0" lvl="1" indent="-285750" algn="l" defTabSz="914400" rtl="0" eaLnBrk="1" fontAlgn="base" latinLnBrk="0" hangingPunct="1">
              <a:lnSpc>
                <a:spcPct val="150000"/>
              </a:lnSpc>
              <a:spcBef>
                <a:spcPct val="20000"/>
              </a:spcBef>
              <a:spcAft>
                <a:spcPct val="0"/>
              </a:spcAft>
              <a:buClrTx/>
              <a:buSzTx/>
              <a:buFont typeface="Wingdings" panose="05000000000000000000" pitchFamily="2" charset="2"/>
              <a:buChar char="ü"/>
              <a:defRPr/>
            </a:pPr>
            <a:r>
              <a:rPr kumimoji="0" lang="zh-CN" altLang="en-US" sz="2400" b="1" i="0" u="none" strike="noStrike" kern="1200" cap="none" spc="0" normalizeH="0" baseline="0" noProof="0" dirty="0" smtClean="0">
                <a:ln>
                  <a:noFill/>
                </a:ln>
                <a:solidFill>
                  <a:srgbClr val="000000"/>
                </a:solidFill>
                <a:effectLst/>
                <a:uLnTx/>
                <a:uFillTx/>
                <a:latin typeface="+mn-ea"/>
                <a:ea typeface="+mn-ea"/>
                <a:cs typeface="+mn-cs"/>
              </a:rPr>
              <a:t>关注构成软件系统的各个</a:t>
            </a:r>
            <a:r>
              <a:rPr kumimoji="0" lang="zh-CN" altLang="en-US" sz="2400" b="1" i="0" u="none" strike="noStrike" kern="1200" cap="none" spc="0" normalizeH="0" baseline="0" noProof="0" dirty="0" smtClean="0">
                <a:ln>
                  <a:noFill/>
                </a:ln>
                <a:solidFill>
                  <a:srgbClr val="FF0000"/>
                </a:solidFill>
                <a:effectLst/>
                <a:uLnTx/>
                <a:uFillTx/>
                <a:latin typeface="+mn-ea"/>
                <a:ea typeface="+mn-ea"/>
                <a:cs typeface="+mn-cs"/>
              </a:rPr>
              <a:t>独立个体</a:t>
            </a:r>
            <a:endParaRPr kumimoji="0" lang="en-US" altLang="zh-CN" sz="2400" b="1" i="0" u="none" strike="noStrike" kern="1200" cap="none" spc="0" normalizeH="0" baseline="0" noProof="0" dirty="0" smtClean="0">
              <a:ln>
                <a:noFill/>
              </a:ln>
              <a:solidFill>
                <a:srgbClr val="FF0000"/>
              </a:solidFill>
              <a:effectLst/>
              <a:uLnTx/>
              <a:uFillTx/>
              <a:latin typeface="+mn-ea"/>
              <a:ea typeface="+mn-ea"/>
              <a:cs typeface="+mn-cs"/>
            </a:endParaRPr>
          </a:p>
          <a:p>
            <a:pPr marL="742950" marR="0" lvl="1" indent="-285750" algn="l" defTabSz="914400" rtl="0" eaLnBrk="1" fontAlgn="base" latinLnBrk="0" hangingPunct="1">
              <a:lnSpc>
                <a:spcPct val="150000"/>
              </a:lnSpc>
              <a:spcBef>
                <a:spcPct val="20000"/>
              </a:spcBef>
              <a:spcAft>
                <a:spcPct val="0"/>
              </a:spcAft>
              <a:buClrTx/>
              <a:buSzTx/>
              <a:buFont typeface="Wingdings" panose="05000000000000000000" pitchFamily="2" charset="2"/>
              <a:buChar char="ü"/>
              <a:defRPr/>
            </a:pPr>
            <a:r>
              <a:rPr kumimoji="0" lang="zh-CN" altLang="en-US" sz="2400" b="1" i="0" u="none" strike="noStrike" kern="1200" cap="none" spc="0" normalizeH="0" baseline="0" noProof="0" dirty="0" smtClean="0">
                <a:ln>
                  <a:noFill/>
                </a:ln>
                <a:solidFill>
                  <a:srgbClr val="000000"/>
                </a:solidFill>
                <a:effectLst/>
                <a:uLnTx/>
                <a:uFillTx/>
                <a:latin typeface="+mn-ea"/>
                <a:ea typeface="+mn-ea"/>
                <a:cs typeface="+mn-cs"/>
              </a:rPr>
              <a:t>软件系统 </a:t>
            </a:r>
            <a:r>
              <a:rPr kumimoji="0" lang="en-US" altLang="zh-CN" sz="2400" b="1" i="0" u="none" strike="noStrike" kern="1200" cap="none" spc="0" normalizeH="0" baseline="0" noProof="0" dirty="0" smtClean="0">
                <a:ln>
                  <a:noFill/>
                </a:ln>
                <a:solidFill>
                  <a:srgbClr val="000000"/>
                </a:solidFill>
                <a:effectLst/>
                <a:uLnTx/>
                <a:uFillTx/>
                <a:latin typeface="+mn-ea"/>
                <a:ea typeface="+mn-ea"/>
                <a:cs typeface="+mn-cs"/>
              </a:rPr>
              <a:t>= </a:t>
            </a:r>
            <a:r>
              <a:rPr kumimoji="0" lang="zh-CN" altLang="en-US" sz="2400" b="1" i="0" u="none" strike="noStrike" kern="1200" cap="none" spc="0" normalizeH="0" baseline="0" noProof="0" dirty="0" smtClean="0">
                <a:ln>
                  <a:noFill/>
                </a:ln>
                <a:solidFill>
                  <a:srgbClr val="000000"/>
                </a:solidFill>
                <a:effectLst/>
                <a:uLnTx/>
                <a:uFillTx/>
                <a:latin typeface="+mn-ea"/>
                <a:ea typeface="+mn-ea"/>
                <a:cs typeface="+mn-cs"/>
              </a:rPr>
              <a:t>对象 </a:t>
            </a:r>
            <a:r>
              <a:rPr kumimoji="0" lang="en-US" altLang="zh-CN" sz="2400" b="1" i="0" u="none" strike="noStrike" kern="1200" cap="none" spc="0" normalizeH="0" baseline="0" noProof="0" dirty="0" smtClean="0">
                <a:ln>
                  <a:noFill/>
                </a:ln>
                <a:solidFill>
                  <a:srgbClr val="000000"/>
                </a:solidFill>
                <a:effectLst/>
                <a:uLnTx/>
                <a:uFillTx/>
                <a:latin typeface="+mn-ea"/>
                <a:ea typeface="+mn-ea"/>
                <a:cs typeface="+mn-cs"/>
              </a:rPr>
              <a:t>+ </a:t>
            </a:r>
            <a:r>
              <a:rPr kumimoji="0" lang="zh-CN" altLang="en-US" sz="2400" b="1" i="0" u="none" strike="noStrike" kern="1200" cap="none" spc="0" normalizeH="0" baseline="0" noProof="0" dirty="0" smtClean="0">
                <a:ln>
                  <a:noFill/>
                </a:ln>
                <a:solidFill>
                  <a:srgbClr val="000000"/>
                </a:solidFill>
                <a:effectLst/>
                <a:uLnTx/>
                <a:uFillTx/>
                <a:latin typeface="+mn-ea"/>
                <a:ea typeface="+mn-ea"/>
                <a:cs typeface="+mn-cs"/>
              </a:rPr>
              <a:t>交互</a:t>
            </a:r>
            <a:endParaRPr kumimoji="0" lang="zh-CN" altLang="en-US" sz="2400" b="1" i="0" u="none" strike="noStrike" kern="1200" cap="none" spc="0" normalizeH="0" baseline="0" noProof="0" dirty="0" smtClean="0">
              <a:ln>
                <a:noFill/>
              </a:ln>
              <a:solidFill>
                <a:srgbClr val="000000"/>
              </a:solidFill>
              <a:effectLst/>
              <a:uLnTx/>
              <a:uFillTx/>
              <a:latin typeface="+mn-ea"/>
              <a:ea typeface="+mn-ea"/>
              <a:cs typeface="+mn-cs"/>
            </a:endParaRPr>
          </a:p>
          <a:p>
            <a:pPr marL="0" marR="0" lvl="0" indent="0" algn="l" defTabSz="914400" rtl="0" eaLnBrk="1" fontAlgn="base" latinLnBrk="0" hangingPunct="1">
              <a:lnSpc>
                <a:spcPct val="150000"/>
              </a:lnSpc>
              <a:spcBef>
                <a:spcPct val="20000"/>
              </a:spcBef>
              <a:spcAft>
                <a:spcPct val="0"/>
              </a:spcAft>
              <a:buClrTx/>
              <a:buSzTx/>
              <a:buFont typeface="Arial" panose="020B0604020202020204" pitchFamily="34" charset="0"/>
              <a:buNone/>
              <a:defRPr/>
            </a:pPr>
            <a:endParaRPr kumimoji="1" lang="en-US" altLang="zh-CN" sz="2400" b="1" i="0" u="none" strike="noStrike" kern="1200" cap="none" spc="0" normalizeH="0" baseline="0" noProof="0" dirty="0" smtClean="0">
              <a:ln>
                <a:noFill/>
              </a:ln>
              <a:solidFill>
                <a:srgbClr val="000000"/>
              </a:solidFill>
              <a:effectLst/>
              <a:uLnTx/>
              <a:uFillTx/>
              <a:latin typeface="+mn-ea"/>
              <a:ea typeface="+mn-ea"/>
              <a:cs typeface="+mn-cs"/>
            </a:endParaRPr>
          </a:p>
          <a:p>
            <a:pPr marL="0" marR="0" lvl="0" indent="0" algn="l" defTabSz="914400" rtl="0" eaLnBrk="1" fontAlgn="base" latinLnBrk="0" hangingPunct="1">
              <a:lnSpc>
                <a:spcPct val="150000"/>
              </a:lnSpc>
              <a:spcBef>
                <a:spcPct val="20000"/>
              </a:spcBef>
              <a:spcAft>
                <a:spcPct val="0"/>
              </a:spcAft>
              <a:buClrTx/>
              <a:buSzTx/>
              <a:buFont typeface="Arial" panose="020B0604020202020204" pitchFamily="34" charset="0"/>
              <a:buNone/>
              <a:defRPr/>
            </a:pPr>
            <a:r>
              <a:rPr kumimoji="1" lang="en-US" altLang="zh-CN" sz="2400" b="1" i="0" u="none" strike="noStrike" kern="1200" cap="none" spc="0" normalizeH="0" baseline="0" noProof="0" dirty="0" smtClean="0">
                <a:ln>
                  <a:noFill/>
                </a:ln>
                <a:solidFill>
                  <a:srgbClr val="000000"/>
                </a:solidFill>
                <a:effectLst/>
                <a:uLnTx/>
                <a:uFillTx/>
                <a:latin typeface="+mn-ea"/>
                <a:ea typeface="+mn-ea"/>
                <a:cs typeface="+mn-cs"/>
              </a:rPr>
              <a:t>   </a:t>
            </a:r>
            <a:endParaRPr kumimoji="1" lang="en-US" altLang="zh-CN" sz="2400" b="1" i="0" u="none" strike="noStrike" kern="1200" cap="none" spc="0" normalizeH="0" baseline="0" noProof="0" dirty="0" smtClean="0">
              <a:ln>
                <a:noFill/>
              </a:ln>
              <a:solidFill>
                <a:srgbClr val="000000"/>
              </a:solidFill>
              <a:effectLst/>
              <a:uLnTx/>
              <a:uFillTx/>
              <a:latin typeface="+mn-ea"/>
              <a:ea typeface="+mn-ea"/>
              <a:cs typeface="+mn-cs"/>
            </a:endParaRPr>
          </a:p>
          <a:p>
            <a:pPr marL="0" marR="0" lvl="0" indent="0" algn="l" defTabSz="914400" rtl="0" eaLnBrk="1" fontAlgn="base" latinLnBrk="0" hangingPunct="1">
              <a:lnSpc>
                <a:spcPct val="150000"/>
              </a:lnSpc>
              <a:spcBef>
                <a:spcPct val="20000"/>
              </a:spcBef>
              <a:spcAft>
                <a:spcPct val="0"/>
              </a:spcAft>
              <a:buClrTx/>
              <a:buSzTx/>
              <a:buFont typeface="Arial" panose="020B0604020202020204" pitchFamily="34" charset="0"/>
              <a:buNone/>
              <a:defRPr/>
            </a:pPr>
            <a:endParaRPr kumimoji="1" lang="en-US" altLang="zh-CN" sz="2400" b="1" i="0" u="none" strike="noStrike" kern="1200" cap="none" spc="0" normalizeH="0" baseline="0" noProof="0" dirty="0" smtClean="0">
              <a:ln>
                <a:noFill/>
              </a:ln>
              <a:solidFill>
                <a:srgbClr val="000000"/>
              </a:solidFill>
              <a:effectLst/>
              <a:uLnTx/>
              <a:uFillTx/>
              <a:latin typeface="+mn-ea"/>
              <a:ea typeface="+mn-ea"/>
              <a:cs typeface="+mn-cs"/>
            </a:endParaRPr>
          </a:p>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r>
              <a:rPr kumimoji="0" lang="zh-CN" altLang="en-US" sz="2400" b="1" i="0" u="none" strike="noStrike" kern="1200" cap="none" spc="0" normalizeH="0" baseline="0" noProof="0" dirty="0" smtClean="0">
                <a:ln>
                  <a:noFill/>
                </a:ln>
                <a:solidFill>
                  <a:schemeClr val="tx1"/>
                </a:solidFill>
                <a:effectLst/>
                <a:uLnTx/>
                <a:uFillTx/>
                <a:latin typeface="+mn-lt"/>
                <a:ea typeface="+mn-ea"/>
                <a:cs typeface="+mn-cs"/>
              </a:rPr>
              <a:t>        </a:t>
            </a:r>
            <a:endParaRPr kumimoji="0" lang="en-US" altLang="zh-CN" sz="2400" b="1" i="0" u="none" strike="noStrike" kern="1200" cap="none" spc="0" normalizeH="0" baseline="0" noProof="0" dirty="0" smtClean="0">
              <a:ln>
                <a:noFill/>
              </a:ln>
              <a:solidFill>
                <a:schemeClr val="tx1"/>
              </a:solidFill>
              <a:effectLst/>
              <a:uLnTx/>
              <a:uFillTx/>
              <a:latin typeface="+mn-lt"/>
              <a:ea typeface="+mn-ea"/>
              <a:cs typeface="+mn-cs"/>
            </a:endParaRPr>
          </a:p>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r>
              <a:rPr kumimoji="0" lang="en-US" altLang="zh-CN" sz="2400" b="1" i="0" u="none" strike="noStrike" kern="1200" cap="none" spc="0" normalizeH="0" baseline="0" noProof="0" dirty="0" smtClean="0">
                <a:ln>
                  <a:noFill/>
                </a:ln>
                <a:solidFill>
                  <a:srgbClr val="000000"/>
                </a:solidFill>
                <a:effectLst/>
                <a:uLnTx/>
                <a:uFillTx/>
                <a:latin typeface="+mn-lt"/>
                <a:ea typeface="楷体_GB2312" pitchFamily="49" charset="-122"/>
                <a:cs typeface="+mn-cs"/>
              </a:rPr>
              <a:t>     </a:t>
            </a:r>
            <a:endParaRPr kumimoji="0" lang="zh-CN" altLang="en-US" sz="2400" b="1" i="0" u="none" strike="noStrike" kern="1200" cap="none" spc="0" normalizeH="0" baseline="0" noProof="0" dirty="0">
              <a:ln>
                <a:noFill/>
              </a:ln>
              <a:solidFill>
                <a:schemeClr val="tx1"/>
              </a:solidFill>
              <a:effectLst/>
              <a:uLnTx/>
              <a:uFillTx/>
              <a:latin typeface="+mn-lt"/>
              <a:ea typeface="+mn-ea"/>
              <a:cs typeface="+mn-cs"/>
            </a:endParaRPr>
          </a:p>
        </p:txBody>
      </p:sp>
      <p:sp>
        <p:nvSpPr>
          <p:cNvPr id="5" name="Rectangle 46"/>
          <p:cNvSpPr txBox="1">
            <a:spLocks noChangeArrowheads="1"/>
          </p:cNvSpPr>
          <p:nvPr/>
        </p:nvSpPr>
        <p:spPr bwMode="black">
          <a:xfrm>
            <a:off x="833438" y="3965575"/>
            <a:ext cx="7580313" cy="205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gn="l" rtl="0" fontAlgn="base">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fontAlgn="base">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fontAlgn="base">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fontAlgn="base">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fontAlgn="base">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274320" marR="0" lvl="0" indent="-274320" algn="l" defTabSz="914400" rtl="0" eaLnBrk="1" fontAlgn="auto" latinLnBrk="0" hangingPunct="1">
              <a:lnSpc>
                <a:spcPct val="150000"/>
              </a:lnSpc>
              <a:spcBef>
                <a:spcPct val="20000"/>
              </a:spcBef>
              <a:spcAft>
                <a:spcPts val="0"/>
              </a:spcAft>
              <a:buClr>
                <a:schemeClr val="accent3"/>
              </a:buClr>
              <a:buSzPct val="95000"/>
              <a:buFont typeface="Wingdings" panose="05000000000000000000" pitchFamily="2" charset="2"/>
              <a:buChar char="p"/>
              <a:defRPr/>
            </a:pPr>
            <a:r>
              <a:rPr kumimoji="0" lang="zh-CN" altLang="en-US" sz="2800" b="1" i="0" u="none" strike="noStrike" kern="1200" cap="none" spc="0" normalizeH="0" baseline="0" noProof="0" dirty="0" smtClean="0">
                <a:ln>
                  <a:noFill/>
                </a:ln>
                <a:solidFill>
                  <a:schemeClr val="tx1"/>
                </a:solidFill>
                <a:effectLst/>
                <a:uLnTx/>
                <a:uFillTx/>
                <a:latin typeface="+mn-lt"/>
                <a:ea typeface="+mn-ea"/>
                <a:cs typeface="+mn-cs"/>
              </a:rPr>
              <a:t>面向过程</a:t>
            </a:r>
            <a:endParaRPr kumimoji="0" lang="en-US" altLang="zh-CN" sz="2800" b="1" i="0" u="none" strike="noStrike" kern="1200" cap="none" spc="0" normalizeH="0" baseline="0" noProof="0" dirty="0">
              <a:ln>
                <a:noFill/>
              </a:ln>
              <a:solidFill>
                <a:schemeClr val="tx1"/>
              </a:solidFill>
              <a:effectLst/>
              <a:uLnTx/>
              <a:uFillTx/>
              <a:latin typeface="+mn-lt"/>
              <a:ea typeface="+mn-ea"/>
              <a:cs typeface="+mn-cs"/>
            </a:endParaRPr>
          </a:p>
          <a:p>
            <a:pPr marL="742950" marR="0" lvl="1" indent="-285750" algn="l" defTabSz="914400" rtl="0" eaLnBrk="1" fontAlgn="base" latinLnBrk="0" hangingPunct="1">
              <a:lnSpc>
                <a:spcPct val="150000"/>
              </a:lnSpc>
              <a:spcBef>
                <a:spcPct val="20000"/>
              </a:spcBef>
              <a:spcAft>
                <a:spcPct val="0"/>
              </a:spcAft>
              <a:buClrTx/>
              <a:buSzTx/>
              <a:buFont typeface="Wingdings" panose="05000000000000000000" pitchFamily="2" charset="2"/>
              <a:buChar char="ü"/>
              <a:defRPr/>
            </a:pPr>
            <a:r>
              <a:rPr kumimoji="0" lang="zh-CN" altLang="en-US" sz="2400" b="1" i="0" u="none" strike="noStrike" kern="1200" cap="none" spc="0" normalizeH="0" baseline="0" noProof="0" dirty="0" smtClean="0">
                <a:ln>
                  <a:noFill/>
                </a:ln>
                <a:solidFill>
                  <a:srgbClr val="000000"/>
                </a:solidFill>
                <a:effectLst/>
                <a:uLnTx/>
                <a:uFillTx/>
                <a:latin typeface="+mn-ea"/>
                <a:ea typeface="+mn-ea"/>
                <a:cs typeface="+mn-cs"/>
              </a:rPr>
              <a:t>从计算的视角出发，关注系统的</a:t>
            </a:r>
            <a:r>
              <a:rPr kumimoji="0" lang="zh-CN" altLang="en-US" sz="2400" b="1" i="0" u="none" strike="noStrike" kern="1200" cap="none" spc="0" normalizeH="0" baseline="0" noProof="0" dirty="0" smtClean="0">
                <a:ln>
                  <a:noFill/>
                </a:ln>
                <a:solidFill>
                  <a:srgbClr val="FF0000"/>
                </a:solidFill>
                <a:effectLst/>
                <a:uLnTx/>
                <a:uFillTx/>
                <a:latin typeface="+mn-ea"/>
                <a:ea typeface="+mn-ea"/>
                <a:cs typeface="+mn-cs"/>
              </a:rPr>
              <a:t>输入</a:t>
            </a:r>
            <a:r>
              <a:rPr kumimoji="0" lang="en-US" altLang="zh-CN" sz="2400" b="1" i="0" u="none" strike="noStrike" kern="1200" cap="none" spc="0" normalizeH="0" baseline="0" noProof="0" dirty="0" smtClean="0">
                <a:ln>
                  <a:noFill/>
                </a:ln>
                <a:solidFill>
                  <a:srgbClr val="FF0000"/>
                </a:solidFill>
                <a:effectLst/>
                <a:uLnTx/>
                <a:uFillTx/>
                <a:latin typeface="+mn-ea"/>
                <a:ea typeface="+mn-ea"/>
                <a:cs typeface="+mn-cs"/>
                <a:sym typeface="Wingdings" panose="05000000000000000000" pitchFamily="2" charset="2"/>
              </a:rPr>
              <a:t></a:t>
            </a:r>
            <a:r>
              <a:rPr kumimoji="0" lang="zh-CN" altLang="en-US" sz="2400" b="1" i="0" u="none" strike="noStrike" kern="1200" cap="none" spc="0" normalizeH="0" baseline="0" noProof="0" dirty="0" smtClean="0">
                <a:ln>
                  <a:noFill/>
                </a:ln>
                <a:solidFill>
                  <a:srgbClr val="FF0000"/>
                </a:solidFill>
                <a:effectLst/>
                <a:uLnTx/>
                <a:uFillTx/>
                <a:latin typeface="+mn-ea"/>
                <a:ea typeface="+mn-ea"/>
                <a:cs typeface="+mn-cs"/>
              </a:rPr>
              <a:t>输出</a:t>
            </a:r>
            <a:endParaRPr kumimoji="0" lang="en-US" altLang="zh-CN" sz="2400" b="1" i="0" u="none" strike="noStrike" kern="1200" cap="none" spc="0" normalizeH="0" baseline="0" noProof="0" dirty="0" smtClean="0">
              <a:ln>
                <a:noFill/>
              </a:ln>
              <a:solidFill>
                <a:srgbClr val="FF0000"/>
              </a:solidFill>
              <a:effectLst/>
              <a:uLnTx/>
              <a:uFillTx/>
              <a:latin typeface="+mn-ea"/>
              <a:ea typeface="+mn-ea"/>
              <a:cs typeface="+mn-cs"/>
            </a:endParaRPr>
          </a:p>
          <a:p>
            <a:pPr marL="742950" marR="0" lvl="1" indent="-285750" algn="l" defTabSz="914400" rtl="0" eaLnBrk="1" fontAlgn="base" latinLnBrk="0" hangingPunct="1">
              <a:lnSpc>
                <a:spcPct val="150000"/>
              </a:lnSpc>
              <a:spcBef>
                <a:spcPct val="20000"/>
              </a:spcBef>
              <a:spcAft>
                <a:spcPct val="0"/>
              </a:spcAft>
              <a:buClrTx/>
              <a:buSzTx/>
              <a:buFont typeface="Wingdings" panose="05000000000000000000" pitchFamily="2" charset="2"/>
              <a:buChar char="ü"/>
              <a:defRPr/>
            </a:pPr>
            <a:r>
              <a:rPr kumimoji="0" lang="zh-CN" altLang="en-US" sz="2400" b="1" i="0" u="none" strike="noStrike" kern="1200" cap="none" spc="0" normalizeH="0" baseline="0" noProof="0" dirty="0" smtClean="0">
                <a:ln>
                  <a:noFill/>
                </a:ln>
                <a:solidFill>
                  <a:srgbClr val="000000"/>
                </a:solidFill>
                <a:effectLst/>
                <a:uLnTx/>
                <a:uFillTx/>
                <a:latin typeface="+mn-ea"/>
                <a:ea typeface="+mn-ea"/>
                <a:cs typeface="+mn-cs"/>
              </a:rPr>
              <a:t>软件系统：</a:t>
            </a:r>
            <a:r>
              <a:rPr kumimoji="0" lang="en-US" altLang="zh-CN" sz="2400" b="1" i="0" u="none" strike="noStrike" kern="1200" cap="none" spc="0" normalizeH="0" baseline="0" noProof="0" dirty="0" smtClean="0">
                <a:ln>
                  <a:noFill/>
                </a:ln>
                <a:solidFill>
                  <a:srgbClr val="000000"/>
                </a:solidFill>
                <a:effectLst/>
                <a:uLnTx/>
                <a:uFillTx/>
                <a:latin typeface="+mn-ea"/>
                <a:ea typeface="+mn-ea"/>
                <a:cs typeface="+mn-cs"/>
              </a:rPr>
              <a:t>y=f(x)</a:t>
            </a:r>
            <a:r>
              <a:rPr kumimoji="0" lang="zh-CN" altLang="en-US" sz="2400" b="1" i="0" u="none" strike="noStrike" kern="1200" cap="none" spc="0" normalizeH="0" baseline="0" noProof="0" dirty="0" smtClean="0">
                <a:ln>
                  <a:noFill/>
                </a:ln>
                <a:solidFill>
                  <a:srgbClr val="000000"/>
                </a:solidFill>
                <a:effectLst/>
                <a:uLnTx/>
                <a:uFillTx/>
                <a:latin typeface="+mn-ea"/>
                <a:ea typeface="+mn-ea"/>
                <a:cs typeface="+mn-cs"/>
              </a:rPr>
              <a:t> </a:t>
            </a:r>
            <a:endParaRPr kumimoji="0" lang="en-US" altLang="zh-CN" sz="2400" b="1" i="0" u="none" strike="noStrike" kern="1200" cap="none" spc="0" normalizeH="0" baseline="0" noProof="0" dirty="0" smtClean="0">
              <a:ln>
                <a:noFill/>
              </a:ln>
              <a:solidFill>
                <a:srgbClr val="000000"/>
              </a:solidFill>
              <a:effectLst/>
              <a:uLnTx/>
              <a:uFillTx/>
              <a:latin typeface="+mn-ea"/>
              <a:ea typeface="+mn-ea"/>
              <a:cs typeface="+mn-cs"/>
            </a:endParaRPr>
          </a:p>
          <a:p>
            <a:pPr marL="742950" marR="0" lvl="1" indent="-285750" algn="l" defTabSz="914400" rtl="0" eaLnBrk="1" fontAlgn="base" latinLnBrk="0" hangingPunct="1">
              <a:lnSpc>
                <a:spcPct val="150000"/>
              </a:lnSpc>
              <a:spcBef>
                <a:spcPct val="20000"/>
              </a:spcBef>
              <a:spcAft>
                <a:spcPct val="0"/>
              </a:spcAft>
              <a:buClrTx/>
              <a:buSzTx/>
              <a:buFont typeface="Wingdings" panose="05000000000000000000" pitchFamily="2" charset="2"/>
              <a:buChar char="ü"/>
              <a:defRPr/>
            </a:pPr>
            <a:r>
              <a:rPr kumimoji="0" lang="zh-CN" altLang="en-US" sz="2400" b="1" i="0" u="none" strike="noStrike" kern="1200" cap="none" spc="0" normalizeH="0" baseline="0" noProof="0" dirty="0" smtClean="0">
                <a:ln>
                  <a:noFill/>
                </a:ln>
                <a:solidFill>
                  <a:srgbClr val="000000"/>
                </a:solidFill>
                <a:effectLst/>
                <a:uLnTx/>
                <a:uFillTx/>
                <a:latin typeface="+mn-ea"/>
                <a:ea typeface="+mn-ea"/>
                <a:cs typeface="+mn-cs"/>
              </a:rPr>
              <a:t>软件系统 </a:t>
            </a:r>
            <a:r>
              <a:rPr kumimoji="0" lang="en-US" altLang="zh-CN" sz="2400" b="1" i="0" u="none" strike="noStrike" kern="1200" cap="none" spc="0" normalizeH="0" baseline="0" noProof="0" dirty="0" smtClean="0">
                <a:ln>
                  <a:noFill/>
                </a:ln>
                <a:solidFill>
                  <a:srgbClr val="000000"/>
                </a:solidFill>
                <a:effectLst/>
                <a:uLnTx/>
                <a:uFillTx/>
                <a:latin typeface="+mn-ea"/>
                <a:ea typeface="+mn-ea"/>
                <a:cs typeface="+mn-cs"/>
              </a:rPr>
              <a:t>= </a:t>
            </a:r>
            <a:r>
              <a:rPr kumimoji="0" lang="zh-CN" altLang="en-US" sz="2400" b="1" i="0" u="none" strike="noStrike" kern="1200" cap="none" spc="0" normalizeH="0" baseline="0" noProof="0" dirty="0" smtClean="0">
                <a:ln>
                  <a:noFill/>
                </a:ln>
                <a:solidFill>
                  <a:srgbClr val="000000"/>
                </a:solidFill>
                <a:effectLst/>
                <a:uLnTx/>
                <a:uFillTx/>
                <a:latin typeface="+mn-ea"/>
                <a:ea typeface="+mn-ea"/>
                <a:cs typeface="+mn-cs"/>
              </a:rPr>
              <a:t>算法 </a:t>
            </a:r>
            <a:r>
              <a:rPr kumimoji="0" lang="en-US" altLang="zh-CN" sz="2400" b="1" i="0" u="none" strike="noStrike" kern="1200" cap="none" spc="0" normalizeH="0" baseline="0" noProof="0" dirty="0" smtClean="0">
                <a:ln>
                  <a:noFill/>
                </a:ln>
                <a:solidFill>
                  <a:srgbClr val="000000"/>
                </a:solidFill>
                <a:effectLst/>
                <a:uLnTx/>
                <a:uFillTx/>
                <a:latin typeface="+mn-ea"/>
                <a:ea typeface="+mn-ea"/>
                <a:cs typeface="+mn-cs"/>
              </a:rPr>
              <a:t>+ </a:t>
            </a:r>
            <a:r>
              <a:rPr kumimoji="0" lang="zh-CN" altLang="en-US" sz="2400" b="1" i="0" u="none" strike="noStrike" kern="1200" cap="none" spc="0" normalizeH="0" baseline="0" noProof="0" dirty="0" smtClean="0">
                <a:ln>
                  <a:noFill/>
                </a:ln>
                <a:solidFill>
                  <a:srgbClr val="000000"/>
                </a:solidFill>
                <a:effectLst/>
                <a:uLnTx/>
                <a:uFillTx/>
                <a:latin typeface="+mn-ea"/>
                <a:ea typeface="+mn-ea"/>
                <a:cs typeface="+mn-cs"/>
              </a:rPr>
              <a:t>数据结构</a:t>
            </a:r>
            <a:endParaRPr kumimoji="1" lang="en-US" altLang="zh-CN" sz="2400" b="1" i="0" u="none" strike="noStrike" kern="1200" cap="none" spc="0" normalizeH="0" baseline="0" noProof="0" dirty="0" smtClean="0">
              <a:ln>
                <a:noFill/>
              </a:ln>
              <a:solidFill>
                <a:srgbClr val="000000"/>
              </a:solidFill>
              <a:effectLst/>
              <a:uLnTx/>
              <a:uFillTx/>
              <a:latin typeface="+mn-ea"/>
              <a:ea typeface="+mn-ea"/>
              <a:cs typeface="+mn-cs"/>
            </a:endParaRPr>
          </a:p>
          <a:p>
            <a:pPr marL="0" marR="0" lvl="0" indent="0" algn="l" defTabSz="914400" rtl="0" eaLnBrk="1" fontAlgn="base" latinLnBrk="0" hangingPunct="1">
              <a:lnSpc>
                <a:spcPct val="150000"/>
              </a:lnSpc>
              <a:spcBef>
                <a:spcPct val="20000"/>
              </a:spcBef>
              <a:spcAft>
                <a:spcPct val="0"/>
              </a:spcAft>
              <a:buClrTx/>
              <a:buSzTx/>
              <a:buFont typeface="Arial" panose="020B0604020202020204" pitchFamily="34" charset="0"/>
              <a:buNone/>
              <a:defRPr/>
            </a:pPr>
            <a:r>
              <a:rPr kumimoji="1" lang="en-US" altLang="zh-CN" sz="2400" b="1" i="0" u="none" strike="noStrike" kern="1200" cap="none" spc="0" normalizeH="0" baseline="0" noProof="0" dirty="0" smtClean="0">
                <a:ln>
                  <a:noFill/>
                </a:ln>
                <a:solidFill>
                  <a:srgbClr val="000000"/>
                </a:solidFill>
                <a:effectLst/>
                <a:uLnTx/>
                <a:uFillTx/>
                <a:latin typeface="+mn-ea"/>
                <a:ea typeface="+mn-ea"/>
                <a:cs typeface="+mn-cs"/>
              </a:rPr>
              <a:t>   </a:t>
            </a:r>
            <a:endParaRPr kumimoji="1" lang="en-US" altLang="zh-CN" sz="2400" b="1" i="0" u="none" strike="noStrike" kern="1200" cap="none" spc="0" normalizeH="0" baseline="0" noProof="0" dirty="0" smtClean="0">
              <a:ln>
                <a:noFill/>
              </a:ln>
              <a:solidFill>
                <a:srgbClr val="000000"/>
              </a:solidFill>
              <a:effectLst/>
              <a:uLnTx/>
              <a:uFillTx/>
              <a:latin typeface="+mn-ea"/>
              <a:ea typeface="+mn-ea"/>
              <a:cs typeface="+mn-cs"/>
            </a:endParaRPr>
          </a:p>
          <a:p>
            <a:pPr marL="0" marR="0" lvl="0" indent="0" algn="l" defTabSz="914400" rtl="0" eaLnBrk="1" fontAlgn="base" latinLnBrk="0" hangingPunct="1">
              <a:lnSpc>
                <a:spcPct val="150000"/>
              </a:lnSpc>
              <a:spcBef>
                <a:spcPct val="20000"/>
              </a:spcBef>
              <a:spcAft>
                <a:spcPct val="0"/>
              </a:spcAft>
              <a:buClrTx/>
              <a:buSzTx/>
              <a:buFont typeface="Arial" panose="020B0604020202020204" pitchFamily="34" charset="0"/>
              <a:buNone/>
              <a:defRPr/>
            </a:pPr>
            <a:endParaRPr kumimoji="1" lang="en-US" altLang="zh-CN" sz="2400" b="1" i="0" u="none" strike="noStrike" kern="1200" cap="none" spc="0" normalizeH="0" baseline="0" noProof="0" dirty="0" smtClean="0">
              <a:ln>
                <a:noFill/>
              </a:ln>
              <a:solidFill>
                <a:srgbClr val="000000"/>
              </a:solidFill>
              <a:effectLst/>
              <a:uLnTx/>
              <a:uFillTx/>
              <a:latin typeface="+mn-ea"/>
              <a:ea typeface="+mn-ea"/>
              <a:cs typeface="+mn-cs"/>
            </a:endParaRPr>
          </a:p>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r>
              <a:rPr kumimoji="0" lang="zh-CN" altLang="en-US" sz="2400" b="1" i="0" u="none" strike="noStrike" kern="1200" cap="none" spc="0" normalizeH="0" baseline="0" noProof="0" dirty="0" smtClean="0">
                <a:ln>
                  <a:noFill/>
                </a:ln>
                <a:solidFill>
                  <a:schemeClr val="tx1"/>
                </a:solidFill>
                <a:effectLst/>
                <a:uLnTx/>
                <a:uFillTx/>
                <a:latin typeface="+mn-lt"/>
                <a:ea typeface="+mn-ea"/>
                <a:cs typeface="+mn-cs"/>
              </a:rPr>
              <a:t>        </a:t>
            </a:r>
            <a:endParaRPr kumimoji="0" lang="en-US" altLang="zh-CN" sz="2400" b="1" i="0" u="none" strike="noStrike" kern="1200" cap="none" spc="0" normalizeH="0" baseline="0" noProof="0" dirty="0" smtClean="0">
              <a:ln>
                <a:noFill/>
              </a:ln>
              <a:solidFill>
                <a:schemeClr val="tx1"/>
              </a:solidFill>
              <a:effectLst/>
              <a:uLnTx/>
              <a:uFillTx/>
              <a:latin typeface="+mn-lt"/>
              <a:ea typeface="+mn-ea"/>
              <a:cs typeface="+mn-cs"/>
            </a:endParaRPr>
          </a:p>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r>
              <a:rPr kumimoji="0" lang="en-US" altLang="zh-CN" sz="2400" b="1" i="0" u="none" strike="noStrike" kern="1200" cap="none" spc="0" normalizeH="0" baseline="0" noProof="0" dirty="0" smtClean="0">
                <a:ln>
                  <a:noFill/>
                </a:ln>
                <a:solidFill>
                  <a:srgbClr val="000000"/>
                </a:solidFill>
                <a:effectLst/>
                <a:uLnTx/>
                <a:uFillTx/>
                <a:latin typeface="+mn-lt"/>
                <a:ea typeface="楷体_GB2312" pitchFamily="49" charset="-122"/>
                <a:cs typeface="+mn-cs"/>
              </a:rPr>
              <a:t>     </a:t>
            </a:r>
            <a:endParaRPr kumimoji="0" lang="zh-CN" altLang="en-US" sz="2400" b="1" i="0" u="none" strike="noStrike" kern="1200" cap="none" spc="0" normalizeH="0" baseline="0" noProof="0" dirty="0">
              <a:ln>
                <a:noFill/>
              </a:ln>
              <a:solidFill>
                <a:schemeClr val="tx1"/>
              </a:solidFill>
              <a:effectLst/>
              <a:uLnTx/>
              <a:uFillTx/>
              <a:latin typeface="+mn-lt"/>
              <a:ea typeface="+mn-ea"/>
              <a:cs typeface="+mn-cs"/>
            </a:endParaRPr>
          </a:p>
        </p:txBody>
      </p:sp>
      <p:sp>
        <p:nvSpPr>
          <p:cNvPr id="10" name="文本框 9"/>
          <p:cNvSpPr txBox="1"/>
          <p:nvPr/>
        </p:nvSpPr>
        <p:spPr>
          <a:xfrm>
            <a:off x="3429000" y="6324600"/>
            <a:ext cx="609600" cy="461963"/>
          </a:xfrm>
          <a:prstGeom prst="rect">
            <a:avLst/>
          </a:prstGeom>
          <a:noFill/>
        </p:spPr>
        <p:txBody>
          <a:bodyPr>
            <a:spAutoFit/>
          </a:bodyPr>
          <a:lstStyle/>
          <a:p>
            <a:pPr marR="0" defTabSz="914400">
              <a:buClrTx/>
              <a:buSzTx/>
              <a:buFontTx/>
              <a:buNone/>
              <a:defRPr/>
            </a:pPr>
            <a:r>
              <a:rPr kumimoji="0" lang="en-US" altLang="zh-CN" sz="2400" kern="1200" cap="none" spc="0" normalizeH="0" baseline="0" noProof="0" dirty="0">
                <a:solidFill>
                  <a:srgbClr val="FF0000"/>
                </a:solidFill>
                <a:latin typeface="+mn-ea"/>
                <a:ea typeface="宋体" panose="02010600030101010101" pitchFamily="2" charset="-122"/>
                <a:cs typeface="+mn-cs"/>
              </a:rPr>
              <a:t>f</a:t>
            </a:r>
            <a:endParaRPr kumimoji="0" lang="zh-CN" altLang="en-US" sz="2400" kern="1200" cap="none" spc="0" normalizeH="0" baseline="0" noProof="0" dirty="0">
              <a:solidFill>
                <a:srgbClr val="FF0000"/>
              </a:solidFill>
              <a:latin typeface="Comic Sans MS" panose="030F0702030302020204" pitchFamily="66" charset="0"/>
              <a:ea typeface="宋体" panose="02010600030101010101" pitchFamily="2" charset="-122"/>
              <a:cs typeface="+mn-cs"/>
            </a:endParaRPr>
          </a:p>
        </p:txBody>
      </p:sp>
      <p:sp>
        <p:nvSpPr>
          <p:cNvPr id="12" name="文本框 11"/>
          <p:cNvSpPr txBox="1"/>
          <p:nvPr/>
        </p:nvSpPr>
        <p:spPr>
          <a:xfrm>
            <a:off x="4656138" y="6315075"/>
            <a:ext cx="914400" cy="461963"/>
          </a:xfrm>
          <a:prstGeom prst="rect">
            <a:avLst/>
          </a:prstGeom>
          <a:noFill/>
        </p:spPr>
        <p:txBody>
          <a:bodyPr>
            <a:spAutoFit/>
          </a:bodyPr>
          <a:lstStyle/>
          <a:p>
            <a:pPr marR="0" defTabSz="914400">
              <a:buClrTx/>
              <a:buSzTx/>
              <a:buFontTx/>
              <a:buNone/>
              <a:defRPr/>
            </a:pPr>
            <a:r>
              <a:rPr kumimoji="0" lang="en-US" altLang="zh-CN" sz="2400" kern="1200" cap="none" spc="0" normalizeH="0" baseline="0" noProof="0" dirty="0">
                <a:solidFill>
                  <a:srgbClr val="FF0000"/>
                </a:solidFill>
                <a:latin typeface="+mn-ea"/>
                <a:ea typeface="宋体" panose="02010600030101010101" pitchFamily="2" charset="-122"/>
                <a:cs typeface="+mn-cs"/>
              </a:rPr>
              <a:t>x y</a:t>
            </a:r>
            <a:endParaRPr kumimoji="0" lang="zh-CN" altLang="en-US" sz="2400" kern="1200" cap="none" spc="0" normalizeH="0" baseline="0" noProof="0" dirty="0">
              <a:solidFill>
                <a:srgbClr val="FF0000"/>
              </a:solidFill>
              <a:latin typeface="Comic Sans MS" panose="030F0702030302020204" pitchFamily="66" charset="0"/>
              <a:ea typeface="宋体" panose="02010600030101010101" pitchFamily="2" charset="-122"/>
              <a:cs typeface="+mn-cs"/>
            </a:endParaRPr>
          </a:p>
        </p:txBody>
      </p:sp>
    </p:spTree>
  </p:cSld>
  <p:clrMapOvr>
    <a:masterClrMapping/>
  </p:clrMapOvr>
  <p:transition spd="slow"/>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314" name="标题 1"/>
          <p:cNvSpPr>
            <a:spLocks noGrp="1"/>
          </p:cNvSpPr>
          <p:nvPr>
            <p:ph type="title"/>
          </p:nvPr>
        </p:nvSpPr>
        <p:spPr/>
        <p:txBody>
          <a:bodyPr vert="horz" wrap="square" lIns="0" tIns="45720" rIns="0" bIns="0" anchor="b" anchorCtr="0"/>
          <a:p>
            <a:pPr eaLnBrk="1" hangingPunct="1"/>
            <a:r>
              <a:rPr lang="zh-CN" altLang="en-US" b="1" dirty="0">
                <a:latin typeface="微软雅黑" panose="020B0503020204020204" pitchFamily="34" charset="-122"/>
                <a:ea typeface="微软雅黑" panose="020B0503020204020204" pitchFamily="34" charset="-122"/>
              </a:rPr>
              <a:t>课程进度</a:t>
            </a:r>
            <a:endParaRPr lang="zh-CN" altLang="en-US" b="1" dirty="0">
              <a:latin typeface="微软雅黑" panose="020B0503020204020204" pitchFamily="34" charset="-122"/>
              <a:ea typeface="微软雅黑" panose="020B0503020204020204" pitchFamily="34" charset="-122"/>
            </a:endParaRPr>
          </a:p>
        </p:txBody>
      </p:sp>
      <p:sp>
        <p:nvSpPr>
          <p:cNvPr id="13315" name="Rectangle 2"/>
          <p:cNvSpPr/>
          <p:nvPr/>
        </p:nvSpPr>
        <p:spPr>
          <a:xfrm>
            <a:off x="0" y="0"/>
            <a:ext cx="9144000" cy="0"/>
          </a:xfrm>
          <a:prstGeom prst="rect">
            <a:avLst/>
          </a:prstGeom>
          <a:noFill/>
          <a:ln w="9525">
            <a:noFill/>
          </a:ln>
        </p:spPr>
        <p:txBody>
          <a:bodyPr wrap="none" anchor="ctr" anchorCtr="0">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eaLnBrk="1" hangingPunct="1">
              <a:spcBef>
                <a:spcPct val="0"/>
              </a:spcBef>
              <a:buClrTx/>
              <a:buSzTx/>
              <a:buFontTx/>
              <a:buNone/>
            </a:pPr>
            <a:endParaRPr lang="zh-CN" altLang="en-US" sz="1600" b="1" dirty="0">
              <a:latin typeface="Comic Sans MS" panose="030F0702030302020204" pitchFamily="66" charset="0"/>
            </a:endParaRPr>
          </a:p>
        </p:txBody>
      </p:sp>
      <p:graphicFrame>
        <p:nvGraphicFramePr>
          <p:cNvPr id="13316" name="对象 2"/>
          <p:cNvGraphicFramePr>
            <a:graphicFrameLocks noChangeAspect="1"/>
          </p:cNvGraphicFramePr>
          <p:nvPr/>
        </p:nvGraphicFramePr>
        <p:xfrm>
          <a:off x="990600" y="1905000"/>
          <a:ext cx="6858000" cy="4787900"/>
        </p:xfrm>
        <a:graphic>
          <a:graphicData uri="http://schemas.openxmlformats.org/presentationml/2006/ole">
            <mc:AlternateContent xmlns:mc="http://schemas.openxmlformats.org/markup-compatibility/2006">
              <mc:Choice xmlns:v="urn:schemas-microsoft-com:vml" Requires="v">
                <p:oleObj spid="_x0000_s3077" name="" r:id="rId1" imgW="9652000" imgH="6261100" progId="Visio.Drawing.11">
                  <p:embed/>
                </p:oleObj>
              </mc:Choice>
              <mc:Fallback>
                <p:oleObj name="" r:id="rId1" imgW="9652000" imgH="6261100" progId="Visio.Drawing.11">
                  <p:embed/>
                  <p:pic>
                    <p:nvPicPr>
                      <p:cNvPr id="0" name="图片 3076"/>
                      <p:cNvPicPr/>
                      <p:nvPr/>
                    </p:nvPicPr>
                    <p:blipFill>
                      <a:blip r:embed="rId2"/>
                      <a:stretch>
                        <a:fillRect/>
                      </a:stretch>
                    </p:blipFill>
                    <p:spPr>
                      <a:xfrm>
                        <a:off x="990600" y="1905000"/>
                        <a:ext cx="6858000" cy="4787900"/>
                      </a:xfrm>
                      <a:prstGeom prst="rect">
                        <a:avLst/>
                      </a:prstGeom>
                      <a:noFill/>
                      <a:ln w="38100">
                        <a:noFill/>
                        <a:miter/>
                      </a:ln>
                    </p:spPr>
                  </p:pic>
                </p:oleObj>
              </mc:Fallback>
            </mc:AlternateContent>
          </a:graphicData>
        </a:graphic>
      </p:graphicFrame>
      <p:cxnSp>
        <p:nvCxnSpPr>
          <p:cNvPr id="8" name="直接箭头连接符 7"/>
          <p:cNvCxnSpPr/>
          <p:nvPr/>
        </p:nvCxnSpPr>
        <p:spPr>
          <a:xfrm>
            <a:off x="5105400" y="3008313"/>
            <a:ext cx="1143000" cy="2054225"/>
          </a:xfrm>
          <a:prstGeom prst="straightConnector1">
            <a:avLst/>
          </a:prstGeom>
          <a:ln w="41275">
            <a:solidFill>
              <a:srgbClr val="92D050"/>
            </a:solidFill>
            <a:tailEnd type="arrow"/>
          </a:ln>
        </p:spPr>
        <p:style>
          <a:lnRef idx="1">
            <a:schemeClr val="accent1"/>
          </a:lnRef>
          <a:fillRef idx="0">
            <a:schemeClr val="accent1"/>
          </a:fillRef>
          <a:effectRef idx="0">
            <a:schemeClr val="accent1"/>
          </a:effectRef>
          <a:fontRef idx="minor">
            <a:schemeClr val="tx1"/>
          </a:fontRef>
        </p:style>
      </p:cxnSp>
      <p:sp>
        <p:nvSpPr>
          <p:cNvPr id="9" name="TextBox 8"/>
          <p:cNvSpPr txBox="1"/>
          <p:nvPr/>
        </p:nvSpPr>
        <p:spPr>
          <a:xfrm>
            <a:off x="5105400" y="2524125"/>
            <a:ext cx="2705100" cy="523875"/>
          </a:xfrm>
          <a:prstGeom prst="rect">
            <a:avLst/>
          </a:prstGeom>
          <a:noFill/>
          <a:ln w="9525">
            <a:noFill/>
          </a:ln>
        </p:spPr>
        <p:txBody>
          <a:bodyPr>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eaLnBrk="1" hangingPunct="1">
              <a:spcBef>
                <a:spcPct val="0"/>
              </a:spcBef>
              <a:buClrTx/>
              <a:buSzTx/>
              <a:buFontTx/>
              <a:buNone/>
            </a:pPr>
            <a:r>
              <a:rPr lang="zh-CN" altLang="en-US" sz="2800" b="1" dirty="0">
                <a:solidFill>
                  <a:srgbClr val="00B050"/>
                </a:solidFill>
                <a:latin typeface="Comic Sans MS" panose="030F0702030302020204" pitchFamily="66" charset="0"/>
              </a:rPr>
              <a:t>面向过程的方法</a:t>
            </a:r>
            <a:endParaRPr lang="zh-CN" altLang="en-US" sz="2800" b="1" dirty="0">
              <a:solidFill>
                <a:srgbClr val="00B050"/>
              </a:solidFill>
              <a:latin typeface="Comic Sans MS" panose="030F0702030302020204" pitchFamily="66" charset="0"/>
            </a:endParaRPr>
          </a:p>
        </p:txBody>
      </p:sp>
      <p:sp>
        <p:nvSpPr>
          <p:cNvPr id="10" name="圆角矩形标注 9"/>
          <p:cNvSpPr/>
          <p:nvPr/>
        </p:nvSpPr>
        <p:spPr>
          <a:xfrm>
            <a:off x="5334000" y="809625"/>
            <a:ext cx="3124200" cy="1066800"/>
          </a:xfrm>
          <a:prstGeom prst="wedgeRoundRectCallout">
            <a:avLst>
              <a:gd name="adj1" fmla="val -71374"/>
              <a:gd name="adj2" fmla="val 187855"/>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1600" b="1" i="0" u="none" strike="noStrike" kern="1200" cap="none" spc="0" normalizeH="0" baseline="0" noProof="0" dirty="0">
                <a:ln>
                  <a:noFill/>
                </a:ln>
                <a:solidFill>
                  <a:schemeClr val="lt1"/>
                </a:solidFill>
                <a:effectLst/>
                <a:uLnTx/>
                <a:uFillTx/>
                <a:latin typeface="+mn-lt"/>
                <a:ea typeface="+mn-ea"/>
                <a:cs typeface="+mn-cs"/>
              </a:rPr>
              <a:t>关注系统的输入输出，以及从输入到输出的具体过程（</a:t>
            </a:r>
            <a:r>
              <a:rPr kumimoji="0" lang="zh-CN" altLang="en-US" sz="1600" b="1" i="0" u="none" strike="noStrike" kern="1200" cap="none" spc="0" normalizeH="0" baseline="0" noProof="0" dirty="0">
                <a:ln>
                  <a:noFill/>
                </a:ln>
                <a:solidFill>
                  <a:srgbClr val="FF0000"/>
                </a:solidFill>
                <a:effectLst/>
                <a:uLnTx/>
                <a:uFillTx/>
                <a:latin typeface="+mn-lt"/>
                <a:ea typeface="+mn-ea"/>
                <a:cs typeface="+mn-cs"/>
              </a:rPr>
              <a:t>这个过程往往是跟业务相关</a:t>
            </a:r>
            <a:r>
              <a:rPr kumimoji="0" lang="zh-CN" altLang="en-US" sz="1600" b="1" i="0" u="none" strike="noStrike" kern="1200" cap="none" spc="0" normalizeH="0" baseline="0" noProof="0" dirty="0">
                <a:ln>
                  <a:noFill/>
                </a:ln>
                <a:solidFill>
                  <a:schemeClr val="lt1"/>
                </a:solidFill>
                <a:effectLst/>
                <a:uLnTx/>
                <a:uFillTx/>
                <a:latin typeface="+mn-lt"/>
                <a:ea typeface="+mn-ea"/>
                <a:cs typeface="+mn-cs"/>
              </a:rPr>
              <a:t>）</a:t>
            </a:r>
            <a:endParaRPr kumimoji="0" lang="zh-CN" altLang="en-US" sz="1600" b="1" i="0" u="none" strike="noStrike" kern="1200" cap="none" spc="0" normalizeH="0" baseline="0" noProof="0" dirty="0">
              <a:ln>
                <a:noFill/>
              </a:ln>
              <a:solidFill>
                <a:schemeClr val="lt1"/>
              </a:solidFill>
              <a:effectLst/>
              <a:uLnTx/>
              <a:uFillTx/>
              <a:latin typeface="+mn-lt"/>
              <a:ea typeface="+mn-ea"/>
              <a:cs typeface="+mn-cs"/>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anim calcmode="lin" valueType="num">
                                      <p:cBhvr additive="base">
                                        <p:cTn id="11" dur="500" fill="hold"/>
                                        <p:tgtEl>
                                          <p:spTgt spid="9"/>
                                        </p:tgtEl>
                                        <p:attrNameLst>
                                          <p:attrName>ppt_x</p:attrName>
                                        </p:attrNameLst>
                                      </p:cBhvr>
                                      <p:tavLst>
                                        <p:tav tm="0">
                                          <p:val>
                                            <p:strVal val="#ppt_x"/>
                                          </p:val>
                                        </p:tav>
                                        <p:tav tm="100000">
                                          <p:val>
                                            <p:strVal val="#ppt_x"/>
                                          </p:val>
                                        </p:tav>
                                      </p:tavLst>
                                    </p:anim>
                                    <p:anim calcmode="lin" valueType="num">
                                      <p:cBhvr additive="base">
                                        <p:cTn id="12"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2" name="标题 1"/>
          <p:cNvSpPr>
            <a:spLocks noGrp="1"/>
          </p:cNvSpPr>
          <p:nvPr>
            <p:ph type="title"/>
          </p:nvPr>
        </p:nvSpPr>
        <p:spPr>
          <a:xfrm>
            <a:off x="1524000" y="2209800"/>
            <a:ext cx="6705600" cy="1143000"/>
          </a:xfrm>
        </p:spPr>
        <p:txBody>
          <a:bodyPr vert="horz" wrap="square" lIns="0" tIns="45720" rIns="0" bIns="0" anchor="b" anchorCtr="0"/>
          <a:p>
            <a:pPr eaLnBrk="1" hangingPunct="1"/>
            <a:r>
              <a:rPr lang="zh-CN" altLang="en-US" b="1" dirty="0">
                <a:latin typeface="微软雅黑" panose="020B0503020204020204" pitchFamily="34" charset="-122"/>
                <a:ea typeface="微软雅黑" panose="020B0503020204020204" pitchFamily="34" charset="-122"/>
              </a:rPr>
              <a:t>第</a:t>
            </a:r>
            <a:r>
              <a:rPr lang="zh-CN" altLang="en-US" b="1" dirty="0">
                <a:latin typeface="微软雅黑" panose="020B0503020204020204" pitchFamily="34" charset="-122"/>
                <a:ea typeface="微软雅黑" panose="020B0503020204020204" pitchFamily="34" charset="-122"/>
              </a:rPr>
              <a:t>五次课：结构化分析</a:t>
            </a:r>
            <a:endParaRPr lang="zh-CN" altLang="en-US" b="1" dirty="0">
              <a:latin typeface="微软雅黑" panose="020B0503020204020204" pitchFamily="34" charset="-122"/>
              <a:ea typeface="微软雅黑" panose="020B0503020204020204" pitchFamily="34" charset="-122"/>
            </a:endParaRPr>
          </a:p>
        </p:txBody>
      </p:sp>
    </p:spTree>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5" name="图示 4"/>
          <p:cNvGraphicFramePr/>
          <p:nvPr/>
        </p:nvGraphicFramePr>
        <p:xfrm>
          <a:off x="1447800" y="2286000"/>
          <a:ext cx="6096000" cy="4064000"/>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
        <p:nvSpPr>
          <p:cNvPr id="16387" name="标题 1"/>
          <p:cNvSpPr>
            <a:spLocks noGrp="1"/>
          </p:cNvSpPr>
          <p:nvPr>
            <p:ph type="title"/>
          </p:nvPr>
        </p:nvSpPr>
        <p:spPr>
          <a:xfrm>
            <a:off x="457200" y="762000"/>
            <a:ext cx="6705600" cy="1143000"/>
          </a:xfrm>
        </p:spPr>
        <p:txBody>
          <a:bodyPr vert="horz" wrap="square" lIns="0" tIns="45720" rIns="0" bIns="0" anchor="b" anchorCtr="0"/>
          <a:p>
            <a:pPr eaLnBrk="1" hangingPunct="1"/>
            <a:r>
              <a:rPr lang="zh-CN" altLang="en-US" b="1" dirty="0">
                <a:latin typeface="微软雅黑" panose="020B0503020204020204" pitchFamily="34" charset="-122"/>
                <a:ea typeface="微软雅黑" panose="020B0503020204020204" pitchFamily="34" charset="-122"/>
              </a:rPr>
              <a:t>第</a:t>
            </a:r>
            <a:r>
              <a:rPr lang="zh-CN" altLang="en-US" b="1" dirty="0">
                <a:latin typeface="微软雅黑" panose="020B0503020204020204" pitchFamily="34" charset="-122"/>
                <a:ea typeface="微软雅黑" panose="020B0503020204020204" pitchFamily="34" charset="-122"/>
              </a:rPr>
              <a:t>五次课：结构化分析</a:t>
            </a:r>
            <a:endParaRPr lang="zh-CN" altLang="en-US" b="1" dirty="0">
              <a:latin typeface="微软雅黑" panose="020B0503020204020204" pitchFamily="34" charset="-122"/>
              <a:ea typeface="微软雅黑" panose="020B0503020204020204" pitchFamily="34" charset="-122"/>
            </a:endParaRPr>
          </a:p>
        </p:txBody>
      </p:sp>
    </p:spTree>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5" name="图示 4"/>
          <p:cNvGraphicFramePr/>
          <p:nvPr/>
        </p:nvGraphicFramePr>
        <p:xfrm>
          <a:off x="1447800" y="2209800"/>
          <a:ext cx="6096000" cy="4063999"/>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
        <p:nvSpPr>
          <p:cNvPr id="17411" name="标题 1"/>
          <p:cNvSpPr>
            <a:spLocks noGrp="1"/>
          </p:cNvSpPr>
          <p:nvPr>
            <p:ph type="title"/>
          </p:nvPr>
        </p:nvSpPr>
        <p:spPr>
          <a:xfrm>
            <a:off x="609600" y="533400"/>
            <a:ext cx="6705600" cy="1143000"/>
          </a:xfrm>
        </p:spPr>
        <p:txBody>
          <a:bodyPr vert="horz" wrap="square" lIns="0" tIns="45720" rIns="0" bIns="0" anchor="b" anchorCtr="0"/>
          <a:p>
            <a:pPr eaLnBrk="1" hangingPunct="1"/>
            <a:r>
              <a:rPr lang="zh-CN" altLang="en-US" b="1" dirty="0">
                <a:latin typeface="微软雅黑" panose="020B0503020204020204" pitchFamily="34" charset="-122"/>
                <a:ea typeface="微软雅黑" panose="020B0503020204020204" pitchFamily="34" charset="-122"/>
              </a:rPr>
              <a:t>第</a:t>
            </a:r>
            <a:r>
              <a:rPr lang="zh-CN" altLang="en-US" b="1" dirty="0">
                <a:latin typeface="微软雅黑" panose="020B0503020204020204" pitchFamily="34" charset="-122"/>
                <a:ea typeface="微软雅黑" panose="020B0503020204020204" pitchFamily="34" charset="-122"/>
              </a:rPr>
              <a:t>五次课：结构化分析</a:t>
            </a:r>
            <a:endParaRPr lang="zh-CN" altLang="en-US" b="1" dirty="0">
              <a:latin typeface="微软雅黑" panose="020B0503020204020204" pitchFamily="34" charset="-122"/>
              <a:ea typeface="微软雅黑" panose="020B0503020204020204" pitchFamily="34" charset="-122"/>
            </a:endParaRPr>
          </a:p>
        </p:txBody>
      </p:sp>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434" name="Rectangle 2"/>
          <p:cNvSpPr>
            <a:spLocks noGrp="1"/>
          </p:cNvSpPr>
          <p:nvPr>
            <p:ph type="title"/>
          </p:nvPr>
        </p:nvSpPr>
        <p:spPr/>
        <p:txBody>
          <a:bodyPr vert="horz" wrap="square" lIns="0" tIns="45720" rIns="0" bIns="0" anchor="b" anchorCtr="0"/>
          <a:p>
            <a:pPr eaLnBrk="1" hangingPunct="1"/>
            <a:r>
              <a:rPr lang="zh-CN" altLang="zh-CN" b="1" dirty="0">
                <a:latin typeface="微软雅黑" panose="020B0503020204020204" pitchFamily="34" charset="-122"/>
                <a:ea typeface="微软雅黑" panose="020B0503020204020204" pitchFamily="34" charset="-122"/>
              </a:rPr>
              <a:t>结构化分析</a:t>
            </a:r>
            <a:r>
              <a:rPr lang="zh-CN" altLang="en-US" b="1" dirty="0">
                <a:latin typeface="微软雅黑" panose="020B0503020204020204" pitchFamily="34" charset="-122"/>
                <a:ea typeface="微软雅黑" panose="020B0503020204020204" pitchFamily="34" charset="-122"/>
              </a:rPr>
              <a:t>概述</a:t>
            </a:r>
            <a:endParaRPr lang="zh-CN" altLang="en-US" b="1" dirty="0">
              <a:latin typeface="微软雅黑" panose="020B0503020204020204" pitchFamily="34" charset="-122"/>
              <a:ea typeface="微软雅黑" panose="020B0503020204020204" pitchFamily="34" charset="-122"/>
            </a:endParaRPr>
          </a:p>
        </p:txBody>
      </p:sp>
      <p:sp>
        <p:nvSpPr>
          <p:cNvPr id="9219" name="Rectangle 3"/>
          <p:cNvSpPr>
            <a:spLocks noGrp="1" noChangeArrowheads="1"/>
          </p:cNvSpPr>
          <p:nvPr>
            <p:ph idx="1"/>
          </p:nvPr>
        </p:nvSpPr>
        <p:spPr>
          <a:xfrm>
            <a:off x="457200" y="1935163"/>
            <a:ext cx="8229600" cy="4389438"/>
          </a:xfrm>
        </p:spPr>
        <p:txBody>
          <a:bodyPr vert="horz" wrap="square" lIns="91440" tIns="45720" rIns="91440" bIns="45720" numCol="1" anchor="t" anchorCtr="0" compatLnSpc="1"/>
          <a:lstStyle/>
          <a:p>
            <a:pPr marL="273050" marR="0" lvl="0" indent="-273050" algn="l" defTabSz="914400" rtl="0" eaLnBrk="1" fontAlgn="base" latinLnBrk="0" hangingPunct="1">
              <a:lnSpc>
                <a:spcPct val="100000"/>
              </a:lnSpc>
              <a:spcBef>
                <a:spcPct val="20000"/>
              </a:spcBef>
              <a:spcAft>
                <a:spcPct val="0"/>
              </a:spcAft>
              <a:buClr>
                <a:srgbClr val="0BD0D9"/>
              </a:buClr>
              <a:buSzPct val="95000"/>
              <a:buFont typeface="Wingdings" panose="05000000000000000000" pitchFamily="2" charset="2"/>
              <a:buChar char="p"/>
              <a:defRPr/>
            </a:pPr>
            <a:r>
              <a:rPr kumimoji="0" lang="zh-CN" altLang="en-US" sz="2600" b="1" i="0" u="none" strike="noStrike" kern="1200" cap="none" spc="0" normalizeH="0" baseline="0" noProof="0" dirty="0" smtClean="0">
                <a:ln>
                  <a:noFill/>
                </a:ln>
                <a:solidFill>
                  <a:schemeClr val="tx1"/>
                </a:solidFill>
                <a:effectLst/>
                <a:uLnTx/>
                <a:uFillTx/>
                <a:latin typeface="+mn-lt"/>
                <a:ea typeface="+mn-ea"/>
                <a:cs typeface="+mn-cs"/>
              </a:rPr>
              <a:t>发展历史</a:t>
            </a:r>
            <a:endParaRPr kumimoji="0" lang="zh-CN" altLang="en-US" sz="2600" b="1" i="0" u="none" strike="noStrike" kern="1200" cap="none" spc="0" normalizeH="0" baseline="0" noProof="0" dirty="0" smtClean="0">
              <a:ln>
                <a:noFill/>
              </a:ln>
              <a:solidFill>
                <a:schemeClr val="tx1"/>
              </a:solidFill>
              <a:effectLst/>
              <a:uLnTx/>
              <a:uFillTx/>
              <a:latin typeface="+mn-lt"/>
              <a:ea typeface="+mn-ea"/>
              <a:cs typeface="+mn-cs"/>
            </a:endParaRPr>
          </a:p>
          <a:p>
            <a:pPr marL="640080" marR="0" lvl="1" indent="-246380" algn="l" defTabSz="914400" rtl="0" eaLnBrk="1" fontAlgn="base" latinLnBrk="0" hangingPunct="1">
              <a:lnSpc>
                <a:spcPct val="100000"/>
              </a:lnSpc>
              <a:spcBef>
                <a:spcPct val="20000"/>
              </a:spcBef>
              <a:spcAft>
                <a:spcPct val="0"/>
              </a:spcAft>
              <a:buClr>
                <a:schemeClr val="accent1"/>
              </a:buClr>
              <a:buSzPct val="85000"/>
              <a:buFont typeface="Wingdings" panose="05000000000000000000" pitchFamily="2" charset="2"/>
              <a:buChar char="ü"/>
              <a:defRPr/>
            </a:pPr>
            <a:r>
              <a:rPr kumimoji="0" lang="zh-CN" altLang="en-US" sz="2400" b="1" i="0" u="none" strike="noStrike" kern="1200" cap="none" spc="0" normalizeH="0" baseline="0" noProof="0" dirty="0" smtClean="0">
                <a:ln>
                  <a:noFill/>
                </a:ln>
                <a:solidFill>
                  <a:schemeClr val="tx1"/>
                </a:solidFill>
                <a:effectLst/>
                <a:uLnTx/>
                <a:uFillTx/>
                <a:latin typeface="+mn-lt"/>
                <a:ea typeface="+mn-ea"/>
                <a:cs typeface="+mn-cs"/>
              </a:rPr>
              <a:t>提出</a:t>
            </a:r>
            <a:r>
              <a:rPr kumimoji="0" lang="zh-CN" altLang="en-US" sz="2400" b="0" i="0" u="none" strike="noStrike" kern="1200" cap="none" spc="0" normalizeH="0" baseline="0" noProof="0" dirty="0" smtClean="0">
                <a:ln>
                  <a:noFill/>
                </a:ln>
                <a:solidFill>
                  <a:schemeClr val="tx1"/>
                </a:solidFill>
                <a:effectLst/>
                <a:uLnTx/>
                <a:uFillTx/>
                <a:latin typeface="+mn-lt"/>
                <a:ea typeface="+mn-ea"/>
                <a:cs typeface="+mn-cs"/>
              </a:rPr>
              <a:t>：</a:t>
            </a:r>
            <a:r>
              <a:rPr kumimoji="0" lang="en-US" altLang="zh-CN" sz="2400" b="0" i="0" u="none" strike="noStrike" kern="1200" cap="none" spc="0" normalizeH="0" baseline="0" noProof="0" dirty="0" smtClean="0">
                <a:ln>
                  <a:noFill/>
                </a:ln>
                <a:solidFill>
                  <a:schemeClr val="tx1"/>
                </a:solidFill>
                <a:effectLst/>
                <a:uLnTx/>
                <a:uFillTx/>
                <a:latin typeface="+mn-lt"/>
                <a:ea typeface="+mn-ea"/>
                <a:cs typeface="+mn-cs"/>
              </a:rPr>
              <a:t>20</a:t>
            </a:r>
            <a:r>
              <a:rPr kumimoji="0" lang="zh-CN" altLang="en-US" sz="2400" b="0" i="0" u="none" strike="noStrike" kern="1200" cap="none" spc="0" normalizeH="0" baseline="0" noProof="0" dirty="0" smtClean="0">
                <a:ln>
                  <a:noFill/>
                </a:ln>
                <a:solidFill>
                  <a:schemeClr val="tx1"/>
                </a:solidFill>
                <a:effectLst/>
                <a:uLnTx/>
                <a:uFillTx/>
                <a:latin typeface="+mn-lt"/>
                <a:ea typeface="+mn-ea"/>
                <a:cs typeface="+mn-cs"/>
              </a:rPr>
              <a:t>世纪</a:t>
            </a:r>
            <a:r>
              <a:rPr kumimoji="0" lang="en-US" altLang="zh-CN" sz="2400" b="0" i="0" u="none" strike="noStrike" kern="1200" cap="none" spc="0" normalizeH="0" baseline="0" noProof="0" dirty="0" smtClean="0">
                <a:ln>
                  <a:noFill/>
                </a:ln>
                <a:solidFill>
                  <a:schemeClr val="tx1"/>
                </a:solidFill>
                <a:effectLst/>
                <a:uLnTx/>
                <a:uFillTx/>
                <a:latin typeface="+mn-lt"/>
                <a:ea typeface="+mn-ea"/>
                <a:cs typeface="+mn-cs"/>
              </a:rPr>
              <a:t>60</a:t>
            </a:r>
            <a:r>
              <a:rPr kumimoji="0" lang="zh-CN" altLang="en-US" sz="2400" b="0" i="0" u="none" strike="noStrike" kern="1200" cap="none" spc="0" normalizeH="0" baseline="0" noProof="0" dirty="0" smtClean="0">
                <a:ln>
                  <a:noFill/>
                </a:ln>
                <a:solidFill>
                  <a:schemeClr val="tx1"/>
                </a:solidFill>
                <a:effectLst/>
                <a:uLnTx/>
                <a:uFillTx/>
                <a:latin typeface="+mn-lt"/>
                <a:ea typeface="+mn-ea"/>
                <a:cs typeface="+mn-cs"/>
              </a:rPr>
              <a:t>年代末到</a:t>
            </a:r>
            <a:r>
              <a:rPr kumimoji="0" lang="en-US" altLang="zh-CN" sz="2400" b="0" i="0" u="none" strike="noStrike" kern="1200" cap="none" spc="0" normalizeH="0" baseline="0" noProof="0" dirty="0" smtClean="0">
                <a:ln>
                  <a:noFill/>
                </a:ln>
                <a:solidFill>
                  <a:schemeClr val="tx1"/>
                </a:solidFill>
                <a:effectLst/>
                <a:uLnTx/>
                <a:uFillTx/>
                <a:latin typeface="+mn-lt"/>
                <a:ea typeface="+mn-ea"/>
                <a:cs typeface="+mn-cs"/>
              </a:rPr>
              <a:t>70</a:t>
            </a:r>
            <a:r>
              <a:rPr kumimoji="0" lang="zh-CN" altLang="en-US" sz="2400" b="0" i="0" u="none" strike="noStrike" kern="1200" cap="none" spc="0" normalizeH="0" baseline="0" noProof="0" dirty="0" smtClean="0">
                <a:ln>
                  <a:noFill/>
                </a:ln>
                <a:solidFill>
                  <a:schemeClr val="tx1"/>
                </a:solidFill>
                <a:effectLst/>
                <a:uLnTx/>
                <a:uFillTx/>
                <a:latin typeface="+mn-lt"/>
                <a:ea typeface="+mn-ea"/>
                <a:cs typeface="+mn-cs"/>
              </a:rPr>
              <a:t>年代初</a:t>
            </a:r>
            <a:endParaRPr kumimoji="0" lang="zh-CN" altLang="en-US" sz="2400" b="0" i="0" u="none" strike="noStrike" kern="1200" cap="none" spc="0" normalizeH="0" baseline="0" noProof="0" dirty="0" smtClean="0">
              <a:ln>
                <a:noFill/>
              </a:ln>
              <a:solidFill>
                <a:schemeClr val="tx1"/>
              </a:solidFill>
              <a:effectLst/>
              <a:uLnTx/>
              <a:uFillTx/>
              <a:latin typeface="+mn-lt"/>
              <a:ea typeface="+mn-ea"/>
              <a:cs typeface="+mn-cs"/>
            </a:endParaRPr>
          </a:p>
          <a:p>
            <a:pPr marL="640080" marR="0" lvl="1" indent="-246380" algn="l" defTabSz="914400" rtl="0" eaLnBrk="1" fontAlgn="base" latinLnBrk="0" hangingPunct="1">
              <a:lnSpc>
                <a:spcPct val="100000"/>
              </a:lnSpc>
              <a:spcBef>
                <a:spcPct val="20000"/>
              </a:spcBef>
              <a:spcAft>
                <a:spcPct val="0"/>
              </a:spcAft>
              <a:buClr>
                <a:schemeClr val="accent1"/>
              </a:buClr>
              <a:buSzPct val="85000"/>
              <a:buFont typeface="Wingdings" panose="05000000000000000000" pitchFamily="2" charset="2"/>
              <a:buChar char="ü"/>
              <a:defRPr/>
            </a:pPr>
            <a:r>
              <a:rPr kumimoji="0" lang="zh-CN" altLang="en-US" sz="2400" b="1" i="0" u="none" strike="noStrike" kern="1200" cap="none" spc="0" normalizeH="0" baseline="0" noProof="0" dirty="0" smtClean="0">
                <a:ln>
                  <a:noFill/>
                </a:ln>
                <a:solidFill>
                  <a:schemeClr val="tx1"/>
                </a:solidFill>
                <a:effectLst/>
                <a:uLnTx/>
                <a:uFillTx/>
                <a:latin typeface="+mn-lt"/>
                <a:ea typeface="+mn-ea"/>
                <a:cs typeface="+mn-cs"/>
              </a:rPr>
              <a:t>成熟</a:t>
            </a:r>
            <a:r>
              <a:rPr kumimoji="0" lang="zh-CN" altLang="en-US" sz="2400" b="0" i="0" u="none" strike="noStrike" kern="1200" cap="none" spc="0" normalizeH="0" baseline="0" noProof="0" dirty="0" smtClean="0">
                <a:ln>
                  <a:noFill/>
                </a:ln>
                <a:solidFill>
                  <a:schemeClr val="tx1"/>
                </a:solidFill>
                <a:effectLst/>
                <a:uLnTx/>
                <a:uFillTx/>
                <a:latin typeface="+mn-lt"/>
                <a:ea typeface="+mn-ea"/>
                <a:cs typeface="+mn-cs"/>
              </a:rPr>
              <a:t>：</a:t>
            </a:r>
            <a:r>
              <a:rPr kumimoji="0" lang="en-US" altLang="zh-CN" sz="2400" b="0" i="0" u="none" strike="noStrike" kern="1200" cap="none" spc="0" normalizeH="0" baseline="0" noProof="0" dirty="0" smtClean="0">
                <a:ln>
                  <a:noFill/>
                </a:ln>
                <a:solidFill>
                  <a:schemeClr val="tx1"/>
                </a:solidFill>
                <a:effectLst/>
                <a:uLnTx/>
                <a:uFillTx/>
                <a:latin typeface="+mn-lt"/>
                <a:ea typeface="+mn-ea"/>
                <a:cs typeface="+mn-cs"/>
              </a:rPr>
              <a:t>20</a:t>
            </a:r>
            <a:r>
              <a:rPr kumimoji="0" lang="zh-CN" altLang="en-US" sz="2400" b="0" i="0" u="none" strike="noStrike" kern="1200" cap="none" spc="0" normalizeH="0" baseline="0" noProof="0" dirty="0" smtClean="0">
                <a:ln>
                  <a:noFill/>
                </a:ln>
                <a:solidFill>
                  <a:schemeClr val="tx1"/>
                </a:solidFill>
                <a:effectLst/>
                <a:uLnTx/>
                <a:uFillTx/>
                <a:latin typeface="+mn-lt"/>
                <a:ea typeface="+mn-ea"/>
                <a:cs typeface="+mn-cs"/>
              </a:rPr>
              <a:t>世纪</a:t>
            </a:r>
            <a:r>
              <a:rPr kumimoji="0" lang="en-US" altLang="zh-CN" sz="2400" b="0" i="0" u="none" strike="noStrike" kern="1200" cap="none" spc="0" normalizeH="0" baseline="0" noProof="0" dirty="0" smtClean="0">
                <a:ln>
                  <a:noFill/>
                </a:ln>
                <a:solidFill>
                  <a:schemeClr val="tx1"/>
                </a:solidFill>
                <a:effectLst/>
                <a:uLnTx/>
                <a:uFillTx/>
                <a:latin typeface="+mn-lt"/>
                <a:ea typeface="+mn-ea"/>
                <a:cs typeface="+mn-cs"/>
              </a:rPr>
              <a:t>70</a:t>
            </a:r>
            <a:r>
              <a:rPr kumimoji="0" lang="zh-CN" altLang="en-US" sz="2400" b="0" i="0" u="none" strike="noStrike" kern="1200" cap="none" spc="0" normalizeH="0" baseline="0" noProof="0" dirty="0" smtClean="0">
                <a:ln>
                  <a:noFill/>
                </a:ln>
                <a:solidFill>
                  <a:schemeClr val="tx1"/>
                </a:solidFill>
                <a:effectLst/>
                <a:uLnTx/>
                <a:uFillTx/>
                <a:latin typeface="+mn-lt"/>
                <a:ea typeface="+mn-ea"/>
                <a:cs typeface="+mn-cs"/>
              </a:rPr>
              <a:t>年代末到</a:t>
            </a:r>
            <a:r>
              <a:rPr kumimoji="0" lang="en-US" altLang="zh-CN" sz="2400" b="0" i="0" u="none" strike="noStrike" kern="1200" cap="none" spc="0" normalizeH="0" baseline="0" noProof="0" dirty="0" smtClean="0">
                <a:ln>
                  <a:noFill/>
                </a:ln>
                <a:solidFill>
                  <a:schemeClr val="tx1"/>
                </a:solidFill>
                <a:effectLst/>
                <a:uLnTx/>
                <a:uFillTx/>
                <a:latin typeface="+mn-lt"/>
                <a:ea typeface="+mn-ea"/>
                <a:cs typeface="+mn-cs"/>
              </a:rPr>
              <a:t>80</a:t>
            </a:r>
            <a:r>
              <a:rPr kumimoji="0" lang="zh-CN" altLang="en-US" sz="2400" b="0" i="0" u="none" strike="noStrike" kern="1200" cap="none" spc="0" normalizeH="0" baseline="0" noProof="0" dirty="0" smtClean="0">
                <a:ln>
                  <a:noFill/>
                </a:ln>
                <a:solidFill>
                  <a:schemeClr val="tx1"/>
                </a:solidFill>
                <a:effectLst/>
                <a:uLnTx/>
                <a:uFillTx/>
                <a:latin typeface="+mn-lt"/>
                <a:ea typeface="+mn-ea"/>
                <a:cs typeface="+mn-cs"/>
              </a:rPr>
              <a:t>年代中期</a:t>
            </a:r>
            <a:endParaRPr kumimoji="0" lang="en-US" altLang="zh-CN" sz="2400" b="0" i="0" u="none" strike="noStrike" kern="1200" cap="none" spc="0" normalizeH="0" baseline="0" noProof="0" dirty="0" smtClean="0">
              <a:ln>
                <a:noFill/>
              </a:ln>
              <a:solidFill>
                <a:schemeClr val="tx1"/>
              </a:solidFill>
              <a:effectLst/>
              <a:uLnTx/>
              <a:uFillTx/>
              <a:latin typeface="+mn-lt"/>
              <a:ea typeface="+mn-ea"/>
              <a:cs typeface="+mn-cs"/>
            </a:endParaRPr>
          </a:p>
          <a:p>
            <a:pPr marL="640080" marR="0" lvl="1" indent="-246380" algn="l" defTabSz="914400" rtl="0" eaLnBrk="1" fontAlgn="base" latinLnBrk="0" hangingPunct="1">
              <a:lnSpc>
                <a:spcPct val="100000"/>
              </a:lnSpc>
              <a:spcBef>
                <a:spcPct val="20000"/>
              </a:spcBef>
              <a:spcAft>
                <a:spcPct val="0"/>
              </a:spcAft>
              <a:buClr>
                <a:schemeClr val="accent1"/>
              </a:buClr>
              <a:buSzPct val="85000"/>
              <a:buFont typeface="Wingdings" panose="05000000000000000000" pitchFamily="2" charset="2"/>
              <a:buChar char="ü"/>
              <a:defRPr/>
            </a:pPr>
            <a:endParaRPr kumimoji="0" lang="zh-CN" altLang="en-US" sz="2400" b="0" i="0" u="none" strike="noStrike" kern="1200" cap="none" spc="0" normalizeH="0" baseline="0" noProof="0" dirty="0" smtClean="0">
              <a:ln>
                <a:noFill/>
              </a:ln>
              <a:solidFill>
                <a:schemeClr val="tx1"/>
              </a:solidFill>
              <a:effectLst/>
              <a:uLnTx/>
              <a:uFillTx/>
              <a:latin typeface="+mn-lt"/>
              <a:ea typeface="+mn-ea"/>
              <a:cs typeface="+mn-cs"/>
            </a:endParaRPr>
          </a:p>
          <a:p>
            <a:pPr marL="273050" marR="0" lvl="0" indent="-273050" algn="l" defTabSz="914400" rtl="0" eaLnBrk="1" fontAlgn="base" latinLnBrk="0" hangingPunct="1">
              <a:lnSpc>
                <a:spcPct val="100000"/>
              </a:lnSpc>
              <a:spcBef>
                <a:spcPct val="20000"/>
              </a:spcBef>
              <a:spcAft>
                <a:spcPct val="0"/>
              </a:spcAft>
              <a:buClr>
                <a:srgbClr val="0BD0D9"/>
              </a:buClr>
              <a:buSzPct val="95000"/>
              <a:buFont typeface="Wingdings" panose="05000000000000000000" pitchFamily="2" charset="2"/>
              <a:buChar char="p"/>
              <a:defRPr/>
            </a:pPr>
            <a:r>
              <a:rPr kumimoji="0" lang="zh-CN" altLang="en-US" sz="2600" b="1" i="0" u="none" strike="noStrike" kern="1200" cap="none" spc="0" normalizeH="0" baseline="0" noProof="0" dirty="0">
                <a:ln>
                  <a:noFill/>
                </a:ln>
                <a:solidFill>
                  <a:schemeClr val="tx1"/>
                </a:solidFill>
                <a:effectLst/>
                <a:uLnTx/>
                <a:uFillTx/>
                <a:latin typeface="+mn-lt"/>
                <a:ea typeface="+mn-ea"/>
                <a:cs typeface="+mn-cs"/>
              </a:rPr>
              <a:t>主要</a:t>
            </a:r>
            <a:r>
              <a:rPr kumimoji="0" lang="zh-CN" altLang="en-US" sz="2600" b="1" i="0" u="none" strike="noStrike" kern="1200" cap="none" spc="0" normalizeH="0" baseline="0" noProof="0" dirty="0" smtClean="0">
                <a:ln>
                  <a:noFill/>
                </a:ln>
                <a:solidFill>
                  <a:schemeClr val="tx1"/>
                </a:solidFill>
                <a:effectLst/>
                <a:uLnTx/>
                <a:uFillTx/>
                <a:latin typeface="+mn-lt"/>
                <a:ea typeface="+mn-ea"/>
                <a:cs typeface="+mn-cs"/>
              </a:rPr>
              <a:t>思想</a:t>
            </a:r>
            <a:endParaRPr kumimoji="0" lang="en-US" altLang="zh-CN" sz="2600" b="0" i="0" u="none" strike="noStrike" kern="1200" cap="none" spc="0" normalizeH="0" baseline="0" noProof="0" dirty="0" smtClean="0">
              <a:ln>
                <a:noFill/>
              </a:ln>
              <a:solidFill>
                <a:schemeClr val="tx1"/>
              </a:solidFill>
              <a:effectLst/>
              <a:uLnTx/>
              <a:uFillTx/>
              <a:latin typeface="+mn-lt"/>
              <a:ea typeface="+mn-ea"/>
              <a:cs typeface="+mn-cs"/>
            </a:endParaRPr>
          </a:p>
          <a:p>
            <a:pPr marL="0" marR="0" lvl="0" indent="0" algn="l" defTabSz="914400" rtl="0" eaLnBrk="1" fontAlgn="base" latinLnBrk="0" hangingPunct="1">
              <a:lnSpc>
                <a:spcPct val="100000"/>
              </a:lnSpc>
              <a:spcBef>
                <a:spcPct val="20000"/>
              </a:spcBef>
              <a:spcAft>
                <a:spcPct val="0"/>
              </a:spcAft>
              <a:buClr>
                <a:srgbClr val="0BD0D9"/>
              </a:buClr>
              <a:buSzPct val="95000"/>
              <a:buFont typeface="Wingdings 2" panose="05020102010507070707" pitchFamily="18" charset="2"/>
              <a:buNone/>
              <a:defRPr/>
            </a:pPr>
            <a:r>
              <a:rPr kumimoji="0" lang="en-US" altLang="zh-CN" sz="2600" b="1" i="0" u="none" strike="noStrike" kern="1200" cap="none" spc="0" normalizeH="0" baseline="0" noProof="0" dirty="0">
                <a:ln>
                  <a:noFill/>
                </a:ln>
                <a:solidFill>
                  <a:schemeClr val="tx1"/>
                </a:solidFill>
                <a:effectLst/>
                <a:uLnTx/>
                <a:uFillTx/>
                <a:latin typeface="+mn-lt"/>
                <a:ea typeface="+mn-ea"/>
                <a:cs typeface="+mn-cs"/>
              </a:rPr>
              <a:t> </a:t>
            </a:r>
            <a:r>
              <a:rPr kumimoji="0" lang="en-US" altLang="zh-CN" sz="2600" b="1" i="0" u="none" strike="noStrike" kern="1200" cap="none" spc="0" normalizeH="0" baseline="0" noProof="0" dirty="0" smtClean="0">
                <a:ln>
                  <a:noFill/>
                </a:ln>
                <a:solidFill>
                  <a:schemeClr val="tx1"/>
                </a:solidFill>
                <a:effectLst/>
                <a:uLnTx/>
                <a:uFillTx/>
                <a:latin typeface="+mn-lt"/>
                <a:ea typeface="+mn-ea"/>
                <a:cs typeface="+mn-cs"/>
              </a:rPr>
              <a:t>               </a:t>
            </a:r>
            <a:r>
              <a:rPr kumimoji="0" lang="zh-CN" altLang="en-US" sz="2600" b="1" i="0" u="none" strike="noStrike" kern="1200" cap="none" spc="0" normalizeH="0" baseline="0" noProof="0" dirty="0" smtClean="0">
                <a:ln>
                  <a:noFill/>
                </a:ln>
                <a:solidFill>
                  <a:srgbClr val="FF0000"/>
                </a:solidFill>
                <a:effectLst/>
                <a:uLnTx/>
                <a:uFillTx/>
                <a:latin typeface="+mn-lt"/>
                <a:ea typeface="+mn-ea"/>
                <a:cs typeface="+mn-cs"/>
              </a:rPr>
              <a:t>抽象</a:t>
            </a:r>
            <a:r>
              <a:rPr kumimoji="0" lang="zh-CN" altLang="en-US" sz="2600" b="0" i="0" u="none" strike="noStrike" kern="1200" cap="none" spc="0" normalizeH="0" baseline="0" noProof="0" dirty="0" smtClean="0">
                <a:ln>
                  <a:noFill/>
                </a:ln>
                <a:solidFill>
                  <a:schemeClr val="tx1"/>
                </a:solidFill>
                <a:effectLst/>
                <a:uLnTx/>
                <a:uFillTx/>
                <a:latin typeface="+mn-lt"/>
                <a:ea typeface="+mn-ea"/>
                <a:cs typeface="+mn-cs"/>
              </a:rPr>
              <a:t>与</a:t>
            </a:r>
            <a:r>
              <a:rPr kumimoji="0" lang="zh-CN" altLang="en-US" sz="2600" b="1" i="0" u="none" strike="noStrike" kern="1200" cap="none" spc="0" normalizeH="0" baseline="0" noProof="0" dirty="0" smtClean="0">
                <a:ln>
                  <a:noFill/>
                </a:ln>
                <a:solidFill>
                  <a:srgbClr val="FF0000"/>
                </a:solidFill>
                <a:effectLst/>
                <a:uLnTx/>
                <a:uFillTx/>
                <a:latin typeface="+mn-lt"/>
                <a:ea typeface="+mn-ea"/>
                <a:cs typeface="+mn-cs"/>
              </a:rPr>
              <a:t>分解</a:t>
            </a:r>
            <a:r>
              <a:rPr kumimoji="0" lang="en-US" altLang="zh-CN" sz="2600" b="1" i="0" u="none" strike="noStrike" kern="1200" cap="none" spc="0" normalizeH="0" baseline="0" noProof="0" dirty="0">
                <a:ln>
                  <a:noFill/>
                </a:ln>
                <a:solidFill>
                  <a:schemeClr val="tx1"/>
                </a:solidFill>
                <a:effectLst/>
                <a:uLnTx/>
                <a:uFillTx/>
                <a:latin typeface="+mn-lt"/>
                <a:ea typeface="+mn-ea"/>
                <a:cs typeface="+mn-cs"/>
              </a:rPr>
              <a:t> </a:t>
            </a:r>
            <a:r>
              <a:rPr kumimoji="0" lang="en-US" altLang="zh-CN" sz="2600" b="0" i="0" u="none" strike="noStrike" kern="1200" cap="none" spc="0" normalizeH="0" baseline="0" noProof="0" dirty="0" smtClean="0">
                <a:ln>
                  <a:noFill/>
                </a:ln>
                <a:solidFill>
                  <a:schemeClr val="tx2"/>
                </a:solidFill>
                <a:effectLst/>
                <a:uLnTx/>
                <a:uFillTx/>
                <a:latin typeface="+mn-lt"/>
                <a:ea typeface="+mn-ea"/>
                <a:cs typeface="+mn-cs"/>
              </a:rPr>
              <a:t>(</a:t>
            </a:r>
            <a:r>
              <a:rPr kumimoji="0" lang="zh-CN" altLang="en-US" sz="2600" b="0" i="0" u="none" strike="noStrike" kern="1200" cap="none" spc="0" normalizeH="0" baseline="0" noProof="0" dirty="0" smtClean="0">
                <a:ln>
                  <a:noFill/>
                </a:ln>
                <a:solidFill>
                  <a:schemeClr val="tx2"/>
                </a:solidFill>
                <a:effectLst/>
                <a:uLnTx/>
                <a:uFillTx/>
                <a:latin typeface="+mn-lt"/>
                <a:ea typeface="+mn-ea"/>
                <a:cs typeface="+mn-cs"/>
              </a:rPr>
              <a:t>控制复杂性的两个基本手段</a:t>
            </a:r>
            <a:r>
              <a:rPr kumimoji="0" lang="en-US" altLang="zh-CN" sz="2600" b="0" i="0" u="none" strike="noStrike" kern="1200" cap="none" spc="0" normalizeH="0" baseline="0" noProof="0" dirty="0" smtClean="0">
                <a:ln>
                  <a:noFill/>
                </a:ln>
                <a:solidFill>
                  <a:schemeClr val="tx2"/>
                </a:solidFill>
                <a:effectLst/>
                <a:uLnTx/>
                <a:uFillTx/>
                <a:latin typeface="+mn-lt"/>
                <a:ea typeface="+mn-ea"/>
                <a:cs typeface="+mn-cs"/>
              </a:rPr>
              <a:t>)</a:t>
            </a:r>
            <a:endParaRPr kumimoji="0" lang="en-US" altLang="zh-CN" sz="2600" b="0" i="0" u="none" strike="noStrike" kern="1200" cap="none" spc="0" normalizeH="0" baseline="0" noProof="0" dirty="0" smtClean="0">
              <a:ln>
                <a:noFill/>
              </a:ln>
              <a:solidFill>
                <a:schemeClr val="tx2"/>
              </a:solidFill>
              <a:effectLst/>
              <a:uLnTx/>
              <a:uFillTx/>
              <a:latin typeface="+mn-lt"/>
              <a:ea typeface="+mn-ea"/>
              <a:cs typeface="+mn-cs"/>
            </a:endParaRPr>
          </a:p>
          <a:p>
            <a:pPr marL="640080" marR="0" lvl="1" indent="-246380" algn="l" defTabSz="914400" rtl="0" eaLnBrk="1" fontAlgn="base" latinLnBrk="0" hangingPunct="1">
              <a:lnSpc>
                <a:spcPct val="100000"/>
              </a:lnSpc>
              <a:spcBef>
                <a:spcPct val="20000"/>
              </a:spcBef>
              <a:spcAft>
                <a:spcPct val="0"/>
              </a:spcAft>
              <a:buClr>
                <a:schemeClr val="accent1"/>
              </a:buClr>
              <a:buSzPct val="85000"/>
              <a:buFont typeface="Wingdings" panose="05000000000000000000" pitchFamily="2" charset="2"/>
              <a:buChar char="ü"/>
              <a:defRPr/>
            </a:pPr>
            <a:r>
              <a:rPr kumimoji="0" lang="zh-CN" altLang="en-US" sz="2400" b="1" i="0" u="none" strike="noStrike" kern="1200" cap="none" spc="0" normalizeH="0" baseline="0" noProof="0" dirty="0" smtClean="0">
                <a:ln>
                  <a:noFill/>
                </a:ln>
                <a:solidFill>
                  <a:schemeClr val="tx1"/>
                </a:solidFill>
                <a:effectLst/>
                <a:uLnTx/>
                <a:uFillTx/>
                <a:latin typeface="+mn-lt"/>
                <a:ea typeface="+mn-ea"/>
                <a:cs typeface="+mn-cs"/>
              </a:rPr>
              <a:t>抽象</a:t>
            </a:r>
            <a:r>
              <a:rPr kumimoji="0" lang="zh-CN" altLang="en-US" sz="2400" b="0" i="0" u="none" strike="noStrike" kern="1200" cap="none" spc="0" normalizeH="0" baseline="0" noProof="0" dirty="0" smtClean="0">
                <a:ln>
                  <a:noFill/>
                </a:ln>
                <a:solidFill>
                  <a:schemeClr val="tx1"/>
                </a:solidFill>
                <a:effectLst/>
                <a:uLnTx/>
                <a:uFillTx/>
                <a:latin typeface="+mn-lt"/>
                <a:ea typeface="+mn-ea"/>
                <a:cs typeface="+mn-cs"/>
              </a:rPr>
              <a:t>：在每个抽象层次上忽略问题的内部复杂性，只关注整个问题与外界的联系</a:t>
            </a:r>
            <a:endParaRPr kumimoji="0" lang="zh-CN" altLang="en-US" sz="2400" b="0" i="0" u="none" strike="noStrike" kern="1200" cap="none" spc="0" normalizeH="0" baseline="0" noProof="0" dirty="0" smtClean="0">
              <a:ln>
                <a:noFill/>
              </a:ln>
              <a:solidFill>
                <a:schemeClr val="tx1"/>
              </a:solidFill>
              <a:effectLst/>
              <a:uLnTx/>
              <a:uFillTx/>
              <a:latin typeface="+mn-lt"/>
              <a:ea typeface="+mn-ea"/>
              <a:cs typeface="+mn-cs"/>
            </a:endParaRPr>
          </a:p>
          <a:p>
            <a:pPr marL="640080" marR="0" lvl="1" indent="-246380" algn="l" defTabSz="914400" rtl="0" eaLnBrk="1" fontAlgn="base" latinLnBrk="0" hangingPunct="1">
              <a:lnSpc>
                <a:spcPct val="100000"/>
              </a:lnSpc>
              <a:spcBef>
                <a:spcPct val="20000"/>
              </a:spcBef>
              <a:spcAft>
                <a:spcPct val="0"/>
              </a:spcAft>
              <a:buClr>
                <a:schemeClr val="accent1"/>
              </a:buClr>
              <a:buSzPct val="85000"/>
              <a:buFont typeface="Wingdings" panose="05000000000000000000" pitchFamily="2" charset="2"/>
              <a:buChar char="ü"/>
              <a:defRPr/>
            </a:pPr>
            <a:r>
              <a:rPr kumimoji="0" lang="zh-CN" altLang="en-US" sz="2400" b="1" i="0" u="none" strike="noStrike" kern="1200" cap="none" spc="0" normalizeH="0" baseline="0" noProof="0" dirty="0" smtClean="0">
                <a:ln>
                  <a:noFill/>
                </a:ln>
                <a:solidFill>
                  <a:schemeClr val="tx1"/>
                </a:solidFill>
                <a:effectLst/>
                <a:uLnTx/>
                <a:uFillTx/>
                <a:latin typeface="+mn-lt"/>
                <a:ea typeface="+mn-ea"/>
                <a:cs typeface="+mn-cs"/>
              </a:rPr>
              <a:t>分解</a:t>
            </a:r>
            <a:r>
              <a:rPr kumimoji="0" lang="zh-CN" altLang="en-US" sz="2400" b="0" i="0" u="none" strike="noStrike" kern="1200" cap="none" spc="0" normalizeH="0" baseline="0" noProof="0" dirty="0" smtClean="0">
                <a:ln>
                  <a:noFill/>
                </a:ln>
                <a:solidFill>
                  <a:schemeClr val="tx1"/>
                </a:solidFill>
                <a:effectLst/>
                <a:uLnTx/>
                <a:uFillTx/>
                <a:latin typeface="+mn-lt"/>
                <a:ea typeface="+mn-ea"/>
                <a:cs typeface="+mn-cs"/>
              </a:rPr>
              <a:t>：将问题不断分解为较小的问题，直到每个最底层的问题都足够简单为止</a:t>
            </a:r>
            <a:endParaRPr kumimoji="0" lang="zh-CN" altLang="en-US" sz="2400" b="0" i="0" u="none" strike="noStrike" kern="1200" cap="none" spc="0" normalizeH="0" baseline="0" noProof="0" dirty="0" smtClean="0">
              <a:ln>
                <a:noFill/>
              </a:ln>
              <a:solidFill>
                <a:schemeClr val="tx1"/>
              </a:solidFill>
              <a:effectLst/>
              <a:uLnTx/>
              <a:uFillTx/>
              <a:latin typeface="+mn-lt"/>
              <a:ea typeface="+mn-ea"/>
              <a:cs typeface="+mn-cs"/>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482" name="Rectangle 2"/>
          <p:cNvSpPr>
            <a:spLocks noGrp="1"/>
          </p:cNvSpPr>
          <p:nvPr>
            <p:ph type="title"/>
          </p:nvPr>
        </p:nvSpPr>
        <p:spPr>
          <a:xfrm>
            <a:off x="457200" y="704850"/>
            <a:ext cx="8382000" cy="1143000"/>
          </a:xfrm>
        </p:spPr>
        <p:txBody>
          <a:bodyPr vert="horz" wrap="square" lIns="0" tIns="45720" rIns="0" bIns="0" anchor="b" anchorCtr="0"/>
          <a:p>
            <a:pPr eaLnBrk="1" hangingPunct="1"/>
            <a:r>
              <a:rPr lang="zh-CN" altLang="zh-CN" b="1" dirty="0">
                <a:latin typeface="微软雅黑" panose="020B0503020204020204" pitchFamily="34" charset="-122"/>
                <a:ea typeface="微软雅黑" panose="020B0503020204020204" pitchFamily="34" charset="-122"/>
              </a:rPr>
              <a:t>抽象与分解</a:t>
            </a:r>
            <a:endParaRPr lang="zh-CN" altLang="en-US" b="1" dirty="0">
              <a:latin typeface="微软雅黑" panose="020B0503020204020204" pitchFamily="34" charset="-122"/>
              <a:ea typeface="微软雅黑" panose="020B0503020204020204" pitchFamily="34" charset="-122"/>
            </a:endParaRPr>
          </a:p>
        </p:txBody>
      </p:sp>
      <p:sp>
        <p:nvSpPr>
          <p:cNvPr id="502787" name="Rectangle 3"/>
          <p:cNvSpPr>
            <a:spLocks noGrp="1"/>
          </p:cNvSpPr>
          <p:nvPr>
            <p:ph idx="1"/>
          </p:nvPr>
        </p:nvSpPr>
        <p:spPr>
          <a:xfrm>
            <a:off x="152400" y="1905000"/>
            <a:ext cx="8229600" cy="2438400"/>
          </a:xfrm>
        </p:spPr>
        <p:txBody>
          <a:bodyPr vert="horz" wrap="square" lIns="91440" tIns="45720" rIns="91440" bIns="45720" anchor="t" anchorCtr="0"/>
          <a:p>
            <a:pPr eaLnBrk="1" hangingPunct="1">
              <a:buFont typeface="Wingdings" panose="05000000000000000000" pitchFamily="2" charset="2"/>
              <a:buChar char="p"/>
            </a:pPr>
            <a:r>
              <a:rPr lang="zh-CN" altLang="en-US" sz="2800" b="1" dirty="0"/>
              <a:t>抽象</a:t>
            </a:r>
            <a:r>
              <a:rPr lang="zh-CN" altLang="en-US" sz="2800" dirty="0"/>
              <a:t>：从作为整体的软件系统开始</a:t>
            </a:r>
            <a:r>
              <a:rPr lang="en-US" altLang="zh-CN" sz="2800" dirty="0"/>
              <a:t>(</a:t>
            </a:r>
            <a:r>
              <a:rPr lang="zh-CN" altLang="en-US" sz="2800" dirty="0"/>
              <a:t>第一层</a:t>
            </a:r>
            <a:r>
              <a:rPr lang="en-US" altLang="zh-CN" sz="2800" dirty="0"/>
              <a:t>),</a:t>
            </a:r>
            <a:r>
              <a:rPr lang="zh-CN" altLang="en-US" sz="2800" dirty="0"/>
              <a:t>每一抽象层次上只关注于系统的输入输出</a:t>
            </a:r>
            <a:endParaRPr lang="zh-CN" altLang="en-US" sz="2800" dirty="0"/>
          </a:p>
          <a:p>
            <a:pPr eaLnBrk="1" hangingPunct="1">
              <a:buFont typeface="Wingdings" panose="05000000000000000000" pitchFamily="2" charset="2"/>
              <a:buChar char="p"/>
            </a:pPr>
            <a:r>
              <a:rPr lang="zh-CN" altLang="en-US" sz="2800" b="1" dirty="0"/>
              <a:t>分解</a:t>
            </a:r>
            <a:r>
              <a:rPr lang="zh-CN" altLang="en-US" sz="2800" dirty="0"/>
              <a:t>：将系统不断分解为子系统、模块</a:t>
            </a:r>
            <a:r>
              <a:rPr lang="en-US" altLang="zh-CN" sz="2800" dirty="0">
                <a:latin typeface="Arial" panose="020B0604020202020204" pitchFamily="34" charset="0"/>
              </a:rPr>
              <a:t>……</a:t>
            </a:r>
            <a:endParaRPr lang="en-US" altLang="zh-CN" sz="2800" dirty="0"/>
          </a:p>
        </p:txBody>
      </p:sp>
      <p:grpSp>
        <p:nvGrpSpPr>
          <p:cNvPr id="502791" name="Group 7"/>
          <p:cNvGrpSpPr/>
          <p:nvPr/>
        </p:nvGrpSpPr>
        <p:grpSpPr>
          <a:xfrm>
            <a:off x="2994025" y="5667375"/>
            <a:ext cx="1882775" cy="733425"/>
            <a:chOff x="4696" y="7395"/>
            <a:chExt cx="2964" cy="1155"/>
          </a:xfrm>
        </p:grpSpPr>
        <p:sp>
          <p:nvSpPr>
            <p:cNvPr id="20539" name="AutoShape 8"/>
            <p:cNvSpPr/>
            <p:nvPr/>
          </p:nvSpPr>
          <p:spPr>
            <a:xfrm>
              <a:off x="4696" y="7395"/>
              <a:ext cx="2964" cy="1155"/>
            </a:xfrm>
            <a:prstGeom prst="parallelogram">
              <a:avLst>
                <a:gd name="adj" fmla="val 64155"/>
              </a:avLst>
            </a:prstGeom>
            <a:noFill/>
            <a:ln w="9525" cap="flat" cmpd="sng">
              <a:solidFill>
                <a:srgbClr val="000000"/>
              </a:solidFill>
              <a:prstDash val="solid"/>
              <a:miter/>
              <a:headEnd type="none" w="med" len="med"/>
              <a:tailEnd type="none" w="med" len="med"/>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eaLnBrk="1" hangingPunct="1">
                <a:spcBef>
                  <a:spcPct val="0"/>
                </a:spcBef>
                <a:buClrTx/>
                <a:buSzTx/>
                <a:buFontTx/>
                <a:buNone/>
              </a:pPr>
              <a:endParaRPr lang="zh-CN" altLang="en-US" sz="1600" b="1" dirty="0">
                <a:latin typeface="Comic Sans MS" panose="030F0702030302020204" pitchFamily="66" charset="0"/>
              </a:endParaRPr>
            </a:p>
          </p:txBody>
        </p:sp>
        <p:grpSp>
          <p:nvGrpSpPr>
            <p:cNvPr id="20540" name="Group 9"/>
            <p:cNvGrpSpPr/>
            <p:nvPr/>
          </p:nvGrpSpPr>
          <p:grpSpPr>
            <a:xfrm>
              <a:off x="5349" y="7455"/>
              <a:ext cx="1667" cy="1050"/>
              <a:chOff x="5349" y="7455"/>
              <a:chExt cx="1667" cy="1050"/>
            </a:xfrm>
          </p:grpSpPr>
          <p:grpSp>
            <p:nvGrpSpPr>
              <p:cNvPr id="20541" name="Group 10"/>
              <p:cNvGrpSpPr/>
              <p:nvPr/>
            </p:nvGrpSpPr>
            <p:grpSpPr>
              <a:xfrm>
                <a:off x="5349" y="8025"/>
                <a:ext cx="1549" cy="480"/>
                <a:chOff x="5349" y="8025"/>
                <a:chExt cx="1549" cy="480"/>
              </a:xfrm>
            </p:grpSpPr>
            <p:grpSp>
              <p:nvGrpSpPr>
                <p:cNvPr id="20553" name="Group 11"/>
                <p:cNvGrpSpPr/>
                <p:nvPr/>
              </p:nvGrpSpPr>
              <p:grpSpPr>
                <a:xfrm>
                  <a:off x="6115" y="8025"/>
                  <a:ext cx="540" cy="465"/>
                  <a:chOff x="7872" y="5655"/>
                  <a:chExt cx="540" cy="465"/>
                </a:xfrm>
              </p:grpSpPr>
              <p:sp>
                <p:nvSpPr>
                  <p:cNvPr id="20559" name="Rectangle 12"/>
                  <p:cNvSpPr/>
                  <p:nvPr/>
                </p:nvSpPr>
                <p:spPr>
                  <a:xfrm>
                    <a:off x="7872" y="5655"/>
                    <a:ext cx="540" cy="465"/>
                  </a:xfrm>
                  <a:prstGeom prst="rect">
                    <a:avLst/>
                  </a:prstGeom>
                  <a:noFill/>
                  <a:ln w="9525">
                    <a:noFill/>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algn="just" eaLnBrk="1" hangingPunct="1">
                      <a:spcBef>
                        <a:spcPct val="0"/>
                      </a:spcBef>
                      <a:buClrTx/>
                      <a:buSzTx/>
                      <a:buFontTx/>
                      <a:buNone/>
                    </a:pPr>
                    <a:r>
                      <a:rPr lang="en-US" altLang="zh-CN" sz="700" dirty="0">
                        <a:latin typeface="Times New Roman" panose="02020603050405020304" pitchFamily="18" charset="0"/>
                      </a:rPr>
                      <a:t>2.4</a:t>
                    </a:r>
                    <a:endParaRPr lang="en-US" altLang="zh-CN" sz="1600" b="1" dirty="0">
                      <a:latin typeface="Comic Sans MS" panose="030F0702030302020204" pitchFamily="66" charset="0"/>
                    </a:endParaRPr>
                  </a:p>
                </p:txBody>
              </p:sp>
              <p:sp>
                <p:nvSpPr>
                  <p:cNvPr id="20560" name="Oval 13"/>
                  <p:cNvSpPr/>
                  <p:nvPr/>
                </p:nvSpPr>
                <p:spPr>
                  <a:xfrm>
                    <a:off x="7924" y="5694"/>
                    <a:ext cx="397" cy="397"/>
                  </a:xfrm>
                  <a:prstGeom prst="ellipse">
                    <a:avLst/>
                  </a:prstGeom>
                  <a:noFill/>
                  <a:ln w="9525" cap="flat" cmpd="sng">
                    <a:solidFill>
                      <a:srgbClr val="000000"/>
                    </a:solidFill>
                    <a:prstDash val="solid"/>
                    <a:headEnd type="none" w="med" len="med"/>
                    <a:tailEnd type="none" w="med" len="med"/>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eaLnBrk="1" hangingPunct="1">
                      <a:spcBef>
                        <a:spcPct val="0"/>
                      </a:spcBef>
                      <a:buClrTx/>
                      <a:buSzTx/>
                      <a:buFontTx/>
                      <a:buNone/>
                    </a:pPr>
                    <a:endParaRPr lang="zh-CN" altLang="en-US" sz="1600" b="1" dirty="0">
                      <a:latin typeface="Comic Sans MS" panose="030F0702030302020204" pitchFamily="66" charset="0"/>
                    </a:endParaRPr>
                  </a:p>
                </p:txBody>
              </p:sp>
            </p:grpSp>
            <p:grpSp>
              <p:nvGrpSpPr>
                <p:cNvPr id="20554" name="Group 14"/>
                <p:cNvGrpSpPr/>
                <p:nvPr/>
              </p:nvGrpSpPr>
              <p:grpSpPr>
                <a:xfrm>
                  <a:off x="5349" y="8040"/>
                  <a:ext cx="540" cy="465"/>
                  <a:chOff x="6972" y="5640"/>
                  <a:chExt cx="540" cy="465"/>
                </a:xfrm>
              </p:grpSpPr>
              <p:sp>
                <p:nvSpPr>
                  <p:cNvPr id="20557" name="Rectangle 15"/>
                  <p:cNvSpPr/>
                  <p:nvPr/>
                </p:nvSpPr>
                <p:spPr>
                  <a:xfrm>
                    <a:off x="6972" y="5640"/>
                    <a:ext cx="540" cy="465"/>
                  </a:xfrm>
                  <a:prstGeom prst="rect">
                    <a:avLst/>
                  </a:prstGeom>
                  <a:noFill/>
                  <a:ln w="9525">
                    <a:noFill/>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algn="just" eaLnBrk="1" hangingPunct="1">
                      <a:spcBef>
                        <a:spcPct val="0"/>
                      </a:spcBef>
                      <a:buClrTx/>
                      <a:buSzTx/>
                      <a:buFontTx/>
                      <a:buNone/>
                    </a:pPr>
                    <a:r>
                      <a:rPr lang="en-US" altLang="zh-CN" sz="700" dirty="0">
                        <a:latin typeface="Times New Roman" panose="02020603050405020304" pitchFamily="18" charset="0"/>
                      </a:rPr>
                      <a:t>2.3</a:t>
                    </a:r>
                    <a:endParaRPr lang="en-US" altLang="zh-CN" sz="1600" b="1" dirty="0">
                      <a:latin typeface="Comic Sans MS" panose="030F0702030302020204" pitchFamily="66" charset="0"/>
                    </a:endParaRPr>
                  </a:p>
                </p:txBody>
              </p:sp>
              <p:sp>
                <p:nvSpPr>
                  <p:cNvPr id="20558" name="Oval 16"/>
                  <p:cNvSpPr/>
                  <p:nvPr/>
                </p:nvSpPr>
                <p:spPr>
                  <a:xfrm>
                    <a:off x="7016" y="5670"/>
                    <a:ext cx="397" cy="397"/>
                  </a:xfrm>
                  <a:prstGeom prst="ellipse">
                    <a:avLst/>
                  </a:prstGeom>
                  <a:noFill/>
                  <a:ln w="9525" cap="flat" cmpd="sng">
                    <a:solidFill>
                      <a:srgbClr val="000000"/>
                    </a:solidFill>
                    <a:prstDash val="solid"/>
                    <a:headEnd type="none" w="med" len="med"/>
                    <a:tailEnd type="none" w="med" len="med"/>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eaLnBrk="1" hangingPunct="1">
                      <a:spcBef>
                        <a:spcPct val="0"/>
                      </a:spcBef>
                      <a:buClrTx/>
                      <a:buSzTx/>
                      <a:buFontTx/>
                      <a:buNone/>
                    </a:pPr>
                    <a:endParaRPr lang="zh-CN" altLang="en-US" sz="1600" b="1" dirty="0">
                      <a:latin typeface="Comic Sans MS" panose="030F0702030302020204" pitchFamily="66" charset="0"/>
                    </a:endParaRPr>
                  </a:p>
                </p:txBody>
              </p:sp>
            </p:grpSp>
            <p:sp>
              <p:nvSpPr>
                <p:cNvPr id="20555" name="Line 17"/>
                <p:cNvSpPr/>
                <p:nvPr/>
              </p:nvSpPr>
              <p:spPr>
                <a:xfrm>
                  <a:off x="5802" y="8250"/>
                  <a:ext cx="362" cy="0"/>
                </a:xfrm>
                <a:prstGeom prst="line">
                  <a:avLst/>
                </a:prstGeom>
                <a:ln w="9525" cap="flat" cmpd="sng">
                  <a:solidFill>
                    <a:srgbClr val="000000"/>
                  </a:solidFill>
                  <a:prstDash val="solid"/>
                  <a:headEnd type="none" w="med" len="med"/>
                  <a:tailEnd type="triangle" w="sm" len="med"/>
                </a:ln>
              </p:spPr>
            </p:sp>
            <p:sp>
              <p:nvSpPr>
                <p:cNvPr id="20556" name="Line 18"/>
                <p:cNvSpPr/>
                <p:nvPr/>
              </p:nvSpPr>
              <p:spPr>
                <a:xfrm>
                  <a:off x="6582" y="8265"/>
                  <a:ext cx="316" cy="15"/>
                </a:xfrm>
                <a:prstGeom prst="line">
                  <a:avLst/>
                </a:prstGeom>
                <a:ln w="9525" cap="flat" cmpd="sng">
                  <a:solidFill>
                    <a:srgbClr val="000000"/>
                  </a:solidFill>
                  <a:prstDash val="solid"/>
                  <a:headEnd type="none" w="med" len="med"/>
                  <a:tailEnd type="triangle" w="sm" len="med"/>
                </a:ln>
              </p:spPr>
            </p:sp>
          </p:grpSp>
          <p:grpSp>
            <p:nvGrpSpPr>
              <p:cNvPr id="20542" name="Group 19"/>
              <p:cNvGrpSpPr/>
              <p:nvPr/>
            </p:nvGrpSpPr>
            <p:grpSpPr>
              <a:xfrm>
                <a:off x="5426" y="7455"/>
                <a:ext cx="1590" cy="480"/>
                <a:chOff x="5382" y="7440"/>
                <a:chExt cx="1590" cy="480"/>
              </a:xfrm>
            </p:grpSpPr>
            <p:grpSp>
              <p:nvGrpSpPr>
                <p:cNvPr id="20545" name="Group 20"/>
                <p:cNvGrpSpPr/>
                <p:nvPr/>
              </p:nvGrpSpPr>
              <p:grpSpPr>
                <a:xfrm>
                  <a:off x="6432" y="7440"/>
                  <a:ext cx="540" cy="465"/>
                  <a:chOff x="7872" y="5655"/>
                  <a:chExt cx="540" cy="465"/>
                </a:xfrm>
              </p:grpSpPr>
              <p:sp>
                <p:nvSpPr>
                  <p:cNvPr id="20551" name="Rectangle 21"/>
                  <p:cNvSpPr/>
                  <p:nvPr/>
                </p:nvSpPr>
                <p:spPr>
                  <a:xfrm>
                    <a:off x="7872" y="5655"/>
                    <a:ext cx="540" cy="465"/>
                  </a:xfrm>
                  <a:prstGeom prst="rect">
                    <a:avLst/>
                  </a:prstGeom>
                  <a:noFill/>
                  <a:ln w="9525">
                    <a:noFill/>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algn="just" eaLnBrk="1" hangingPunct="1">
                      <a:spcBef>
                        <a:spcPct val="0"/>
                      </a:spcBef>
                      <a:buClrTx/>
                      <a:buSzTx/>
                      <a:buFontTx/>
                      <a:buNone/>
                    </a:pPr>
                    <a:r>
                      <a:rPr lang="en-US" altLang="zh-CN" sz="700" dirty="0">
                        <a:latin typeface="Times New Roman" panose="02020603050405020304" pitchFamily="18" charset="0"/>
                      </a:rPr>
                      <a:t>2.2</a:t>
                    </a:r>
                    <a:endParaRPr lang="en-US" altLang="zh-CN" sz="1600" b="1" dirty="0">
                      <a:latin typeface="Comic Sans MS" panose="030F0702030302020204" pitchFamily="66" charset="0"/>
                    </a:endParaRPr>
                  </a:p>
                </p:txBody>
              </p:sp>
              <p:sp>
                <p:nvSpPr>
                  <p:cNvPr id="20552" name="Oval 22"/>
                  <p:cNvSpPr/>
                  <p:nvPr/>
                </p:nvSpPr>
                <p:spPr>
                  <a:xfrm>
                    <a:off x="7924" y="5694"/>
                    <a:ext cx="397" cy="397"/>
                  </a:xfrm>
                  <a:prstGeom prst="ellipse">
                    <a:avLst/>
                  </a:prstGeom>
                  <a:noFill/>
                  <a:ln w="9525" cap="flat" cmpd="sng">
                    <a:solidFill>
                      <a:srgbClr val="000000"/>
                    </a:solidFill>
                    <a:prstDash val="solid"/>
                    <a:headEnd type="none" w="med" len="med"/>
                    <a:tailEnd type="none" w="med" len="med"/>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eaLnBrk="1" hangingPunct="1">
                      <a:spcBef>
                        <a:spcPct val="0"/>
                      </a:spcBef>
                      <a:buClrTx/>
                      <a:buSzTx/>
                      <a:buFontTx/>
                      <a:buNone/>
                    </a:pPr>
                    <a:endParaRPr lang="zh-CN" altLang="en-US" sz="1600" b="1" dirty="0">
                      <a:latin typeface="Comic Sans MS" panose="030F0702030302020204" pitchFamily="66" charset="0"/>
                    </a:endParaRPr>
                  </a:p>
                </p:txBody>
              </p:sp>
            </p:grpSp>
            <p:grpSp>
              <p:nvGrpSpPr>
                <p:cNvPr id="20546" name="Group 23"/>
                <p:cNvGrpSpPr/>
                <p:nvPr/>
              </p:nvGrpSpPr>
              <p:grpSpPr>
                <a:xfrm>
                  <a:off x="5666" y="7455"/>
                  <a:ext cx="540" cy="465"/>
                  <a:chOff x="6972" y="5640"/>
                  <a:chExt cx="540" cy="465"/>
                </a:xfrm>
              </p:grpSpPr>
              <p:sp>
                <p:nvSpPr>
                  <p:cNvPr id="20549" name="Rectangle 24"/>
                  <p:cNvSpPr/>
                  <p:nvPr/>
                </p:nvSpPr>
                <p:spPr>
                  <a:xfrm>
                    <a:off x="6972" y="5640"/>
                    <a:ext cx="540" cy="465"/>
                  </a:xfrm>
                  <a:prstGeom prst="rect">
                    <a:avLst/>
                  </a:prstGeom>
                  <a:noFill/>
                  <a:ln w="9525">
                    <a:noFill/>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algn="just" eaLnBrk="1" hangingPunct="1">
                      <a:spcBef>
                        <a:spcPct val="0"/>
                      </a:spcBef>
                      <a:buClrTx/>
                      <a:buSzTx/>
                      <a:buFontTx/>
                      <a:buNone/>
                    </a:pPr>
                    <a:r>
                      <a:rPr lang="en-US" altLang="zh-CN" sz="700" dirty="0">
                        <a:latin typeface="Times New Roman" panose="02020603050405020304" pitchFamily="18" charset="0"/>
                      </a:rPr>
                      <a:t>2.1</a:t>
                    </a:r>
                    <a:endParaRPr lang="en-US" altLang="zh-CN" sz="1600" b="1" dirty="0">
                      <a:latin typeface="Comic Sans MS" panose="030F0702030302020204" pitchFamily="66" charset="0"/>
                    </a:endParaRPr>
                  </a:p>
                </p:txBody>
              </p:sp>
              <p:sp>
                <p:nvSpPr>
                  <p:cNvPr id="20550" name="Oval 25"/>
                  <p:cNvSpPr/>
                  <p:nvPr/>
                </p:nvSpPr>
                <p:spPr>
                  <a:xfrm>
                    <a:off x="7016" y="5670"/>
                    <a:ext cx="397" cy="397"/>
                  </a:xfrm>
                  <a:prstGeom prst="ellipse">
                    <a:avLst/>
                  </a:prstGeom>
                  <a:noFill/>
                  <a:ln w="9525" cap="flat" cmpd="sng">
                    <a:solidFill>
                      <a:srgbClr val="000000"/>
                    </a:solidFill>
                    <a:prstDash val="solid"/>
                    <a:headEnd type="none" w="med" len="med"/>
                    <a:tailEnd type="none" w="med" len="med"/>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eaLnBrk="1" hangingPunct="1">
                      <a:spcBef>
                        <a:spcPct val="0"/>
                      </a:spcBef>
                      <a:buClrTx/>
                      <a:buSzTx/>
                      <a:buFontTx/>
                      <a:buNone/>
                    </a:pPr>
                    <a:endParaRPr lang="zh-CN" altLang="en-US" sz="1600" b="1" dirty="0">
                      <a:latin typeface="Comic Sans MS" panose="030F0702030302020204" pitchFamily="66" charset="0"/>
                    </a:endParaRPr>
                  </a:p>
                </p:txBody>
              </p:sp>
            </p:grpSp>
            <p:sp>
              <p:nvSpPr>
                <p:cNvPr id="20547" name="Line 26"/>
                <p:cNvSpPr/>
                <p:nvPr/>
              </p:nvSpPr>
              <p:spPr>
                <a:xfrm>
                  <a:off x="6104" y="7665"/>
                  <a:ext cx="374" cy="0"/>
                </a:xfrm>
                <a:prstGeom prst="line">
                  <a:avLst/>
                </a:prstGeom>
                <a:ln w="9525" cap="flat" cmpd="sng">
                  <a:solidFill>
                    <a:srgbClr val="000000"/>
                  </a:solidFill>
                  <a:prstDash val="solid"/>
                  <a:headEnd type="none" w="med" len="med"/>
                  <a:tailEnd type="triangle" w="sm" len="med"/>
                </a:ln>
              </p:spPr>
            </p:sp>
            <p:sp>
              <p:nvSpPr>
                <p:cNvPr id="20548" name="Line 27"/>
                <p:cNvSpPr/>
                <p:nvPr/>
              </p:nvSpPr>
              <p:spPr>
                <a:xfrm>
                  <a:off x="5382" y="7680"/>
                  <a:ext cx="332" cy="0"/>
                </a:xfrm>
                <a:prstGeom prst="line">
                  <a:avLst/>
                </a:prstGeom>
                <a:ln w="9525" cap="flat" cmpd="sng">
                  <a:solidFill>
                    <a:srgbClr val="000000"/>
                  </a:solidFill>
                  <a:prstDash val="solid"/>
                  <a:headEnd type="none" w="med" len="med"/>
                  <a:tailEnd type="triangle" w="sm" len="med"/>
                </a:ln>
              </p:spPr>
            </p:sp>
          </p:grpSp>
          <p:sp>
            <p:nvSpPr>
              <p:cNvPr id="20543" name="Line 28"/>
              <p:cNvSpPr/>
              <p:nvPr/>
            </p:nvSpPr>
            <p:spPr>
              <a:xfrm flipH="1">
                <a:off x="5698" y="7875"/>
                <a:ext cx="136" cy="225"/>
              </a:xfrm>
              <a:prstGeom prst="line">
                <a:avLst/>
              </a:prstGeom>
              <a:ln w="9525" cap="flat" cmpd="sng">
                <a:solidFill>
                  <a:srgbClr val="000000"/>
                </a:solidFill>
                <a:prstDash val="solid"/>
                <a:headEnd type="none" w="med" len="med"/>
                <a:tailEnd type="triangle" w="sm" len="med"/>
              </a:ln>
            </p:spPr>
          </p:sp>
          <p:sp>
            <p:nvSpPr>
              <p:cNvPr id="20544" name="Line 29"/>
              <p:cNvSpPr/>
              <p:nvPr/>
            </p:nvSpPr>
            <p:spPr>
              <a:xfrm flipH="1">
                <a:off x="6480" y="7890"/>
                <a:ext cx="150" cy="225"/>
              </a:xfrm>
              <a:prstGeom prst="line">
                <a:avLst/>
              </a:prstGeom>
              <a:ln w="9525" cap="flat" cmpd="sng">
                <a:solidFill>
                  <a:srgbClr val="000000"/>
                </a:solidFill>
                <a:prstDash val="solid"/>
                <a:headEnd type="none" w="med" len="med"/>
                <a:tailEnd type="triangle" w="sm" len="med"/>
              </a:ln>
            </p:spPr>
          </p:sp>
        </p:grpSp>
      </p:grpSp>
      <p:grpSp>
        <p:nvGrpSpPr>
          <p:cNvPr id="502814" name="Group 30"/>
          <p:cNvGrpSpPr/>
          <p:nvPr/>
        </p:nvGrpSpPr>
        <p:grpSpPr>
          <a:xfrm>
            <a:off x="2528888" y="4619625"/>
            <a:ext cx="1881187" cy="733425"/>
            <a:chOff x="1756" y="7515"/>
            <a:chExt cx="2964" cy="1155"/>
          </a:xfrm>
        </p:grpSpPr>
        <p:sp>
          <p:nvSpPr>
            <p:cNvPr id="20519" name="AutoShape 31"/>
            <p:cNvSpPr/>
            <p:nvPr/>
          </p:nvSpPr>
          <p:spPr>
            <a:xfrm>
              <a:off x="1756" y="7515"/>
              <a:ext cx="2964" cy="1155"/>
            </a:xfrm>
            <a:prstGeom prst="parallelogram">
              <a:avLst>
                <a:gd name="adj" fmla="val 64155"/>
              </a:avLst>
            </a:prstGeom>
            <a:noFill/>
            <a:ln w="9525" cap="flat" cmpd="sng">
              <a:solidFill>
                <a:srgbClr val="000000"/>
              </a:solidFill>
              <a:prstDash val="solid"/>
              <a:miter/>
              <a:headEnd type="none" w="med" len="med"/>
              <a:tailEnd type="none" w="med" len="med"/>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eaLnBrk="1" hangingPunct="1">
                <a:spcBef>
                  <a:spcPct val="0"/>
                </a:spcBef>
                <a:buClrTx/>
                <a:buSzTx/>
                <a:buFontTx/>
                <a:buNone/>
              </a:pPr>
              <a:endParaRPr lang="zh-CN" altLang="en-US" sz="1600" b="1" dirty="0">
                <a:latin typeface="Comic Sans MS" panose="030F0702030302020204" pitchFamily="66" charset="0"/>
              </a:endParaRPr>
            </a:p>
          </p:txBody>
        </p:sp>
        <p:grpSp>
          <p:nvGrpSpPr>
            <p:cNvPr id="20520" name="Group 32"/>
            <p:cNvGrpSpPr/>
            <p:nvPr/>
          </p:nvGrpSpPr>
          <p:grpSpPr>
            <a:xfrm>
              <a:off x="2409" y="7575"/>
              <a:ext cx="1953" cy="1050"/>
              <a:chOff x="2409" y="7575"/>
              <a:chExt cx="1953" cy="1050"/>
            </a:xfrm>
          </p:grpSpPr>
          <p:grpSp>
            <p:nvGrpSpPr>
              <p:cNvPr id="20521" name="Group 33"/>
              <p:cNvGrpSpPr/>
              <p:nvPr/>
            </p:nvGrpSpPr>
            <p:grpSpPr>
              <a:xfrm>
                <a:off x="3175" y="8145"/>
                <a:ext cx="540" cy="465"/>
                <a:chOff x="7872" y="5655"/>
                <a:chExt cx="540" cy="465"/>
              </a:xfrm>
            </p:grpSpPr>
            <p:sp>
              <p:nvSpPr>
                <p:cNvPr id="20537" name="Rectangle 34"/>
                <p:cNvSpPr/>
                <p:nvPr/>
              </p:nvSpPr>
              <p:spPr>
                <a:xfrm>
                  <a:off x="7872" y="5655"/>
                  <a:ext cx="540" cy="465"/>
                </a:xfrm>
                <a:prstGeom prst="rect">
                  <a:avLst/>
                </a:prstGeom>
                <a:noFill/>
                <a:ln w="9525">
                  <a:noFill/>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algn="ctr" eaLnBrk="1" hangingPunct="1">
                    <a:spcBef>
                      <a:spcPct val="0"/>
                    </a:spcBef>
                    <a:buClrTx/>
                    <a:buSzTx/>
                    <a:buFontTx/>
                    <a:buNone/>
                  </a:pPr>
                  <a:r>
                    <a:rPr lang="en-US" altLang="zh-CN" sz="700" dirty="0">
                      <a:latin typeface="Times New Roman" panose="02020603050405020304" pitchFamily="18" charset="0"/>
                    </a:rPr>
                    <a:t>2</a:t>
                  </a:r>
                  <a:endParaRPr lang="en-US" altLang="zh-CN" sz="1600" b="1" dirty="0">
                    <a:latin typeface="Comic Sans MS" panose="030F0702030302020204" pitchFamily="66" charset="0"/>
                  </a:endParaRPr>
                </a:p>
              </p:txBody>
            </p:sp>
            <p:sp>
              <p:nvSpPr>
                <p:cNvPr id="20538" name="Oval 35"/>
                <p:cNvSpPr/>
                <p:nvPr/>
              </p:nvSpPr>
              <p:spPr>
                <a:xfrm>
                  <a:off x="7924" y="5694"/>
                  <a:ext cx="397" cy="397"/>
                </a:xfrm>
                <a:prstGeom prst="ellipse">
                  <a:avLst/>
                </a:prstGeom>
                <a:noFill/>
                <a:ln w="9525" cap="flat" cmpd="sng">
                  <a:solidFill>
                    <a:srgbClr val="000000"/>
                  </a:solidFill>
                  <a:prstDash val="solid"/>
                  <a:headEnd type="none" w="med" len="med"/>
                  <a:tailEnd type="none" w="med" len="med"/>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eaLnBrk="1" hangingPunct="1">
                    <a:spcBef>
                      <a:spcPct val="0"/>
                    </a:spcBef>
                    <a:buClrTx/>
                    <a:buSzTx/>
                    <a:buFontTx/>
                    <a:buNone/>
                  </a:pPr>
                  <a:endParaRPr lang="zh-CN" altLang="en-US" sz="1600" b="1" dirty="0">
                    <a:latin typeface="Comic Sans MS" panose="030F0702030302020204" pitchFamily="66" charset="0"/>
                  </a:endParaRPr>
                </a:p>
              </p:txBody>
            </p:sp>
          </p:grpSp>
          <p:grpSp>
            <p:nvGrpSpPr>
              <p:cNvPr id="20522" name="Group 36"/>
              <p:cNvGrpSpPr/>
              <p:nvPr/>
            </p:nvGrpSpPr>
            <p:grpSpPr>
              <a:xfrm>
                <a:off x="2409" y="8160"/>
                <a:ext cx="540" cy="465"/>
                <a:chOff x="6972" y="5640"/>
                <a:chExt cx="540" cy="465"/>
              </a:xfrm>
            </p:grpSpPr>
            <p:sp>
              <p:nvSpPr>
                <p:cNvPr id="20535" name="Rectangle 37"/>
                <p:cNvSpPr/>
                <p:nvPr/>
              </p:nvSpPr>
              <p:spPr>
                <a:xfrm>
                  <a:off x="6972" y="5640"/>
                  <a:ext cx="540" cy="465"/>
                </a:xfrm>
                <a:prstGeom prst="rect">
                  <a:avLst/>
                </a:prstGeom>
                <a:noFill/>
                <a:ln w="9525">
                  <a:noFill/>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algn="ctr" eaLnBrk="1" hangingPunct="1">
                    <a:spcBef>
                      <a:spcPct val="0"/>
                    </a:spcBef>
                    <a:buClrTx/>
                    <a:buSzTx/>
                    <a:buFontTx/>
                    <a:buNone/>
                  </a:pPr>
                  <a:r>
                    <a:rPr lang="en-US" altLang="zh-CN" sz="700" dirty="0">
                      <a:latin typeface="Times New Roman" panose="02020603050405020304" pitchFamily="18" charset="0"/>
                    </a:rPr>
                    <a:t>1</a:t>
                  </a:r>
                  <a:endParaRPr lang="en-US" altLang="zh-CN" sz="1600" b="1" dirty="0">
                    <a:latin typeface="Comic Sans MS" panose="030F0702030302020204" pitchFamily="66" charset="0"/>
                  </a:endParaRPr>
                </a:p>
              </p:txBody>
            </p:sp>
            <p:sp>
              <p:nvSpPr>
                <p:cNvPr id="20536" name="Oval 38"/>
                <p:cNvSpPr/>
                <p:nvPr/>
              </p:nvSpPr>
              <p:spPr>
                <a:xfrm>
                  <a:off x="7016" y="5670"/>
                  <a:ext cx="397" cy="397"/>
                </a:xfrm>
                <a:prstGeom prst="ellipse">
                  <a:avLst/>
                </a:prstGeom>
                <a:noFill/>
                <a:ln w="9525" cap="flat" cmpd="sng">
                  <a:solidFill>
                    <a:srgbClr val="000000"/>
                  </a:solidFill>
                  <a:prstDash val="solid"/>
                  <a:headEnd type="none" w="med" len="med"/>
                  <a:tailEnd type="none" w="med" len="med"/>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eaLnBrk="1" hangingPunct="1">
                    <a:spcBef>
                      <a:spcPct val="0"/>
                    </a:spcBef>
                    <a:buClrTx/>
                    <a:buSzTx/>
                    <a:buFontTx/>
                    <a:buNone/>
                  </a:pPr>
                  <a:endParaRPr lang="zh-CN" altLang="en-US" sz="1600" b="1" dirty="0">
                    <a:latin typeface="Comic Sans MS" panose="030F0702030302020204" pitchFamily="66" charset="0"/>
                  </a:endParaRPr>
                </a:p>
              </p:txBody>
            </p:sp>
          </p:grpSp>
          <p:sp>
            <p:nvSpPr>
              <p:cNvPr id="20523" name="Line 39"/>
              <p:cNvSpPr/>
              <p:nvPr/>
            </p:nvSpPr>
            <p:spPr>
              <a:xfrm>
                <a:off x="2862" y="8370"/>
                <a:ext cx="362" cy="0"/>
              </a:xfrm>
              <a:prstGeom prst="line">
                <a:avLst/>
              </a:prstGeom>
              <a:ln w="9525" cap="flat" cmpd="sng">
                <a:solidFill>
                  <a:srgbClr val="000000"/>
                </a:solidFill>
                <a:prstDash val="solid"/>
                <a:headEnd type="none" w="med" len="med"/>
                <a:tailEnd type="triangle" w="sm" len="med"/>
              </a:ln>
            </p:spPr>
          </p:sp>
          <p:sp>
            <p:nvSpPr>
              <p:cNvPr id="20524" name="Line 40"/>
              <p:cNvSpPr/>
              <p:nvPr/>
            </p:nvSpPr>
            <p:spPr>
              <a:xfrm>
                <a:off x="3642" y="8385"/>
                <a:ext cx="316" cy="15"/>
              </a:xfrm>
              <a:prstGeom prst="line">
                <a:avLst/>
              </a:prstGeom>
              <a:ln w="9525" cap="flat" cmpd="sng">
                <a:solidFill>
                  <a:srgbClr val="000000"/>
                </a:solidFill>
                <a:prstDash val="solid"/>
                <a:headEnd type="none" w="med" len="med"/>
                <a:tailEnd type="triangle" w="sm" len="med"/>
              </a:ln>
            </p:spPr>
          </p:sp>
          <p:grpSp>
            <p:nvGrpSpPr>
              <p:cNvPr id="20525" name="Group 41"/>
              <p:cNvGrpSpPr/>
              <p:nvPr/>
            </p:nvGrpSpPr>
            <p:grpSpPr>
              <a:xfrm>
                <a:off x="3536" y="7575"/>
                <a:ext cx="540" cy="465"/>
                <a:chOff x="7872" y="5655"/>
                <a:chExt cx="540" cy="465"/>
              </a:xfrm>
            </p:grpSpPr>
            <p:sp>
              <p:nvSpPr>
                <p:cNvPr id="20533" name="Rectangle 42"/>
                <p:cNvSpPr/>
                <p:nvPr/>
              </p:nvSpPr>
              <p:spPr>
                <a:xfrm>
                  <a:off x="7872" y="5655"/>
                  <a:ext cx="540" cy="465"/>
                </a:xfrm>
                <a:prstGeom prst="rect">
                  <a:avLst/>
                </a:prstGeom>
                <a:noFill/>
                <a:ln w="9525">
                  <a:noFill/>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algn="ctr" eaLnBrk="1" hangingPunct="1">
                    <a:spcBef>
                      <a:spcPct val="0"/>
                    </a:spcBef>
                    <a:buClrTx/>
                    <a:buSzTx/>
                    <a:buFontTx/>
                    <a:buNone/>
                  </a:pPr>
                  <a:r>
                    <a:rPr lang="en-US" altLang="zh-CN" sz="700" dirty="0">
                      <a:latin typeface="Times New Roman" panose="02020603050405020304" pitchFamily="18" charset="0"/>
                    </a:rPr>
                    <a:t>4</a:t>
                  </a:r>
                  <a:endParaRPr lang="en-US" altLang="zh-CN" sz="1600" b="1" dirty="0">
                    <a:latin typeface="Comic Sans MS" panose="030F0702030302020204" pitchFamily="66" charset="0"/>
                  </a:endParaRPr>
                </a:p>
              </p:txBody>
            </p:sp>
            <p:sp>
              <p:nvSpPr>
                <p:cNvPr id="20534" name="Oval 43"/>
                <p:cNvSpPr/>
                <p:nvPr/>
              </p:nvSpPr>
              <p:spPr>
                <a:xfrm>
                  <a:off x="7924" y="5694"/>
                  <a:ext cx="397" cy="397"/>
                </a:xfrm>
                <a:prstGeom prst="ellipse">
                  <a:avLst/>
                </a:prstGeom>
                <a:noFill/>
                <a:ln w="9525" cap="flat" cmpd="sng">
                  <a:solidFill>
                    <a:srgbClr val="000000"/>
                  </a:solidFill>
                  <a:prstDash val="solid"/>
                  <a:headEnd type="none" w="med" len="med"/>
                  <a:tailEnd type="none" w="med" len="med"/>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eaLnBrk="1" hangingPunct="1">
                    <a:spcBef>
                      <a:spcPct val="0"/>
                    </a:spcBef>
                    <a:buClrTx/>
                    <a:buSzTx/>
                    <a:buFontTx/>
                    <a:buNone/>
                  </a:pPr>
                  <a:endParaRPr lang="zh-CN" altLang="en-US" sz="1600" b="1" dirty="0">
                    <a:latin typeface="Comic Sans MS" panose="030F0702030302020204" pitchFamily="66" charset="0"/>
                  </a:endParaRPr>
                </a:p>
              </p:txBody>
            </p:sp>
          </p:grpSp>
          <p:grpSp>
            <p:nvGrpSpPr>
              <p:cNvPr id="20526" name="Group 44"/>
              <p:cNvGrpSpPr/>
              <p:nvPr/>
            </p:nvGrpSpPr>
            <p:grpSpPr>
              <a:xfrm>
                <a:off x="2770" y="7590"/>
                <a:ext cx="540" cy="465"/>
                <a:chOff x="6972" y="5640"/>
                <a:chExt cx="540" cy="465"/>
              </a:xfrm>
            </p:grpSpPr>
            <p:sp>
              <p:nvSpPr>
                <p:cNvPr id="20531" name="Rectangle 45"/>
                <p:cNvSpPr/>
                <p:nvPr/>
              </p:nvSpPr>
              <p:spPr>
                <a:xfrm>
                  <a:off x="6972" y="5640"/>
                  <a:ext cx="540" cy="465"/>
                </a:xfrm>
                <a:prstGeom prst="rect">
                  <a:avLst/>
                </a:prstGeom>
                <a:noFill/>
                <a:ln w="9525">
                  <a:noFill/>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algn="ctr" eaLnBrk="1" hangingPunct="1">
                    <a:spcBef>
                      <a:spcPct val="0"/>
                    </a:spcBef>
                    <a:buClrTx/>
                    <a:buSzTx/>
                    <a:buFontTx/>
                    <a:buNone/>
                  </a:pPr>
                  <a:r>
                    <a:rPr lang="en-US" altLang="zh-CN" sz="700" dirty="0">
                      <a:latin typeface="Times New Roman" panose="02020603050405020304" pitchFamily="18" charset="0"/>
                    </a:rPr>
                    <a:t>3</a:t>
                  </a:r>
                  <a:endParaRPr lang="en-US" altLang="zh-CN" sz="1600" b="1" dirty="0">
                    <a:latin typeface="Comic Sans MS" panose="030F0702030302020204" pitchFamily="66" charset="0"/>
                  </a:endParaRPr>
                </a:p>
              </p:txBody>
            </p:sp>
            <p:sp>
              <p:nvSpPr>
                <p:cNvPr id="20532" name="Oval 46"/>
                <p:cNvSpPr/>
                <p:nvPr/>
              </p:nvSpPr>
              <p:spPr>
                <a:xfrm>
                  <a:off x="7016" y="5670"/>
                  <a:ext cx="397" cy="397"/>
                </a:xfrm>
                <a:prstGeom prst="ellipse">
                  <a:avLst/>
                </a:prstGeom>
                <a:noFill/>
                <a:ln w="9525" cap="flat" cmpd="sng">
                  <a:solidFill>
                    <a:srgbClr val="000000"/>
                  </a:solidFill>
                  <a:prstDash val="solid"/>
                  <a:headEnd type="none" w="med" len="med"/>
                  <a:tailEnd type="none" w="med" len="med"/>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eaLnBrk="1" hangingPunct="1">
                    <a:spcBef>
                      <a:spcPct val="0"/>
                    </a:spcBef>
                    <a:buClrTx/>
                    <a:buSzTx/>
                    <a:buFontTx/>
                    <a:buNone/>
                  </a:pPr>
                  <a:endParaRPr lang="zh-CN" altLang="en-US" sz="1600" b="1" dirty="0">
                    <a:latin typeface="Comic Sans MS" panose="030F0702030302020204" pitchFamily="66" charset="0"/>
                  </a:endParaRPr>
                </a:p>
              </p:txBody>
            </p:sp>
          </p:grpSp>
          <p:sp>
            <p:nvSpPr>
              <p:cNvPr id="20527" name="Line 47"/>
              <p:cNvSpPr/>
              <p:nvPr/>
            </p:nvSpPr>
            <p:spPr>
              <a:xfrm>
                <a:off x="3988" y="7830"/>
                <a:ext cx="374" cy="0"/>
              </a:xfrm>
              <a:prstGeom prst="line">
                <a:avLst/>
              </a:prstGeom>
              <a:ln w="9525" cap="flat" cmpd="sng">
                <a:solidFill>
                  <a:srgbClr val="000000"/>
                </a:solidFill>
                <a:prstDash val="solid"/>
                <a:headEnd type="none" w="med" len="med"/>
                <a:tailEnd type="triangle" w="sm" len="med"/>
              </a:ln>
            </p:spPr>
          </p:sp>
          <p:sp>
            <p:nvSpPr>
              <p:cNvPr id="20528" name="Line 48"/>
              <p:cNvSpPr/>
              <p:nvPr/>
            </p:nvSpPr>
            <p:spPr>
              <a:xfrm>
                <a:off x="2486" y="7815"/>
                <a:ext cx="332" cy="0"/>
              </a:xfrm>
              <a:prstGeom prst="line">
                <a:avLst/>
              </a:prstGeom>
              <a:ln w="9525" cap="flat" cmpd="sng">
                <a:solidFill>
                  <a:srgbClr val="000000"/>
                </a:solidFill>
                <a:prstDash val="solid"/>
                <a:headEnd type="none" w="med" len="med"/>
                <a:tailEnd type="triangle" w="sm" len="med"/>
              </a:ln>
            </p:spPr>
          </p:sp>
          <p:sp>
            <p:nvSpPr>
              <p:cNvPr id="20529" name="Line 49"/>
              <p:cNvSpPr/>
              <p:nvPr/>
            </p:nvSpPr>
            <p:spPr>
              <a:xfrm flipH="1">
                <a:off x="2758" y="7995"/>
                <a:ext cx="136" cy="225"/>
              </a:xfrm>
              <a:prstGeom prst="line">
                <a:avLst/>
              </a:prstGeom>
              <a:ln w="9525" cap="flat" cmpd="sng">
                <a:solidFill>
                  <a:srgbClr val="000000"/>
                </a:solidFill>
                <a:prstDash val="solid"/>
                <a:headEnd type="none" w="med" len="med"/>
                <a:tailEnd type="triangle" w="sm" len="med"/>
              </a:ln>
            </p:spPr>
          </p:sp>
          <p:sp>
            <p:nvSpPr>
              <p:cNvPr id="20530" name="Line 50"/>
              <p:cNvSpPr/>
              <p:nvPr/>
            </p:nvSpPr>
            <p:spPr>
              <a:xfrm flipH="1">
                <a:off x="2804" y="7905"/>
                <a:ext cx="796" cy="375"/>
              </a:xfrm>
              <a:prstGeom prst="line">
                <a:avLst/>
              </a:prstGeom>
              <a:ln w="9525" cap="flat" cmpd="sng">
                <a:solidFill>
                  <a:srgbClr val="000000"/>
                </a:solidFill>
                <a:prstDash val="solid"/>
                <a:headEnd type="triangle" w="sm" len="med"/>
                <a:tailEnd type="none" w="sm" len="med"/>
              </a:ln>
            </p:spPr>
          </p:sp>
        </p:grpSp>
      </p:grpSp>
      <p:grpSp>
        <p:nvGrpSpPr>
          <p:cNvPr id="502835" name="Group 51"/>
          <p:cNvGrpSpPr/>
          <p:nvPr/>
        </p:nvGrpSpPr>
        <p:grpSpPr>
          <a:xfrm>
            <a:off x="1146175" y="5667375"/>
            <a:ext cx="1882775" cy="733425"/>
            <a:chOff x="1966" y="9000"/>
            <a:chExt cx="2964" cy="1155"/>
          </a:xfrm>
        </p:grpSpPr>
        <p:sp>
          <p:nvSpPr>
            <p:cNvPr id="20503" name="AutoShape 52"/>
            <p:cNvSpPr/>
            <p:nvPr/>
          </p:nvSpPr>
          <p:spPr>
            <a:xfrm>
              <a:off x="1966" y="9000"/>
              <a:ext cx="2964" cy="1155"/>
            </a:xfrm>
            <a:prstGeom prst="parallelogram">
              <a:avLst>
                <a:gd name="adj" fmla="val 64155"/>
              </a:avLst>
            </a:prstGeom>
            <a:noFill/>
            <a:ln w="9525" cap="flat" cmpd="sng">
              <a:solidFill>
                <a:srgbClr val="000000"/>
              </a:solidFill>
              <a:prstDash val="solid"/>
              <a:miter/>
              <a:headEnd type="none" w="med" len="med"/>
              <a:tailEnd type="none" w="med" len="med"/>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eaLnBrk="1" hangingPunct="1">
                <a:spcBef>
                  <a:spcPct val="0"/>
                </a:spcBef>
                <a:buClrTx/>
                <a:buSzTx/>
                <a:buFontTx/>
                <a:buNone/>
              </a:pPr>
              <a:endParaRPr lang="zh-CN" altLang="en-US" sz="1600" b="1" dirty="0">
                <a:latin typeface="Comic Sans MS" panose="030F0702030302020204" pitchFamily="66" charset="0"/>
              </a:endParaRPr>
            </a:p>
          </p:txBody>
        </p:sp>
        <p:grpSp>
          <p:nvGrpSpPr>
            <p:cNvPr id="20504" name="Group 53"/>
            <p:cNvGrpSpPr/>
            <p:nvPr/>
          </p:nvGrpSpPr>
          <p:grpSpPr>
            <a:xfrm>
              <a:off x="2619" y="9075"/>
              <a:ext cx="1789" cy="1035"/>
              <a:chOff x="2619" y="9075"/>
              <a:chExt cx="1789" cy="1035"/>
            </a:xfrm>
          </p:grpSpPr>
          <p:grpSp>
            <p:nvGrpSpPr>
              <p:cNvPr id="20505" name="Group 54"/>
              <p:cNvGrpSpPr/>
              <p:nvPr/>
            </p:nvGrpSpPr>
            <p:grpSpPr>
              <a:xfrm>
                <a:off x="3385" y="9630"/>
                <a:ext cx="540" cy="465"/>
                <a:chOff x="7872" y="5655"/>
                <a:chExt cx="540" cy="465"/>
              </a:xfrm>
            </p:grpSpPr>
            <p:sp>
              <p:nvSpPr>
                <p:cNvPr id="20517" name="Rectangle 55"/>
                <p:cNvSpPr/>
                <p:nvPr/>
              </p:nvSpPr>
              <p:spPr>
                <a:xfrm>
                  <a:off x="7872" y="5655"/>
                  <a:ext cx="540" cy="465"/>
                </a:xfrm>
                <a:prstGeom prst="rect">
                  <a:avLst/>
                </a:prstGeom>
                <a:noFill/>
                <a:ln w="9525">
                  <a:noFill/>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algn="just" eaLnBrk="1" hangingPunct="1">
                    <a:spcBef>
                      <a:spcPct val="0"/>
                    </a:spcBef>
                    <a:buClrTx/>
                    <a:buSzTx/>
                    <a:buFontTx/>
                    <a:buNone/>
                  </a:pPr>
                  <a:r>
                    <a:rPr lang="en-US" altLang="zh-CN" sz="700" dirty="0">
                      <a:latin typeface="Times New Roman" panose="02020603050405020304" pitchFamily="18" charset="0"/>
                    </a:rPr>
                    <a:t>1.3</a:t>
                  </a:r>
                  <a:endParaRPr lang="en-US" altLang="zh-CN" sz="1600" b="1" dirty="0">
                    <a:latin typeface="Comic Sans MS" panose="030F0702030302020204" pitchFamily="66" charset="0"/>
                  </a:endParaRPr>
                </a:p>
              </p:txBody>
            </p:sp>
            <p:sp>
              <p:nvSpPr>
                <p:cNvPr id="20518" name="Oval 56"/>
                <p:cNvSpPr/>
                <p:nvPr/>
              </p:nvSpPr>
              <p:spPr>
                <a:xfrm>
                  <a:off x="7924" y="5694"/>
                  <a:ext cx="397" cy="397"/>
                </a:xfrm>
                <a:prstGeom prst="ellipse">
                  <a:avLst/>
                </a:prstGeom>
                <a:noFill/>
                <a:ln w="9525" cap="flat" cmpd="sng">
                  <a:solidFill>
                    <a:srgbClr val="000000"/>
                  </a:solidFill>
                  <a:prstDash val="solid"/>
                  <a:headEnd type="none" w="med" len="med"/>
                  <a:tailEnd type="none" w="med" len="med"/>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eaLnBrk="1" hangingPunct="1">
                    <a:spcBef>
                      <a:spcPct val="0"/>
                    </a:spcBef>
                    <a:buClrTx/>
                    <a:buSzTx/>
                    <a:buFontTx/>
                    <a:buNone/>
                  </a:pPr>
                  <a:endParaRPr lang="zh-CN" altLang="en-US" sz="1600" b="1" dirty="0">
                    <a:latin typeface="Comic Sans MS" panose="030F0702030302020204" pitchFamily="66" charset="0"/>
                  </a:endParaRPr>
                </a:p>
              </p:txBody>
            </p:sp>
          </p:grpSp>
          <p:grpSp>
            <p:nvGrpSpPr>
              <p:cNvPr id="20506" name="Group 57"/>
              <p:cNvGrpSpPr/>
              <p:nvPr/>
            </p:nvGrpSpPr>
            <p:grpSpPr>
              <a:xfrm>
                <a:off x="2619" y="9645"/>
                <a:ext cx="540" cy="465"/>
                <a:chOff x="6972" y="5640"/>
                <a:chExt cx="540" cy="465"/>
              </a:xfrm>
            </p:grpSpPr>
            <p:sp>
              <p:nvSpPr>
                <p:cNvPr id="20515" name="Rectangle 58"/>
                <p:cNvSpPr/>
                <p:nvPr/>
              </p:nvSpPr>
              <p:spPr>
                <a:xfrm>
                  <a:off x="6972" y="5640"/>
                  <a:ext cx="540" cy="465"/>
                </a:xfrm>
                <a:prstGeom prst="rect">
                  <a:avLst/>
                </a:prstGeom>
                <a:noFill/>
                <a:ln w="9525">
                  <a:noFill/>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algn="just" eaLnBrk="1" hangingPunct="1">
                    <a:spcBef>
                      <a:spcPct val="0"/>
                    </a:spcBef>
                    <a:buClrTx/>
                    <a:buSzTx/>
                    <a:buFontTx/>
                    <a:buNone/>
                  </a:pPr>
                  <a:r>
                    <a:rPr lang="en-US" altLang="zh-CN" sz="700" dirty="0">
                      <a:latin typeface="Times New Roman" panose="02020603050405020304" pitchFamily="18" charset="0"/>
                    </a:rPr>
                    <a:t>1.2</a:t>
                  </a:r>
                  <a:endParaRPr lang="en-US" altLang="zh-CN" sz="1600" b="1" dirty="0">
                    <a:latin typeface="Comic Sans MS" panose="030F0702030302020204" pitchFamily="66" charset="0"/>
                  </a:endParaRPr>
                </a:p>
              </p:txBody>
            </p:sp>
            <p:sp>
              <p:nvSpPr>
                <p:cNvPr id="20516" name="Oval 59"/>
                <p:cNvSpPr/>
                <p:nvPr/>
              </p:nvSpPr>
              <p:spPr>
                <a:xfrm>
                  <a:off x="7016" y="5670"/>
                  <a:ext cx="397" cy="397"/>
                </a:xfrm>
                <a:prstGeom prst="ellipse">
                  <a:avLst/>
                </a:prstGeom>
                <a:noFill/>
                <a:ln w="9525" cap="flat" cmpd="sng">
                  <a:solidFill>
                    <a:srgbClr val="000000"/>
                  </a:solidFill>
                  <a:prstDash val="solid"/>
                  <a:headEnd type="none" w="med" len="med"/>
                  <a:tailEnd type="none" w="med" len="med"/>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eaLnBrk="1" hangingPunct="1">
                    <a:spcBef>
                      <a:spcPct val="0"/>
                    </a:spcBef>
                    <a:buClrTx/>
                    <a:buSzTx/>
                    <a:buFontTx/>
                    <a:buNone/>
                  </a:pPr>
                  <a:endParaRPr lang="zh-CN" altLang="en-US" sz="1600" b="1" dirty="0">
                    <a:latin typeface="Comic Sans MS" panose="030F0702030302020204" pitchFamily="66" charset="0"/>
                  </a:endParaRPr>
                </a:p>
              </p:txBody>
            </p:sp>
          </p:grpSp>
          <p:sp>
            <p:nvSpPr>
              <p:cNvPr id="20507" name="Line 60"/>
              <p:cNvSpPr/>
              <p:nvPr/>
            </p:nvSpPr>
            <p:spPr>
              <a:xfrm>
                <a:off x="3072" y="9855"/>
                <a:ext cx="362" cy="0"/>
              </a:xfrm>
              <a:prstGeom prst="line">
                <a:avLst/>
              </a:prstGeom>
              <a:ln w="9525" cap="flat" cmpd="sng">
                <a:solidFill>
                  <a:srgbClr val="000000"/>
                </a:solidFill>
                <a:prstDash val="solid"/>
                <a:headEnd type="none" w="med" len="med"/>
                <a:tailEnd type="triangle" w="sm" len="med"/>
              </a:ln>
            </p:spPr>
          </p:sp>
          <p:sp>
            <p:nvSpPr>
              <p:cNvPr id="20508" name="Line 61"/>
              <p:cNvSpPr/>
              <p:nvPr/>
            </p:nvSpPr>
            <p:spPr>
              <a:xfrm>
                <a:off x="3852" y="9870"/>
                <a:ext cx="316" cy="15"/>
              </a:xfrm>
              <a:prstGeom prst="line">
                <a:avLst/>
              </a:prstGeom>
              <a:ln w="9525" cap="flat" cmpd="sng">
                <a:solidFill>
                  <a:srgbClr val="000000"/>
                </a:solidFill>
                <a:prstDash val="solid"/>
                <a:headEnd type="none" w="med" len="med"/>
                <a:tailEnd type="triangle" w="sm" len="med"/>
              </a:ln>
            </p:spPr>
          </p:sp>
          <p:grpSp>
            <p:nvGrpSpPr>
              <p:cNvPr id="20509" name="Group 62"/>
              <p:cNvGrpSpPr/>
              <p:nvPr/>
            </p:nvGrpSpPr>
            <p:grpSpPr>
              <a:xfrm>
                <a:off x="2980" y="9075"/>
                <a:ext cx="540" cy="465"/>
                <a:chOff x="6972" y="5640"/>
                <a:chExt cx="540" cy="465"/>
              </a:xfrm>
            </p:grpSpPr>
            <p:sp>
              <p:nvSpPr>
                <p:cNvPr id="20513" name="Rectangle 63"/>
                <p:cNvSpPr/>
                <p:nvPr/>
              </p:nvSpPr>
              <p:spPr>
                <a:xfrm>
                  <a:off x="6972" y="5640"/>
                  <a:ext cx="540" cy="465"/>
                </a:xfrm>
                <a:prstGeom prst="rect">
                  <a:avLst/>
                </a:prstGeom>
                <a:noFill/>
                <a:ln w="9525">
                  <a:noFill/>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algn="just" eaLnBrk="1" hangingPunct="1">
                    <a:spcBef>
                      <a:spcPct val="0"/>
                    </a:spcBef>
                    <a:buClrTx/>
                    <a:buSzTx/>
                    <a:buFontTx/>
                    <a:buNone/>
                  </a:pPr>
                  <a:r>
                    <a:rPr lang="en-US" altLang="zh-CN" sz="700" dirty="0">
                      <a:latin typeface="Times New Roman" panose="02020603050405020304" pitchFamily="18" charset="0"/>
                    </a:rPr>
                    <a:t>1.1</a:t>
                  </a:r>
                  <a:endParaRPr lang="en-US" altLang="zh-CN" sz="1600" b="1" dirty="0">
                    <a:latin typeface="Comic Sans MS" panose="030F0702030302020204" pitchFamily="66" charset="0"/>
                  </a:endParaRPr>
                </a:p>
              </p:txBody>
            </p:sp>
            <p:sp>
              <p:nvSpPr>
                <p:cNvPr id="20514" name="Oval 64"/>
                <p:cNvSpPr/>
                <p:nvPr/>
              </p:nvSpPr>
              <p:spPr>
                <a:xfrm>
                  <a:off x="7016" y="5670"/>
                  <a:ext cx="397" cy="397"/>
                </a:xfrm>
                <a:prstGeom prst="ellipse">
                  <a:avLst/>
                </a:prstGeom>
                <a:noFill/>
                <a:ln w="9525" cap="flat" cmpd="sng">
                  <a:solidFill>
                    <a:srgbClr val="000000"/>
                  </a:solidFill>
                  <a:prstDash val="solid"/>
                  <a:headEnd type="none" w="med" len="med"/>
                  <a:tailEnd type="none" w="med" len="med"/>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eaLnBrk="1" hangingPunct="1">
                    <a:spcBef>
                      <a:spcPct val="0"/>
                    </a:spcBef>
                    <a:buClrTx/>
                    <a:buSzTx/>
                    <a:buFontTx/>
                    <a:buNone/>
                  </a:pPr>
                  <a:endParaRPr lang="zh-CN" altLang="en-US" sz="1600" b="1" dirty="0">
                    <a:latin typeface="Comic Sans MS" panose="030F0702030302020204" pitchFamily="66" charset="0"/>
                  </a:endParaRPr>
                </a:p>
              </p:txBody>
            </p:sp>
          </p:grpSp>
          <p:sp>
            <p:nvSpPr>
              <p:cNvPr id="20510" name="Line 65"/>
              <p:cNvSpPr/>
              <p:nvPr/>
            </p:nvSpPr>
            <p:spPr>
              <a:xfrm flipV="1">
                <a:off x="3418" y="9285"/>
                <a:ext cx="990" cy="0"/>
              </a:xfrm>
              <a:prstGeom prst="line">
                <a:avLst/>
              </a:prstGeom>
              <a:ln w="9525" cap="flat" cmpd="sng">
                <a:solidFill>
                  <a:srgbClr val="000000"/>
                </a:solidFill>
                <a:prstDash val="solid"/>
                <a:headEnd type="none" w="med" len="med"/>
                <a:tailEnd type="triangle" w="sm" len="med"/>
              </a:ln>
            </p:spPr>
          </p:sp>
          <p:sp>
            <p:nvSpPr>
              <p:cNvPr id="20511" name="Line 66"/>
              <p:cNvSpPr/>
              <p:nvPr/>
            </p:nvSpPr>
            <p:spPr>
              <a:xfrm>
                <a:off x="2696" y="9300"/>
                <a:ext cx="332" cy="0"/>
              </a:xfrm>
              <a:prstGeom prst="line">
                <a:avLst/>
              </a:prstGeom>
              <a:ln w="9525" cap="flat" cmpd="sng">
                <a:solidFill>
                  <a:srgbClr val="000000"/>
                </a:solidFill>
                <a:prstDash val="solid"/>
                <a:headEnd type="none" w="med" len="med"/>
                <a:tailEnd type="triangle" w="sm" len="med"/>
              </a:ln>
            </p:spPr>
          </p:sp>
          <p:sp>
            <p:nvSpPr>
              <p:cNvPr id="20512" name="Line 67"/>
              <p:cNvSpPr/>
              <p:nvPr/>
            </p:nvSpPr>
            <p:spPr>
              <a:xfrm flipH="1">
                <a:off x="2968" y="9480"/>
                <a:ext cx="136" cy="225"/>
              </a:xfrm>
              <a:prstGeom prst="line">
                <a:avLst/>
              </a:prstGeom>
              <a:ln w="9525" cap="flat" cmpd="sng">
                <a:solidFill>
                  <a:srgbClr val="000000"/>
                </a:solidFill>
                <a:prstDash val="solid"/>
                <a:headEnd type="none" w="med" len="med"/>
                <a:tailEnd type="triangle" w="sm" len="med"/>
              </a:ln>
            </p:spPr>
          </p:sp>
        </p:grpSp>
      </p:grpSp>
      <p:grpSp>
        <p:nvGrpSpPr>
          <p:cNvPr id="502852" name="Group 68"/>
          <p:cNvGrpSpPr/>
          <p:nvPr/>
        </p:nvGrpSpPr>
        <p:grpSpPr>
          <a:xfrm>
            <a:off x="2536825" y="3609975"/>
            <a:ext cx="1882775" cy="733425"/>
            <a:chOff x="5236" y="8460"/>
            <a:chExt cx="2964" cy="1155"/>
          </a:xfrm>
        </p:grpSpPr>
        <p:sp>
          <p:nvSpPr>
            <p:cNvPr id="20495" name="AutoShape 69"/>
            <p:cNvSpPr/>
            <p:nvPr/>
          </p:nvSpPr>
          <p:spPr>
            <a:xfrm>
              <a:off x="5236" y="8460"/>
              <a:ext cx="2964" cy="1155"/>
            </a:xfrm>
            <a:prstGeom prst="parallelogram">
              <a:avLst>
                <a:gd name="adj" fmla="val 64155"/>
              </a:avLst>
            </a:prstGeom>
            <a:noFill/>
            <a:ln w="9525" cap="flat" cmpd="sng">
              <a:solidFill>
                <a:srgbClr val="000000"/>
              </a:solidFill>
              <a:prstDash val="solid"/>
              <a:miter/>
              <a:headEnd type="none" w="med" len="med"/>
              <a:tailEnd type="none" w="med" len="med"/>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eaLnBrk="1" hangingPunct="1">
                <a:spcBef>
                  <a:spcPct val="0"/>
                </a:spcBef>
                <a:buClrTx/>
                <a:buSzTx/>
                <a:buFontTx/>
                <a:buNone/>
              </a:pPr>
              <a:endParaRPr lang="zh-CN" altLang="en-US" sz="1600" b="1" dirty="0">
                <a:latin typeface="Comic Sans MS" panose="030F0702030302020204" pitchFamily="66" charset="0"/>
              </a:endParaRPr>
            </a:p>
          </p:txBody>
        </p:sp>
        <p:grpSp>
          <p:nvGrpSpPr>
            <p:cNvPr id="20496" name="Group 70"/>
            <p:cNvGrpSpPr/>
            <p:nvPr/>
          </p:nvGrpSpPr>
          <p:grpSpPr>
            <a:xfrm>
              <a:off x="5934" y="8850"/>
              <a:ext cx="1356" cy="555"/>
              <a:chOff x="5934" y="8850"/>
              <a:chExt cx="1356" cy="555"/>
            </a:xfrm>
          </p:grpSpPr>
          <p:grpSp>
            <p:nvGrpSpPr>
              <p:cNvPr id="20497" name="Group 71"/>
              <p:cNvGrpSpPr/>
              <p:nvPr/>
            </p:nvGrpSpPr>
            <p:grpSpPr>
              <a:xfrm>
                <a:off x="6354" y="8850"/>
                <a:ext cx="540" cy="465"/>
                <a:chOff x="6354" y="8850"/>
                <a:chExt cx="540" cy="465"/>
              </a:xfrm>
            </p:grpSpPr>
            <p:sp>
              <p:nvSpPr>
                <p:cNvPr id="20501" name="Rectangle 72"/>
                <p:cNvSpPr/>
                <p:nvPr/>
              </p:nvSpPr>
              <p:spPr>
                <a:xfrm>
                  <a:off x="6354" y="8850"/>
                  <a:ext cx="540" cy="465"/>
                </a:xfrm>
                <a:prstGeom prst="rect">
                  <a:avLst/>
                </a:prstGeom>
                <a:noFill/>
                <a:ln w="9525">
                  <a:noFill/>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algn="ctr" eaLnBrk="1" hangingPunct="1">
                    <a:spcBef>
                      <a:spcPct val="0"/>
                    </a:spcBef>
                    <a:buClrTx/>
                    <a:buSzTx/>
                    <a:buFontTx/>
                    <a:buNone/>
                  </a:pPr>
                  <a:r>
                    <a:rPr lang="en-US" altLang="zh-CN" sz="700" dirty="0">
                      <a:latin typeface="Times New Roman" panose="02020603050405020304" pitchFamily="18" charset="0"/>
                    </a:rPr>
                    <a:t>X</a:t>
                  </a:r>
                  <a:endParaRPr lang="en-US" altLang="zh-CN" sz="1600" b="1" dirty="0">
                    <a:latin typeface="Comic Sans MS" panose="030F0702030302020204" pitchFamily="66" charset="0"/>
                  </a:endParaRPr>
                </a:p>
              </p:txBody>
            </p:sp>
            <p:sp>
              <p:nvSpPr>
                <p:cNvPr id="20502" name="Oval 73"/>
                <p:cNvSpPr/>
                <p:nvPr/>
              </p:nvSpPr>
              <p:spPr>
                <a:xfrm>
                  <a:off x="6442" y="8880"/>
                  <a:ext cx="397" cy="397"/>
                </a:xfrm>
                <a:prstGeom prst="ellipse">
                  <a:avLst/>
                </a:prstGeom>
                <a:noFill/>
                <a:ln w="9525" cap="flat" cmpd="sng">
                  <a:solidFill>
                    <a:srgbClr val="000000"/>
                  </a:solidFill>
                  <a:prstDash val="solid"/>
                  <a:headEnd type="none" w="med" len="med"/>
                  <a:tailEnd type="none" w="med" len="med"/>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eaLnBrk="1" hangingPunct="1">
                    <a:spcBef>
                      <a:spcPct val="0"/>
                    </a:spcBef>
                    <a:buClrTx/>
                    <a:buSzTx/>
                    <a:buFontTx/>
                    <a:buNone/>
                  </a:pPr>
                  <a:endParaRPr lang="zh-CN" altLang="en-US" sz="1600" b="1" dirty="0">
                    <a:latin typeface="Comic Sans MS" panose="030F0702030302020204" pitchFamily="66" charset="0"/>
                  </a:endParaRPr>
                </a:p>
              </p:txBody>
            </p:sp>
          </p:grpSp>
          <p:sp>
            <p:nvSpPr>
              <p:cNvPr id="20498" name="Line 74"/>
              <p:cNvSpPr/>
              <p:nvPr/>
            </p:nvSpPr>
            <p:spPr>
              <a:xfrm>
                <a:off x="6776" y="9210"/>
                <a:ext cx="452" cy="195"/>
              </a:xfrm>
              <a:prstGeom prst="line">
                <a:avLst/>
              </a:prstGeom>
              <a:ln w="9525" cap="flat" cmpd="sng">
                <a:solidFill>
                  <a:srgbClr val="000000"/>
                </a:solidFill>
                <a:prstDash val="solid"/>
                <a:headEnd type="none" w="med" len="med"/>
                <a:tailEnd type="triangle" w="sm" len="med"/>
              </a:ln>
            </p:spPr>
          </p:sp>
          <p:sp>
            <p:nvSpPr>
              <p:cNvPr id="20499" name="Line 75"/>
              <p:cNvSpPr/>
              <p:nvPr/>
            </p:nvSpPr>
            <p:spPr>
              <a:xfrm>
                <a:off x="5934" y="9075"/>
                <a:ext cx="483" cy="0"/>
              </a:xfrm>
              <a:prstGeom prst="line">
                <a:avLst/>
              </a:prstGeom>
              <a:ln w="9525" cap="flat" cmpd="sng">
                <a:solidFill>
                  <a:srgbClr val="000000"/>
                </a:solidFill>
                <a:prstDash val="solid"/>
                <a:headEnd type="none" w="med" len="med"/>
                <a:tailEnd type="triangle" w="sm" len="med"/>
              </a:ln>
            </p:spPr>
          </p:sp>
          <p:sp>
            <p:nvSpPr>
              <p:cNvPr id="20500" name="Line 76"/>
              <p:cNvSpPr/>
              <p:nvPr/>
            </p:nvSpPr>
            <p:spPr>
              <a:xfrm flipH="1">
                <a:off x="6808" y="8850"/>
                <a:ext cx="482" cy="120"/>
              </a:xfrm>
              <a:prstGeom prst="line">
                <a:avLst/>
              </a:prstGeom>
              <a:ln w="9525" cap="flat" cmpd="sng">
                <a:solidFill>
                  <a:srgbClr val="000000"/>
                </a:solidFill>
                <a:prstDash val="solid"/>
                <a:headEnd type="triangle" w="sm" len="med"/>
                <a:tailEnd type="none" w="sm" len="med"/>
              </a:ln>
            </p:spPr>
          </p:sp>
        </p:grpSp>
      </p:grpSp>
      <p:sp>
        <p:nvSpPr>
          <p:cNvPr id="502862" name="Line 78"/>
          <p:cNvSpPr/>
          <p:nvPr/>
        </p:nvSpPr>
        <p:spPr>
          <a:xfrm flipH="1">
            <a:off x="3011488" y="4086225"/>
            <a:ext cx="315912" cy="523875"/>
          </a:xfrm>
          <a:prstGeom prst="line">
            <a:avLst/>
          </a:prstGeom>
          <a:ln w="9525" cap="flat" cmpd="sng">
            <a:solidFill>
              <a:srgbClr val="000000"/>
            </a:solidFill>
            <a:prstDash val="dash"/>
            <a:headEnd type="none" w="med" len="med"/>
            <a:tailEnd type="none" w="med" len="med"/>
          </a:ln>
        </p:spPr>
      </p:sp>
      <p:sp>
        <p:nvSpPr>
          <p:cNvPr id="502863" name="Line 79"/>
          <p:cNvSpPr/>
          <p:nvPr/>
        </p:nvSpPr>
        <p:spPr>
          <a:xfrm>
            <a:off x="3487738" y="4105275"/>
            <a:ext cx="915987" cy="504825"/>
          </a:xfrm>
          <a:prstGeom prst="line">
            <a:avLst/>
          </a:prstGeom>
          <a:ln w="9525" cap="flat" cmpd="sng">
            <a:solidFill>
              <a:srgbClr val="000000"/>
            </a:solidFill>
            <a:prstDash val="dash"/>
            <a:headEnd type="none" w="med" len="med"/>
            <a:tailEnd type="none" w="med" len="med"/>
          </a:ln>
        </p:spPr>
      </p:sp>
      <p:sp>
        <p:nvSpPr>
          <p:cNvPr id="502864" name="Line 80"/>
          <p:cNvSpPr/>
          <p:nvPr/>
        </p:nvSpPr>
        <p:spPr>
          <a:xfrm flipH="1">
            <a:off x="1601788" y="5219700"/>
            <a:ext cx="1382712" cy="457200"/>
          </a:xfrm>
          <a:prstGeom prst="line">
            <a:avLst/>
          </a:prstGeom>
          <a:ln w="9525" cap="flat" cmpd="sng">
            <a:solidFill>
              <a:srgbClr val="000000"/>
            </a:solidFill>
            <a:prstDash val="dash"/>
            <a:headEnd type="none" w="med" len="med"/>
            <a:tailEnd type="none" w="med" len="med"/>
          </a:ln>
        </p:spPr>
      </p:sp>
      <p:sp>
        <p:nvSpPr>
          <p:cNvPr id="502865" name="Line 81"/>
          <p:cNvSpPr/>
          <p:nvPr/>
        </p:nvSpPr>
        <p:spPr>
          <a:xfrm flipH="1">
            <a:off x="3030538" y="5305425"/>
            <a:ext cx="68262" cy="352425"/>
          </a:xfrm>
          <a:prstGeom prst="line">
            <a:avLst/>
          </a:prstGeom>
          <a:ln w="9525" cap="flat" cmpd="sng">
            <a:solidFill>
              <a:srgbClr val="000000"/>
            </a:solidFill>
            <a:prstDash val="dash"/>
            <a:headEnd type="none" w="med" len="med"/>
            <a:tailEnd type="none" w="med" len="med"/>
          </a:ln>
        </p:spPr>
      </p:sp>
      <p:sp>
        <p:nvSpPr>
          <p:cNvPr id="502866" name="Line 82"/>
          <p:cNvSpPr/>
          <p:nvPr/>
        </p:nvSpPr>
        <p:spPr>
          <a:xfrm flipH="1">
            <a:off x="3460750" y="5286375"/>
            <a:ext cx="84138" cy="371475"/>
          </a:xfrm>
          <a:prstGeom prst="line">
            <a:avLst/>
          </a:prstGeom>
          <a:ln w="9525" cap="flat" cmpd="sng">
            <a:solidFill>
              <a:srgbClr val="000000"/>
            </a:solidFill>
            <a:prstDash val="dash"/>
            <a:headEnd type="none" w="med" len="med"/>
            <a:tailEnd type="none" w="med" len="med"/>
          </a:ln>
        </p:spPr>
      </p:sp>
      <p:sp>
        <p:nvSpPr>
          <p:cNvPr id="502867" name="Line 83"/>
          <p:cNvSpPr/>
          <p:nvPr/>
        </p:nvSpPr>
        <p:spPr>
          <a:xfrm>
            <a:off x="3678238" y="5267325"/>
            <a:ext cx="1192212" cy="400050"/>
          </a:xfrm>
          <a:prstGeom prst="line">
            <a:avLst/>
          </a:prstGeom>
          <a:ln w="9525" cap="flat" cmpd="sng">
            <a:solidFill>
              <a:srgbClr val="000000"/>
            </a:solidFill>
            <a:prstDash val="dash"/>
            <a:headEnd type="none" w="med" len="med"/>
            <a:tailEnd type="none" w="med" len="med"/>
          </a:ln>
        </p:spPr>
      </p:sp>
      <p:sp>
        <p:nvSpPr>
          <p:cNvPr id="2" name="矩形 1"/>
          <p:cNvSpPr/>
          <p:nvPr/>
        </p:nvSpPr>
        <p:spPr>
          <a:xfrm>
            <a:off x="5715000" y="3763963"/>
            <a:ext cx="2819400" cy="2246312"/>
          </a:xfrm>
          <a:prstGeom prst="rect">
            <a:avLst/>
          </a:prstGeom>
          <a:noFill/>
          <a:ln w="9525">
            <a:noFill/>
          </a:ln>
        </p:spPr>
        <p:txBody>
          <a:bodyPr>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eaLnBrk="1" hangingPunct="1">
              <a:spcBef>
                <a:spcPct val="0"/>
              </a:spcBef>
              <a:buClrTx/>
              <a:buSzTx/>
              <a:buFontTx/>
              <a:buNone/>
            </a:pPr>
            <a:r>
              <a:rPr lang="zh-CN" altLang="en-US" sz="2800" b="1" dirty="0">
                <a:latin typeface="Comic Sans MS" panose="030F0702030302020204" pitchFamily="66" charset="0"/>
              </a:rPr>
              <a:t>随着</a:t>
            </a:r>
            <a:r>
              <a:rPr lang="zh-CN" altLang="en-US" sz="2800" b="1" dirty="0">
                <a:solidFill>
                  <a:srgbClr val="FF0000"/>
                </a:solidFill>
                <a:latin typeface="Comic Sans MS" panose="030F0702030302020204" pitchFamily="66" charset="0"/>
              </a:rPr>
              <a:t>分解层次的增加</a:t>
            </a:r>
            <a:r>
              <a:rPr lang="zh-CN" altLang="en-US" sz="2800" b="1" dirty="0">
                <a:latin typeface="Comic Sans MS" panose="030F0702030302020204" pitchFamily="66" charset="0"/>
              </a:rPr>
              <a:t>，</a:t>
            </a:r>
            <a:r>
              <a:rPr lang="zh-CN" altLang="en-US" sz="2800" b="1" dirty="0">
                <a:solidFill>
                  <a:srgbClr val="FF0000"/>
                </a:solidFill>
                <a:latin typeface="Comic Sans MS" panose="030F0702030302020204" pitchFamily="66" charset="0"/>
              </a:rPr>
              <a:t>抽象的级别越来越低</a:t>
            </a:r>
            <a:r>
              <a:rPr lang="zh-CN" altLang="en-US" sz="2800" b="1" dirty="0">
                <a:latin typeface="Comic Sans MS" panose="030F0702030302020204" pitchFamily="66" charset="0"/>
              </a:rPr>
              <a:t>，也越</a:t>
            </a:r>
            <a:r>
              <a:rPr lang="zh-CN" altLang="en-US" sz="2800" b="1" dirty="0">
                <a:solidFill>
                  <a:srgbClr val="FF0000"/>
                </a:solidFill>
                <a:latin typeface="Comic Sans MS" panose="030F0702030302020204" pitchFamily="66" charset="0"/>
              </a:rPr>
              <a:t>接近问题的解</a:t>
            </a:r>
            <a:r>
              <a:rPr lang="en-US" altLang="zh-CN" sz="2800" b="1" dirty="0">
                <a:latin typeface="Comic Sans MS" panose="030F0702030302020204" pitchFamily="66" charset="0"/>
              </a:rPr>
              <a:t>(</a:t>
            </a:r>
            <a:r>
              <a:rPr lang="zh-CN" altLang="en-US" sz="2800" b="1" dirty="0">
                <a:latin typeface="Comic Sans MS" panose="030F0702030302020204" pitchFamily="66" charset="0"/>
              </a:rPr>
              <a:t>算法和数据结构</a:t>
            </a:r>
            <a:r>
              <a:rPr lang="en-US" altLang="zh-CN" sz="2800" b="1" dirty="0">
                <a:latin typeface="Comic Sans MS" panose="030F0702030302020204" pitchFamily="66" charset="0"/>
              </a:rPr>
              <a:t>)</a:t>
            </a:r>
            <a:endParaRPr lang="en-US" altLang="zh-CN" sz="2800" b="1" dirty="0">
              <a:latin typeface="Comic Sans MS" panose="030F0702030302020204" pitchFamily="66"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02852"/>
                                        </p:tgtEl>
                                        <p:attrNameLst>
                                          <p:attrName>style.visibility</p:attrName>
                                        </p:attrNameLst>
                                      </p:cBhvr>
                                      <p:to>
                                        <p:strVal val="visible"/>
                                      </p:to>
                                    </p:set>
                                    <p:anim calcmode="lin" valueType="num">
                                      <p:cBhvr additive="base">
                                        <p:cTn id="7" dur="500" fill="hold"/>
                                        <p:tgtEl>
                                          <p:spTgt spid="502852"/>
                                        </p:tgtEl>
                                        <p:attrNameLst>
                                          <p:attrName>ppt_x</p:attrName>
                                        </p:attrNameLst>
                                      </p:cBhvr>
                                      <p:tavLst>
                                        <p:tav tm="0">
                                          <p:val>
                                            <p:strVal val="#ppt_x"/>
                                          </p:val>
                                        </p:tav>
                                        <p:tav tm="100000">
                                          <p:val>
                                            <p:strVal val="#ppt_x"/>
                                          </p:val>
                                        </p:tav>
                                      </p:tavLst>
                                    </p:anim>
                                    <p:anim calcmode="lin" valueType="num">
                                      <p:cBhvr additive="base">
                                        <p:cTn id="8" dur="500" fill="hold"/>
                                        <p:tgtEl>
                                          <p:spTgt spid="502852"/>
                                        </p:tgtEl>
                                        <p:attrNameLst>
                                          <p:attrName>ppt_y</p:attrName>
                                        </p:attrNameLst>
                                      </p:cBhvr>
                                      <p:tavLst>
                                        <p:tav tm="0">
                                          <p:val>
                                            <p:strVal val="1+#ppt_h/2"/>
                                          </p:val>
                                        </p:tav>
                                        <p:tav tm="100000">
                                          <p:val>
                                            <p:strVal val="#ppt_y"/>
                                          </p:val>
                                        </p:tav>
                                      </p:tavLst>
                                    </p:anim>
                                  </p:childTnLst>
                                </p:cTn>
                              </p:par>
                              <p:par>
                                <p:cTn id="9" presetID="3" presetClass="entr" presetSubtype="10" fill="hold" nodeType="withEffect">
                                  <p:stCondLst>
                                    <p:cond delay="0"/>
                                  </p:stCondLst>
                                  <p:childTnLst>
                                    <p:set>
                                      <p:cBhvr>
                                        <p:cTn id="10" dur="1" fill="hold">
                                          <p:stCondLst>
                                            <p:cond delay="0"/>
                                          </p:stCondLst>
                                        </p:cTn>
                                        <p:tgtEl>
                                          <p:spTgt spid="502787">
                                            <p:txEl>
                                              <p:charRg st="0" end="40"/>
                                            </p:txEl>
                                          </p:spTgt>
                                        </p:tgtEl>
                                        <p:attrNameLst>
                                          <p:attrName>style.visibility</p:attrName>
                                        </p:attrNameLst>
                                      </p:cBhvr>
                                      <p:to>
                                        <p:strVal val="visible"/>
                                      </p:to>
                                    </p:set>
                                    <p:animEffect transition="in" filter="blinds(horizontal)">
                                      <p:cBhvr>
                                        <p:cTn id="11" dur="500"/>
                                        <p:tgtEl>
                                          <p:spTgt spid="502787">
                                            <p:txEl>
                                              <p:charRg st="0" end="40"/>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3" presetClass="entr" presetSubtype="10" fill="hold" nodeType="clickEffect">
                                  <p:stCondLst>
                                    <p:cond delay="0"/>
                                  </p:stCondLst>
                                  <p:childTnLst>
                                    <p:set>
                                      <p:cBhvr>
                                        <p:cTn id="15" dur="1" fill="hold">
                                          <p:stCondLst>
                                            <p:cond delay="0"/>
                                          </p:stCondLst>
                                        </p:cTn>
                                        <p:tgtEl>
                                          <p:spTgt spid="502787">
                                            <p:txEl>
                                              <p:charRg st="40" end="60"/>
                                            </p:txEl>
                                          </p:spTgt>
                                        </p:tgtEl>
                                        <p:attrNameLst>
                                          <p:attrName>style.visibility</p:attrName>
                                        </p:attrNameLst>
                                      </p:cBhvr>
                                      <p:to>
                                        <p:strVal val="visible"/>
                                      </p:to>
                                    </p:set>
                                    <p:animEffect transition="in" filter="blinds(horizontal)">
                                      <p:cBhvr>
                                        <p:cTn id="16" dur="500"/>
                                        <p:tgtEl>
                                          <p:spTgt spid="502787">
                                            <p:txEl>
                                              <p:charRg st="40" end="60"/>
                                            </p:txEl>
                                          </p:spTgt>
                                        </p:tgtEl>
                                      </p:cBhvr>
                                    </p:animEffect>
                                  </p:childTnLst>
                                </p:cTn>
                              </p:par>
                              <p:par>
                                <p:cTn id="17" presetID="2" presetClass="entr" presetSubtype="4" fill="hold" nodeType="withEffect">
                                  <p:stCondLst>
                                    <p:cond delay="0"/>
                                  </p:stCondLst>
                                  <p:childTnLst>
                                    <p:set>
                                      <p:cBhvr>
                                        <p:cTn id="18" dur="1" fill="hold">
                                          <p:stCondLst>
                                            <p:cond delay="0"/>
                                          </p:stCondLst>
                                        </p:cTn>
                                        <p:tgtEl>
                                          <p:spTgt spid="502862"/>
                                        </p:tgtEl>
                                        <p:attrNameLst>
                                          <p:attrName>style.visibility</p:attrName>
                                        </p:attrNameLst>
                                      </p:cBhvr>
                                      <p:to>
                                        <p:strVal val="visible"/>
                                      </p:to>
                                    </p:set>
                                    <p:anim calcmode="lin" valueType="num">
                                      <p:cBhvr additive="base">
                                        <p:cTn id="19" dur="500" fill="hold"/>
                                        <p:tgtEl>
                                          <p:spTgt spid="502862"/>
                                        </p:tgtEl>
                                        <p:attrNameLst>
                                          <p:attrName>ppt_x</p:attrName>
                                        </p:attrNameLst>
                                      </p:cBhvr>
                                      <p:tavLst>
                                        <p:tav tm="0">
                                          <p:val>
                                            <p:strVal val="#ppt_x"/>
                                          </p:val>
                                        </p:tav>
                                        <p:tav tm="100000">
                                          <p:val>
                                            <p:strVal val="#ppt_x"/>
                                          </p:val>
                                        </p:tav>
                                      </p:tavLst>
                                    </p:anim>
                                    <p:anim calcmode="lin" valueType="num">
                                      <p:cBhvr additive="base">
                                        <p:cTn id="20" dur="500" fill="hold"/>
                                        <p:tgtEl>
                                          <p:spTgt spid="502862"/>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502863"/>
                                        </p:tgtEl>
                                        <p:attrNameLst>
                                          <p:attrName>style.visibility</p:attrName>
                                        </p:attrNameLst>
                                      </p:cBhvr>
                                      <p:to>
                                        <p:strVal val="visible"/>
                                      </p:to>
                                    </p:set>
                                    <p:anim calcmode="lin" valueType="num">
                                      <p:cBhvr additive="base">
                                        <p:cTn id="23" dur="500" fill="hold"/>
                                        <p:tgtEl>
                                          <p:spTgt spid="502863"/>
                                        </p:tgtEl>
                                        <p:attrNameLst>
                                          <p:attrName>ppt_x</p:attrName>
                                        </p:attrNameLst>
                                      </p:cBhvr>
                                      <p:tavLst>
                                        <p:tav tm="0">
                                          <p:val>
                                            <p:strVal val="#ppt_x"/>
                                          </p:val>
                                        </p:tav>
                                        <p:tav tm="100000">
                                          <p:val>
                                            <p:strVal val="#ppt_x"/>
                                          </p:val>
                                        </p:tav>
                                      </p:tavLst>
                                    </p:anim>
                                    <p:anim calcmode="lin" valueType="num">
                                      <p:cBhvr additive="base">
                                        <p:cTn id="24" dur="500" fill="hold"/>
                                        <p:tgtEl>
                                          <p:spTgt spid="502863"/>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502814"/>
                                        </p:tgtEl>
                                        <p:attrNameLst>
                                          <p:attrName>style.visibility</p:attrName>
                                        </p:attrNameLst>
                                      </p:cBhvr>
                                      <p:to>
                                        <p:strVal val="visible"/>
                                      </p:to>
                                    </p:set>
                                    <p:anim calcmode="lin" valueType="num">
                                      <p:cBhvr additive="base">
                                        <p:cTn id="27" dur="500" fill="hold"/>
                                        <p:tgtEl>
                                          <p:spTgt spid="502814"/>
                                        </p:tgtEl>
                                        <p:attrNameLst>
                                          <p:attrName>ppt_x</p:attrName>
                                        </p:attrNameLst>
                                      </p:cBhvr>
                                      <p:tavLst>
                                        <p:tav tm="0">
                                          <p:val>
                                            <p:strVal val="#ppt_x"/>
                                          </p:val>
                                        </p:tav>
                                        <p:tav tm="100000">
                                          <p:val>
                                            <p:strVal val="#ppt_x"/>
                                          </p:val>
                                        </p:tav>
                                      </p:tavLst>
                                    </p:anim>
                                    <p:anim calcmode="lin" valueType="num">
                                      <p:cBhvr additive="base">
                                        <p:cTn id="28" dur="500" fill="hold"/>
                                        <p:tgtEl>
                                          <p:spTgt spid="502814"/>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502864"/>
                                        </p:tgtEl>
                                        <p:attrNameLst>
                                          <p:attrName>style.visibility</p:attrName>
                                        </p:attrNameLst>
                                      </p:cBhvr>
                                      <p:to>
                                        <p:strVal val="visible"/>
                                      </p:to>
                                    </p:set>
                                    <p:anim calcmode="lin" valueType="num">
                                      <p:cBhvr additive="base">
                                        <p:cTn id="31" dur="500" fill="hold"/>
                                        <p:tgtEl>
                                          <p:spTgt spid="502864"/>
                                        </p:tgtEl>
                                        <p:attrNameLst>
                                          <p:attrName>ppt_x</p:attrName>
                                        </p:attrNameLst>
                                      </p:cBhvr>
                                      <p:tavLst>
                                        <p:tav tm="0">
                                          <p:val>
                                            <p:strVal val="#ppt_x"/>
                                          </p:val>
                                        </p:tav>
                                        <p:tav tm="100000">
                                          <p:val>
                                            <p:strVal val="#ppt_x"/>
                                          </p:val>
                                        </p:tav>
                                      </p:tavLst>
                                    </p:anim>
                                    <p:anim calcmode="lin" valueType="num">
                                      <p:cBhvr additive="base">
                                        <p:cTn id="32" dur="500" fill="hold"/>
                                        <p:tgtEl>
                                          <p:spTgt spid="502864"/>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502865"/>
                                        </p:tgtEl>
                                        <p:attrNameLst>
                                          <p:attrName>style.visibility</p:attrName>
                                        </p:attrNameLst>
                                      </p:cBhvr>
                                      <p:to>
                                        <p:strVal val="visible"/>
                                      </p:to>
                                    </p:set>
                                    <p:anim calcmode="lin" valueType="num">
                                      <p:cBhvr additive="base">
                                        <p:cTn id="35" dur="500" fill="hold"/>
                                        <p:tgtEl>
                                          <p:spTgt spid="502865"/>
                                        </p:tgtEl>
                                        <p:attrNameLst>
                                          <p:attrName>ppt_x</p:attrName>
                                        </p:attrNameLst>
                                      </p:cBhvr>
                                      <p:tavLst>
                                        <p:tav tm="0">
                                          <p:val>
                                            <p:strVal val="#ppt_x"/>
                                          </p:val>
                                        </p:tav>
                                        <p:tav tm="100000">
                                          <p:val>
                                            <p:strVal val="#ppt_x"/>
                                          </p:val>
                                        </p:tav>
                                      </p:tavLst>
                                    </p:anim>
                                    <p:anim calcmode="lin" valueType="num">
                                      <p:cBhvr additive="base">
                                        <p:cTn id="36" dur="500" fill="hold"/>
                                        <p:tgtEl>
                                          <p:spTgt spid="502865"/>
                                        </p:tgtEl>
                                        <p:attrNameLst>
                                          <p:attrName>ppt_y</p:attrName>
                                        </p:attrNameLst>
                                      </p:cBhvr>
                                      <p:tavLst>
                                        <p:tav tm="0">
                                          <p:val>
                                            <p:strVal val="1+#ppt_h/2"/>
                                          </p:val>
                                        </p:tav>
                                        <p:tav tm="100000">
                                          <p:val>
                                            <p:strVal val="#ppt_y"/>
                                          </p:val>
                                        </p:tav>
                                      </p:tavLst>
                                    </p:anim>
                                  </p:childTnLst>
                                </p:cTn>
                              </p:par>
                              <p:par>
                                <p:cTn id="37" presetID="2" presetClass="entr" presetSubtype="4" fill="hold" nodeType="withEffect">
                                  <p:stCondLst>
                                    <p:cond delay="0"/>
                                  </p:stCondLst>
                                  <p:childTnLst>
                                    <p:set>
                                      <p:cBhvr>
                                        <p:cTn id="38" dur="1" fill="hold">
                                          <p:stCondLst>
                                            <p:cond delay="0"/>
                                          </p:stCondLst>
                                        </p:cTn>
                                        <p:tgtEl>
                                          <p:spTgt spid="502866"/>
                                        </p:tgtEl>
                                        <p:attrNameLst>
                                          <p:attrName>style.visibility</p:attrName>
                                        </p:attrNameLst>
                                      </p:cBhvr>
                                      <p:to>
                                        <p:strVal val="visible"/>
                                      </p:to>
                                    </p:set>
                                    <p:anim calcmode="lin" valueType="num">
                                      <p:cBhvr additive="base">
                                        <p:cTn id="39" dur="500" fill="hold"/>
                                        <p:tgtEl>
                                          <p:spTgt spid="502866"/>
                                        </p:tgtEl>
                                        <p:attrNameLst>
                                          <p:attrName>ppt_x</p:attrName>
                                        </p:attrNameLst>
                                      </p:cBhvr>
                                      <p:tavLst>
                                        <p:tav tm="0">
                                          <p:val>
                                            <p:strVal val="#ppt_x"/>
                                          </p:val>
                                        </p:tav>
                                        <p:tav tm="100000">
                                          <p:val>
                                            <p:strVal val="#ppt_x"/>
                                          </p:val>
                                        </p:tav>
                                      </p:tavLst>
                                    </p:anim>
                                    <p:anim calcmode="lin" valueType="num">
                                      <p:cBhvr additive="base">
                                        <p:cTn id="40" dur="500" fill="hold"/>
                                        <p:tgtEl>
                                          <p:spTgt spid="502866"/>
                                        </p:tgtEl>
                                        <p:attrNameLst>
                                          <p:attrName>ppt_y</p:attrName>
                                        </p:attrNameLst>
                                      </p:cBhvr>
                                      <p:tavLst>
                                        <p:tav tm="0">
                                          <p:val>
                                            <p:strVal val="1+#ppt_h/2"/>
                                          </p:val>
                                        </p:tav>
                                        <p:tav tm="100000">
                                          <p:val>
                                            <p:strVal val="#ppt_y"/>
                                          </p:val>
                                        </p:tav>
                                      </p:tavLst>
                                    </p:anim>
                                  </p:childTnLst>
                                </p:cTn>
                              </p:par>
                              <p:par>
                                <p:cTn id="41" presetID="2" presetClass="entr" presetSubtype="4" fill="hold" nodeType="withEffect">
                                  <p:stCondLst>
                                    <p:cond delay="0"/>
                                  </p:stCondLst>
                                  <p:childTnLst>
                                    <p:set>
                                      <p:cBhvr>
                                        <p:cTn id="42" dur="1" fill="hold">
                                          <p:stCondLst>
                                            <p:cond delay="0"/>
                                          </p:stCondLst>
                                        </p:cTn>
                                        <p:tgtEl>
                                          <p:spTgt spid="502867"/>
                                        </p:tgtEl>
                                        <p:attrNameLst>
                                          <p:attrName>style.visibility</p:attrName>
                                        </p:attrNameLst>
                                      </p:cBhvr>
                                      <p:to>
                                        <p:strVal val="visible"/>
                                      </p:to>
                                    </p:set>
                                    <p:anim calcmode="lin" valueType="num">
                                      <p:cBhvr additive="base">
                                        <p:cTn id="43" dur="500" fill="hold"/>
                                        <p:tgtEl>
                                          <p:spTgt spid="502867"/>
                                        </p:tgtEl>
                                        <p:attrNameLst>
                                          <p:attrName>ppt_x</p:attrName>
                                        </p:attrNameLst>
                                      </p:cBhvr>
                                      <p:tavLst>
                                        <p:tav tm="0">
                                          <p:val>
                                            <p:strVal val="#ppt_x"/>
                                          </p:val>
                                        </p:tav>
                                        <p:tav tm="100000">
                                          <p:val>
                                            <p:strVal val="#ppt_x"/>
                                          </p:val>
                                        </p:tav>
                                      </p:tavLst>
                                    </p:anim>
                                    <p:anim calcmode="lin" valueType="num">
                                      <p:cBhvr additive="base">
                                        <p:cTn id="44" dur="500" fill="hold"/>
                                        <p:tgtEl>
                                          <p:spTgt spid="502867"/>
                                        </p:tgtEl>
                                        <p:attrNameLst>
                                          <p:attrName>ppt_y</p:attrName>
                                        </p:attrNameLst>
                                      </p:cBhvr>
                                      <p:tavLst>
                                        <p:tav tm="0">
                                          <p:val>
                                            <p:strVal val="1+#ppt_h/2"/>
                                          </p:val>
                                        </p:tav>
                                        <p:tav tm="100000">
                                          <p:val>
                                            <p:strVal val="#ppt_y"/>
                                          </p:val>
                                        </p:tav>
                                      </p:tavLst>
                                    </p:anim>
                                  </p:childTnLst>
                                </p:cTn>
                              </p:par>
                              <p:par>
                                <p:cTn id="45" presetID="2" presetClass="entr" presetSubtype="4" fill="hold" nodeType="withEffect">
                                  <p:stCondLst>
                                    <p:cond delay="0"/>
                                  </p:stCondLst>
                                  <p:childTnLst>
                                    <p:set>
                                      <p:cBhvr>
                                        <p:cTn id="46" dur="1" fill="hold">
                                          <p:stCondLst>
                                            <p:cond delay="0"/>
                                          </p:stCondLst>
                                        </p:cTn>
                                        <p:tgtEl>
                                          <p:spTgt spid="502791"/>
                                        </p:tgtEl>
                                        <p:attrNameLst>
                                          <p:attrName>style.visibility</p:attrName>
                                        </p:attrNameLst>
                                      </p:cBhvr>
                                      <p:to>
                                        <p:strVal val="visible"/>
                                      </p:to>
                                    </p:set>
                                    <p:anim calcmode="lin" valueType="num">
                                      <p:cBhvr additive="base">
                                        <p:cTn id="47" dur="500" fill="hold"/>
                                        <p:tgtEl>
                                          <p:spTgt spid="502791"/>
                                        </p:tgtEl>
                                        <p:attrNameLst>
                                          <p:attrName>ppt_x</p:attrName>
                                        </p:attrNameLst>
                                      </p:cBhvr>
                                      <p:tavLst>
                                        <p:tav tm="0">
                                          <p:val>
                                            <p:strVal val="#ppt_x"/>
                                          </p:val>
                                        </p:tav>
                                        <p:tav tm="100000">
                                          <p:val>
                                            <p:strVal val="#ppt_x"/>
                                          </p:val>
                                        </p:tav>
                                      </p:tavLst>
                                    </p:anim>
                                    <p:anim calcmode="lin" valueType="num">
                                      <p:cBhvr additive="base">
                                        <p:cTn id="48" dur="500" fill="hold"/>
                                        <p:tgtEl>
                                          <p:spTgt spid="502791"/>
                                        </p:tgtEl>
                                        <p:attrNameLst>
                                          <p:attrName>ppt_y</p:attrName>
                                        </p:attrNameLst>
                                      </p:cBhvr>
                                      <p:tavLst>
                                        <p:tav tm="0">
                                          <p:val>
                                            <p:strVal val="1+#ppt_h/2"/>
                                          </p:val>
                                        </p:tav>
                                        <p:tav tm="100000">
                                          <p:val>
                                            <p:strVal val="#ppt_y"/>
                                          </p:val>
                                        </p:tav>
                                      </p:tavLst>
                                    </p:anim>
                                  </p:childTnLst>
                                </p:cTn>
                              </p:par>
                              <p:par>
                                <p:cTn id="49" presetID="2" presetClass="entr" presetSubtype="4" fill="hold" nodeType="withEffect">
                                  <p:stCondLst>
                                    <p:cond delay="0"/>
                                  </p:stCondLst>
                                  <p:childTnLst>
                                    <p:set>
                                      <p:cBhvr>
                                        <p:cTn id="50" dur="1" fill="hold">
                                          <p:stCondLst>
                                            <p:cond delay="0"/>
                                          </p:stCondLst>
                                        </p:cTn>
                                        <p:tgtEl>
                                          <p:spTgt spid="502835"/>
                                        </p:tgtEl>
                                        <p:attrNameLst>
                                          <p:attrName>style.visibility</p:attrName>
                                        </p:attrNameLst>
                                      </p:cBhvr>
                                      <p:to>
                                        <p:strVal val="visible"/>
                                      </p:to>
                                    </p:set>
                                    <p:anim calcmode="lin" valueType="num">
                                      <p:cBhvr additive="base">
                                        <p:cTn id="51" dur="500" fill="hold"/>
                                        <p:tgtEl>
                                          <p:spTgt spid="502835"/>
                                        </p:tgtEl>
                                        <p:attrNameLst>
                                          <p:attrName>ppt_x</p:attrName>
                                        </p:attrNameLst>
                                      </p:cBhvr>
                                      <p:tavLst>
                                        <p:tav tm="0">
                                          <p:val>
                                            <p:strVal val="#ppt_x"/>
                                          </p:val>
                                        </p:tav>
                                        <p:tav tm="100000">
                                          <p:val>
                                            <p:strVal val="#ppt_x"/>
                                          </p:val>
                                        </p:tav>
                                      </p:tavLst>
                                    </p:anim>
                                    <p:anim calcmode="lin" valueType="num">
                                      <p:cBhvr additive="base">
                                        <p:cTn id="52" dur="500" fill="hold"/>
                                        <p:tgtEl>
                                          <p:spTgt spid="502835"/>
                                        </p:tgtEl>
                                        <p:attrNameLst>
                                          <p:attrName>ppt_y</p:attrName>
                                        </p:attrNameLst>
                                      </p:cBhvr>
                                      <p:tavLst>
                                        <p:tav tm="0">
                                          <p:val>
                                            <p:strVal val="1+#ppt_h/2"/>
                                          </p:val>
                                        </p:tav>
                                        <p:tav tm="100000">
                                          <p:val>
                                            <p:strVal val="#ppt_y"/>
                                          </p:val>
                                        </p:tav>
                                      </p:tavLst>
                                    </p:anim>
                                  </p:childTnLst>
                                </p:cTn>
                              </p:par>
                            </p:childTnLst>
                          </p:cTn>
                        </p:par>
                      </p:childTnLst>
                    </p:cTn>
                  </p:par>
                  <p:par>
                    <p:cTn id="53" fill="hold">
                      <p:stCondLst>
                        <p:cond delay="indefinite"/>
                      </p:stCondLst>
                      <p:childTnLst>
                        <p:par>
                          <p:cTn id="54" fill="hold">
                            <p:stCondLst>
                              <p:cond delay="0"/>
                            </p:stCondLst>
                            <p:childTnLst>
                              <p:par>
                                <p:cTn id="55" presetID="2" presetClass="entr" presetSubtype="4" fill="hold" grpId="0" nodeType="clickEffect">
                                  <p:stCondLst>
                                    <p:cond delay="0"/>
                                  </p:stCondLst>
                                  <p:childTnLst>
                                    <p:set>
                                      <p:cBhvr>
                                        <p:cTn id="56" dur="1" fill="hold">
                                          <p:stCondLst>
                                            <p:cond delay="0"/>
                                          </p:stCondLst>
                                        </p:cTn>
                                        <p:tgtEl>
                                          <p:spTgt spid="2"/>
                                        </p:tgtEl>
                                        <p:attrNameLst>
                                          <p:attrName>style.visibility</p:attrName>
                                        </p:attrNameLst>
                                      </p:cBhvr>
                                      <p:to>
                                        <p:strVal val="visible"/>
                                      </p:to>
                                    </p:set>
                                    <p:anim calcmode="lin" valueType="num">
                                      <p:cBhvr additive="base">
                                        <p:cTn id="57" dur="500" fill="hold"/>
                                        <p:tgtEl>
                                          <p:spTgt spid="2"/>
                                        </p:tgtEl>
                                        <p:attrNameLst>
                                          <p:attrName>ppt_x</p:attrName>
                                        </p:attrNameLst>
                                      </p:cBhvr>
                                      <p:tavLst>
                                        <p:tav tm="0">
                                          <p:val>
                                            <p:strVal val="#ppt_x"/>
                                          </p:val>
                                        </p:tav>
                                        <p:tav tm="100000">
                                          <p:val>
                                            <p:strVal val="#ppt_x"/>
                                          </p:val>
                                        </p:tav>
                                      </p:tavLst>
                                    </p:anim>
                                    <p:anim calcmode="lin" valueType="num">
                                      <p:cBhvr additive="base">
                                        <p:cTn id="5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2530" name="Rectangle 2"/>
          <p:cNvSpPr>
            <a:spLocks noGrp="1"/>
          </p:cNvSpPr>
          <p:nvPr>
            <p:ph type="title"/>
          </p:nvPr>
        </p:nvSpPr>
        <p:spPr/>
        <p:txBody>
          <a:bodyPr vert="horz" wrap="square" lIns="0" tIns="45720" rIns="0" bIns="0" anchor="b" anchorCtr="0"/>
          <a:p>
            <a:pPr eaLnBrk="1" hangingPunct="1"/>
            <a:r>
              <a:rPr lang="zh-CN" altLang="en-US" b="1" dirty="0">
                <a:latin typeface="微软雅黑" panose="020B0503020204020204" pitchFamily="34" charset="-122"/>
                <a:ea typeface="微软雅黑" panose="020B0503020204020204" pitchFamily="34" charset="-122"/>
              </a:rPr>
              <a:t>结构化分析的逻辑模型</a:t>
            </a:r>
            <a:endParaRPr lang="zh-CN" altLang="en-US" b="1" dirty="0">
              <a:latin typeface="微软雅黑" panose="020B0503020204020204" pitchFamily="34" charset="-122"/>
              <a:ea typeface="微软雅黑" panose="020B0503020204020204" pitchFamily="34" charset="-122"/>
            </a:endParaRPr>
          </a:p>
        </p:txBody>
      </p:sp>
      <p:sp>
        <p:nvSpPr>
          <p:cNvPr id="506883" name="Rectangle 3"/>
          <p:cNvSpPr>
            <a:spLocks noGrp="1" noChangeArrowheads="1"/>
          </p:cNvSpPr>
          <p:nvPr>
            <p:ph idx="1"/>
          </p:nvPr>
        </p:nvSpPr>
        <p:spPr>
          <a:xfrm>
            <a:off x="3581400" y="2438400"/>
            <a:ext cx="5334000" cy="3429000"/>
          </a:xfrm>
        </p:spPr>
        <p:txBody>
          <a:bodyPr vert="horz" wrap="square" lIns="91440" tIns="45720" rIns="91440" bIns="45720" numCol="1" anchor="t" anchorCtr="0" compatLnSpc="1">
            <a:noAutofit/>
          </a:bodyPr>
          <a:lstStyle/>
          <a:p>
            <a:pPr marL="273050" marR="0" lvl="0" indent="-273050" algn="l" defTabSz="914400" rtl="0" eaLnBrk="1" fontAlgn="auto" latinLnBrk="0" hangingPunct="1">
              <a:lnSpc>
                <a:spcPct val="110000"/>
              </a:lnSpc>
              <a:spcBef>
                <a:spcPct val="20000"/>
              </a:spcBef>
              <a:spcAft>
                <a:spcPts val="0"/>
              </a:spcAft>
              <a:buClr>
                <a:schemeClr val="accent3"/>
              </a:buClr>
              <a:buSzPct val="95000"/>
              <a:buFont typeface="Wingdings" panose="05000000000000000000" pitchFamily="2" charset="2"/>
              <a:buChar char="ü"/>
              <a:defRPr/>
            </a:pPr>
            <a:r>
              <a:rPr kumimoji="0" lang="zh-CN" altLang="en-US" sz="2000" b="1" i="0" u="none" strike="noStrike" kern="1200" cap="none" spc="0" normalizeH="0" baseline="0" noProof="0" dirty="0" smtClean="0">
                <a:ln>
                  <a:noFill/>
                </a:ln>
                <a:solidFill>
                  <a:schemeClr val="tx1"/>
                </a:solidFill>
                <a:effectLst/>
                <a:uLnTx/>
                <a:uFillTx/>
                <a:latin typeface="+mn-lt"/>
                <a:ea typeface="+mn-ea"/>
                <a:cs typeface="+mn-cs"/>
              </a:rPr>
              <a:t>数据字典</a:t>
            </a:r>
            <a:r>
              <a:rPr kumimoji="0" lang="zh-CN" altLang="en-US" sz="2000" b="0" i="0" u="none" strike="noStrike" kern="1200" cap="none" spc="0" normalizeH="0" baseline="0" noProof="0" dirty="0" smtClean="0">
                <a:ln>
                  <a:noFill/>
                </a:ln>
                <a:solidFill>
                  <a:schemeClr val="tx1"/>
                </a:solidFill>
                <a:effectLst/>
                <a:uLnTx/>
                <a:uFillTx/>
                <a:latin typeface="+mn-lt"/>
                <a:ea typeface="+mn-ea"/>
                <a:cs typeface="+mn-cs"/>
              </a:rPr>
              <a:t>：核心，包含</a:t>
            </a:r>
            <a:r>
              <a:rPr kumimoji="0" lang="zh-CN" altLang="en-US" sz="2000" b="0" i="0" u="none" strike="noStrike" kern="1200" cap="none" spc="0" normalizeH="0" baseline="0" noProof="0" dirty="0">
                <a:ln>
                  <a:noFill/>
                </a:ln>
                <a:solidFill>
                  <a:schemeClr val="tx1"/>
                </a:solidFill>
                <a:effectLst/>
                <a:uLnTx/>
                <a:uFillTx/>
                <a:latin typeface="+mn-lt"/>
                <a:ea typeface="+mn-ea"/>
                <a:cs typeface="+mn-cs"/>
              </a:rPr>
              <a:t>了软件使用和产生所有</a:t>
            </a:r>
            <a:r>
              <a:rPr kumimoji="0" lang="zh-CN" altLang="en-US" sz="2000" b="1" i="0" u="none" strike="noStrike" kern="1200" cap="none" spc="0" normalizeH="0" baseline="0" noProof="0" dirty="0">
                <a:ln>
                  <a:noFill/>
                </a:ln>
                <a:solidFill>
                  <a:srgbClr val="FF0000"/>
                </a:solidFill>
                <a:effectLst/>
                <a:uLnTx/>
                <a:uFillTx/>
                <a:latin typeface="+mn-lt"/>
                <a:ea typeface="+mn-ea"/>
                <a:cs typeface="+mn-cs"/>
              </a:rPr>
              <a:t>数据的</a:t>
            </a:r>
            <a:r>
              <a:rPr kumimoji="0" lang="zh-CN" altLang="en-US" sz="2000" b="1" i="0" u="none" strike="noStrike" kern="1200" cap="none" spc="0" normalizeH="0" baseline="0" noProof="0" dirty="0" smtClean="0">
                <a:ln>
                  <a:noFill/>
                </a:ln>
                <a:solidFill>
                  <a:srgbClr val="FF0000"/>
                </a:solidFill>
                <a:effectLst/>
                <a:uLnTx/>
                <a:uFillTx/>
                <a:latin typeface="+mn-lt"/>
                <a:ea typeface="+mn-ea"/>
                <a:cs typeface="+mn-cs"/>
              </a:rPr>
              <a:t>描述</a:t>
            </a:r>
            <a:endParaRPr kumimoji="0" lang="zh-CN" altLang="en-US" sz="2000" b="1" i="0" u="none" strike="noStrike" kern="1200" cap="none" spc="0" normalizeH="0" baseline="0" noProof="0" dirty="0">
              <a:ln>
                <a:noFill/>
              </a:ln>
              <a:solidFill>
                <a:srgbClr val="FF0000"/>
              </a:solidFill>
              <a:effectLst/>
              <a:uLnTx/>
              <a:uFillTx/>
              <a:latin typeface="+mn-lt"/>
              <a:ea typeface="+mn-ea"/>
              <a:cs typeface="+mn-cs"/>
            </a:endParaRPr>
          </a:p>
          <a:p>
            <a:pPr marL="273050" marR="0" lvl="0" indent="-273050" algn="l" defTabSz="914400" rtl="0" eaLnBrk="1" fontAlgn="auto" latinLnBrk="0" hangingPunct="1">
              <a:lnSpc>
                <a:spcPct val="110000"/>
              </a:lnSpc>
              <a:spcBef>
                <a:spcPct val="20000"/>
              </a:spcBef>
              <a:spcAft>
                <a:spcPts val="0"/>
              </a:spcAft>
              <a:buClr>
                <a:schemeClr val="accent3"/>
              </a:buClr>
              <a:buSzPct val="95000"/>
              <a:buFont typeface="Wingdings" panose="05000000000000000000" pitchFamily="2" charset="2"/>
              <a:buChar char="ü"/>
              <a:defRPr/>
            </a:pPr>
            <a:r>
              <a:rPr kumimoji="0" lang="zh-CN" altLang="en-US" sz="2000" b="1" i="0" u="none" strike="noStrike" kern="1200" cap="none" spc="0" normalizeH="0" baseline="0" noProof="0" dirty="0">
                <a:ln>
                  <a:noFill/>
                </a:ln>
                <a:solidFill>
                  <a:schemeClr val="tx1"/>
                </a:solidFill>
                <a:effectLst/>
                <a:uLnTx/>
                <a:uFillTx/>
                <a:latin typeface="+mn-lt"/>
                <a:ea typeface="+mn-ea"/>
                <a:cs typeface="+mn-cs"/>
              </a:rPr>
              <a:t>数据流图</a:t>
            </a:r>
            <a:r>
              <a:rPr kumimoji="0" lang="zh-CN" altLang="en-US" sz="2000" b="0" i="0" u="none" strike="noStrike" kern="1200" cap="none" spc="0" normalizeH="0" baseline="0" noProof="0" dirty="0" smtClean="0">
                <a:ln>
                  <a:noFill/>
                </a:ln>
                <a:solidFill>
                  <a:schemeClr val="tx1"/>
                </a:solidFill>
                <a:effectLst/>
                <a:uLnTx/>
                <a:uFillTx/>
                <a:latin typeface="+mn-lt"/>
                <a:ea typeface="+mn-ea"/>
                <a:cs typeface="+mn-cs"/>
              </a:rPr>
              <a:t>：功能</a:t>
            </a:r>
            <a:r>
              <a:rPr kumimoji="0" lang="zh-CN" altLang="en-US" sz="2000" b="0" i="0" u="none" strike="noStrike" kern="1200" cap="none" spc="0" normalizeH="0" baseline="0" noProof="0" dirty="0">
                <a:ln>
                  <a:noFill/>
                </a:ln>
                <a:solidFill>
                  <a:schemeClr val="tx1"/>
                </a:solidFill>
                <a:effectLst/>
                <a:uLnTx/>
                <a:uFillTx/>
                <a:latin typeface="+mn-lt"/>
                <a:ea typeface="+mn-ea"/>
                <a:cs typeface="+mn-cs"/>
              </a:rPr>
              <a:t>建模，描述系统的</a:t>
            </a:r>
            <a:r>
              <a:rPr kumimoji="0" lang="zh-CN" altLang="en-US" sz="2000" b="1" i="0" u="none" strike="noStrike" kern="1200" cap="none" spc="0" normalizeH="0" baseline="0" noProof="0" dirty="0">
                <a:ln>
                  <a:noFill/>
                </a:ln>
                <a:solidFill>
                  <a:srgbClr val="FF0000"/>
                </a:solidFill>
                <a:effectLst/>
                <a:uLnTx/>
                <a:uFillTx/>
                <a:latin typeface="+mn-lt"/>
                <a:ea typeface="+mn-ea"/>
                <a:cs typeface="+mn-cs"/>
              </a:rPr>
              <a:t>输入数据流</a:t>
            </a:r>
            <a:r>
              <a:rPr kumimoji="0" lang="zh-CN" altLang="en-US" sz="2000" b="0" i="0" u="none" strike="noStrike" kern="1200" cap="none" spc="0" normalizeH="0" baseline="0" noProof="0" dirty="0">
                <a:ln>
                  <a:noFill/>
                </a:ln>
                <a:solidFill>
                  <a:schemeClr val="tx1"/>
                </a:solidFill>
                <a:effectLst/>
                <a:uLnTx/>
                <a:uFillTx/>
                <a:latin typeface="+mn-lt"/>
                <a:ea typeface="+mn-ea"/>
                <a:cs typeface="+mn-cs"/>
              </a:rPr>
              <a:t>如何经过一系列的</a:t>
            </a:r>
            <a:r>
              <a:rPr kumimoji="0" lang="zh-CN" altLang="en-US" sz="2000" b="1" i="0" u="none" strike="noStrike" kern="1200" cap="none" spc="0" normalizeH="0" baseline="0" noProof="0" dirty="0">
                <a:ln>
                  <a:noFill/>
                </a:ln>
                <a:solidFill>
                  <a:srgbClr val="FF0000"/>
                </a:solidFill>
                <a:effectLst/>
                <a:uLnTx/>
                <a:uFillTx/>
                <a:latin typeface="+mn-lt"/>
                <a:ea typeface="+mn-ea"/>
                <a:cs typeface="+mn-cs"/>
              </a:rPr>
              <a:t>加工</a:t>
            </a:r>
            <a:r>
              <a:rPr kumimoji="0" lang="zh-CN" altLang="en-US" sz="2000" b="0" i="0" u="none" strike="noStrike" kern="1200" cap="none" spc="0" normalizeH="0" baseline="0" noProof="0" dirty="0">
                <a:ln>
                  <a:noFill/>
                </a:ln>
                <a:solidFill>
                  <a:schemeClr val="tx1"/>
                </a:solidFill>
                <a:effectLst/>
                <a:uLnTx/>
                <a:uFillTx/>
                <a:latin typeface="+mn-lt"/>
                <a:ea typeface="+mn-ea"/>
                <a:cs typeface="+mn-cs"/>
              </a:rPr>
              <a:t>变换逐步变换成系统的</a:t>
            </a:r>
            <a:r>
              <a:rPr kumimoji="0" lang="zh-CN" altLang="en-US" sz="2000" b="1" i="0" u="none" strike="noStrike" kern="1200" cap="none" spc="0" normalizeH="0" baseline="0" noProof="0" dirty="0">
                <a:ln>
                  <a:noFill/>
                </a:ln>
                <a:solidFill>
                  <a:srgbClr val="FF0000"/>
                </a:solidFill>
                <a:effectLst/>
                <a:uLnTx/>
                <a:uFillTx/>
                <a:latin typeface="+mn-lt"/>
                <a:ea typeface="+mn-ea"/>
                <a:cs typeface="+mn-cs"/>
              </a:rPr>
              <a:t>输出数据</a:t>
            </a:r>
            <a:r>
              <a:rPr kumimoji="0" lang="zh-CN" altLang="en-US" sz="2000" b="1" i="0" u="none" strike="noStrike" kern="1200" cap="none" spc="0" normalizeH="0" baseline="0" noProof="0" dirty="0" smtClean="0">
                <a:ln>
                  <a:noFill/>
                </a:ln>
                <a:solidFill>
                  <a:srgbClr val="FF0000"/>
                </a:solidFill>
                <a:effectLst/>
                <a:uLnTx/>
                <a:uFillTx/>
                <a:latin typeface="+mn-lt"/>
                <a:ea typeface="+mn-ea"/>
                <a:cs typeface="+mn-cs"/>
              </a:rPr>
              <a:t>流</a:t>
            </a:r>
            <a:endParaRPr kumimoji="0" lang="zh-CN" altLang="en-US" sz="2000" b="1" i="0" u="none" strike="noStrike" kern="1200" cap="none" spc="0" normalizeH="0" baseline="0" noProof="0" dirty="0">
              <a:ln>
                <a:noFill/>
              </a:ln>
              <a:solidFill>
                <a:srgbClr val="FF0000"/>
              </a:solidFill>
              <a:effectLst/>
              <a:uLnTx/>
              <a:uFillTx/>
              <a:latin typeface="+mn-lt"/>
              <a:ea typeface="+mn-ea"/>
              <a:cs typeface="+mn-cs"/>
            </a:endParaRPr>
          </a:p>
          <a:p>
            <a:pPr marL="273050" marR="0" lvl="0" indent="-273050" algn="l" defTabSz="914400" rtl="0" eaLnBrk="1" fontAlgn="auto" latinLnBrk="0" hangingPunct="1">
              <a:lnSpc>
                <a:spcPct val="110000"/>
              </a:lnSpc>
              <a:spcBef>
                <a:spcPct val="20000"/>
              </a:spcBef>
              <a:spcAft>
                <a:spcPts val="0"/>
              </a:spcAft>
              <a:buClr>
                <a:schemeClr val="accent3"/>
              </a:buClr>
              <a:buSzPct val="95000"/>
              <a:buFont typeface="Wingdings" panose="05000000000000000000" pitchFamily="2" charset="2"/>
              <a:buChar char="ü"/>
              <a:defRPr/>
            </a:pPr>
            <a:r>
              <a:rPr kumimoji="0" lang="zh-CN" altLang="en-US" sz="2000" b="1" i="0" u="none" strike="noStrike" kern="1200" cap="none" spc="0" normalizeH="0" baseline="0" noProof="0" dirty="0">
                <a:ln>
                  <a:noFill/>
                </a:ln>
                <a:solidFill>
                  <a:schemeClr val="tx1"/>
                </a:solidFill>
                <a:effectLst/>
                <a:uLnTx/>
                <a:uFillTx/>
                <a:latin typeface="+mn-lt"/>
                <a:ea typeface="+mn-ea"/>
                <a:cs typeface="+mn-cs"/>
              </a:rPr>
              <a:t>实体</a:t>
            </a:r>
            <a:r>
              <a:rPr kumimoji="0" lang="en-US" altLang="zh-CN" sz="2000" b="1" i="0" u="none" strike="noStrike" kern="1200" cap="none" spc="0" normalizeH="0" baseline="0" noProof="0" dirty="0">
                <a:ln>
                  <a:noFill/>
                </a:ln>
                <a:solidFill>
                  <a:schemeClr val="tx1"/>
                </a:solidFill>
                <a:effectLst/>
                <a:uLnTx/>
                <a:uFillTx/>
                <a:latin typeface="Arial" panose="020B0604020202020204"/>
                <a:ea typeface="+mn-ea"/>
                <a:cs typeface="+mn-cs"/>
              </a:rPr>
              <a:t>—</a:t>
            </a:r>
            <a:r>
              <a:rPr kumimoji="0" lang="zh-CN" altLang="en-US" sz="2000" b="1" i="0" u="none" strike="noStrike" kern="1200" cap="none" spc="0" normalizeH="0" baseline="0" noProof="0" dirty="0">
                <a:ln>
                  <a:noFill/>
                </a:ln>
                <a:solidFill>
                  <a:schemeClr val="tx1"/>
                </a:solidFill>
                <a:effectLst/>
                <a:uLnTx/>
                <a:uFillTx/>
                <a:latin typeface="+mn-lt"/>
                <a:ea typeface="+mn-ea"/>
                <a:cs typeface="+mn-cs"/>
              </a:rPr>
              <a:t>关系图</a:t>
            </a:r>
            <a:r>
              <a:rPr kumimoji="0" lang="zh-CN" altLang="en-US" sz="2000" b="0" i="0" u="none" strike="noStrike" kern="1200" cap="none" spc="0" normalizeH="0" baseline="0" noProof="0" dirty="0" smtClean="0">
                <a:ln>
                  <a:noFill/>
                </a:ln>
                <a:solidFill>
                  <a:schemeClr val="tx1"/>
                </a:solidFill>
                <a:effectLst/>
                <a:uLnTx/>
                <a:uFillTx/>
                <a:latin typeface="+mn-lt"/>
                <a:ea typeface="+mn-ea"/>
                <a:cs typeface="+mn-cs"/>
              </a:rPr>
              <a:t>：数据</a:t>
            </a:r>
            <a:r>
              <a:rPr kumimoji="0" lang="zh-CN" altLang="en-US" sz="2000" b="0" i="0" u="none" strike="noStrike" kern="1200" cap="none" spc="0" normalizeH="0" baseline="0" noProof="0" dirty="0">
                <a:ln>
                  <a:noFill/>
                </a:ln>
                <a:solidFill>
                  <a:schemeClr val="tx1"/>
                </a:solidFill>
                <a:effectLst/>
                <a:uLnTx/>
                <a:uFillTx/>
                <a:latin typeface="+mn-lt"/>
                <a:ea typeface="+mn-ea"/>
                <a:cs typeface="+mn-cs"/>
              </a:rPr>
              <a:t>建模，描述数据字典中</a:t>
            </a:r>
            <a:r>
              <a:rPr kumimoji="0" lang="zh-CN" altLang="en-US" sz="2000" b="1" i="0" u="none" strike="noStrike" kern="1200" cap="none" spc="0" normalizeH="0" baseline="0" noProof="0" dirty="0">
                <a:ln>
                  <a:noFill/>
                </a:ln>
                <a:solidFill>
                  <a:srgbClr val="FF0000"/>
                </a:solidFill>
                <a:effectLst/>
                <a:uLnTx/>
                <a:uFillTx/>
                <a:latin typeface="+mn-lt"/>
                <a:ea typeface="+mn-ea"/>
                <a:cs typeface="+mn-cs"/>
              </a:rPr>
              <a:t>数据之间的</a:t>
            </a:r>
            <a:r>
              <a:rPr kumimoji="0" lang="zh-CN" altLang="en-US" sz="2000" b="1" i="0" u="none" strike="noStrike" kern="1200" cap="none" spc="0" normalizeH="0" baseline="0" noProof="0" dirty="0" smtClean="0">
                <a:ln>
                  <a:noFill/>
                </a:ln>
                <a:solidFill>
                  <a:srgbClr val="FF0000"/>
                </a:solidFill>
                <a:effectLst/>
                <a:uLnTx/>
                <a:uFillTx/>
                <a:latin typeface="+mn-lt"/>
                <a:ea typeface="+mn-ea"/>
                <a:cs typeface="+mn-cs"/>
              </a:rPr>
              <a:t>关系</a:t>
            </a:r>
            <a:endParaRPr kumimoji="0" lang="en-US" altLang="zh-CN" sz="2000" b="1" i="0" u="none" strike="noStrike" kern="1200" cap="none" spc="0" normalizeH="0" baseline="0" noProof="0" dirty="0">
              <a:ln>
                <a:noFill/>
              </a:ln>
              <a:solidFill>
                <a:srgbClr val="FF0000"/>
              </a:solidFill>
              <a:effectLst/>
              <a:uLnTx/>
              <a:uFillTx/>
              <a:latin typeface="+mn-lt"/>
              <a:ea typeface="+mn-ea"/>
              <a:cs typeface="+mn-cs"/>
            </a:endParaRPr>
          </a:p>
          <a:p>
            <a:pPr marL="273050" marR="0" lvl="0" indent="-273050" algn="l" defTabSz="914400" rtl="0" eaLnBrk="1" fontAlgn="auto" latinLnBrk="0" hangingPunct="1">
              <a:lnSpc>
                <a:spcPct val="110000"/>
              </a:lnSpc>
              <a:spcBef>
                <a:spcPct val="20000"/>
              </a:spcBef>
              <a:spcAft>
                <a:spcPts val="0"/>
              </a:spcAft>
              <a:buClr>
                <a:schemeClr val="accent3"/>
              </a:buClr>
              <a:buSzPct val="95000"/>
              <a:buFont typeface="Wingdings" panose="05000000000000000000" pitchFamily="2" charset="2"/>
              <a:buChar char="ü"/>
              <a:defRPr/>
            </a:pPr>
            <a:r>
              <a:rPr kumimoji="0" lang="zh-CN" altLang="en-US" sz="2000" b="1" i="0" u="none" strike="noStrike" kern="1200" cap="none" spc="0" normalizeH="0" baseline="0" noProof="0" dirty="0">
                <a:ln>
                  <a:noFill/>
                </a:ln>
                <a:solidFill>
                  <a:schemeClr val="tx1"/>
                </a:solidFill>
                <a:effectLst/>
                <a:uLnTx/>
                <a:uFillTx/>
                <a:latin typeface="+mn-lt"/>
                <a:ea typeface="楷体_GB2312" pitchFamily="49" charset="-122"/>
                <a:cs typeface="+mn-cs"/>
              </a:rPr>
              <a:t>状态转换图</a:t>
            </a:r>
            <a:r>
              <a:rPr kumimoji="0" lang="zh-CN" altLang="en-US" sz="2000" b="0" i="0" u="none" strike="noStrike" kern="1200" cap="none" spc="0" normalizeH="0" baseline="0" noProof="0" dirty="0" smtClean="0">
                <a:ln>
                  <a:noFill/>
                </a:ln>
                <a:solidFill>
                  <a:schemeClr val="tx1"/>
                </a:solidFill>
                <a:effectLst/>
                <a:uLnTx/>
                <a:uFillTx/>
                <a:latin typeface="+mn-lt"/>
                <a:ea typeface="楷体_GB2312" pitchFamily="49" charset="-122"/>
                <a:cs typeface="+mn-cs"/>
              </a:rPr>
              <a:t>：行为</a:t>
            </a:r>
            <a:r>
              <a:rPr kumimoji="0" lang="zh-CN" altLang="en-US" sz="2000" b="0" i="0" u="none" strike="noStrike" kern="1200" cap="none" spc="0" normalizeH="0" baseline="0" noProof="0" dirty="0">
                <a:ln>
                  <a:noFill/>
                </a:ln>
                <a:solidFill>
                  <a:schemeClr val="tx1"/>
                </a:solidFill>
                <a:effectLst/>
                <a:uLnTx/>
                <a:uFillTx/>
                <a:latin typeface="+mn-lt"/>
                <a:ea typeface="楷体_GB2312" pitchFamily="49" charset="-122"/>
                <a:cs typeface="+mn-cs"/>
              </a:rPr>
              <a:t>建模，描述系统接收哪些</a:t>
            </a:r>
            <a:r>
              <a:rPr kumimoji="0" lang="zh-CN" altLang="en-US" sz="2000" b="1" i="0" u="none" strike="noStrike" kern="1200" cap="none" spc="0" normalizeH="0" baseline="0" noProof="0" dirty="0">
                <a:ln>
                  <a:noFill/>
                </a:ln>
                <a:solidFill>
                  <a:srgbClr val="FF0000"/>
                </a:solidFill>
                <a:effectLst/>
                <a:uLnTx/>
                <a:uFillTx/>
                <a:latin typeface="+mn-lt"/>
                <a:ea typeface="楷体_GB2312" pitchFamily="49" charset="-122"/>
                <a:cs typeface="+mn-cs"/>
              </a:rPr>
              <a:t>外部事件</a:t>
            </a:r>
            <a:r>
              <a:rPr kumimoji="0" lang="zh-CN" altLang="en-US" sz="2000" b="0" i="0" u="none" strike="noStrike" kern="1200" cap="none" spc="0" normalizeH="0" baseline="0" noProof="0" dirty="0">
                <a:ln>
                  <a:noFill/>
                </a:ln>
                <a:solidFill>
                  <a:schemeClr val="tx1"/>
                </a:solidFill>
                <a:effectLst/>
                <a:uLnTx/>
                <a:uFillTx/>
                <a:latin typeface="+mn-lt"/>
                <a:ea typeface="楷体_GB2312" pitchFamily="49" charset="-122"/>
                <a:cs typeface="+mn-cs"/>
              </a:rPr>
              <a:t>，以及在外部事件的作用下的</a:t>
            </a:r>
            <a:r>
              <a:rPr kumimoji="0" lang="zh-CN" altLang="en-US" sz="2000" b="1" i="0" u="none" strike="noStrike" kern="1200" cap="none" spc="0" normalizeH="0" baseline="0" noProof="0" dirty="0">
                <a:ln>
                  <a:noFill/>
                </a:ln>
                <a:solidFill>
                  <a:srgbClr val="FF0000"/>
                </a:solidFill>
                <a:effectLst/>
                <a:uLnTx/>
                <a:uFillTx/>
                <a:latin typeface="+mn-lt"/>
                <a:ea typeface="楷体_GB2312" pitchFamily="49" charset="-122"/>
                <a:cs typeface="+mn-cs"/>
              </a:rPr>
              <a:t>状态迁移</a:t>
            </a:r>
            <a:r>
              <a:rPr kumimoji="0" lang="zh-CN" altLang="en-US" sz="2000" b="1" i="0" u="none" strike="noStrike" kern="1200" cap="none" spc="0" normalizeH="0" baseline="0" noProof="0" dirty="0" smtClean="0">
                <a:ln>
                  <a:noFill/>
                </a:ln>
                <a:solidFill>
                  <a:srgbClr val="FF0000"/>
                </a:solidFill>
                <a:effectLst/>
                <a:uLnTx/>
                <a:uFillTx/>
                <a:latin typeface="+mn-lt"/>
                <a:ea typeface="楷体_GB2312" pitchFamily="49" charset="-122"/>
                <a:cs typeface="+mn-cs"/>
              </a:rPr>
              <a:t>情况</a:t>
            </a:r>
            <a:endParaRPr kumimoji="0" lang="zh-CN" altLang="en-US" sz="2000" b="1" i="0" u="none" strike="noStrike" kern="1200" cap="none" spc="0" normalizeH="0" baseline="0" noProof="0" dirty="0">
              <a:ln>
                <a:noFill/>
              </a:ln>
              <a:solidFill>
                <a:srgbClr val="FF0000"/>
              </a:solidFill>
              <a:effectLst/>
              <a:uLnTx/>
              <a:uFillTx/>
              <a:latin typeface="+mn-lt"/>
              <a:ea typeface="楷体_GB2312" pitchFamily="49" charset="-122"/>
              <a:cs typeface="+mn-cs"/>
            </a:endParaRPr>
          </a:p>
        </p:txBody>
      </p:sp>
      <p:grpSp>
        <p:nvGrpSpPr>
          <p:cNvPr id="22532" name="Group 5"/>
          <p:cNvGrpSpPr/>
          <p:nvPr/>
        </p:nvGrpSpPr>
        <p:grpSpPr>
          <a:xfrm>
            <a:off x="147638" y="2362200"/>
            <a:ext cx="3357562" cy="3133725"/>
            <a:chOff x="7680" y="2670"/>
            <a:chExt cx="3402" cy="3402"/>
          </a:xfrm>
        </p:grpSpPr>
        <p:grpSp>
          <p:nvGrpSpPr>
            <p:cNvPr id="22533" name="Group 6"/>
            <p:cNvGrpSpPr/>
            <p:nvPr/>
          </p:nvGrpSpPr>
          <p:grpSpPr>
            <a:xfrm>
              <a:off x="8218" y="3555"/>
              <a:ext cx="2370" cy="1803"/>
              <a:chOff x="5024" y="3195"/>
              <a:chExt cx="2370" cy="1803"/>
            </a:xfrm>
          </p:grpSpPr>
          <p:sp>
            <p:nvSpPr>
              <p:cNvPr id="22546" name="Rectangle 7"/>
              <p:cNvSpPr/>
              <p:nvPr/>
            </p:nvSpPr>
            <p:spPr>
              <a:xfrm>
                <a:off x="5024" y="3195"/>
                <a:ext cx="1306" cy="438"/>
              </a:xfrm>
              <a:prstGeom prst="rect">
                <a:avLst/>
              </a:prstGeom>
              <a:noFill/>
              <a:ln w="9525">
                <a:noFill/>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algn="just" eaLnBrk="1" hangingPunct="1">
                  <a:spcBef>
                    <a:spcPct val="0"/>
                  </a:spcBef>
                  <a:buClrTx/>
                  <a:buSzTx/>
                  <a:buFontTx/>
                  <a:buNone/>
                </a:pPr>
                <a:r>
                  <a:rPr lang="zh-CN" altLang="en-US" sz="1600" b="1" dirty="0">
                    <a:latin typeface="Times New Roman" panose="02020603050405020304" pitchFamily="18" charset="0"/>
                  </a:rPr>
                  <a:t>实体</a:t>
                </a:r>
                <a:r>
                  <a:rPr lang="en-US" altLang="zh-CN" sz="1600" b="1" dirty="0">
                    <a:latin typeface="Times New Roman" panose="02020603050405020304" pitchFamily="18" charset="0"/>
                  </a:rPr>
                  <a:t>-</a:t>
                </a:r>
                <a:r>
                  <a:rPr lang="zh-CN" altLang="en-US" sz="1600" b="1" dirty="0">
                    <a:latin typeface="Times New Roman" panose="02020603050405020304" pitchFamily="18" charset="0"/>
                  </a:rPr>
                  <a:t>关系图</a:t>
                </a:r>
                <a:endParaRPr lang="zh-CN" altLang="en-US" sz="1600" b="1" dirty="0">
                  <a:latin typeface="Comic Sans MS" panose="030F0702030302020204" pitchFamily="66" charset="0"/>
                </a:endParaRPr>
              </a:p>
            </p:txBody>
          </p:sp>
          <p:sp>
            <p:nvSpPr>
              <p:cNvPr id="22547" name="Rectangle 8"/>
              <p:cNvSpPr/>
              <p:nvPr/>
            </p:nvSpPr>
            <p:spPr>
              <a:xfrm>
                <a:off x="6088" y="3195"/>
                <a:ext cx="1306" cy="438"/>
              </a:xfrm>
              <a:prstGeom prst="rect">
                <a:avLst/>
              </a:prstGeom>
              <a:noFill/>
              <a:ln w="9525">
                <a:noFill/>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algn="ctr" eaLnBrk="1" hangingPunct="1">
                  <a:spcBef>
                    <a:spcPct val="0"/>
                  </a:spcBef>
                  <a:buClrTx/>
                  <a:buSzTx/>
                  <a:buFontTx/>
                  <a:buNone/>
                </a:pPr>
                <a:r>
                  <a:rPr lang="zh-CN" altLang="en-US" sz="1600" b="1" dirty="0">
                    <a:latin typeface="Times New Roman" panose="02020603050405020304" pitchFamily="18" charset="0"/>
                  </a:rPr>
                  <a:t>数据流图</a:t>
                </a:r>
                <a:endParaRPr lang="zh-CN" altLang="en-US" sz="1600" b="1" dirty="0">
                  <a:latin typeface="Comic Sans MS" panose="030F0702030302020204" pitchFamily="66" charset="0"/>
                </a:endParaRPr>
              </a:p>
            </p:txBody>
          </p:sp>
          <p:sp>
            <p:nvSpPr>
              <p:cNvPr id="22548" name="Rectangle 9"/>
              <p:cNvSpPr/>
              <p:nvPr/>
            </p:nvSpPr>
            <p:spPr>
              <a:xfrm>
                <a:off x="5564" y="4560"/>
                <a:ext cx="1306" cy="438"/>
              </a:xfrm>
              <a:prstGeom prst="rect">
                <a:avLst/>
              </a:prstGeom>
              <a:noFill/>
              <a:ln w="9525">
                <a:noFill/>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algn="ctr" eaLnBrk="1" hangingPunct="1">
                  <a:spcBef>
                    <a:spcPct val="0"/>
                  </a:spcBef>
                  <a:buClrTx/>
                  <a:buSzTx/>
                  <a:buFontTx/>
                  <a:buNone/>
                </a:pPr>
                <a:r>
                  <a:rPr lang="zh-CN" altLang="en-US" sz="1600" b="1" dirty="0">
                    <a:latin typeface="Times New Roman" panose="02020603050405020304" pitchFamily="18" charset="0"/>
                  </a:rPr>
                  <a:t>状态转换图</a:t>
                </a:r>
                <a:endParaRPr lang="zh-CN" altLang="en-US" sz="1600" b="1" dirty="0">
                  <a:latin typeface="Comic Sans MS" panose="030F0702030302020204" pitchFamily="66" charset="0"/>
                </a:endParaRPr>
              </a:p>
            </p:txBody>
          </p:sp>
        </p:grpSp>
        <p:grpSp>
          <p:nvGrpSpPr>
            <p:cNvPr id="22534" name="Group 10"/>
            <p:cNvGrpSpPr/>
            <p:nvPr/>
          </p:nvGrpSpPr>
          <p:grpSpPr>
            <a:xfrm>
              <a:off x="7680" y="2670"/>
              <a:ext cx="3402" cy="3402"/>
              <a:chOff x="7680" y="2670"/>
              <a:chExt cx="3402" cy="3402"/>
            </a:xfrm>
          </p:grpSpPr>
          <p:sp>
            <p:nvSpPr>
              <p:cNvPr id="22535" name="WordArt 11"/>
              <p:cNvSpPr>
                <a:spLocks noTextEdit="1"/>
              </p:cNvSpPr>
              <p:nvPr/>
            </p:nvSpPr>
            <p:spPr>
              <a:xfrm>
                <a:off x="8872" y="5616"/>
                <a:ext cx="1066" cy="333"/>
              </a:xfrm>
              <a:prstGeom prst="rect">
                <a:avLst/>
              </a:prstGeom>
            </p:spPr>
            <p:txBody>
              <a:bodyPr wrap="none" fromWordArt="1">
                <a:prstTxWarp prst="textCanDown">
                  <a:avLst>
                    <a:gd name="adj" fmla="val 33333"/>
                  </a:avLst>
                </a:prstTxWarp>
                <a:normAutofit/>
              </a:bodyPr>
              <a:p>
                <a:pPr algn="ctr"/>
                <a:r>
                  <a:rPr lang="zh-CN" altLang="en-US" sz="1000" b="1">
                    <a:ln w="9525" cap="flat" cmpd="sng">
                      <a:solidFill>
                        <a:srgbClr val="000000"/>
                      </a:solidFill>
                      <a:prstDash val="solid"/>
                      <a:headEnd type="none" w="med" len="med"/>
                      <a:tailEnd type="none" w="med" len="med"/>
                    </a:ln>
                    <a:solidFill>
                      <a:srgbClr val="000000"/>
                    </a:solidFill>
                    <a:latin typeface="宋体" panose="02010600030101010101" pitchFamily="2" charset="-122"/>
                    <a:ea typeface="宋体" panose="02010600030101010101" pitchFamily="2" charset="-122"/>
                  </a:rPr>
                  <a:t>控 制 规 约</a:t>
                </a:r>
                <a:endParaRPr lang="zh-CN" altLang="en-US" sz="1000" b="1">
                  <a:ln w="9525" cap="flat" cmpd="sng">
                    <a:solidFill>
                      <a:srgbClr val="000000"/>
                    </a:solidFill>
                    <a:prstDash val="solid"/>
                    <a:headEnd type="none" w="med" len="med"/>
                    <a:tailEnd type="none" w="med" len="med"/>
                  </a:ln>
                  <a:solidFill>
                    <a:srgbClr val="000000"/>
                  </a:solidFill>
                  <a:latin typeface="宋体" panose="02010600030101010101" pitchFamily="2" charset="-122"/>
                  <a:ea typeface="宋体" panose="02010600030101010101" pitchFamily="2" charset="-122"/>
                </a:endParaRPr>
              </a:p>
            </p:txBody>
          </p:sp>
          <p:grpSp>
            <p:nvGrpSpPr>
              <p:cNvPr id="22536" name="Group 12"/>
              <p:cNvGrpSpPr/>
              <p:nvPr/>
            </p:nvGrpSpPr>
            <p:grpSpPr>
              <a:xfrm>
                <a:off x="7680" y="2670"/>
                <a:ext cx="3402" cy="3402"/>
                <a:chOff x="4484" y="2340"/>
                <a:chExt cx="3402" cy="3402"/>
              </a:xfrm>
            </p:grpSpPr>
            <p:grpSp>
              <p:nvGrpSpPr>
                <p:cNvPr id="22539" name="Group 13"/>
                <p:cNvGrpSpPr/>
                <p:nvPr/>
              </p:nvGrpSpPr>
              <p:grpSpPr>
                <a:xfrm>
                  <a:off x="4484" y="2340"/>
                  <a:ext cx="3402" cy="3402"/>
                  <a:chOff x="4484" y="2340"/>
                  <a:chExt cx="3402" cy="3402"/>
                </a:xfrm>
              </p:grpSpPr>
              <p:sp>
                <p:nvSpPr>
                  <p:cNvPr id="22543" name="Oval 14"/>
                  <p:cNvSpPr/>
                  <p:nvPr/>
                </p:nvSpPr>
                <p:spPr>
                  <a:xfrm>
                    <a:off x="4484" y="2340"/>
                    <a:ext cx="3402" cy="3402"/>
                  </a:xfrm>
                  <a:prstGeom prst="ellipse">
                    <a:avLst/>
                  </a:prstGeom>
                  <a:noFill/>
                  <a:ln w="9525" cap="flat" cmpd="sng">
                    <a:solidFill>
                      <a:srgbClr val="000000"/>
                    </a:solidFill>
                    <a:prstDash val="solid"/>
                    <a:headEnd type="none" w="med" len="med"/>
                    <a:tailEnd type="none" w="med" len="med"/>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eaLnBrk="1" hangingPunct="1">
                      <a:spcBef>
                        <a:spcPct val="0"/>
                      </a:spcBef>
                      <a:buClrTx/>
                      <a:buSzTx/>
                      <a:buFontTx/>
                      <a:buNone/>
                    </a:pPr>
                    <a:endParaRPr lang="zh-CN" altLang="en-US" sz="1600" b="1" dirty="0">
                      <a:latin typeface="Comic Sans MS" panose="030F0702030302020204" pitchFamily="66" charset="0"/>
                    </a:endParaRPr>
                  </a:p>
                </p:txBody>
              </p:sp>
              <p:sp>
                <p:nvSpPr>
                  <p:cNvPr id="22544" name="Oval 15"/>
                  <p:cNvSpPr/>
                  <p:nvPr/>
                </p:nvSpPr>
                <p:spPr>
                  <a:xfrm>
                    <a:off x="4906" y="2745"/>
                    <a:ext cx="2551" cy="2551"/>
                  </a:xfrm>
                  <a:prstGeom prst="ellipse">
                    <a:avLst/>
                  </a:prstGeom>
                  <a:noFill/>
                  <a:ln w="9525" cap="flat" cmpd="sng">
                    <a:solidFill>
                      <a:srgbClr val="000000"/>
                    </a:solidFill>
                    <a:prstDash val="solid"/>
                    <a:headEnd type="none" w="med" len="med"/>
                    <a:tailEnd type="none" w="med" len="med"/>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eaLnBrk="1" hangingPunct="1">
                      <a:spcBef>
                        <a:spcPct val="0"/>
                      </a:spcBef>
                      <a:buClrTx/>
                      <a:buSzTx/>
                      <a:buFontTx/>
                      <a:buNone/>
                    </a:pPr>
                    <a:endParaRPr lang="zh-CN" altLang="en-US" sz="1600" b="1" dirty="0">
                      <a:latin typeface="Comic Sans MS" panose="030F0702030302020204" pitchFamily="66" charset="0"/>
                    </a:endParaRPr>
                  </a:p>
                </p:txBody>
              </p:sp>
              <p:sp>
                <p:nvSpPr>
                  <p:cNvPr id="22545" name="Oval 16"/>
                  <p:cNvSpPr/>
                  <p:nvPr/>
                </p:nvSpPr>
                <p:spPr>
                  <a:xfrm>
                    <a:off x="5760" y="3600"/>
                    <a:ext cx="850" cy="850"/>
                  </a:xfrm>
                  <a:prstGeom prst="ellipse">
                    <a:avLst/>
                  </a:prstGeom>
                  <a:noFill/>
                  <a:ln w="9525" cap="flat" cmpd="sng">
                    <a:solidFill>
                      <a:srgbClr val="000000"/>
                    </a:solidFill>
                    <a:prstDash val="solid"/>
                    <a:headEnd type="none" w="med" len="med"/>
                    <a:tailEnd type="none" w="med" len="med"/>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algn="ctr" eaLnBrk="1" hangingPunct="1">
                      <a:lnSpc>
                        <a:spcPct val="80000"/>
                      </a:lnSpc>
                      <a:spcBef>
                        <a:spcPct val="0"/>
                      </a:spcBef>
                      <a:buClrTx/>
                      <a:buSzTx/>
                      <a:buFontTx/>
                      <a:buNone/>
                    </a:pPr>
                    <a:r>
                      <a:rPr lang="zh-CN" altLang="en-US" sz="1600" b="1" dirty="0">
                        <a:latin typeface="Times New Roman" panose="02020603050405020304" pitchFamily="18" charset="0"/>
                      </a:rPr>
                      <a:t>数据字典</a:t>
                    </a:r>
                    <a:endParaRPr lang="zh-CN" altLang="en-US" sz="1600" b="1" dirty="0">
                      <a:latin typeface="Comic Sans MS" panose="030F0702030302020204" pitchFamily="66" charset="0"/>
                    </a:endParaRPr>
                  </a:p>
                </p:txBody>
              </p:sp>
            </p:grpSp>
            <p:sp>
              <p:nvSpPr>
                <p:cNvPr id="22540" name="Line 17"/>
                <p:cNvSpPr/>
                <p:nvPr/>
              </p:nvSpPr>
              <p:spPr>
                <a:xfrm>
                  <a:off x="6180" y="2340"/>
                  <a:ext cx="0" cy="1245"/>
                </a:xfrm>
                <a:prstGeom prst="line">
                  <a:avLst/>
                </a:prstGeom>
                <a:ln w="9525" cap="flat" cmpd="sng">
                  <a:solidFill>
                    <a:srgbClr val="000000"/>
                  </a:solidFill>
                  <a:prstDash val="solid"/>
                  <a:headEnd type="none" w="med" len="med"/>
                  <a:tailEnd type="none" w="med" len="med"/>
                </a:ln>
              </p:spPr>
            </p:sp>
            <p:sp>
              <p:nvSpPr>
                <p:cNvPr id="22541" name="Line 18"/>
                <p:cNvSpPr/>
                <p:nvPr/>
              </p:nvSpPr>
              <p:spPr>
                <a:xfrm rot="-7205234" flipV="1">
                  <a:off x="5244" y="3911"/>
                  <a:ext cx="21" cy="1285"/>
                </a:xfrm>
                <a:prstGeom prst="line">
                  <a:avLst/>
                </a:prstGeom>
                <a:ln w="9525" cap="flat" cmpd="sng">
                  <a:solidFill>
                    <a:srgbClr val="000000"/>
                  </a:solidFill>
                  <a:prstDash val="solid"/>
                  <a:headEnd type="none" w="med" len="med"/>
                  <a:tailEnd type="none" w="med" len="med"/>
                </a:ln>
              </p:spPr>
            </p:sp>
            <p:sp>
              <p:nvSpPr>
                <p:cNvPr id="22542" name="Line 19"/>
                <p:cNvSpPr/>
                <p:nvPr/>
              </p:nvSpPr>
              <p:spPr>
                <a:xfrm rot="-3645973" flipV="1">
                  <a:off x="7120" y="3910"/>
                  <a:ext cx="21" cy="1285"/>
                </a:xfrm>
                <a:prstGeom prst="line">
                  <a:avLst/>
                </a:prstGeom>
                <a:ln w="9525" cap="flat" cmpd="sng">
                  <a:solidFill>
                    <a:srgbClr val="000000"/>
                  </a:solidFill>
                  <a:prstDash val="solid"/>
                  <a:headEnd type="none" w="med" len="med"/>
                  <a:tailEnd type="none" w="med" len="med"/>
                </a:ln>
              </p:spPr>
            </p:sp>
          </p:grpSp>
          <p:sp>
            <p:nvSpPr>
              <p:cNvPr id="22537" name="WordArt 20"/>
              <p:cNvSpPr>
                <a:spLocks noTextEdit="1"/>
              </p:cNvSpPr>
              <p:nvPr/>
            </p:nvSpPr>
            <p:spPr>
              <a:xfrm rot="4015924">
                <a:off x="10051" y="3649"/>
                <a:ext cx="1095" cy="330"/>
              </a:xfrm>
              <a:prstGeom prst="rect">
                <a:avLst/>
              </a:prstGeom>
            </p:spPr>
            <p:txBody>
              <a:bodyPr wrap="none" fromWordArt="1">
                <a:prstTxWarp prst="textArchUp">
                  <a:avLst>
                    <a:gd name="adj" fmla="val 10800000"/>
                  </a:avLst>
                </a:prstTxWarp>
                <a:normAutofit/>
              </a:bodyPr>
              <a:p>
                <a:pPr algn="ctr"/>
                <a:r>
                  <a:rPr lang="zh-CN" altLang="en-US" sz="1000" b="1">
                    <a:ln w="9525" cap="flat" cmpd="sng">
                      <a:solidFill>
                        <a:srgbClr val="000000"/>
                      </a:solidFill>
                      <a:prstDash val="solid"/>
                      <a:headEnd type="none" w="med" len="med"/>
                      <a:tailEnd type="none" w="med" len="med"/>
                    </a:ln>
                    <a:solidFill>
                      <a:srgbClr val="000000"/>
                    </a:solidFill>
                    <a:latin typeface="宋体" panose="02010600030101010101" pitchFamily="2" charset="-122"/>
                    <a:ea typeface="宋体" panose="02010600030101010101" pitchFamily="2" charset="-122"/>
                  </a:rPr>
                  <a:t>加 工 规 约</a:t>
                </a:r>
                <a:endParaRPr lang="zh-CN" altLang="en-US" sz="1000" b="1">
                  <a:ln w="9525" cap="flat" cmpd="sng">
                    <a:solidFill>
                      <a:srgbClr val="000000"/>
                    </a:solidFill>
                    <a:prstDash val="solid"/>
                    <a:headEnd type="none" w="med" len="med"/>
                    <a:tailEnd type="none" w="med" len="med"/>
                  </a:ln>
                  <a:solidFill>
                    <a:srgbClr val="000000"/>
                  </a:solidFill>
                  <a:latin typeface="宋体" panose="02010600030101010101" pitchFamily="2" charset="-122"/>
                  <a:ea typeface="宋体" panose="02010600030101010101" pitchFamily="2" charset="-122"/>
                </a:endParaRPr>
              </a:p>
            </p:txBody>
          </p:sp>
          <p:sp>
            <p:nvSpPr>
              <p:cNvPr id="22538" name="WordArt 21"/>
              <p:cNvSpPr>
                <a:spLocks noTextEdit="1"/>
              </p:cNvSpPr>
              <p:nvPr/>
            </p:nvSpPr>
            <p:spPr>
              <a:xfrm rot="-3438299">
                <a:off x="7558" y="3430"/>
                <a:ext cx="1695" cy="703"/>
              </a:xfrm>
              <a:prstGeom prst="rect">
                <a:avLst/>
              </a:prstGeom>
            </p:spPr>
            <p:txBody>
              <a:bodyPr wrap="none" fromWordArt="1">
                <a:prstTxWarp prst="textArchUp">
                  <a:avLst>
                    <a:gd name="adj" fmla="val 10800000"/>
                  </a:avLst>
                </a:prstTxWarp>
                <a:normAutofit/>
              </a:bodyPr>
              <a:p>
                <a:pPr algn="ctr"/>
                <a:r>
                  <a:rPr lang="zh-CN" altLang="en-US" sz="1000" b="1">
                    <a:ln w="9525" cap="flat" cmpd="sng">
                      <a:solidFill>
                        <a:srgbClr val="000000"/>
                      </a:solidFill>
                      <a:prstDash val="solid"/>
                      <a:headEnd type="none" w="med" len="med"/>
                      <a:tailEnd type="none" w="med" len="med"/>
                    </a:ln>
                    <a:solidFill>
                      <a:srgbClr val="000000"/>
                    </a:solidFill>
                    <a:latin typeface="宋体" panose="02010600030101010101" pitchFamily="2" charset="-122"/>
                    <a:ea typeface="宋体" panose="02010600030101010101" pitchFamily="2" charset="-122"/>
                  </a:rPr>
                  <a:t>数 据 对 象 描 述</a:t>
                </a:r>
                <a:endParaRPr lang="zh-CN" altLang="en-US" sz="1000" b="1">
                  <a:ln w="9525" cap="flat" cmpd="sng">
                    <a:solidFill>
                      <a:srgbClr val="000000"/>
                    </a:solidFill>
                    <a:prstDash val="solid"/>
                    <a:headEnd type="none" w="med" len="med"/>
                    <a:tailEnd type="none" w="med" len="med"/>
                  </a:ln>
                  <a:solidFill>
                    <a:srgbClr val="000000"/>
                  </a:solidFill>
                  <a:latin typeface="宋体" panose="02010600030101010101" pitchFamily="2" charset="-122"/>
                  <a:ea typeface="宋体" panose="02010600030101010101" pitchFamily="2" charset="-122"/>
                </a:endParaRPr>
              </a:p>
            </p:txBody>
          </p:sp>
        </p:grpSp>
      </p:gr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5" name="图示 4"/>
          <p:cNvGraphicFramePr/>
          <p:nvPr/>
        </p:nvGraphicFramePr>
        <p:xfrm>
          <a:off x="1475656" y="2533352"/>
          <a:ext cx="6096000" cy="4064000"/>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
        <p:nvSpPr>
          <p:cNvPr id="24579" name="标题 1"/>
          <p:cNvSpPr>
            <a:spLocks noGrp="1"/>
          </p:cNvSpPr>
          <p:nvPr>
            <p:ph type="title"/>
          </p:nvPr>
        </p:nvSpPr>
        <p:spPr>
          <a:xfrm>
            <a:off x="609600" y="762000"/>
            <a:ext cx="6705600" cy="1143000"/>
          </a:xfrm>
        </p:spPr>
        <p:txBody>
          <a:bodyPr vert="horz" wrap="square" lIns="0" tIns="45720" rIns="0" bIns="0" anchor="b" anchorCtr="0"/>
          <a:p>
            <a:pPr eaLnBrk="1" hangingPunct="1"/>
            <a:r>
              <a:rPr lang="zh-CN" altLang="en-US" b="1" dirty="0">
                <a:latin typeface="微软雅黑" panose="020B0503020204020204" pitchFamily="34" charset="-122"/>
                <a:ea typeface="微软雅黑" panose="020B0503020204020204" pitchFamily="34" charset="-122"/>
              </a:rPr>
              <a:t>第</a:t>
            </a:r>
            <a:r>
              <a:rPr lang="zh-CN" altLang="en-US" b="1" dirty="0">
                <a:latin typeface="微软雅黑" panose="020B0503020204020204" pitchFamily="34" charset="-122"/>
                <a:ea typeface="微软雅黑" panose="020B0503020204020204" pitchFamily="34" charset="-122"/>
              </a:rPr>
              <a:t>五次课：结构化分析</a:t>
            </a:r>
            <a:endParaRPr lang="zh-CN" altLang="en-US" b="1" dirty="0">
              <a:latin typeface="微软雅黑" panose="020B0503020204020204" pitchFamily="34" charset="-122"/>
              <a:ea typeface="微软雅黑" panose="020B0503020204020204" pitchFamily="34" charset="-122"/>
            </a:endParaRPr>
          </a:p>
        </p:txBody>
      </p:sp>
    </p:spTree>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5602" name="Rectangle 2"/>
          <p:cNvSpPr>
            <a:spLocks noGrp="1"/>
          </p:cNvSpPr>
          <p:nvPr>
            <p:ph type="title"/>
          </p:nvPr>
        </p:nvSpPr>
        <p:spPr/>
        <p:txBody>
          <a:bodyPr vert="horz" wrap="square" lIns="0" tIns="45720" rIns="0" bIns="0" anchor="b" anchorCtr="0"/>
          <a:p>
            <a:pPr eaLnBrk="1" hangingPunct="1"/>
            <a:r>
              <a:rPr lang="zh-CN" altLang="en-US" b="1" dirty="0">
                <a:latin typeface="微软雅黑" panose="020B0503020204020204" pitchFamily="34" charset="-122"/>
                <a:ea typeface="微软雅黑" panose="020B0503020204020204" pitchFamily="34" charset="-122"/>
              </a:rPr>
              <a:t>数据流图</a:t>
            </a:r>
            <a:endParaRPr lang="zh-CN" altLang="en-US" b="1" dirty="0">
              <a:latin typeface="微软雅黑" panose="020B0503020204020204" pitchFamily="34" charset="-122"/>
              <a:ea typeface="微软雅黑" panose="020B0503020204020204" pitchFamily="34" charset="-122"/>
            </a:endParaRPr>
          </a:p>
        </p:txBody>
      </p:sp>
      <p:sp>
        <p:nvSpPr>
          <p:cNvPr id="14339" name="Rectangle 3"/>
          <p:cNvSpPr>
            <a:spLocks noGrp="1" noChangeArrowheads="1"/>
          </p:cNvSpPr>
          <p:nvPr>
            <p:ph idx="1"/>
          </p:nvPr>
        </p:nvSpPr>
        <p:spPr>
          <a:xfrm>
            <a:off x="381000" y="1905000"/>
            <a:ext cx="7924800" cy="1600200"/>
          </a:xfrm>
        </p:spPr>
        <p:txBody>
          <a:bodyPr vert="horz" wrap="square" lIns="91440" tIns="45720" rIns="91440" bIns="45720" numCol="1" anchor="t" anchorCtr="0" compatLnSpc="1"/>
          <a:lstStyle/>
          <a:p>
            <a:pPr marL="273050" marR="0" lvl="0" indent="-273050" algn="l" defTabSz="914400" rtl="0" eaLnBrk="1" fontAlgn="base" latinLnBrk="0" hangingPunct="1">
              <a:lnSpc>
                <a:spcPct val="100000"/>
              </a:lnSpc>
              <a:spcBef>
                <a:spcPct val="20000"/>
              </a:spcBef>
              <a:spcAft>
                <a:spcPct val="0"/>
              </a:spcAft>
              <a:buClr>
                <a:srgbClr val="0BD0D9"/>
              </a:buClr>
              <a:buSzPct val="95000"/>
              <a:buFont typeface="Wingdings" panose="05000000000000000000" pitchFamily="2" charset="2"/>
              <a:buChar char="p"/>
              <a:defRPr/>
            </a:pPr>
            <a:r>
              <a:rPr kumimoji="0" lang="en-US" altLang="zh-CN" sz="3000" b="0" i="0" u="none" strike="noStrike" kern="1200" cap="none" spc="0" normalizeH="0" baseline="0" noProof="0" dirty="0" smtClean="0">
                <a:ln>
                  <a:noFill/>
                </a:ln>
                <a:solidFill>
                  <a:schemeClr val="tx1"/>
                </a:solidFill>
                <a:effectLst/>
                <a:uLnTx/>
                <a:uFillTx/>
                <a:latin typeface="+mn-lt"/>
                <a:ea typeface="+mn-ea"/>
                <a:cs typeface="+mn-cs"/>
              </a:rPr>
              <a:t>Data Flow Diagram(</a:t>
            </a:r>
            <a:r>
              <a:rPr kumimoji="0" lang="zh-CN" altLang="en-US" sz="3000" b="0" i="0" u="none" strike="noStrike" kern="1200" cap="none" spc="0" normalizeH="0" baseline="0" noProof="0" dirty="0" smtClean="0">
                <a:ln>
                  <a:noFill/>
                </a:ln>
                <a:solidFill>
                  <a:schemeClr val="tx1"/>
                </a:solidFill>
                <a:effectLst/>
                <a:uLnTx/>
                <a:uFillTx/>
                <a:latin typeface="+mn-lt"/>
                <a:ea typeface="+mn-ea"/>
                <a:cs typeface="+mn-cs"/>
              </a:rPr>
              <a:t>简称</a:t>
            </a:r>
            <a:r>
              <a:rPr kumimoji="0" lang="en-US" altLang="zh-CN" sz="3000" b="0" i="0" u="none" strike="noStrike" kern="1200" cap="none" spc="0" normalizeH="0" baseline="0" noProof="0" dirty="0" smtClean="0">
                <a:ln>
                  <a:noFill/>
                </a:ln>
                <a:solidFill>
                  <a:schemeClr val="tx1"/>
                </a:solidFill>
                <a:effectLst/>
                <a:uLnTx/>
                <a:uFillTx/>
                <a:latin typeface="+mn-lt"/>
                <a:ea typeface="+mn-ea"/>
                <a:cs typeface="+mn-cs"/>
              </a:rPr>
              <a:t>DFD)</a:t>
            </a:r>
            <a:r>
              <a:rPr kumimoji="0" lang="zh-CN" altLang="en-US" sz="3000" b="0" i="0" u="none" strike="noStrike" kern="1200" cap="none" spc="0" normalizeH="0" baseline="0" noProof="0" dirty="0" smtClean="0">
                <a:ln>
                  <a:noFill/>
                </a:ln>
                <a:solidFill>
                  <a:schemeClr val="tx1"/>
                </a:solidFill>
                <a:effectLst/>
                <a:uLnTx/>
                <a:uFillTx/>
                <a:latin typeface="+mn-lt"/>
                <a:ea typeface="+mn-ea"/>
                <a:cs typeface="+mn-cs"/>
              </a:rPr>
              <a:t>：</a:t>
            </a:r>
            <a:endParaRPr kumimoji="0" lang="en-US" altLang="zh-CN" sz="3000" b="0" i="0" u="none" strike="noStrike" kern="1200" cap="none" spc="0" normalizeH="0" baseline="0" noProof="0" dirty="0" smtClean="0">
              <a:ln>
                <a:noFill/>
              </a:ln>
              <a:solidFill>
                <a:schemeClr val="tx1"/>
              </a:solidFill>
              <a:effectLst/>
              <a:uLnTx/>
              <a:uFillTx/>
              <a:latin typeface="+mn-lt"/>
              <a:ea typeface="+mn-ea"/>
              <a:cs typeface="+mn-cs"/>
            </a:endParaRPr>
          </a:p>
          <a:p>
            <a:pPr marL="0" marR="0" lvl="0" indent="0" algn="l" defTabSz="914400" rtl="0" eaLnBrk="1" fontAlgn="base" latinLnBrk="0" hangingPunct="1">
              <a:lnSpc>
                <a:spcPct val="100000"/>
              </a:lnSpc>
              <a:spcBef>
                <a:spcPct val="20000"/>
              </a:spcBef>
              <a:spcAft>
                <a:spcPct val="0"/>
              </a:spcAft>
              <a:buClr>
                <a:srgbClr val="0BD0D9"/>
              </a:buClr>
              <a:buSzPct val="95000"/>
              <a:buFont typeface="Wingdings 2" panose="05020102010507070707" pitchFamily="18" charset="2"/>
              <a:buNone/>
              <a:defRPr/>
            </a:pPr>
            <a:r>
              <a:rPr kumimoji="0" lang="en-US" altLang="zh-CN" sz="3000" b="0" i="0" u="none" strike="noStrike" kern="1200" cap="none" spc="0" normalizeH="0" baseline="0" noProof="0" dirty="0">
                <a:ln>
                  <a:noFill/>
                </a:ln>
                <a:solidFill>
                  <a:schemeClr val="tx1"/>
                </a:solidFill>
                <a:effectLst/>
                <a:uLnTx/>
                <a:uFillTx/>
                <a:latin typeface="+mn-lt"/>
                <a:ea typeface="+mn-ea"/>
                <a:cs typeface="+mn-cs"/>
              </a:rPr>
              <a:t> </a:t>
            </a:r>
            <a:r>
              <a:rPr kumimoji="0" lang="en-US" altLang="zh-CN" sz="3000" b="0" i="0" u="none" strike="noStrike" kern="1200" cap="none" spc="0" normalizeH="0" baseline="0" noProof="0" dirty="0" smtClean="0">
                <a:ln>
                  <a:noFill/>
                </a:ln>
                <a:solidFill>
                  <a:schemeClr val="tx1"/>
                </a:solidFill>
                <a:effectLst/>
                <a:uLnTx/>
                <a:uFillTx/>
                <a:latin typeface="+mn-lt"/>
                <a:ea typeface="+mn-ea"/>
                <a:cs typeface="+mn-cs"/>
              </a:rPr>
              <a:t>    </a:t>
            </a:r>
            <a:r>
              <a:rPr kumimoji="0" lang="zh-CN" altLang="en-US" sz="2400" b="0" i="0" u="none" strike="noStrike" kern="1200" cap="none" spc="0" normalizeH="0" baseline="0" noProof="0" dirty="0" smtClean="0">
                <a:ln>
                  <a:noFill/>
                </a:ln>
                <a:solidFill>
                  <a:schemeClr val="tx1"/>
                </a:solidFill>
                <a:effectLst/>
                <a:uLnTx/>
                <a:uFillTx/>
                <a:latin typeface="+mn-lt"/>
                <a:ea typeface="+mn-ea"/>
                <a:cs typeface="+mn-cs"/>
              </a:rPr>
              <a:t>描述输入数据流到输出数据流的变换</a:t>
            </a:r>
            <a:r>
              <a:rPr kumimoji="0" lang="en-US" altLang="zh-CN" sz="2400" b="0" i="0" u="none" strike="noStrike" kern="1200" cap="none" spc="0" normalizeH="0" baseline="0" noProof="0" dirty="0" smtClean="0">
                <a:ln>
                  <a:noFill/>
                </a:ln>
                <a:solidFill>
                  <a:schemeClr val="tx1"/>
                </a:solidFill>
                <a:effectLst/>
                <a:uLnTx/>
                <a:uFillTx/>
                <a:latin typeface="+mn-lt"/>
                <a:ea typeface="+mn-ea"/>
                <a:cs typeface="+mn-cs"/>
              </a:rPr>
              <a:t>(</a:t>
            </a:r>
            <a:r>
              <a:rPr kumimoji="0" lang="zh-CN" altLang="en-US" sz="2400" b="0" i="0" u="none" strike="noStrike" kern="1200" cap="none" spc="0" normalizeH="0" baseline="0" noProof="0" dirty="0" smtClean="0">
                <a:ln>
                  <a:noFill/>
                </a:ln>
                <a:solidFill>
                  <a:schemeClr val="tx1"/>
                </a:solidFill>
                <a:effectLst/>
                <a:uLnTx/>
                <a:uFillTx/>
                <a:latin typeface="+mn-lt"/>
                <a:ea typeface="+mn-ea"/>
                <a:cs typeface="+mn-cs"/>
              </a:rPr>
              <a:t>即加工</a:t>
            </a:r>
            <a:r>
              <a:rPr kumimoji="0" lang="en-US" altLang="zh-CN" sz="2400" b="0" i="0" u="none" strike="noStrike" kern="1200" cap="none" spc="0" normalizeH="0" baseline="0" noProof="0" dirty="0" smtClean="0">
                <a:ln>
                  <a:noFill/>
                </a:ln>
                <a:solidFill>
                  <a:schemeClr val="tx1"/>
                </a:solidFill>
                <a:effectLst/>
                <a:uLnTx/>
                <a:uFillTx/>
                <a:latin typeface="+mn-lt"/>
                <a:ea typeface="+mn-ea"/>
                <a:cs typeface="+mn-cs"/>
              </a:rPr>
              <a:t>)</a:t>
            </a:r>
            <a:r>
              <a:rPr kumimoji="0" lang="zh-CN" altLang="en-US" sz="2400" b="0" i="0" u="none" strike="noStrike" kern="1200" cap="none" spc="0" normalizeH="0" baseline="0" noProof="0" dirty="0" smtClean="0">
                <a:ln>
                  <a:noFill/>
                </a:ln>
                <a:solidFill>
                  <a:schemeClr val="tx1"/>
                </a:solidFill>
                <a:effectLst/>
                <a:uLnTx/>
                <a:uFillTx/>
                <a:latin typeface="+mn-lt"/>
                <a:ea typeface="+mn-ea"/>
                <a:cs typeface="+mn-cs"/>
              </a:rPr>
              <a:t>过程，用于对系统的功能建模</a:t>
            </a:r>
            <a:endParaRPr kumimoji="0" lang="en-US" altLang="zh-CN" sz="2400" b="0" i="0" u="none" strike="noStrike" kern="1200" cap="none" spc="0" normalizeH="0" baseline="0" noProof="0" dirty="0" smtClean="0">
              <a:ln>
                <a:noFill/>
              </a:ln>
              <a:solidFill>
                <a:schemeClr val="tx1"/>
              </a:solidFill>
              <a:effectLst/>
              <a:uLnTx/>
              <a:uFillTx/>
              <a:latin typeface="+mn-lt"/>
              <a:ea typeface="+mn-ea"/>
              <a:cs typeface="+mn-cs"/>
            </a:endParaRPr>
          </a:p>
          <a:p>
            <a:pPr marL="273050" marR="0" lvl="0" indent="-273050" algn="l" defTabSz="914400" rtl="0" eaLnBrk="1" fontAlgn="base" latinLnBrk="0" hangingPunct="1">
              <a:lnSpc>
                <a:spcPct val="100000"/>
              </a:lnSpc>
              <a:spcBef>
                <a:spcPct val="20000"/>
              </a:spcBef>
              <a:spcAft>
                <a:spcPct val="0"/>
              </a:spcAft>
              <a:buClr>
                <a:srgbClr val="0BD0D9"/>
              </a:buClr>
              <a:buSzPct val="95000"/>
              <a:buFont typeface="Wingdings" panose="05000000000000000000" pitchFamily="2" charset="2"/>
              <a:buChar char="p"/>
              <a:defRPr/>
            </a:pPr>
            <a:r>
              <a:rPr kumimoji="0" lang="en-US" altLang="zh-CN" sz="3000" b="0" i="0" u="none" strike="noStrike" kern="1200" cap="none" spc="0" normalizeH="0" baseline="0" noProof="0" dirty="0" smtClean="0">
                <a:ln>
                  <a:noFill/>
                </a:ln>
                <a:solidFill>
                  <a:schemeClr val="tx1"/>
                </a:solidFill>
                <a:effectLst/>
                <a:uLnTx/>
                <a:uFillTx/>
                <a:latin typeface="+mn-lt"/>
                <a:ea typeface="+mn-ea"/>
                <a:cs typeface="+mn-cs"/>
              </a:rPr>
              <a:t>DFD</a:t>
            </a:r>
            <a:r>
              <a:rPr kumimoji="0" lang="zh-CN" altLang="en-US" sz="3000" b="0" i="0" u="none" strike="noStrike" kern="1200" cap="none" spc="0" normalizeH="0" baseline="0" noProof="0" dirty="0" smtClean="0">
                <a:ln>
                  <a:noFill/>
                </a:ln>
                <a:solidFill>
                  <a:schemeClr val="tx1"/>
                </a:solidFill>
                <a:effectLst/>
                <a:uLnTx/>
                <a:uFillTx/>
                <a:latin typeface="+mn-lt"/>
                <a:ea typeface="+mn-ea"/>
                <a:cs typeface="+mn-cs"/>
              </a:rPr>
              <a:t>的基本元素：</a:t>
            </a:r>
            <a:endParaRPr kumimoji="0" lang="zh-CN" altLang="en-US" sz="30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25604" name="Line 7"/>
          <p:cNvSpPr/>
          <p:nvPr/>
        </p:nvSpPr>
        <p:spPr>
          <a:xfrm>
            <a:off x="990600" y="4267200"/>
            <a:ext cx="504825" cy="0"/>
          </a:xfrm>
          <a:prstGeom prst="line">
            <a:avLst/>
          </a:prstGeom>
          <a:ln w="38100" cap="flat" cmpd="sng">
            <a:solidFill>
              <a:srgbClr val="000000"/>
            </a:solidFill>
            <a:prstDash val="solid"/>
            <a:headEnd type="none" w="med" len="med"/>
            <a:tailEnd type="triangle" w="lg" len="lg"/>
          </a:ln>
        </p:spPr>
      </p:sp>
      <p:sp>
        <p:nvSpPr>
          <p:cNvPr id="25605" name="AutoShape 8"/>
          <p:cNvSpPr/>
          <p:nvPr/>
        </p:nvSpPr>
        <p:spPr>
          <a:xfrm>
            <a:off x="1066800" y="4800600"/>
            <a:ext cx="288925" cy="288925"/>
          </a:xfrm>
          <a:prstGeom prst="flowChartConnector">
            <a:avLst/>
          </a:prstGeom>
          <a:solidFill>
            <a:srgbClr val="FFFFFF"/>
          </a:solidFill>
          <a:ln w="38100" cap="flat" cmpd="sng">
            <a:solidFill>
              <a:srgbClr val="000000"/>
            </a:solidFill>
            <a:prstDash val="solid"/>
            <a:headEnd type="none" w="med" len="med"/>
            <a:tailEnd type="none" w="med" len="med"/>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eaLnBrk="1" hangingPunct="1">
              <a:spcBef>
                <a:spcPct val="0"/>
              </a:spcBef>
              <a:buClrTx/>
              <a:buSzTx/>
              <a:buFontTx/>
              <a:buNone/>
            </a:pPr>
            <a:endParaRPr lang="zh-CN" altLang="en-US" sz="1600" b="1" dirty="0">
              <a:latin typeface="Comic Sans MS" panose="030F0702030302020204" pitchFamily="66" charset="0"/>
            </a:endParaRPr>
          </a:p>
        </p:txBody>
      </p:sp>
      <p:grpSp>
        <p:nvGrpSpPr>
          <p:cNvPr id="25606" name="Group 9"/>
          <p:cNvGrpSpPr/>
          <p:nvPr/>
        </p:nvGrpSpPr>
        <p:grpSpPr>
          <a:xfrm>
            <a:off x="990600" y="5565775"/>
            <a:ext cx="457200" cy="149225"/>
            <a:chOff x="2340" y="10119"/>
            <a:chExt cx="720" cy="234"/>
          </a:xfrm>
        </p:grpSpPr>
        <p:sp>
          <p:nvSpPr>
            <p:cNvPr id="25612" name="Line 10"/>
            <p:cNvSpPr/>
            <p:nvPr/>
          </p:nvSpPr>
          <p:spPr>
            <a:xfrm>
              <a:off x="2340" y="10119"/>
              <a:ext cx="720" cy="0"/>
            </a:xfrm>
            <a:prstGeom prst="line">
              <a:avLst/>
            </a:prstGeom>
            <a:ln w="38100" cap="flat" cmpd="sng">
              <a:solidFill>
                <a:srgbClr val="000000"/>
              </a:solidFill>
              <a:prstDash val="solid"/>
              <a:headEnd type="none" w="med" len="med"/>
              <a:tailEnd type="none" w="med" len="med"/>
            </a:ln>
          </p:spPr>
        </p:sp>
        <p:sp>
          <p:nvSpPr>
            <p:cNvPr id="25613" name="Line 11"/>
            <p:cNvSpPr/>
            <p:nvPr/>
          </p:nvSpPr>
          <p:spPr>
            <a:xfrm>
              <a:off x="2340" y="10353"/>
              <a:ext cx="720" cy="0"/>
            </a:xfrm>
            <a:prstGeom prst="line">
              <a:avLst/>
            </a:prstGeom>
            <a:ln w="38100" cap="flat" cmpd="sng">
              <a:solidFill>
                <a:srgbClr val="000000"/>
              </a:solidFill>
              <a:prstDash val="solid"/>
              <a:headEnd type="none" w="med" len="med"/>
              <a:tailEnd type="none" w="med" len="med"/>
            </a:ln>
          </p:spPr>
        </p:sp>
      </p:grpSp>
      <p:sp>
        <p:nvSpPr>
          <p:cNvPr id="25607" name="Rectangle 12"/>
          <p:cNvSpPr/>
          <p:nvPr/>
        </p:nvSpPr>
        <p:spPr>
          <a:xfrm>
            <a:off x="990600" y="6180138"/>
            <a:ext cx="457200" cy="296862"/>
          </a:xfrm>
          <a:prstGeom prst="rect">
            <a:avLst/>
          </a:prstGeom>
          <a:solidFill>
            <a:srgbClr val="FFFFFF"/>
          </a:solidFill>
          <a:ln w="38100" cap="flat" cmpd="sng">
            <a:solidFill>
              <a:srgbClr val="000000"/>
            </a:solidFill>
            <a:prstDash val="solid"/>
            <a:miter/>
            <a:headEnd type="none" w="med" len="med"/>
            <a:tailEnd type="none" w="med" len="med"/>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eaLnBrk="1" hangingPunct="1">
              <a:spcBef>
                <a:spcPct val="0"/>
              </a:spcBef>
              <a:buClrTx/>
              <a:buSzTx/>
              <a:buFontTx/>
              <a:buNone/>
            </a:pPr>
            <a:endParaRPr lang="zh-CN" altLang="en-US" sz="1600" b="1" dirty="0">
              <a:latin typeface="Comic Sans MS" panose="030F0702030302020204" pitchFamily="66" charset="0"/>
            </a:endParaRPr>
          </a:p>
        </p:txBody>
      </p:sp>
      <p:sp>
        <p:nvSpPr>
          <p:cNvPr id="25608" name="Rectangle 19"/>
          <p:cNvSpPr/>
          <p:nvPr/>
        </p:nvSpPr>
        <p:spPr>
          <a:xfrm>
            <a:off x="1524000" y="3962400"/>
            <a:ext cx="6477000" cy="701675"/>
          </a:xfrm>
          <a:prstGeom prst="rect">
            <a:avLst/>
          </a:prstGeom>
          <a:noFill/>
          <a:ln w="9525">
            <a:noFill/>
          </a:ln>
        </p:spPr>
        <p:txBody>
          <a:bodyPr>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eaLnBrk="1" hangingPunct="1">
              <a:spcBef>
                <a:spcPct val="0"/>
              </a:spcBef>
              <a:buClrTx/>
              <a:buSzTx/>
              <a:buFontTx/>
              <a:buNone/>
            </a:pPr>
            <a:r>
              <a:rPr lang="zh-CN" altLang="en-US" sz="2000" b="1" dirty="0">
                <a:latin typeface="Comic Sans MS" panose="030F0702030302020204" pitchFamily="66" charset="0"/>
                <a:ea typeface="黑体" panose="02010609060101010101" pitchFamily="49" charset="-122"/>
              </a:rPr>
              <a:t>数据流</a:t>
            </a:r>
            <a:r>
              <a:rPr lang="en-US" altLang="zh-CN" sz="2000" b="1" dirty="0">
                <a:latin typeface="Comic Sans MS" panose="030F0702030302020204" pitchFamily="66" charset="0"/>
                <a:ea typeface="黑体" panose="02010609060101010101" pitchFamily="49" charset="-122"/>
              </a:rPr>
              <a:t>(data flow)</a:t>
            </a:r>
            <a:r>
              <a:rPr lang="zh-CN" altLang="en-US" sz="2000" b="1" dirty="0">
                <a:latin typeface="Comic Sans MS" panose="030F0702030302020204" pitchFamily="66" charset="0"/>
                <a:ea typeface="黑体" panose="02010609060101010101" pitchFamily="49" charset="-122"/>
              </a:rPr>
              <a:t>：</a:t>
            </a:r>
            <a:r>
              <a:rPr lang="zh-CN" altLang="en-US" sz="2000" dirty="0">
                <a:latin typeface="Comic Sans MS" panose="030F0702030302020204" pitchFamily="66" charset="0"/>
                <a:ea typeface="黑体" panose="02010609060101010101" pitchFamily="49" charset="-122"/>
              </a:rPr>
              <a:t>由一组固定成分的数据组成，代表数据的流动方向</a:t>
            </a:r>
            <a:endParaRPr lang="zh-CN" altLang="en-US" sz="2000" dirty="0">
              <a:latin typeface="Comic Sans MS" panose="030F0702030302020204" pitchFamily="66" charset="0"/>
              <a:ea typeface="黑体" panose="02010609060101010101" pitchFamily="49" charset="-122"/>
            </a:endParaRPr>
          </a:p>
        </p:txBody>
      </p:sp>
      <p:sp>
        <p:nvSpPr>
          <p:cNvPr id="25609" name="Rectangle 20"/>
          <p:cNvSpPr/>
          <p:nvPr/>
        </p:nvSpPr>
        <p:spPr>
          <a:xfrm>
            <a:off x="1524000" y="4632325"/>
            <a:ext cx="6477000" cy="701675"/>
          </a:xfrm>
          <a:prstGeom prst="rect">
            <a:avLst/>
          </a:prstGeom>
          <a:noFill/>
          <a:ln w="9525">
            <a:noFill/>
          </a:ln>
        </p:spPr>
        <p:txBody>
          <a:bodyPr>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eaLnBrk="1" hangingPunct="1">
              <a:spcBef>
                <a:spcPct val="0"/>
              </a:spcBef>
              <a:buClrTx/>
              <a:buSzTx/>
              <a:buFontTx/>
              <a:buNone/>
            </a:pPr>
            <a:r>
              <a:rPr lang="zh-CN" altLang="en-US" sz="2000" b="1" dirty="0">
                <a:latin typeface="Comic Sans MS" panose="030F0702030302020204" pitchFamily="66" charset="0"/>
                <a:ea typeface="黑体" panose="02010609060101010101" pitchFamily="49" charset="-122"/>
              </a:rPr>
              <a:t>加工</a:t>
            </a:r>
            <a:r>
              <a:rPr lang="en-US" altLang="zh-CN" sz="2000" b="1" dirty="0">
                <a:latin typeface="Comic Sans MS" panose="030F0702030302020204" pitchFamily="66" charset="0"/>
                <a:ea typeface="黑体" panose="02010609060101010101" pitchFamily="49" charset="-122"/>
              </a:rPr>
              <a:t>(process)</a:t>
            </a:r>
            <a:r>
              <a:rPr lang="zh-CN" altLang="en-US" sz="2000" b="1" dirty="0">
                <a:latin typeface="Comic Sans MS" panose="030F0702030302020204" pitchFamily="66" charset="0"/>
                <a:ea typeface="黑体" panose="02010609060101010101" pitchFamily="49" charset="-122"/>
              </a:rPr>
              <a:t>：</a:t>
            </a:r>
            <a:r>
              <a:rPr lang="zh-CN" altLang="en-US" sz="2000" dirty="0">
                <a:latin typeface="Comic Sans MS" panose="030F0702030302020204" pitchFamily="66" charset="0"/>
                <a:ea typeface="黑体" panose="02010609060101010101" pitchFamily="49" charset="-122"/>
              </a:rPr>
              <a:t>描述了输入数据流到输出数据流的变换，即将输入数据流加工成输出数据流</a:t>
            </a:r>
            <a:endParaRPr lang="zh-CN" altLang="en-US" sz="2000" dirty="0">
              <a:latin typeface="Comic Sans MS" panose="030F0702030302020204" pitchFamily="66" charset="0"/>
              <a:ea typeface="黑体" panose="02010609060101010101" pitchFamily="49" charset="-122"/>
            </a:endParaRPr>
          </a:p>
        </p:txBody>
      </p:sp>
      <p:sp>
        <p:nvSpPr>
          <p:cNvPr id="25610" name="Rectangle 21"/>
          <p:cNvSpPr/>
          <p:nvPr/>
        </p:nvSpPr>
        <p:spPr>
          <a:xfrm>
            <a:off x="1524000" y="5318125"/>
            <a:ext cx="6477000" cy="701675"/>
          </a:xfrm>
          <a:prstGeom prst="rect">
            <a:avLst/>
          </a:prstGeom>
          <a:noFill/>
          <a:ln w="9525">
            <a:noFill/>
          </a:ln>
        </p:spPr>
        <p:txBody>
          <a:bodyPr>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eaLnBrk="1" hangingPunct="1">
              <a:spcBef>
                <a:spcPct val="0"/>
              </a:spcBef>
              <a:buClrTx/>
              <a:buSzTx/>
              <a:buFontTx/>
              <a:buNone/>
            </a:pPr>
            <a:r>
              <a:rPr lang="zh-CN" altLang="en-US" sz="2000" b="1" dirty="0">
                <a:latin typeface="Comic Sans MS" panose="030F0702030302020204" pitchFamily="66" charset="0"/>
                <a:ea typeface="黑体" panose="02010609060101010101" pitchFamily="49" charset="-122"/>
              </a:rPr>
              <a:t>文件</a:t>
            </a:r>
            <a:r>
              <a:rPr lang="en-US" altLang="zh-CN" sz="2000" b="1" dirty="0">
                <a:latin typeface="Comic Sans MS" panose="030F0702030302020204" pitchFamily="66" charset="0"/>
                <a:ea typeface="黑体" panose="02010609060101010101" pitchFamily="49" charset="-122"/>
              </a:rPr>
              <a:t>(file)</a:t>
            </a:r>
            <a:r>
              <a:rPr lang="zh-CN" altLang="en-US" sz="2000" b="1" dirty="0">
                <a:latin typeface="Comic Sans MS" panose="030F0702030302020204" pitchFamily="66" charset="0"/>
                <a:ea typeface="黑体" panose="02010609060101010101" pitchFamily="49" charset="-122"/>
              </a:rPr>
              <a:t>：</a:t>
            </a:r>
            <a:r>
              <a:rPr lang="zh-CN" altLang="en-US" sz="2000" dirty="0">
                <a:latin typeface="Comic Sans MS" panose="030F0702030302020204" pitchFamily="66" charset="0"/>
                <a:ea typeface="黑体" panose="02010609060101010101" pitchFamily="49" charset="-122"/>
              </a:rPr>
              <a:t>使用文件、数据库等保存某些数据结果供以后使用</a:t>
            </a:r>
            <a:endParaRPr lang="zh-CN" altLang="en-US" sz="2000" dirty="0">
              <a:latin typeface="Comic Sans MS" panose="030F0702030302020204" pitchFamily="66" charset="0"/>
              <a:ea typeface="黑体" panose="02010609060101010101" pitchFamily="49" charset="-122"/>
            </a:endParaRPr>
          </a:p>
        </p:txBody>
      </p:sp>
      <p:sp>
        <p:nvSpPr>
          <p:cNvPr id="25611" name="Rectangle 22"/>
          <p:cNvSpPr/>
          <p:nvPr/>
        </p:nvSpPr>
        <p:spPr>
          <a:xfrm>
            <a:off x="1524000" y="6003925"/>
            <a:ext cx="6477000" cy="708025"/>
          </a:xfrm>
          <a:prstGeom prst="rect">
            <a:avLst/>
          </a:prstGeom>
          <a:noFill/>
          <a:ln w="9525">
            <a:noFill/>
          </a:ln>
        </p:spPr>
        <p:txBody>
          <a:bodyPr>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eaLnBrk="1" hangingPunct="1">
              <a:spcBef>
                <a:spcPct val="0"/>
              </a:spcBef>
              <a:buClrTx/>
              <a:buSzTx/>
              <a:buFontTx/>
              <a:buNone/>
            </a:pPr>
            <a:r>
              <a:rPr lang="zh-CN" altLang="en-US" sz="2000" b="1" dirty="0">
                <a:latin typeface="Comic Sans MS" panose="030F0702030302020204" pitchFamily="66" charset="0"/>
                <a:ea typeface="黑体" panose="02010609060101010101" pitchFamily="49" charset="-122"/>
              </a:rPr>
              <a:t>源或宿</a:t>
            </a:r>
            <a:r>
              <a:rPr lang="en-US" altLang="zh-CN" sz="2000" b="1" dirty="0">
                <a:latin typeface="Comic Sans MS" panose="030F0702030302020204" pitchFamily="66" charset="0"/>
                <a:ea typeface="黑体" panose="02010609060101010101" pitchFamily="49" charset="-122"/>
              </a:rPr>
              <a:t>(source or sink)</a:t>
            </a:r>
            <a:r>
              <a:rPr lang="zh-CN" altLang="en-US" sz="2000" b="1" dirty="0">
                <a:latin typeface="Comic Sans MS" panose="030F0702030302020204" pitchFamily="66" charset="0"/>
                <a:ea typeface="黑体" panose="02010609060101010101" pitchFamily="49" charset="-122"/>
              </a:rPr>
              <a:t>：</a:t>
            </a:r>
            <a:r>
              <a:rPr lang="zh-CN" altLang="en-US" sz="2000" dirty="0">
                <a:latin typeface="Comic Sans MS" panose="030F0702030302020204" pitchFamily="66" charset="0"/>
                <a:ea typeface="黑体" panose="02010609060101010101" pitchFamily="49" charset="-122"/>
              </a:rPr>
              <a:t>软件系统输入数据的来源和输出数据的去向</a:t>
            </a:r>
            <a:endParaRPr lang="zh-CN" altLang="en-US" sz="2000" dirty="0">
              <a:latin typeface="Comic Sans MS" panose="030F0702030302020204" pitchFamily="66" charset="0"/>
              <a:ea typeface="黑体" panose="02010609060101010101" pitchFamily="49" charset="-122"/>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7650" name="Rectangle 2"/>
          <p:cNvSpPr>
            <a:spLocks noGrp="1"/>
          </p:cNvSpPr>
          <p:nvPr>
            <p:ph type="title"/>
          </p:nvPr>
        </p:nvSpPr>
        <p:spPr/>
        <p:txBody>
          <a:bodyPr vert="horz" wrap="square" lIns="0" tIns="45720" rIns="0" bIns="0" anchor="b" anchorCtr="0"/>
          <a:p>
            <a:pPr eaLnBrk="1" hangingPunct="1"/>
            <a:r>
              <a:rPr lang="zh-CN" altLang="en-US" b="1" dirty="0">
                <a:latin typeface="微软雅黑" panose="020B0503020204020204" pitchFamily="34" charset="-122"/>
                <a:ea typeface="微软雅黑" panose="020B0503020204020204" pitchFamily="34" charset="-122"/>
              </a:rPr>
              <a:t>示例：图书订购系统</a:t>
            </a:r>
            <a:r>
              <a:rPr lang="en-US" altLang="zh-CN" b="1" dirty="0">
                <a:latin typeface="微软雅黑" panose="020B0503020204020204" pitchFamily="34" charset="-122"/>
                <a:ea typeface="微软雅黑" panose="020B0503020204020204" pitchFamily="34" charset="-122"/>
              </a:rPr>
              <a:t>DFD</a:t>
            </a:r>
            <a:endParaRPr lang="en-US" altLang="zh-CN" b="1" dirty="0">
              <a:latin typeface="微软雅黑" panose="020B0503020204020204" pitchFamily="34" charset="-122"/>
              <a:ea typeface="微软雅黑" panose="020B0503020204020204" pitchFamily="34" charset="-122"/>
            </a:endParaRPr>
          </a:p>
        </p:txBody>
      </p:sp>
      <p:grpSp>
        <p:nvGrpSpPr>
          <p:cNvPr id="27651" name="Group 8"/>
          <p:cNvGrpSpPr/>
          <p:nvPr/>
        </p:nvGrpSpPr>
        <p:grpSpPr>
          <a:xfrm>
            <a:off x="4598988" y="4287838"/>
            <a:ext cx="1246187" cy="503237"/>
            <a:chOff x="5010" y="11520"/>
            <a:chExt cx="1228" cy="450"/>
          </a:xfrm>
        </p:grpSpPr>
        <p:grpSp>
          <p:nvGrpSpPr>
            <p:cNvPr id="27706" name="Group 9"/>
            <p:cNvGrpSpPr/>
            <p:nvPr/>
          </p:nvGrpSpPr>
          <p:grpSpPr>
            <a:xfrm>
              <a:off x="5170" y="11580"/>
              <a:ext cx="886" cy="360"/>
              <a:chOff x="1884" y="6360"/>
              <a:chExt cx="1306" cy="360"/>
            </a:xfrm>
          </p:grpSpPr>
          <p:sp>
            <p:nvSpPr>
              <p:cNvPr id="27708" name="Line 10"/>
              <p:cNvSpPr/>
              <p:nvPr/>
            </p:nvSpPr>
            <p:spPr>
              <a:xfrm>
                <a:off x="1884" y="6360"/>
                <a:ext cx="1290" cy="0"/>
              </a:xfrm>
              <a:prstGeom prst="line">
                <a:avLst/>
              </a:prstGeom>
              <a:ln w="9525" cap="flat" cmpd="sng">
                <a:solidFill>
                  <a:srgbClr val="000000"/>
                </a:solidFill>
                <a:prstDash val="solid"/>
                <a:headEnd type="none" w="sm" len="med"/>
                <a:tailEnd type="none" w="sm" len="med"/>
              </a:ln>
            </p:spPr>
          </p:sp>
          <p:sp>
            <p:nvSpPr>
              <p:cNvPr id="27709" name="Line 11"/>
              <p:cNvSpPr/>
              <p:nvPr/>
            </p:nvSpPr>
            <p:spPr>
              <a:xfrm>
                <a:off x="1900" y="6720"/>
                <a:ext cx="1290" cy="0"/>
              </a:xfrm>
              <a:prstGeom prst="line">
                <a:avLst/>
              </a:prstGeom>
              <a:ln w="9525" cap="flat" cmpd="sng">
                <a:solidFill>
                  <a:srgbClr val="000000"/>
                </a:solidFill>
                <a:prstDash val="solid"/>
                <a:headEnd type="none" w="sm" len="med"/>
                <a:tailEnd type="none" w="sm" len="med"/>
              </a:ln>
            </p:spPr>
          </p:sp>
        </p:grpSp>
        <p:sp>
          <p:nvSpPr>
            <p:cNvPr id="27707" name="Rectangle 12"/>
            <p:cNvSpPr/>
            <p:nvPr/>
          </p:nvSpPr>
          <p:spPr>
            <a:xfrm>
              <a:off x="5010" y="11520"/>
              <a:ext cx="1228" cy="450"/>
            </a:xfrm>
            <a:prstGeom prst="rect">
              <a:avLst/>
            </a:prstGeom>
            <a:noFill/>
            <a:ln w="9525">
              <a:noFill/>
            </a:ln>
          </p:spPr>
          <p:txBody>
            <a:bodyPr anchor="ctr" anchorCtr="1"/>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algn="ctr" eaLnBrk="1" hangingPunct="1">
                <a:lnSpc>
                  <a:spcPct val="110000"/>
                </a:lnSpc>
                <a:spcBef>
                  <a:spcPct val="0"/>
                </a:spcBef>
                <a:buClrTx/>
                <a:buSzTx/>
                <a:buFontTx/>
                <a:buNone/>
              </a:pPr>
              <a:r>
                <a:rPr lang="zh-CN" altLang="en-US" sz="1800" dirty="0">
                  <a:latin typeface="Times New Roman" panose="02020603050405020304" pitchFamily="18" charset="0"/>
                </a:rPr>
                <a:t>图书库存</a:t>
              </a:r>
              <a:endParaRPr lang="zh-CN" altLang="en-US" sz="1800" b="1" dirty="0">
                <a:latin typeface="Comic Sans MS" panose="030F0702030302020204" pitchFamily="66" charset="0"/>
              </a:endParaRPr>
            </a:p>
          </p:txBody>
        </p:sp>
      </p:grpSp>
      <p:grpSp>
        <p:nvGrpSpPr>
          <p:cNvPr id="27652" name="Group 14"/>
          <p:cNvGrpSpPr/>
          <p:nvPr/>
        </p:nvGrpSpPr>
        <p:grpSpPr>
          <a:xfrm>
            <a:off x="6400800" y="5194300"/>
            <a:ext cx="2016125" cy="671513"/>
            <a:chOff x="7926" y="12435"/>
            <a:chExt cx="1988" cy="600"/>
          </a:xfrm>
        </p:grpSpPr>
        <p:grpSp>
          <p:nvGrpSpPr>
            <p:cNvPr id="27700" name="Group 15"/>
            <p:cNvGrpSpPr/>
            <p:nvPr/>
          </p:nvGrpSpPr>
          <p:grpSpPr>
            <a:xfrm>
              <a:off x="7926" y="12435"/>
              <a:ext cx="984" cy="465"/>
              <a:chOff x="9126" y="13845"/>
              <a:chExt cx="984" cy="465"/>
            </a:xfrm>
          </p:grpSpPr>
          <p:sp>
            <p:nvSpPr>
              <p:cNvPr id="27704" name="Line 16"/>
              <p:cNvSpPr/>
              <p:nvPr/>
            </p:nvSpPr>
            <p:spPr>
              <a:xfrm flipV="1">
                <a:off x="9148" y="14238"/>
                <a:ext cx="962" cy="0"/>
              </a:xfrm>
              <a:prstGeom prst="line">
                <a:avLst/>
              </a:prstGeom>
              <a:ln w="9525" cap="flat" cmpd="sng">
                <a:solidFill>
                  <a:srgbClr val="000000"/>
                </a:solidFill>
                <a:prstDash val="solid"/>
                <a:headEnd type="triangle" w="sm" len="med"/>
                <a:tailEnd type="none" w="sm" len="med"/>
              </a:ln>
            </p:spPr>
          </p:sp>
          <p:sp>
            <p:nvSpPr>
              <p:cNvPr id="27705" name="Rectangle 17"/>
              <p:cNvSpPr/>
              <p:nvPr/>
            </p:nvSpPr>
            <p:spPr>
              <a:xfrm>
                <a:off x="9126" y="13845"/>
                <a:ext cx="958" cy="465"/>
              </a:xfrm>
              <a:prstGeom prst="rect">
                <a:avLst/>
              </a:prstGeom>
              <a:noFill/>
              <a:ln w="9525">
                <a:noFill/>
              </a:ln>
            </p:spPr>
            <p:txBody>
              <a:bodyPr anchor="ctr" anchorCtr="1"/>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algn="ctr" eaLnBrk="1" hangingPunct="1">
                  <a:lnSpc>
                    <a:spcPct val="110000"/>
                  </a:lnSpc>
                  <a:spcBef>
                    <a:spcPct val="0"/>
                  </a:spcBef>
                  <a:buClrTx/>
                  <a:buSzTx/>
                  <a:buFontTx/>
                  <a:buNone/>
                </a:pPr>
                <a:r>
                  <a:rPr lang="zh-CN" altLang="en-US" sz="1800" dirty="0">
                    <a:latin typeface="Times New Roman" panose="02020603050405020304" pitchFamily="18" charset="0"/>
                  </a:rPr>
                  <a:t>入库单</a:t>
                </a:r>
                <a:endParaRPr lang="zh-CN" altLang="en-US" sz="1800" b="1" dirty="0">
                  <a:latin typeface="Comic Sans MS" panose="030F0702030302020204" pitchFamily="66" charset="0"/>
                </a:endParaRPr>
              </a:p>
            </p:txBody>
          </p:sp>
        </p:grpSp>
        <p:grpSp>
          <p:nvGrpSpPr>
            <p:cNvPr id="27701" name="Group 18"/>
            <p:cNvGrpSpPr/>
            <p:nvPr/>
          </p:nvGrpSpPr>
          <p:grpSpPr>
            <a:xfrm>
              <a:off x="8804" y="12552"/>
              <a:ext cx="1110" cy="483"/>
              <a:chOff x="7574" y="11367"/>
              <a:chExt cx="1110" cy="483"/>
            </a:xfrm>
          </p:grpSpPr>
          <p:sp>
            <p:nvSpPr>
              <p:cNvPr id="27702" name="Rectangle 19"/>
              <p:cNvSpPr/>
              <p:nvPr/>
            </p:nvSpPr>
            <p:spPr>
              <a:xfrm>
                <a:off x="7574" y="11370"/>
                <a:ext cx="1110" cy="480"/>
              </a:xfrm>
              <a:prstGeom prst="rect">
                <a:avLst/>
              </a:prstGeom>
              <a:noFill/>
              <a:ln w="9525">
                <a:noFill/>
              </a:ln>
            </p:spPr>
            <p:txBody>
              <a:bodyPr anchor="ctr" anchorCtr="1"/>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algn="ctr" eaLnBrk="1" hangingPunct="1">
                  <a:lnSpc>
                    <a:spcPct val="110000"/>
                  </a:lnSpc>
                  <a:spcBef>
                    <a:spcPct val="0"/>
                  </a:spcBef>
                  <a:buClrTx/>
                  <a:buSzTx/>
                  <a:buFontTx/>
                  <a:buNone/>
                </a:pPr>
                <a:r>
                  <a:rPr lang="zh-CN" altLang="en-US" sz="1800" b="1" dirty="0">
                    <a:latin typeface="Times New Roman" panose="02020603050405020304" pitchFamily="18" charset="0"/>
                  </a:rPr>
                  <a:t>图书代理商</a:t>
                </a:r>
                <a:endParaRPr lang="zh-CN" altLang="en-US" sz="1800" b="1" dirty="0">
                  <a:latin typeface="Comic Sans MS" panose="030F0702030302020204" pitchFamily="66" charset="0"/>
                </a:endParaRPr>
              </a:p>
            </p:txBody>
          </p:sp>
          <p:sp>
            <p:nvSpPr>
              <p:cNvPr id="27703" name="Rectangle 20"/>
              <p:cNvSpPr/>
              <p:nvPr/>
            </p:nvSpPr>
            <p:spPr>
              <a:xfrm>
                <a:off x="7664" y="11367"/>
                <a:ext cx="916" cy="480"/>
              </a:xfrm>
              <a:prstGeom prst="rect">
                <a:avLst/>
              </a:prstGeom>
              <a:noFill/>
              <a:ln w="9525" cap="flat" cmpd="sng">
                <a:solidFill>
                  <a:srgbClr val="000000"/>
                </a:solidFill>
                <a:prstDash val="solid"/>
                <a:miter/>
                <a:headEnd type="none" w="med" len="med"/>
                <a:tailEnd type="none" w="med" len="med"/>
              </a:ln>
            </p:spPr>
            <p:txBody>
              <a:bodyPr anchor="ctr" anchorCtr="1"/>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eaLnBrk="1" hangingPunct="1">
                  <a:lnSpc>
                    <a:spcPct val="110000"/>
                  </a:lnSpc>
                  <a:spcBef>
                    <a:spcPct val="0"/>
                  </a:spcBef>
                  <a:buClrTx/>
                  <a:buSzTx/>
                  <a:buFontTx/>
                  <a:buNone/>
                </a:pPr>
                <a:endParaRPr lang="zh-CN" altLang="zh-CN" sz="1800" b="1" dirty="0">
                  <a:latin typeface="Comic Sans MS" panose="030F0702030302020204" pitchFamily="66" charset="0"/>
                </a:endParaRPr>
              </a:p>
            </p:txBody>
          </p:sp>
        </p:grpSp>
      </p:grpSp>
      <p:grpSp>
        <p:nvGrpSpPr>
          <p:cNvPr id="27653" name="Group 21"/>
          <p:cNvGrpSpPr/>
          <p:nvPr/>
        </p:nvGrpSpPr>
        <p:grpSpPr>
          <a:xfrm>
            <a:off x="5291138" y="4781550"/>
            <a:ext cx="1203325" cy="1314450"/>
            <a:chOff x="6682" y="12066"/>
            <a:chExt cx="1186" cy="1174"/>
          </a:xfrm>
        </p:grpSpPr>
        <p:grpSp>
          <p:nvGrpSpPr>
            <p:cNvPr id="27696" name="Group 22"/>
            <p:cNvGrpSpPr/>
            <p:nvPr/>
          </p:nvGrpSpPr>
          <p:grpSpPr>
            <a:xfrm>
              <a:off x="6894" y="12390"/>
              <a:ext cx="974" cy="850"/>
              <a:chOff x="4154" y="12570"/>
              <a:chExt cx="974" cy="850"/>
            </a:xfrm>
          </p:grpSpPr>
          <p:sp>
            <p:nvSpPr>
              <p:cNvPr id="27698" name="Oval 23"/>
              <p:cNvSpPr/>
              <p:nvPr/>
            </p:nvSpPr>
            <p:spPr>
              <a:xfrm>
                <a:off x="4214" y="12570"/>
                <a:ext cx="850" cy="850"/>
              </a:xfrm>
              <a:prstGeom prst="ellipse">
                <a:avLst/>
              </a:prstGeom>
              <a:noFill/>
              <a:ln w="9525" cap="flat" cmpd="sng">
                <a:solidFill>
                  <a:srgbClr val="000000"/>
                </a:solidFill>
                <a:prstDash val="solid"/>
                <a:headEnd type="none" w="med" len="med"/>
                <a:tailEnd type="none" w="med" len="med"/>
              </a:ln>
            </p:spPr>
            <p:txBody>
              <a:bodyPr anchor="ctr" anchorCtr="1"/>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eaLnBrk="1" hangingPunct="1">
                  <a:spcBef>
                    <a:spcPct val="0"/>
                  </a:spcBef>
                  <a:buClrTx/>
                  <a:buSzTx/>
                  <a:buFontTx/>
                  <a:buNone/>
                </a:pPr>
                <a:endParaRPr lang="zh-CN" altLang="en-US" sz="1600" b="1" dirty="0">
                  <a:latin typeface="Comic Sans MS" panose="030F0702030302020204" pitchFamily="66" charset="0"/>
                </a:endParaRPr>
              </a:p>
            </p:txBody>
          </p:sp>
          <p:sp>
            <p:nvSpPr>
              <p:cNvPr id="27699" name="Rectangle 24"/>
              <p:cNvSpPr/>
              <p:nvPr/>
            </p:nvSpPr>
            <p:spPr>
              <a:xfrm>
                <a:off x="4154" y="12630"/>
                <a:ext cx="974" cy="780"/>
              </a:xfrm>
              <a:prstGeom prst="rect">
                <a:avLst/>
              </a:prstGeom>
              <a:noFill/>
              <a:ln w="9525">
                <a:noFill/>
              </a:ln>
            </p:spPr>
            <p:txBody>
              <a:bodyPr anchor="ctr" anchorCtr="1"/>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algn="ctr" eaLnBrk="1" hangingPunct="1">
                  <a:lnSpc>
                    <a:spcPct val="110000"/>
                  </a:lnSpc>
                  <a:spcBef>
                    <a:spcPct val="0"/>
                  </a:spcBef>
                  <a:buClrTx/>
                  <a:buSzTx/>
                  <a:buFontTx/>
                  <a:buNone/>
                </a:pPr>
                <a:r>
                  <a:rPr lang="zh-CN" altLang="en-US" sz="1800" b="1" dirty="0">
                    <a:latin typeface="Times New Roman" panose="02020603050405020304" pitchFamily="18" charset="0"/>
                  </a:rPr>
                  <a:t>书库</a:t>
                </a:r>
                <a:endParaRPr lang="zh-CN" altLang="en-US" sz="1800" b="1" dirty="0">
                  <a:latin typeface="Times New Roman" panose="02020603050405020304" pitchFamily="18" charset="0"/>
                </a:endParaRPr>
              </a:p>
              <a:p>
                <a:pPr marL="0" lvl="0" indent="0" algn="ctr" eaLnBrk="1" hangingPunct="1">
                  <a:lnSpc>
                    <a:spcPct val="110000"/>
                  </a:lnSpc>
                  <a:spcBef>
                    <a:spcPct val="0"/>
                  </a:spcBef>
                  <a:buClrTx/>
                  <a:buSzTx/>
                  <a:buFontTx/>
                  <a:buNone/>
                </a:pPr>
                <a:r>
                  <a:rPr lang="zh-CN" altLang="en-US" sz="1800" b="1" dirty="0">
                    <a:latin typeface="Times New Roman" panose="02020603050405020304" pitchFamily="18" charset="0"/>
                  </a:rPr>
                  <a:t>管理</a:t>
                </a:r>
                <a:endParaRPr lang="zh-CN" altLang="en-US" sz="1800" b="1" dirty="0">
                  <a:latin typeface="Comic Sans MS" panose="030F0702030302020204" pitchFamily="66" charset="0"/>
                </a:endParaRPr>
              </a:p>
            </p:txBody>
          </p:sp>
        </p:grpSp>
        <p:sp>
          <p:nvSpPr>
            <p:cNvPr id="27697" name="Arc 25"/>
            <p:cNvSpPr/>
            <p:nvPr/>
          </p:nvSpPr>
          <p:spPr>
            <a:xfrm rot="-5400000" flipH="1">
              <a:off x="6590" y="12157"/>
              <a:ext cx="536" cy="353"/>
            </a:xfrm>
            <a:custGeom>
              <a:avLst/>
              <a:gdLst/>
              <a:ahLst/>
              <a:cxnLst>
                <a:cxn ang="0">
                  <a:pos x="0" y="0"/>
                </a:cxn>
                <a:cxn ang="0">
                  <a:pos x="0" y="0"/>
                </a:cxn>
                <a:cxn ang="0">
                  <a:pos x="0" y="0"/>
                </a:cxn>
              </a:cxnLst>
              <a:pathLst>
                <a:path w="27842" h="21600" fill="none">
                  <a:moveTo>
                    <a:pt x="0" y="921"/>
                  </a:moveTo>
                  <a:cubicBezTo>
                    <a:pt x="2024" y="310"/>
                    <a:pt x="4127" y="-1"/>
                    <a:pt x="6242" y="0"/>
                  </a:cubicBezTo>
                  <a:cubicBezTo>
                    <a:pt x="18171" y="0"/>
                    <a:pt x="27842" y="9670"/>
                    <a:pt x="27842" y="21600"/>
                  </a:cubicBezTo>
                </a:path>
                <a:path w="27842" h="21600" stroke="0">
                  <a:moveTo>
                    <a:pt x="0" y="921"/>
                  </a:moveTo>
                  <a:cubicBezTo>
                    <a:pt x="2024" y="310"/>
                    <a:pt x="4127" y="-1"/>
                    <a:pt x="6242" y="0"/>
                  </a:cubicBezTo>
                  <a:cubicBezTo>
                    <a:pt x="18171" y="0"/>
                    <a:pt x="27842" y="9670"/>
                    <a:pt x="27842" y="21600"/>
                  </a:cubicBezTo>
                  <a:lnTo>
                    <a:pt x="6242" y="21600"/>
                  </a:lnTo>
                  <a:lnTo>
                    <a:pt x="0" y="921"/>
                  </a:lnTo>
                  <a:close/>
                </a:path>
              </a:pathLst>
            </a:custGeom>
            <a:noFill/>
            <a:ln w="9525" cap="flat" cmpd="sng">
              <a:solidFill>
                <a:srgbClr val="000000">
                  <a:alpha val="100000"/>
                </a:srgbClr>
              </a:solidFill>
              <a:prstDash val="solid"/>
              <a:round/>
              <a:headEnd type="triangle" w="sm" len="med"/>
              <a:tailEnd type="none" w="sm" len="med"/>
            </a:ln>
          </p:spPr>
          <p:txBody>
            <a:bodyPr/>
            <a:p>
              <a:endParaRPr lang="zh-CN" altLang="en-US"/>
            </a:p>
          </p:txBody>
        </p:sp>
      </p:grpSp>
      <p:grpSp>
        <p:nvGrpSpPr>
          <p:cNvPr id="27654" name="Group 27"/>
          <p:cNvGrpSpPr/>
          <p:nvPr/>
        </p:nvGrpSpPr>
        <p:grpSpPr>
          <a:xfrm>
            <a:off x="3305175" y="4068763"/>
            <a:ext cx="987425" cy="952500"/>
            <a:chOff x="4154" y="12570"/>
            <a:chExt cx="974" cy="850"/>
          </a:xfrm>
        </p:grpSpPr>
        <p:sp>
          <p:nvSpPr>
            <p:cNvPr id="27694" name="Oval 28"/>
            <p:cNvSpPr/>
            <p:nvPr/>
          </p:nvSpPr>
          <p:spPr>
            <a:xfrm>
              <a:off x="4214" y="12570"/>
              <a:ext cx="850" cy="850"/>
            </a:xfrm>
            <a:prstGeom prst="ellipse">
              <a:avLst/>
            </a:prstGeom>
            <a:noFill/>
            <a:ln w="9525" cap="flat" cmpd="sng">
              <a:solidFill>
                <a:srgbClr val="000000"/>
              </a:solidFill>
              <a:prstDash val="solid"/>
              <a:headEnd type="none" w="med" len="med"/>
              <a:tailEnd type="none" w="med" len="med"/>
            </a:ln>
          </p:spPr>
          <p:txBody>
            <a:bodyPr anchor="ctr" anchorCtr="1"/>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eaLnBrk="1" hangingPunct="1">
                <a:spcBef>
                  <a:spcPct val="0"/>
                </a:spcBef>
                <a:buClrTx/>
                <a:buSzTx/>
                <a:buFontTx/>
                <a:buNone/>
              </a:pPr>
              <a:endParaRPr lang="zh-CN" altLang="en-US" sz="1600" b="1" dirty="0">
                <a:latin typeface="Comic Sans MS" panose="030F0702030302020204" pitchFamily="66" charset="0"/>
              </a:endParaRPr>
            </a:p>
          </p:txBody>
        </p:sp>
        <p:sp>
          <p:nvSpPr>
            <p:cNvPr id="27695" name="Rectangle 29"/>
            <p:cNvSpPr/>
            <p:nvPr/>
          </p:nvSpPr>
          <p:spPr>
            <a:xfrm>
              <a:off x="4154" y="12630"/>
              <a:ext cx="974" cy="780"/>
            </a:xfrm>
            <a:prstGeom prst="rect">
              <a:avLst/>
            </a:prstGeom>
            <a:noFill/>
            <a:ln w="9525">
              <a:noFill/>
            </a:ln>
          </p:spPr>
          <p:txBody>
            <a:bodyPr anchor="ctr" anchorCtr="1"/>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algn="ctr" eaLnBrk="1" hangingPunct="1">
                <a:lnSpc>
                  <a:spcPct val="110000"/>
                </a:lnSpc>
                <a:spcBef>
                  <a:spcPct val="0"/>
                </a:spcBef>
                <a:buClrTx/>
                <a:buSzTx/>
                <a:buFontTx/>
                <a:buNone/>
              </a:pPr>
              <a:r>
                <a:rPr lang="zh-CN" altLang="en-US" sz="1800" b="1" dirty="0">
                  <a:latin typeface="Times New Roman" panose="02020603050405020304" pitchFamily="18" charset="0"/>
                </a:rPr>
                <a:t>收费</a:t>
              </a:r>
              <a:endParaRPr lang="zh-CN" altLang="en-US" sz="1800" b="1" dirty="0">
                <a:latin typeface="Comic Sans MS" panose="030F0702030302020204" pitchFamily="66" charset="0"/>
              </a:endParaRPr>
            </a:p>
          </p:txBody>
        </p:sp>
      </p:grpSp>
      <p:grpSp>
        <p:nvGrpSpPr>
          <p:cNvPr id="27655" name="Group 30"/>
          <p:cNvGrpSpPr/>
          <p:nvPr/>
        </p:nvGrpSpPr>
        <p:grpSpPr>
          <a:xfrm>
            <a:off x="2057400" y="4068763"/>
            <a:ext cx="987425" cy="952500"/>
            <a:chOff x="4154" y="12570"/>
            <a:chExt cx="974" cy="850"/>
          </a:xfrm>
        </p:grpSpPr>
        <p:sp>
          <p:nvSpPr>
            <p:cNvPr id="27692" name="Oval 31"/>
            <p:cNvSpPr/>
            <p:nvPr/>
          </p:nvSpPr>
          <p:spPr>
            <a:xfrm>
              <a:off x="4214" y="12570"/>
              <a:ext cx="850" cy="850"/>
            </a:xfrm>
            <a:prstGeom prst="ellipse">
              <a:avLst/>
            </a:prstGeom>
            <a:noFill/>
            <a:ln w="9525" cap="flat" cmpd="sng">
              <a:solidFill>
                <a:srgbClr val="000000"/>
              </a:solidFill>
              <a:prstDash val="solid"/>
              <a:headEnd type="none" w="med" len="med"/>
              <a:tailEnd type="none" w="med" len="med"/>
            </a:ln>
          </p:spPr>
          <p:txBody>
            <a:bodyPr anchor="ctr" anchorCtr="1"/>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eaLnBrk="1" hangingPunct="1">
                <a:spcBef>
                  <a:spcPct val="0"/>
                </a:spcBef>
                <a:buClrTx/>
                <a:buSzTx/>
                <a:buFontTx/>
                <a:buNone/>
              </a:pPr>
              <a:endParaRPr lang="zh-CN" altLang="en-US" sz="1600" b="1" dirty="0">
                <a:latin typeface="Comic Sans MS" panose="030F0702030302020204" pitchFamily="66" charset="0"/>
              </a:endParaRPr>
            </a:p>
          </p:txBody>
        </p:sp>
        <p:sp>
          <p:nvSpPr>
            <p:cNvPr id="27693" name="Rectangle 32"/>
            <p:cNvSpPr/>
            <p:nvPr/>
          </p:nvSpPr>
          <p:spPr>
            <a:xfrm>
              <a:off x="4154" y="12630"/>
              <a:ext cx="974" cy="780"/>
            </a:xfrm>
            <a:prstGeom prst="rect">
              <a:avLst/>
            </a:prstGeom>
            <a:noFill/>
            <a:ln w="9525">
              <a:noFill/>
            </a:ln>
          </p:spPr>
          <p:txBody>
            <a:bodyPr anchor="ctr" anchorCtr="1"/>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algn="ctr" eaLnBrk="1" hangingPunct="1">
                <a:lnSpc>
                  <a:spcPct val="110000"/>
                </a:lnSpc>
                <a:spcBef>
                  <a:spcPct val="0"/>
                </a:spcBef>
                <a:buClrTx/>
                <a:buSzTx/>
                <a:buFontTx/>
                <a:buNone/>
              </a:pPr>
              <a:r>
                <a:rPr lang="zh-CN" altLang="en-US" sz="1800" b="1" dirty="0">
                  <a:latin typeface="Times New Roman" panose="02020603050405020304" pitchFamily="18" charset="0"/>
                </a:rPr>
                <a:t>制作</a:t>
              </a:r>
              <a:endParaRPr lang="zh-CN" altLang="en-US" sz="1800" b="1" dirty="0">
                <a:latin typeface="Times New Roman" panose="02020603050405020304" pitchFamily="18" charset="0"/>
              </a:endParaRPr>
            </a:p>
            <a:p>
              <a:pPr marL="0" lvl="0" indent="0" algn="ctr" eaLnBrk="1" hangingPunct="1">
                <a:lnSpc>
                  <a:spcPct val="110000"/>
                </a:lnSpc>
                <a:spcBef>
                  <a:spcPct val="0"/>
                </a:spcBef>
                <a:buClrTx/>
                <a:buSzTx/>
                <a:buFontTx/>
                <a:buNone/>
              </a:pPr>
              <a:r>
                <a:rPr lang="zh-CN" altLang="en-US" sz="1800" b="1" dirty="0">
                  <a:latin typeface="Times New Roman" panose="02020603050405020304" pitchFamily="18" charset="0"/>
                </a:rPr>
                <a:t>财务报表</a:t>
              </a:r>
              <a:endParaRPr lang="zh-CN" altLang="en-US" sz="1800" b="1" dirty="0">
                <a:latin typeface="Comic Sans MS" panose="030F0702030302020204" pitchFamily="66" charset="0"/>
              </a:endParaRPr>
            </a:p>
          </p:txBody>
        </p:sp>
      </p:grpSp>
      <p:sp>
        <p:nvSpPr>
          <p:cNvPr id="27656" name="Line 34"/>
          <p:cNvSpPr/>
          <p:nvPr/>
        </p:nvSpPr>
        <p:spPr>
          <a:xfrm flipV="1">
            <a:off x="1162050" y="4573588"/>
            <a:ext cx="944563" cy="0"/>
          </a:xfrm>
          <a:prstGeom prst="line">
            <a:avLst/>
          </a:prstGeom>
          <a:ln w="9525" cap="flat" cmpd="sng">
            <a:solidFill>
              <a:srgbClr val="000000"/>
            </a:solidFill>
            <a:prstDash val="solid"/>
            <a:headEnd type="triangle" w="sm" len="med"/>
            <a:tailEnd type="none" w="sm" len="med"/>
          </a:ln>
        </p:spPr>
      </p:sp>
      <p:sp>
        <p:nvSpPr>
          <p:cNvPr id="27657" name="Rectangle 35"/>
          <p:cNvSpPr/>
          <p:nvPr/>
        </p:nvSpPr>
        <p:spPr>
          <a:xfrm>
            <a:off x="1058863" y="4132263"/>
            <a:ext cx="1227137" cy="520700"/>
          </a:xfrm>
          <a:prstGeom prst="rect">
            <a:avLst/>
          </a:prstGeom>
          <a:noFill/>
          <a:ln w="9525">
            <a:noFill/>
          </a:ln>
        </p:spPr>
        <p:txBody>
          <a:bodyPr anchor="ctr" anchorCtr="1"/>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algn="ctr" eaLnBrk="1" hangingPunct="1">
              <a:lnSpc>
                <a:spcPct val="110000"/>
              </a:lnSpc>
              <a:spcBef>
                <a:spcPct val="0"/>
              </a:spcBef>
              <a:buClrTx/>
              <a:buSzTx/>
              <a:buFontTx/>
              <a:buNone/>
            </a:pPr>
            <a:r>
              <a:rPr lang="zh-CN" altLang="en-US" sz="1800" dirty="0">
                <a:latin typeface="Times New Roman" panose="02020603050405020304" pitchFamily="18" charset="0"/>
              </a:rPr>
              <a:t>财务报表</a:t>
            </a:r>
            <a:endParaRPr lang="zh-CN" altLang="en-US" sz="1800" b="1" dirty="0">
              <a:latin typeface="Comic Sans MS" panose="030F0702030302020204" pitchFamily="66" charset="0"/>
            </a:endParaRPr>
          </a:p>
        </p:txBody>
      </p:sp>
      <p:sp>
        <p:nvSpPr>
          <p:cNvPr id="27658" name="Rectangle 36"/>
          <p:cNvSpPr/>
          <p:nvPr/>
        </p:nvSpPr>
        <p:spPr>
          <a:xfrm>
            <a:off x="228600" y="4300538"/>
            <a:ext cx="928688" cy="538162"/>
          </a:xfrm>
          <a:prstGeom prst="rect">
            <a:avLst/>
          </a:prstGeom>
          <a:noFill/>
          <a:ln w="9525" cap="flat" cmpd="sng">
            <a:solidFill>
              <a:srgbClr val="000000"/>
            </a:solidFill>
            <a:prstDash val="solid"/>
            <a:miter/>
            <a:headEnd type="none" w="med" len="med"/>
            <a:tailEnd type="none" w="med" len="med"/>
          </a:ln>
        </p:spPr>
        <p:txBody>
          <a:bodyPr anchor="ctr" anchorCtr="1"/>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algn="ctr" eaLnBrk="1" hangingPunct="1">
              <a:lnSpc>
                <a:spcPct val="110000"/>
              </a:lnSpc>
              <a:spcBef>
                <a:spcPct val="0"/>
              </a:spcBef>
              <a:buClrTx/>
              <a:buSzTx/>
              <a:buFontTx/>
              <a:buNone/>
            </a:pPr>
            <a:r>
              <a:rPr lang="zh-CN" altLang="en-US" sz="1800" b="1" dirty="0">
                <a:latin typeface="Times New Roman" panose="02020603050405020304" pitchFamily="18" charset="0"/>
              </a:rPr>
              <a:t>经理</a:t>
            </a:r>
            <a:endParaRPr lang="zh-CN" altLang="en-US" sz="1800" b="1" dirty="0">
              <a:latin typeface="Comic Sans MS" panose="030F0702030302020204" pitchFamily="66" charset="0"/>
            </a:endParaRPr>
          </a:p>
        </p:txBody>
      </p:sp>
      <p:grpSp>
        <p:nvGrpSpPr>
          <p:cNvPr id="27659" name="Group 39"/>
          <p:cNvGrpSpPr/>
          <p:nvPr/>
        </p:nvGrpSpPr>
        <p:grpSpPr>
          <a:xfrm>
            <a:off x="2660650" y="5614988"/>
            <a:ext cx="900113" cy="403225"/>
            <a:chOff x="1884" y="6360"/>
            <a:chExt cx="1306" cy="360"/>
          </a:xfrm>
        </p:grpSpPr>
        <p:sp>
          <p:nvSpPr>
            <p:cNvPr id="27690" name="Line 40"/>
            <p:cNvSpPr/>
            <p:nvPr/>
          </p:nvSpPr>
          <p:spPr>
            <a:xfrm>
              <a:off x="1884" y="6360"/>
              <a:ext cx="1290" cy="0"/>
            </a:xfrm>
            <a:prstGeom prst="line">
              <a:avLst/>
            </a:prstGeom>
            <a:ln w="9525" cap="flat" cmpd="sng">
              <a:solidFill>
                <a:srgbClr val="000000"/>
              </a:solidFill>
              <a:prstDash val="solid"/>
              <a:headEnd type="none" w="sm" len="med"/>
              <a:tailEnd type="none" w="sm" len="med"/>
            </a:ln>
          </p:spPr>
        </p:sp>
        <p:sp>
          <p:nvSpPr>
            <p:cNvPr id="27691" name="Line 41"/>
            <p:cNvSpPr/>
            <p:nvPr/>
          </p:nvSpPr>
          <p:spPr>
            <a:xfrm>
              <a:off x="1900" y="6720"/>
              <a:ext cx="1290" cy="0"/>
            </a:xfrm>
            <a:prstGeom prst="line">
              <a:avLst/>
            </a:prstGeom>
            <a:ln w="9525" cap="flat" cmpd="sng">
              <a:solidFill>
                <a:srgbClr val="000000"/>
              </a:solidFill>
              <a:prstDash val="solid"/>
              <a:headEnd type="none" w="sm" len="med"/>
              <a:tailEnd type="none" w="sm" len="med"/>
            </a:ln>
          </p:spPr>
        </p:sp>
      </p:grpSp>
      <p:sp>
        <p:nvSpPr>
          <p:cNvPr id="27660" name="Rectangle 42"/>
          <p:cNvSpPr/>
          <p:nvPr/>
        </p:nvSpPr>
        <p:spPr>
          <a:xfrm>
            <a:off x="2362200" y="5548313"/>
            <a:ext cx="1616075" cy="503237"/>
          </a:xfrm>
          <a:prstGeom prst="rect">
            <a:avLst/>
          </a:prstGeom>
          <a:noFill/>
          <a:ln w="9525">
            <a:noFill/>
          </a:ln>
        </p:spPr>
        <p:txBody>
          <a:bodyPr anchor="ctr" anchorCtr="1"/>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algn="ctr" eaLnBrk="1" hangingPunct="1">
              <a:lnSpc>
                <a:spcPct val="110000"/>
              </a:lnSpc>
              <a:spcBef>
                <a:spcPct val="0"/>
              </a:spcBef>
              <a:buClrTx/>
              <a:buSzTx/>
              <a:buFontTx/>
              <a:buNone/>
            </a:pPr>
            <a:r>
              <a:rPr lang="zh-CN" altLang="en-US" sz="1800" dirty="0">
                <a:latin typeface="Times New Roman" panose="02020603050405020304" pitchFamily="18" charset="0"/>
              </a:rPr>
              <a:t>帐务数据库</a:t>
            </a:r>
            <a:endParaRPr lang="zh-CN" altLang="en-US" sz="1800" b="1" dirty="0">
              <a:latin typeface="Comic Sans MS" panose="030F0702030302020204" pitchFamily="66" charset="0"/>
            </a:endParaRPr>
          </a:p>
        </p:txBody>
      </p:sp>
      <p:sp>
        <p:nvSpPr>
          <p:cNvPr id="27661" name="Arc 43"/>
          <p:cNvSpPr/>
          <p:nvPr/>
        </p:nvSpPr>
        <p:spPr>
          <a:xfrm rot="5400000" flipH="1">
            <a:off x="2552700" y="5154613"/>
            <a:ext cx="600075" cy="358775"/>
          </a:xfrm>
          <a:custGeom>
            <a:avLst/>
            <a:gdLst/>
            <a:ahLst/>
            <a:cxnLst>
              <a:cxn ang="0">
                <a:pos x="0" y="2147483646"/>
              </a:cxn>
              <a:cxn ang="0">
                <a:pos x="2147483646" y="2147483646"/>
              </a:cxn>
              <a:cxn ang="0">
                <a:pos x="2147483646" y="2147483646"/>
              </a:cxn>
            </a:cxnLst>
            <a:pathLst>
              <a:path w="27842" h="21600" fill="none">
                <a:moveTo>
                  <a:pt x="0" y="921"/>
                </a:moveTo>
                <a:cubicBezTo>
                  <a:pt x="2024" y="310"/>
                  <a:pt x="4127" y="-1"/>
                  <a:pt x="6242" y="0"/>
                </a:cubicBezTo>
                <a:cubicBezTo>
                  <a:pt x="18171" y="0"/>
                  <a:pt x="27842" y="9670"/>
                  <a:pt x="27842" y="21600"/>
                </a:cubicBezTo>
              </a:path>
              <a:path w="27842" h="21600" stroke="0">
                <a:moveTo>
                  <a:pt x="0" y="921"/>
                </a:moveTo>
                <a:cubicBezTo>
                  <a:pt x="2024" y="310"/>
                  <a:pt x="4127" y="-1"/>
                  <a:pt x="6242" y="0"/>
                </a:cubicBezTo>
                <a:cubicBezTo>
                  <a:pt x="18171" y="0"/>
                  <a:pt x="27842" y="9670"/>
                  <a:pt x="27842" y="21600"/>
                </a:cubicBezTo>
                <a:lnTo>
                  <a:pt x="6242" y="21600"/>
                </a:lnTo>
                <a:lnTo>
                  <a:pt x="0" y="921"/>
                </a:lnTo>
                <a:close/>
              </a:path>
            </a:pathLst>
          </a:custGeom>
          <a:noFill/>
          <a:ln w="9525" cap="flat" cmpd="sng">
            <a:solidFill>
              <a:srgbClr val="000000">
                <a:alpha val="100000"/>
              </a:srgbClr>
            </a:solidFill>
            <a:prstDash val="solid"/>
            <a:round/>
            <a:headEnd type="none" w="sm" len="med"/>
            <a:tailEnd type="triangle" w="sm" len="med"/>
          </a:ln>
        </p:spPr>
        <p:txBody>
          <a:bodyPr/>
          <a:p>
            <a:endParaRPr lang="zh-CN" altLang="en-US"/>
          </a:p>
        </p:txBody>
      </p:sp>
      <p:sp>
        <p:nvSpPr>
          <p:cNvPr id="27662" name="Arc 44"/>
          <p:cNvSpPr/>
          <p:nvPr/>
        </p:nvSpPr>
        <p:spPr>
          <a:xfrm rot="5400000" flipH="1" flipV="1">
            <a:off x="3160713" y="5154613"/>
            <a:ext cx="600075" cy="357187"/>
          </a:xfrm>
          <a:custGeom>
            <a:avLst/>
            <a:gdLst/>
            <a:ahLst/>
            <a:cxnLst>
              <a:cxn ang="0">
                <a:pos x="0" y="2147483646"/>
              </a:cxn>
              <a:cxn ang="0">
                <a:pos x="2147483646" y="2147483646"/>
              </a:cxn>
              <a:cxn ang="0">
                <a:pos x="2147483646" y="2147483646"/>
              </a:cxn>
            </a:cxnLst>
            <a:pathLst>
              <a:path w="27842" h="21600" fill="none">
                <a:moveTo>
                  <a:pt x="0" y="921"/>
                </a:moveTo>
                <a:cubicBezTo>
                  <a:pt x="2024" y="310"/>
                  <a:pt x="4127" y="-1"/>
                  <a:pt x="6242" y="0"/>
                </a:cubicBezTo>
                <a:cubicBezTo>
                  <a:pt x="18171" y="0"/>
                  <a:pt x="27842" y="9670"/>
                  <a:pt x="27842" y="21600"/>
                </a:cubicBezTo>
              </a:path>
              <a:path w="27842" h="21600" stroke="0">
                <a:moveTo>
                  <a:pt x="0" y="921"/>
                </a:moveTo>
                <a:cubicBezTo>
                  <a:pt x="2024" y="310"/>
                  <a:pt x="4127" y="-1"/>
                  <a:pt x="6242" y="0"/>
                </a:cubicBezTo>
                <a:cubicBezTo>
                  <a:pt x="18171" y="0"/>
                  <a:pt x="27842" y="9670"/>
                  <a:pt x="27842" y="21600"/>
                </a:cubicBezTo>
                <a:lnTo>
                  <a:pt x="6242" y="21600"/>
                </a:lnTo>
                <a:lnTo>
                  <a:pt x="0" y="921"/>
                </a:lnTo>
                <a:close/>
              </a:path>
            </a:pathLst>
          </a:custGeom>
          <a:noFill/>
          <a:ln w="9525" cap="flat" cmpd="sng">
            <a:solidFill>
              <a:srgbClr val="000000">
                <a:alpha val="100000"/>
              </a:srgbClr>
            </a:solidFill>
            <a:prstDash val="solid"/>
            <a:round/>
            <a:headEnd type="triangle" w="sm" len="med"/>
            <a:tailEnd type="none" w="sm" len="med"/>
          </a:ln>
        </p:spPr>
        <p:txBody>
          <a:bodyPr/>
          <a:p>
            <a:endParaRPr lang="zh-CN" altLang="en-US"/>
          </a:p>
        </p:txBody>
      </p:sp>
      <p:grpSp>
        <p:nvGrpSpPr>
          <p:cNvPr id="27663" name="Group 45"/>
          <p:cNvGrpSpPr/>
          <p:nvPr/>
        </p:nvGrpSpPr>
        <p:grpSpPr>
          <a:xfrm>
            <a:off x="1724025" y="2374900"/>
            <a:ext cx="6559550" cy="1978025"/>
            <a:chOff x="3234" y="10968"/>
            <a:chExt cx="6466" cy="1766"/>
          </a:xfrm>
        </p:grpSpPr>
        <p:grpSp>
          <p:nvGrpSpPr>
            <p:cNvPr id="27664" name="Group 46"/>
            <p:cNvGrpSpPr/>
            <p:nvPr/>
          </p:nvGrpSpPr>
          <p:grpSpPr>
            <a:xfrm>
              <a:off x="3234" y="10968"/>
              <a:ext cx="6466" cy="937"/>
              <a:chOff x="3016" y="9948"/>
              <a:chExt cx="6466" cy="937"/>
            </a:xfrm>
          </p:grpSpPr>
          <p:grpSp>
            <p:nvGrpSpPr>
              <p:cNvPr id="27673" name="Group 47"/>
              <p:cNvGrpSpPr/>
              <p:nvPr/>
            </p:nvGrpSpPr>
            <p:grpSpPr>
              <a:xfrm>
                <a:off x="6850" y="10020"/>
                <a:ext cx="974" cy="850"/>
                <a:chOff x="4154" y="12570"/>
                <a:chExt cx="974" cy="850"/>
              </a:xfrm>
            </p:grpSpPr>
            <p:sp>
              <p:nvSpPr>
                <p:cNvPr id="27688" name="Oval 48"/>
                <p:cNvSpPr/>
                <p:nvPr/>
              </p:nvSpPr>
              <p:spPr>
                <a:xfrm>
                  <a:off x="4214" y="12570"/>
                  <a:ext cx="850" cy="850"/>
                </a:xfrm>
                <a:prstGeom prst="ellipse">
                  <a:avLst/>
                </a:prstGeom>
                <a:noFill/>
                <a:ln w="9525" cap="flat" cmpd="sng">
                  <a:solidFill>
                    <a:srgbClr val="000000"/>
                  </a:solidFill>
                  <a:prstDash val="solid"/>
                  <a:headEnd type="none" w="med" len="med"/>
                  <a:tailEnd type="none" w="med" len="med"/>
                </a:ln>
              </p:spPr>
              <p:txBody>
                <a:bodyPr anchor="ctr" anchorCtr="1"/>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eaLnBrk="1" hangingPunct="1">
                    <a:spcBef>
                      <a:spcPct val="0"/>
                    </a:spcBef>
                    <a:buClrTx/>
                    <a:buSzTx/>
                    <a:buFontTx/>
                    <a:buNone/>
                  </a:pPr>
                  <a:endParaRPr lang="zh-CN" altLang="en-US" sz="1600" b="1" dirty="0">
                    <a:latin typeface="Comic Sans MS" panose="030F0702030302020204" pitchFamily="66" charset="0"/>
                  </a:endParaRPr>
                </a:p>
              </p:txBody>
            </p:sp>
            <p:sp>
              <p:nvSpPr>
                <p:cNvPr id="27689" name="Rectangle 49"/>
                <p:cNvSpPr/>
                <p:nvPr/>
              </p:nvSpPr>
              <p:spPr>
                <a:xfrm>
                  <a:off x="4154" y="12630"/>
                  <a:ext cx="974" cy="780"/>
                </a:xfrm>
                <a:prstGeom prst="rect">
                  <a:avLst/>
                </a:prstGeom>
                <a:noFill/>
                <a:ln w="9525">
                  <a:noFill/>
                </a:ln>
              </p:spPr>
              <p:txBody>
                <a:bodyPr anchor="ctr" anchorCtr="1"/>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algn="ctr" eaLnBrk="1" hangingPunct="1">
                    <a:lnSpc>
                      <a:spcPct val="110000"/>
                    </a:lnSpc>
                    <a:spcBef>
                      <a:spcPct val="0"/>
                    </a:spcBef>
                    <a:buClrTx/>
                    <a:buSzTx/>
                    <a:buFontTx/>
                    <a:buNone/>
                  </a:pPr>
                  <a:r>
                    <a:rPr lang="zh-CN" altLang="en-US" sz="1800" b="1" dirty="0">
                      <a:latin typeface="Times New Roman" panose="02020603050405020304" pitchFamily="18" charset="0"/>
                    </a:rPr>
                    <a:t>制作</a:t>
                  </a:r>
                  <a:endParaRPr lang="zh-CN" altLang="en-US" sz="1800" b="1" dirty="0">
                    <a:latin typeface="Times New Roman" panose="02020603050405020304" pitchFamily="18" charset="0"/>
                  </a:endParaRPr>
                </a:p>
                <a:p>
                  <a:pPr marL="0" lvl="0" indent="0" algn="ctr" eaLnBrk="1" hangingPunct="1">
                    <a:lnSpc>
                      <a:spcPct val="110000"/>
                    </a:lnSpc>
                    <a:spcBef>
                      <a:spcPct val="0"/>
                    </a:spcBef>
                    <a:buClrTx/>
                    <a:buSzTx/>
                    <a:buFontTx/>
                    <a:buNone/>
                  </a:pPr>
                  <a:r>
                    <a:rPr lang="zh-CN" altLang="en-US" sz="1800" b="1" dirty="0">
                      <a:latin typeface="Times New Roman" panose="02020603050405020304" pitchFamily="18" charset="0"/>
                    </a:rPr>
                    <a:t>发书单</a:t>
                  </a:r>
                  <a:endParaRPr lang="zh-CN" altLang="en-US" sz="1800" b="1" dirty="0">
                    <a:latin typeface="Comic Sans MS" panose="030F0702030302020204" pitchFamily="66" charset="0"/>
                  </a:endParaRPr>
                </a:p>
              </p:txBody>
            </p:sp>
          </p:grpSp>
          <p:grpSp>
            <p:nvGrpSpPr>
              <p:cNvPr id="27674" name="Group 50"/>
              <p:cNvGrpSpPr/>
              <p:nvPr/>
            </p:nvGrpSpPr>
            <p:grpSpPr>
              <a:xfrm>
                <a:off x="4704" y="10035"/>
                <a:ext cx="974" cy="850"/>
                <a:chOff x="4154" y="12570"/>
                <a:chExt cx="974" cy="850"/>
              </a:xfrm>
            </p:grpSpPr>
            <p:sp>
              <p:nvSpPr>
                <p:cNvPr id="27686" name="Oval 51"/>
                <p:cNvSpPr/>
                <p:nvPr/>
              </p:nvSpPr>
              <p:spPr>
                <a:xfrm>
                  <a:off x="4214" y="12570"/>
                  <a:ext cx="850" cy="850"/>
                </a:xfrm>
                <a:prstGeom prst="ellipse">
                  <a:avLst/>
                </a:prstGeom>
                <a:noFill/>
                <a:ln w="9525" cap="flat" cmpd="sng">
                  <a:solidFill>
                    <a:srgbClr val="000000"/>
                  </a:solidFill>
                  <a:prstDash val="solid"/>
                  <a:headEnd type="none" w="med" len="med"/>
                  <a:tailEnd type="none" w="med" len="med"/>
                </a:ln>
              </p:spPr>
              <p:txBody>
                <a:bodyPr anchor="ctr" anchorCtr="1"/>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eaLnBrk="1" hangingPunct="1">
                    <a:spcBef>
                      <a:spcPct val="0"/>
                    </a:spcBef>
                    <a:buClrTx/>
                    <a:buSzTx/>
                    <a:buFontTx/>
                    <a:buNone/>
                  </a:pPr>
                  <a:endParaRPr lang="zh-CN" altLang="en-US" sz="1600" b="1" dirty="0">
                    <a:latin typeface="Comic Sans MS" panose="030F0702030302020204" pitchFamily="66" charset="0"/>
                  </a:endParaRPr>
                </a:p>
              </p:txBody>
            </p:sp>
            <p:sp>
              <p:nvSpPr>
                <p:cNvPr id="27687" name="Rectangle 52"/>
                <p:cNvSpPr/>
                <p:nvPr/>
              </p:nvSpPr>
              <p:spPr>
                <a:xfrm>
                  <a:off x="4154" y="12630"/>
                  <a:ext cx="974" cy="780"/>
                </a:xfrm>
                <a:prstGeom prst="rect">
                  <a:avLst/>
                </a:prstGeom>
                <a:noFill/>
                <a:ln w="9525">
                  <a:noFill/>
                </a:ln>
              </p:spPr>
              <p:txBody>
                <a:bodyPr anchor="ctr" anchorCtr="1"/>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algn="ctr" eaLnBrk="1" hangingPunct="1">
                    <a:lnSpc>
                      <a:spcPct val="110000"/>
                    </a:lnSpc>
                    <a:spcBef>
                      <a:spcPct val="0"/>
                    </a:spcBef>
                    <a:buClrTx/>
                    <a:buSzTx/>
                    <a:buFontTx/>
                    <a:buNone/>
                  </a:pPr>
                  <a:r>
                    <a:rPr lang="zh-CN" altLang="en-US" sz="1800" b="1" dirty="0">
                      <a:latin typeface="Times New Roman" panose="02020603050405020304" pitchFamily="18" charset="0"/>
                    </a:rPr>
                    <a:t>图书</a:t>
                  </a:r>
                  <a:endParaRPr lang="zh-CN" altLang="en-US" sz="1800" b="1" dirty="0">
                    <a:latin typeface="Times New Roman" panose="02020603050405020304" pitchFamily="18" charset="0"/>
                  </a:endParaRPr>
                </a:p>
                <a:p>
                  <a:pPr marL="0" lvl="0" indent="0" algn="ctr" eaLnBrk="1" hangingPunct="1">
                    <a:lnSpc>
                      <a:spcPct val="110000"/>
                    </a:lnSpc>
                    <a:spcBef>
                      <a:spcPct val="0"/>
                    </a:spcBef>
                    <a:buClrTx/>
                    <a:buSzTx/>
                    <a:buFontTx/>
                    <a:buNone/>
                  </a:pPr>
                  <a:r>
                    <a:rPr lang="zh-CN" altLang="en-US" sz="1800" b="1" dirty="0">
                      <a:latin typeface="Times New Roman" panose="02020603050405020304" pitchFamily="18" charset="0"/>
                    </a:rPr>
                    <a:t>订购</a:t>
                  </a:r>
                  <a:endParaRPr lang="zh-CN" altLang="en-US" sz="1800" b="1" dirty="0">
                    <a:latin typeface="Comic Sans MS" panose="030F0702030302020204" pitchFamily="66" charset="0"/>
                  </a:endParaRPr>
                </a:p>
              </p:txBody>
            </p:sp>
          </p:grpSp>
          <p:grpSp>
            <p:nvGrpSpPr>
              <p:cNvPr id="27675" name="Group 53"/>
              <p:cNvGrpSpPr/>
              <p:nvPr/>
            </p:nvGrpSpPr>
            <p:grpSpPr>
              <a:xfrm>
                <a:off x="5620" y="9948"/>
                <a:ext cx="1290" cy="507"/>
                <a:chOff x="5620" y="9948"/>
                <a:chExt cx="1290" cy="507"/>
              </a:xfrm>
            </p:grpSpPr>
            <p:sp>
              <p:nvSpPr>
                <p:cNvPr id="27684" name="Line 54"/>
                <p:cNvSpPr/>
                <p:nvPr/>
              </p:nvSpPr>
              <p:spPr>
                <a:xfrm>
                  <a:off x="5634" y="10455"/>
                  <a:ext cx="1276" cy="0"/>
                </a:xfrm>
                <a:prstGeom prst="line">
                  <a:avLst/>
                </a:prstGeom>
                <a:ln w="9525" cap="flat" cmpd="sng">
                  <a:solidFill>
                    <a:srgbClr val="000000"/>
                  </a:solidFill>
                  <a:prstDash val="solid"/>
                  <a:headEnd type="none" w="sm" len="med"/>
                  <a:tailEnd type="triangle" w="sm" len="med"/>
                </a:ln>
              </p:spPr>
            </p:sp>
            <p:sp>
              <p:nvSpPr>
                <p:cNvPr id="27685" name="Rectangle 55"/>
                <p:cNvSpPr/>
                <p:nvPr/>
              </p:nvSpPr>
              <p:spPr>
                <a:xfrm>
                  <a:off x="5620" y="9948"/>
                  <a:ext cx="1214" cy="465"/>
                </a:xfrm>
                <a:prstGeom prst="rect">
                  <a:avLst/>
                </a:prstGeom>
                <a:noFill/>
                <a:ln w="9525">
                  <a:noFill/>
                </a:ln>
              </p:spPr>
              <p:txBody>
                <a:bodyPr anchor="ctr" anchorCtr="1"/>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algn="ctr" eaLnBrk="1" hangingPunct="1">
                    <a:lnSpc>
                      <a:spcPct val="110000"/>
                    </a:lnSpc>
                    <a:spcBef>
                      <a:spcPct val="0"/>
                    </a:spcBef>
                    <a:buClrTx/>
                    <a:buSzTx/>
                    <a:buFontTx/>
                    <a:buNone/>
                  </a:pPr>
                  <a:r>
                    <a:rPr lang="zh-CN" altLang="en-US" sz="1800" dirty="0">
                      <a:latin typeface="Times New Roman" panose="02020603050405020304" pitchFamily="18" charset="0"/>
                    </a:rPr>
                    <a:t>核准的订购单</a:t>
                  </a:r>
                  <a:endParaRPr lang="zh-CN" altLang="en-US" sz="1800" b="1" dirty="0">
                    <a:latin typeface="Comic Sans MS" panose="030F0702030302020204" pitchFamily="66" charset="0"/>
                  </a:endParaRPr>
                </a:p>
              </p:txBody>
            </p:sp>
          </p:grpSp>
          <p:grpSp>
            <p:nvGrpSpPr>
              <p:cNvPr id="27676" name="Group 56"/>
              <p:cNvGrpSpPr/>
              <p:nvPr/>
            </p:nvGrpSpPr>
            <p:grpSpPr>
              <a:xfrm>
                <a:off x="7660" y="10095"/>
                <a:ext cx="1038" cy="465"/>
                <a:chOff x="7944" y="10095"/>
                <a:chExt cx="1038" cy="465"/>
              </a:xfrm>
            </p:grpSpPr>
            <p:sp>
              <p:nvSpPr>
                <p:cNvPr id="27682" name="Line 57"/>
                <p:cNvSpPr/>
                <p:nvPr/>
              </p:nvSpPr>
              <p:spPr>
                <a:xfrm flipV="1">
                  <a:off x="8034" y="10455"/>
                  <a:ext cx="810" cy="0"/>
                </a:xfrm>
                <a:prstGeom prst="line">
                  <a:avLst/>
                </a:prstGeom>
                <a:ln w="9525" cap="flat" cmpd="sng">
                  <a:solidFill>
                    <a:srgbClr val="000000"/>
                  </a:solidFill>
                  <a:prstDash val="solid"/>
                  <a:headEnd type="none" w="sm" len="med"/>
                  <a:tailEnd type="triangle" w="sm" len="med"/>
                </a:ln>
              </p:spPr>
            </p:sp>
            <p:sp>
              <p:nvSpPr>
                <p:cNvPr id="27683" name="Rectangle 58"/>
                <p:cNvSpPr/>
                <p:nvPr/>
              </p:nvSpPr>
              <p:spPr>
                <a:xfrm>
                  <a:off x="7944" y="10095"/>
                  <a:ext cx="1038" cy="465"/>
                </a:xfrm>
                <a:prstGeom prst="rect">
                  <a:avLst/>
                </a:prstGeom>
                <a:noFill/>
                <a:ln w="9525">
                  <a:noFill/>
                </a:ln>
              </p:spPr>
              <p:txBody>
                <a:bodyPr anchor="ctr" anchorCtr="1"/>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algn="ctr" eaLnBrk="1" hangingPunct="1">
                    <a:lnSpc>
                      <a:spcPct val="110000"/>
                    </a:lnSpc>
                    <a:spcBef>
                      <a:spcPct val="0"/>
                    </a:spcBef>
                    <a:buClrTx/>
                    <a:buSzTx/>
                    <a:buFontTx/>
                    <a:buNone/>
                  </a:pPr>
                  <a:r>
                    <a:rPr lang="zh-CN" altLang="en-US" sz="1800" dirty="0">
                      <a:latin typeface="Times New Roman" panose="02020603050405020304" pitchFamily="18" charset="0"/>
                    </a:rPr>
                    <a:t>发书单</a:t>
                  </a:r>
                  <a:endParaRPr lang="zh-CN" altLang="en-US" sz="1800" b="1" dirty="0">
                    <a:latin typeface="Comic Sans MS" panose="030F0702030302020204" pitchFamily="66" charset="0"/>
                  </a:endParaRPr>
                </a:p>
              </p:txBody>
            </p:sp>
          </p:grpSp>
          <p:grpSp>
            <p:nvGrpSpPr>
              <p:cNvPr id="27677" name="Group 59"/>
              <p:cNvGrpSpPr/>
              <p:nvPr/>
            </p:nvGrpSpPr>
            <p:grpSpPr>
              <a:xfrm>
                <a:off x="3884" y="10080"/>
                <a:ext cx="983" cy="465"/>
                <a:chOff x="3884" y="10080"/>
                <a:chExt cx="983" cy="465"/>
              </a:xfrm>
            </p:grpSpPr>
            <p:sp>
              <p:nvSpPr>
                <p:cNvPr id="27680" name="Line 60"/>
                <p:cNvSpPr/>
                <p:nvPr/>
              </p:nvSpPr>
              <p:spPr>
                <a:xfrm>
                  <a:off x="3924" y="10455"/>
                  <a:ext cx="872" cy="0"/>
                </a:xfrm>
                <a:prstGeom prst="line">
                  <a:avLst/>
                </a:prstGeom>
                <a:ln w="9525" cap="flat" cmpd="sng">
                  <a:solidFill>
                    <a:srgbClr val="000000"/>
                  </a:solidFill>
                  <a:prstDash val="solid"/>
                  <a:headEnd type="none" w="sm" len="med"/>
                  <a:tailEnd type="triangle" w="sm" len="med"/>
                </a:ln>
              </p:spPr>
            </p:sp>
            <p:sp>
              <p:nvSpPr>
                <p:cNvPr id="27681" name="Rectangle 61"/>
                <p:cNvSpPr/>
                <p:nvPr/>
              </p:nvSpPr>
              <p:spPr>
                <a:xfrm>
                  <a:off x="3884" y="10080"/>
                  <a:ext cx="983" cy="465"/>
                </a:xfrm>
                <a:prstGeom prst="rect">
                  <a:avLst/>
                </a:prstGeom>
                <a:noFill/>
                <a:ln w="9525">
                  <a:noFill/>
                </a:ln>
              </p:spPr>
              <p:txBody>
                <a:bodyPr anchor="ctr" anchorCtr="1"/>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algn="ctr" eaLnBrk="1" hangingPunct="1">
                    <a:lnSpc>
                      <a:spcPct val="110000"/>
                    </a:lnSpc>
                    <a:spcBef>
                      <a:spcPct val="0"/>
                    </a:spcBef>
                    <a:buClrTx/>
                    <a:buSzTx/>
                    <a:buFontTx/>
                    <a:buNone/>
                  </a:pPr>
                  <a:r>
                    <a:rPr lang="zh-CN" altLang="en-US" sz="1800" dirty="0">
                      <a:latin typeface="Times New Roman" panose="02020603050405020304" pitchFamily="18" charset="0"/>
                    </a:rPr>
                    <a:t>订购单</a:t>
                  </a:r>
                  <a:endParaRPr lang="zh-CN" altLang="en-US" sz="1800" b="1" dirty="0">
                    <a:latin typeface="Comic Sans MS" panose="030F0702030302020204" pitchFamily="66" charset="0"/>
                  </a:endParaRPr>
                </a:p>
              </p:txBody>
            </p:sp>
          </p:grpSp>
          <p:sp>
            <p:nvSpPr>
              <p:cNvPr id="27678" name="Rectangle 62"/>
              <p:cNvSpPr/>
              <p:nvPr/>
            </p:nvSpPr>
            <p:spPr>
              <a:xfrm>
                <a:off x="8566" y="10212"/>
                <a:ext cx="916" cy="480"/>
              </a:xfrm>
              <a:prstGeom prst="rect">
                <a:avLst/>
              </a:prstGeom>
              <a:noFill/>
              <a:ln w="9525" cap="flat" cmpd="sng">
                <a:solidFill>
                  <a:srgbClr val="000000"/>
                </a:solidFill>
                <a:prstDash val="solid"/>
                <a:miter/>
                <a:headEnd type="none" w="med" len="med"/>
                <a:tailEnd type="none" w="med" len="med"/>
              </a:ln>
            </p:spPr>
            <p:txBody>
              <a:bodyPr anchor="ctr" anchorCtr="1"/>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algn="ctr" eaLnBrk="1" hangingPunct="1">
                  <a:lnSpc>
                    <a:spcPct val="110000"/>
                  </a:lnSpc>
                  <a:spcBef>
                    <a:spcPct val="0"/>
                  </a:spcBef>
                  <a:buClrTx/>
                  <a:buSzTx/>
                  <a:buFontTx/>
                  <a:buNone/>
                </a:pPr>
                <a:r>
                  <a:rPr lang="zh-CN" altLang="en-US" sz="1800" b="1" dirty="0">
                    <a:latin typeface="Times New Roman" panose="02020603050405020304" pitchFamily="18" charset="0"/>
                  </a:rPr>
                  <a:t>顾客</a:t>
                </a:r>
                <a:endParaRPr lang="zh-CN" altLang="en-US" sz="1800" b="1" dirty="0">
                  <a:latin typeface="Comic Sans MS" panose="030F0702030302020204" pitchFamily="66" charset="0"/>
                </a:endParaRPr>
              </a:p>
            </p:txBody>
          </p:sp>
          <p:sp>
            <p:nvSpPr>
              <p:cNvPr id="27679" name="Rectangle 63"/>
              <p:cNvSpPr/>
              <p:nvPr/>
            </p:nvSpPr>
            <p:spPr>
              <a:xfrm>
                <a:off x="3016" y="10227"/>
                <a:ext cx="916" cy="480"/>
              </a:xfrm>
              <a:prstGeom prst="rect">
                <a:avLst/>
              </a:prstGeom>
              <a:noFill/>
              <a:ln w="9525" cap="flat" cmpd="sng">
                <a:solidFill>
                  <a:srgbClr val="000000"/>
                </a:solidFill>
                <a:prstDash val="solid"/>
                <a:miter/>
                <a:headEnd type="none" w="med" len="med"/>
                <a:tailEnd type="none" w="med" len="med"/>
              </a:ln>
            </p:spPr>
            <p:txBody>
              <a:bodyPr anchor="ctr" anchorCtr="1"/>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algn="ctr" eaLnBrk="1" hangingPunct="1">
                  <a:lnSpc>
                    <a:spcPct val="110000"/>
                  </a:lnSpc>
                  <a:spcBef>
                    <a:spcPct val="0"/>
                  </a:spcBef>
                  <a:buClrTx/>
                  <a:buSzTx/>
                  <a:buFontTx/>
                  <a:buNone/>
                </a:pPr>
                <a:r>
                  <a:rPr lang="zh-CN" altLang="en-US" sz="1800" b="1" dirty="0">
                    <a:latin typeface="Times New Roman" panose="02020603050405020304" pitchFamily="18" charset="0"/>
                  </a:rPr>
                  <a:t>顾客</a:t>
                </a:r>
                <a:endParaRPr lang="zh-CN" altLang="en-US" sz="1800" b="1" dirty="0">
                  <a:latin typeface="Comic Sans MS" panose="030F0702030302020204" pitchFamily="66" charset="0"/>
                </a:endParaRPr>
              </a:p>
            </p:txBody>
          </p:sp>
        </p:grpSp>
        <p:grpSp>
          <p:nvGrpSpPr>
            <p:cNvPr id="27665" name="Group 64"/>
            <p:cNvGrpSpPr/>
            <p:nvPr/>
          </p:nvGrpSpPr>
          <p:grpSpPr>
            <a:xfrm>
              <a:off x="3966" y="11655"/>
              <a:ext cx="2472" cy="1079"/>
              <a:chOff x="3966" y="11655"/>
              <a:chExt cx="2472" cy="1079"/>
            </a:xfrm>
          </p:grpSpPr>
          <p:sp>
            <p:nvSpPr>
              <p:cNvPr id="27666" name="Arc 65"/>
              <p:cNvSpPr/>
              <p:nvPr/>
            </p:nvSpPr>
            <p:spPr>
              <a:xfrm>
                <a:off x="5506" y="11766"/>
                <a:ext cx="932" cy="968"/>
              </a:xfrm>
              <a:custGeom>
                <a:avLst/>
                <a:gdLst/>
                <a:ahLst/>
                <a:cxnLst>
                  <a:cxn ang="0">
                    <a:pos x="0" y="0"/>
                  </a:cxn>
                  <a:cxn ang="0">
                    <a:pos x="0" y="0"/>
                  </a:cxn>
                  <a:cxn ang="0">
                    <a:pos x="0" y="0"/>
                  </a:cxn>
                </a:cxnLst>
                <a:pathLst>
                  <a:path w="21600" h="21182" fill="none">
                    <a:moveTo>
                      <a:pt x="4229" y="0"/>
                    </a:moveTo>
                    <a:cubicBezTo>
                      <a:pt x="14329" y="2017"/>
                      <a:pt x="21600" y="10883"/>
                      <a:pt x="21600" y="21182"/>
                    </a:cubicBezTo>
                  </a:path>
                  <a:path w="21600" h="21182" stroke="0">
                    <a:moveTo>
                      <a:pt x="4229" y="0"/>
                    </a:moveTo>
                    <a:cubicBezTo>
                      <a:pt x="14329" y="2017"/>
                      <a:pt x="21600" y="10883"/>
                      <a:pt x="21600" y="21182"/>
                    </a:cubicBezTo>
                    <a:lnTo>
                      <a:pt x="0" y="21182"/>
                    </a:lnTo>
                    <a:lnTo>
                      <a:pt x="4229" y="0"/>
                    </a:lnTo>
                    <a:close/>
                  </a:path>
                </a:pathLst>
              </a:custGeom>
              <a:noFill/>
              <a:ln w="9525" cap="flat" cmpd="sng">
                <a:solidFill>
                  <a:srgbClr val="000000">
                    <a:alpha val="100000"/>
                  </a:srgbClr>
                </a:solidFill>
                <a:prstDash val="solid"/>
                <a:round/>
                <a:headEnd type="triangle" w="sm" len="med"/>
                <a:tailEnd type="triangle" w="sm" len="med"/>
              </a:ln>
            </p:spPr>
            <p:txBody>
              <a:bodyPr/>
              <a:p>
                <a:endParaRPr lang="zh-CN" altLang="en-US"/>
              </a:p>
            </p:txBody>
          </p:sp>
          <p:grpSp>
            <p:nvGrpSpPr>
              <p:cNvPr id="27667" name="Group 66"/>
              <p:cNvGrpSpPr/>
              <p:nvPr/>
            </p:nvGrpSpPr>
            <p:grpSpPr>
              <a:xfrm>
                <a:off x="4908" y="11850"/>
                <a:ext cx="720" cy="666"/>
                <a:chOff x="4908" y="11850"/>
                <a:chExt cx="720" cy="666"/>
              </a:xfrm>
            </p:grpSpPr>
            <p:sp>
              <p:nvSpPr>
                <p:cNvPr id="27671" name="Rectangle 67"/>
                <p:cNvSpPr/>
                <p:nvPr/>
              </p:nvSpPr>
              <p:spPr>
                <a:xfrm>
                  <a:off x="4915" y="11928"/>
                  <a:ext cx="713" cy="525"/>
                </a:xfrm>
                <a:prstGeom prst="rect">
                  <a:avLst/>
                </a:prstGeom>
                <a:noFill/>
                <a:ln w="9525">
                  <a:noFill/>
                </a:ln>
              </p:spPr>
              <p:txBody>
                <a:bodyPr anchor="ctr" anchorCtr="1"/>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algn="ctr" eaLnBrk="1" hangingPunct="1">
                    <a:lnSpc>
                      <a:spcPct val="110000"/>
                    </a:lnSpc>
                    <a:spcBef>
                      <a:spcPct val="0"/>
                    </a:spcBef>
                    <a:buClrTx/>
                    <a:buSzTx/>
                    <a:buFontTx/>
                    <a:buNone/>
                  </a:pPr>
                  <a:r>
                    <a:rPr lang="zh-CN" altLang="en-US" sz="1800" dirty="0">
                      <a:latin typeface="Times New Roman" panose="02020603050405020304" pitchFamily="18" charset="0"/>
                    </a:rPr>
                    <a:t>收费数据</a:t>
                  </a:r>
                  <a:endParaRPr lang="zh-CN" altLang="en-US" sz="1800" b="1" dirty="0">
                    <a:latin typeface="Comic Sans MS" panose="030F0702030302020204" pitchFamily="66" charset="0"/>
                  </a:endParaRPr>
                </a:p>
              </p:txBody>
            </p:sp>
            <p:sp>
              <p:nvSpPr>
                <p:cNvPr id="27672" name="Arc 68"/>
                <p:cNvSpPr/>
                <p:nvPr/>
              </p:nvSpPr>
              <p:spPr>
                <a:xfrm rot="4158750" flipH="1" flipV="1">
                  <a:off x="4752" y="12006"/>
                  <a:ext cx="666" cy="354"/>
                </a:xfrm>
                <a:custGeom>
                  <a:avLst/>
                  <a:gdLst/>
                  <a:ahLst/>
                  <a:cxnLst>
                    <a:cxn ang="0">
                      <a:pos x="0" y="0"/>
                    </a:cxn>
                    <a:cxn ang="0">
                      <a:pos x="0" y="0"/>
                    </a:cxn>
                    <a:cxn ang="0">
                      <a:pos x="0" y="0"/>
                    </a:cxn>
                  </a:cxnLst>
                  <a:pathLst>
                    <a:path w="27842" h="21600" fill="none">
                      <a:moveTo>
                        <a:pt x="0" y="921"/>
                      </a:moveTo>
                      <a:cubicBezTo>
                        <a:pt x="2024" y="310"/>
                        <a:pt x="4127" y="-1"/>
                        <a:pt x="6242" y="0"/>
                      </a:cubicBezTo>
                      <a:cubicBezTo>
                        <a:pt x="18171" y="0"/>
                        <a:pt x="27842" y="9670"/>
                        <a:pt x="27842" y="21600"/>
                      </a:cubicBezTo>
                    </a:path>
                    <a:path w="27842" h="21600" stroke="0">
                      <a:moveTo>
                        <a:pt x="0" y="921"/>
                      </a:moveTo>
                      <a:cubicBezTo>
                        <a:pt x="2024" y="310"/>
                        <a:pt x="4127" y="-1"/>
                        <a:pt x="6242" y="0"/>
                      </a:cubicBezTo>
                      <a:cubicBezTo>
                        <a:pt x="18171" y="0"/>
                        <a:pt x="27842" y="9670"/>
                        <a:pt x="27842" y="21600"/>
                      </a:cubicBezTo>
                      <a:lnTo>
                        <a:pt x="6242" y="21600"/>
                      </a:lnTo>
                      <a:lnTo>
                        <a:pt x="0" y="921"/>
                      </a:lnTo>
                      <a:close/>
                    </a:path>
                  </a:pathLst>
                </a:custGeom>
                <a:noFill/>
                <a:ln w="9525" cap="flat" cmpd="sng">
                  <a:solidFill>
                    <a:srgbClr val="000000">
                      <a:alpha val="100000"/>
                    </a:srgbClr>
                  </a:solidFill>
                  <a:prstDash val="solid"/>
                  <a:round/>
                  <a:headEnd type="triangle" w="sm" len="med"/>
                  <a:tailEnd type="none" w="sm" len="med"/>
                </a:ln>
              </p:spPr>
              <p:txBody>
                <a:bodyPr/>
                <a:p>
                  <a:endParaRPr lang="zh-CN" altLang="en-US"/>
                </a:p>
              </p:txBody>
            </p:sp>
          </p:grpSp>
          <p:grpSp>
            <p:nvGrpSpPr>
              <p:cNvPr id="27668" name="Group 69"/>
              <p:cNvGrpSpPr/>
              <p:nvPr/>
            </p:nvGrpSpPr>
            <p:grpSpPr>
              <a:xfrm>
                <a:off x="3966" y="11655"/>
                <a:ext cx="492" cy="817"/>
                <a:chOff x="3966" y="11655"/>
                <a:chExt cx="492" cy="817"/>
              </a:xfrm>
            </p:grpSpPr>
            <p:sp>
              <p:nvSpPr>
                <p:cNvPr id="27669" name="Arc 70"/>
                <p:cNvSpPr/>
                <p:nvPr/>
              </p:nvSpPr>
              <p:spPr>
                <a:xfrm rot="6771294" flipH="1">
                  <a:off x="3770" y="11850"/>
                  <a:ext cx="817" cy="426"/>
                </a:xfrm>
                <a:custGeom>
                  <a:avLst/>
                  <a:gdLst/>
                  <a:ahLst/>
                  <a:cxnLst>
                    <a:cxn ang="0">
                      <a:pos x="0" y="0"/>
                    </a:cxn>
                    <a:cxn ang="0">
                      <a:pos x="0" y="0"/>
                    </a:cxn>
                    <a:cxn ang="0">
                      <a:pos x="0" y="0"/>
                    </a:cxn>
                  </a:cxnLst>
                  <a:pathLst>
                    <a:path w="27842" h="21600" fill="none">
                      <a:moveTo>
                        <a:pt x="0" y="921"/>
                      </a:moveTo>
                      <a:cubicBezTo>
                        <a:pt x="2024" y="310"/>
                        <a:pt x="4127" y="-1"/>
                        <a:pt x="6242" y="0"/>
                      </a:cubicBezTo>
                      <a:cubicBezTo>
                        <a:pt x="18171" y="0"/>
                        <a:pt x="27842" y="9670"/>
                        <a:pt x="27842" y="21600"/>
                      </a:cubicBezTo>
                    </a:path>
                    <a:path w="27842" h="21600" stroke="0">
                      <a:moveTo>
                        <a:pt x="0" y="921"/>
                      </a:moveTo>
                      <a:cubicBezTo>
                        <a:pt x="2024" y="310"/>
                        <a:pt x="4127" y="-1"/>
                        <a:pt x="6242" y="0"/>
                      </a:cubicBezTo>
                      <a:cubicBezTo>
                        <a:pt x="18171" y="0"/>
                        <a:pt x="27842" y="9670"/>
                        <a:pt x="27842" y="21600"/>
                      </a:cubicBezTo>
                      <a:lnTo>
                        <a:pt x="6242" y="21600"/>
                      </a:lnTo>
                      <a:lnTo>
                        <a:pt x="0" y="921"/>
                      </a:lnTo>
                      <a:close/>
                    </a:path>
                  </a:pathLst>
                </a:custGeom>
                <a:noFill/>
                <a:ln w="9525" cap="flat" cmpd="sng">
                  <a:solidFill>
                    <a:srgbClr val="000000">
                      <a:alpha val="100000"/>
                    </a:srgbClr>
                  </a:solidFill>
                  <a:prstDash val="solid"/>
                  <a:round/>
                  <a:headEnd type="none" w="sm" len="med"/>
                  <a:tailEnd type="triangle" w="sm" len="med"/>
                </a:ln>
              </p:spPr>
              <p:txBody>
                <a:bodyPr/>
                <a:p>
                  <a:endParaRPr lang="zh-CN" altLang="en-US"/>
                </a:p>
              </p:txBody>
            </p:sp>
            <p:sp>
              <p:nvSpPr>
                <p:cNvPr id="27670" name="Rectangle 71"/>
                <p:cNvSpPr/>
                <p:nvPr/>
              </p:nvSpPr>
              <p:spPr>
                <a:xfrm>
                  <a:off x="3980" y="11760"/>
                  <a:ext cx="478" cy="615"/>
                </a:xfrm>
                <a:prstGeom prst="rect">
                  <a:avLst/>
                </a:prstGeom>
                <a:noFill/>
                <a:ln w="9525">
                  <a:noFill/>
                </a:ln>
              </p:spPr>
              <p:txBody>
                <a:bodyPr vert="eaVert" anchor="ctr" anchorCtr="1"/>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algn="ctr" eaLnBrk="1" hangingPunct="1">
                    <a:lnSpc>
                      <a:spcPct val="110000"/>
                    </a:lnSpc>
                    <a:spcBef>
                      <a:spcPct val="0"/>
                    </a:spcBef>
                    <a:buClrTx/>
                    <a:buSzTx/>
                    <a:buFontTx/>
                    <a:buNone/>
                  </a:pPr>
                  <a:r>
                    <a:rPr lang="zh-CN" altLang="en-US" sz="1800" dirty="0">
                      <a:latin typeface="Times New Roman" panose="02020603050405020304" pitchFamily="18" charset="0"/>
                    </a:rPr>
                    <a:t>帐单</a:t>
                  </a:r>
                  <a:endParaRPr lang="zh-CN" altLang="en-US" sz="1800" b="1" dirty="0">
                    <a:latin typeface="Comic Sans MS" panose="030F0702030302020204" pitchFamily="66" charset="0"/>
                  </a:endParaRPr>
                </a:p>
              </p:txBody>
            </p:sp>
          </p:grpSp>
        </p:grpSp>
      </p:gr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9698" name="Rectangle 2"/>
          <p:cNvSpPr>
            <a:spLocks noGrp="1"/>
          </p:cNvSpPr>
          <p:nvPr>
            <p:ph type="title"/>
          </p:nvPr>
        </p:nvSpPr>
        <p:spPr/>
        <p:txBody>
          <a:bodyPr vert="horz" wrap="square" lIns="0" tIns="45720" rIns="0" bIns="0" anchor="b" anchorCtr="0"/>
          <a:p>
            <a:pPr eaLnBrk="1" hangingPunct="1"/>
            <a:r>
              <a:rPr lang="zh-CN" altLang="en-US" b="1" dirty="0">
                <a:latin typeface="微软雅黑" panose="020B0503020204020204" pitchFamily="34" charset="-122"/>
                <a:ea typeface="微软雅黑" panose="020B0503020204020204" pitchFamily="34" charset="-122"/>
              </a:rPr>
              <a:t>源或宿</a:t>
            </a:r>
            <a:endParaRPr lang="zh-CN" altLang="en-US" b="1" dirty="0">
              <a:latin typeface="微软雅黑" panose="020B0503020204020204" pitchFamily="34" charset="-122"/>
              <a:ea typeface="微软雅黑" panose="020B0503020204020204" pitchFamily="34" charset="-122"/>
            </a:endParaRPr>
          </a:p>
        </p:txBody>
      </p:sp>
      <p:sp>
        <p:nvSpPr>
          <p:cNvPr id="29699" name="Rectangle 3"/>
          <p:cNvSpPr>
            <a:spLocks noGrp="1"/>
          </p:cNvSpPr>
          <p:nvPr>
            <p:ph idx="1"/>
          </p:nvPr>
        </p:nvSpPr>
        <p:spPr/>
        <p:txBody>
          <a:bodyPr vert="horz" wrap="square" lIns="91440" tIns="45720" rIns="91440" bIns="45720" anchor="t" anchorCtr="0"/>
          <a:p>
            <a:pPr eaLnBrk="1" hangingPunct="1">
              <a:lnSpc>
                <a:spcPct val="90000"/>
              </a:lnSpc>
              <a:buFont typeface="Wingdings" panose="05000000000000000000" pitchFamily="2" charset="2"/>
              <a:buChar char="p"/>
            </a:pPr>
            <a:r>
              <a:rPr lang="zh-CN" altLang="en-US" sz="2800" dirty="0"/>
              <a:t>软件系统之外的人员或组织，表示软件系统输入数据的来源和输出数据的去向，因此也称为源点和终点</a:t>
            </a:r>
            <a:endParaRPr lang="zh-CN" altLang="en-US" sz="2800" dirty="0"/>
          </a:p>
          <a:p>
            <a:pPr lvl="1" eaLnBrk="1" hangingPunct="1">
              <a:lnSpc>
                <a:spcPct val="90000"/>
              </a:lnSpc>
              <a:buFont typeface="Wingdings 2" panose="05020102010507070707" pitchFamily="18" charset="2"/>
              <a:buChar char=""/>
            </a:pPr>
            <a:r>
              <a:rPr lang="zh-CN" altLang="en-US" dirty="0"/>
              <a:t>如顾客，图书代理商，经理</a:t>
            </a:r>
            <a:endParaRPr lang="en-US" altLang="zh-CN" dirty="0"/>
          </a:p>
          <a:p>
            <a:pPr lvl="1" eaLnBrk="1" hangingPunct="1">
              <a:lnSpc>
                <a:spcPct val="90000"/>
              </a:lnSpc>
              <a:buFont typeface="Wingdings 2" panose="05020102010507070707" pitchFamily="18" charset="2"/>
              <a:buChar char=""/>
            </a:pPr>
            <a:endParaRPr lang="zh-CN" altLang="en-US" sz="2000" dirty="0"/>
          </a:p>
          <a:p>
            <a:pPr eaLnBrk="1" hangingPunct="1">
              <a:lnSpc>
                <a:spcPct val="90000"/>
              </a:lnSpc>
              <a:buFont typeface="Wingdings" panose="05000000000000000000" pitchFamily="2" charset="2"/>
              <a:buChar char="p"/>
            </a:pPr>
            <a:r>
              <a:rPr lang="zh-CN" altLang="en-US" sz="2800" dirty="0"/>
              <a:t>源或宿用相同的图形符号表示</a:t>
            </a:r>
            <a:endParaRPr lang="zh-CN" altLang="en-US" sz="2800" dirty="0"/>
          </a:p>
          <a:p>
            <a:pPr lvl="1" eaLnBrk="1" hangingPunct="1">
              <a:lnSpc>
                <a:spcPct val="90000"/>
              </a:lnSpc>
            </a:pPr>
            <a:r>
              <a:rPr lang="zh-CN" altLang="en-US" sz="2000" b="1" dirty="0"/>
              <a:t>当数据流从该符号流出时表示是源</a:t>
            </a:r>
            <a:endParaRPr lang="zh-CN" altLang="en-US" sz="2000" b="1" dirty="0"/>
          </a:p>
          <a:p>
            <a:pPr lvl="1" eaLnBrk="1" hangingPunct="1">
              <a:lnSpc>
                <a:spcPct val="90000"/>
              </a:lnSpc>
            </a:pPr>
            <a:r>
              <a:rPr lang="zh-CN" altLang="en-US" sz="2000" b="1" dirty="0"/>
              <a:t>当数据流流向该符号时表示是宿</a:t>
            </a:r>
            <a:endParaRPr lang="zh-CN" altLang="en-US" sz="2000" b="1" dirty="0"/>
          </a:p>
          <a:p>
            <a:pPr lvl="1" eaLnBrk="1" hangingPunct="1">
              <a:lnSpc>
                <a:spcPct val="90000"/>
              </a:lnSpc>
            </a:pPr>
            <a:r>
              <a:rPr lang="zh-CN" altLang="en-US" sz="2000" b="1" dirty="0"/>
              <a:t>当两者皆有时表示既是源又是宿 </a:t>
            </a:r>
            <a:endParaRPr lang="zh-CN" altLang="en-US" sz="2000" b="1"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1746" name="Rectangle 2"/>
          <p:cNvSpPr>
            <a:spLocks noGrp="1"/>
          </p:cNvSpPr>
          <p:nvPr>
            <p:ph type="title"/>
          </p:nvPr>
        </p:nvSpPr>
        <p:spPr/>
        <p:txBody>
          <a:bodyPr vert="horz" wrap="square" lIns="0" tIns="45720" rIns="0" bIns="0" anchor="b" anchorCtr="0"/>
          <a:p>
            <a:pPr eaLnBrk="1" hangingPunct="1"/>
            <a:r>
              <a:rPr lang="zh-CN" altLang="en-US" b="1" dirty="0">
                <a:latin typeface="微软雅黑" panose="020B0503020204020204" pitchFamily="34" charset="-122"/>
                <a:ea typeface="微软雅黑" panose="020B0503020204020204" pitchFamily="34" charset="-122"/>
              </a:rPr>
              <a:t>加工和文件</a:t>
            </a:r>
            <a:endParaRPr lang="zh-CN" altLang="en-US" b="1" dirty="0">
              <a:latin typeface="微软雅黑" panose="020B0503020204020204" pitchFamily="34" charset="-122"/>
              <a:ea typeface="微软雅黑" panose="020B0503020204020204" pitchFamily="34" charset="-122"/>
            </a:endParaRPr>
          </a:p>
        </p:txBody>
      </p:sp>
      <p:sp>
        <p:nvSpPr>
          <p:cNvPr id="31747" name="Rectangle 3"/>
          <p:cNvSpPr>
            <a:spLocks noGrp="1"/>
          </p:cNvSpPr>
          <p:nvPr>
            <p:ph idx="1"/>
          </p:nvPr>
        </p:nvSpPr>
        <p:spPr>
          <a:xfrm>
            <a:off x="381000" y="2057400"/>
            <a:ext cx="7924800" cy="4572000"/>
          </a:xfrm>
        </p:spPr>
        <p:txBody>
          <a:bodyPr vert="horz" wrap="square" lIns="91440" tIns="45720" rIns="91440" bIns="45720" anchor="t" anchorCtr="0"/>
          <a:p>
            <a:pPr eaLnBrk="1" hangingPunct="1">
              <a:lnSpc>
                <a:spcPct val="90000"/>
              </a:lnSpc>
              <a:buFont typeface="Wingdings" panose="05000000000000000000" pitchFamily="2" charset="2"/>
              <a:buChar char="p"/>
            </a:pPr>
            <a:r>
              <a:rPr lang="zh-CN" altLang="en-US" sz="2800" b="1" dirty="0"/>
              <a:t>加工</a:t>
            </a:r>
            <a:r>
              <a:rPr lang="zh-CN" altLang="en-US" sz="2800" dirty="0"/>
              <a:t>：</a:t>
            </a:r>
            <a:r>
              <a:rPr lang="zh-CN" altLang="en-US" sz="2800" b="1" dirty="0"/>
              <a:t>描述输入数据流到输出数据流的变换</a:t>
            </a:r>
            <a:endParaRPr lang="zh-CN" altLang="en-US" sz="2800" b="1" dirty="0"/>
          </a:p>
          <a:p>
            <a:pPr lvl="1" eaLnBrk="1" hangingPunct="1">
              <a:lnSpc>
                <a:spcPct val="90000"/>
              </a:lnSpc>
              <a:buFont typeface="Wingdings" panose="05000000000000000000" pitchFamily="2" charset="2"/>
              <a:buChar char="ü"/>
            </a:pPr>
            <a:r>
              <a:rPr lang="zh-CN" altLang="en-US" dirty="0"/>
              <a:t>每个加工用一个定义明确的</a:t>
            </a:r>
            <a:r>
              <a:rPr lang="zh-CN" altLang="en-US" b="1" dirty="0">
                <a:solidFill>
                  <a:srgbClr val="FF0000"/>
                </a:solidFill>
              </a:rPr>
              <a:t>名字标识</a:t>
            </a:r>
            <a:endParaRPr lang="zh-CN" altLang="en-US" b="1" dirty="0">
              <a:solidFill>
                <a:srgbClr val="FF0000"/>
              </a:solidFill>
            </a:endParaRPr>
          </a:p>
          <a:p>
            <a:pPr lvl="1" eaLnBrk="1" hangingPunct="1">
              <a:lnSpc>
                <a:spcPct val="90000"/>
              </a:lnSpc>
              <a:buFont typeface="Wingdings" panose="05000000000000000000" pitchFamily="2" charset="2"/>
              <a:buChar char="ü"/>
            </a:pPr>
            <a:r>
              <a:rPr lang="zh-CN" altLang="en-US" dirty="0"/>
              <a:t>至少有一个</a:t>
            </a:r>
            <a:r>
              <a:rPr lang="zh-CN" altLang="en-US" b="1" dirty="0">
                <a:solidFill>
                  <a:srgbClr val="FF0000"/>
                </a:solidFill>
              </a:rPr>
              <a:t>输入数据流</a:t>
            </a:r>
            <a:r>
              <a:rPr lang="zh-CN" altLang="en-US" dirty="0"/>
              <a:t>和一个</a:t>
            </a:r>
            <a:r>
              <a:rPr lang="zh-CN" altLang="en-US" b="1" dirty="0">
                <a:solidFill>
                  <a:srgbClr val="FF0000"/>
                </a:solidFill>
              </a:rPr>
              <a:t>输出流</a:t>
            </a:r>
            <a:endParaRPr lang="zh-CN" altLang="en-US" b="1" dirty="0">
              <a:solidFill>
                <a:srgbClr val="FF0000"/>
              </a:solidFill>
            </a:endParaRPr>
          </a:p>
          <a:p>
            <a:pPr lvl="1" eaLnBrk="1" hangingPunct="1">
              <a:lnSpc>
                <a:spcPct val="90000"/>
              </a:lnSpc>
              <a:buFont typeface="Wingdings" panose="05000000000000000000" pitchFamily="2" charset="2"/>
              <a:buChar char="ü"/>
            </a:pPr>
            <a:r>
              <a:rPr lang="zh-CN" altLang="en-US" dirty="0"/>
              <a:t>可以有多个输入数据流和多个输出数据流</a:t>
            </a:r>
            <a:endParaRPr lang="en-US" altLang="zh-CN" dirty="0"/>
          </a:p>
          <a:p>
            <a:pPr lvl="1" eaLnBrk="1" hangingPunct="1">
              <a:lnSpc>
                <a:spcPct val="90000"/>
              </a:lnSpc>
              <a:buFont typeface="Wingdings" panose="05000000000000000000" pitchFamily="2" charset="2"/>
              <a:buChar char="ü"/>
            </a:pPr>
            <a:endParaRPr lang="zh-CN" altLang="en-US" dirty="0"/>
          </a:p>
          <a:p>
            <a:pPr eaLnBrk="1" hangingPunct="1">
              <a:lnSpc>
                <a:spcPct val="90000"/>
              </a:lnSpc>
              <a:buFont typeface="Wingdings" panose="05000000000000000000" pitchFamily="2" charset="2"/>
              <a:buChar char="p"/>
            </a:pPr>
            <a:r>
              <a:rPr lang="zh-CN" altLang="en-US" sz="2800" b="1" dirty="0"/>
              <a:t>文件</a:t>
            </a:r>
            <a:r>
              <a:rPr lang="zh-CN" altLang="en-US" sz="2800" dirty="0"/>
              <a:t>：</a:t>
            </a:r>
            <a:r>
              <a:rPr lang="zh-CN" altLang="en-US" sz="2800" b="1" dirty="0"/>
              <a:t>保存数据信息的外部单元</a:t>
            </a:r>
            <a:endParaRPr lang="zh-CN" altLang="en-US" sz="2800" b="1" dirty="0"/>
          </a:p>
          <a:p>
            <a:pPr lvl="1" eaLnBrk="1" hangingPunct="1">
              <a:lnSpc>
                <a:spcPct val="90000"/>
              </a:lnSpc>
              <a:buFont typeface="Wingdings" panose="05000000000000000000" pitchFamily="2" charset="2"/>
              <a:buChar char="ü"/>
            </a:pPr>
            <a:r>
              <a:rPr lang="zh-CN" altLang="zh-CN" dirty="0"/>
              <a:t>每个文件用一个定义明确的</a:t>
            </a:r>
            <a:r>
              <a:rPr lang="zh-CN" altLang="zh-CN" b="1" dirty="0">
                <a:solidFill>
                  <a:srgbClr val="FF0000"/>
                </a:solidFill>
              </a:rPr>
              <a:t>名字标识</a:t>
            </a:r>
            <a:endParaRPr lang="zh-CN" altLang="en-US" b="1" dirty="0">
              <a:solidFill>
                <a:srgbClr val="FF0000"/>
              </a:solidFill>
            </a:endParaRPr>
          </a:p>
          <a:p>
            <a:pPr lvl="1" eaLnBrk="1" hangingPunct="1">
              <a:lnSpc>
                <a:spcPct val="90000"/>
              </a:lnSpc>
              <a:buFont typeface="Wingdings" panose="05000000000000000000" pitchFamily="2" charset="2"/>
              <a:buChar char="ü"/>
            </a:pPr>
            <a:r>
              <a:rPr lang="zh-CN" altLang="en-US" dirty="0"/>
              <a:t>由加工进行读写</a:t>
            </a:r>
            <a:endParaRPr lang="zh-CN" altLang="en-US" dirty="0"/>
          </a:p>
          <a:p>
            <a:pPr lvl="1" eaLnBrk="1" hangingPunct="1">
              <a:lnSpc>
                <a:spcPct val="90000"/>
              </a:lnSpc>
              <a:buFont typeface="Wingdings" panose="05000000000000000000" pitchFamily="2" charset="2"/>
              <a:buChar char="ü"/>
            </a:pPr>
            <a:r>
              <a:rPr lang="zh-CN" altLang="zh-CN" dirty="0"/>
              <a:t>DFD中称为文件，但在具体实现时可以用文件系统实现也可以用数据库系统等实现</a:t>
            </a:r>
            <a:endParaRPr lang="zh-CN" altLang="zh-CN"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3794" name="Rectangle 2"/>
          <p:cNvSpPr>
            <a:spLocks noGrp="1"/>
          </p:cNvSpPr>
          <p:nvPr>
            <p:ph type="title"/>
          </p:nvPr>
        </p:nvSpPr>
        <p:spPr/>
        <p:txBody>
          <a:bodyPr vert="horz" wrap="square" lIns="0" tIns="45720" rIns="0" bIns="0" anchor="b" anchorCtr="0"/>
          <a:p>
            <a:pPr eaLnBrk="1" hangingPunct="1"/>
            <a:r>
              <a:rPr lang="zh-CN" altLang="en-US" b="1" dirty="0">
                <a:latin typeface="微软雅黑" panose="020B0503020204020204" pitchFamily="34" charset="-122"/>
                <a:ea typeface="微软雅黑" panose="020B0503020204020204" pitchFamily="34" charset="-122"/>
              </a:rPr>
              <a:t>数据流</a:t>
            </a:r>
            <a:endParaRPr lang="zh-CN" altLang="en-US" b="1" dirty="0">
              <a:latin typeface="微软雅黑" panose="020B0503020204020204" pitchFamily="34" charset="-122"/>
              <a:ea typeface="微软雅黑" panose="020B0503020204020204" pitchFamily="34" charset="-122"/>
            </a:endParaRPr>
          </a:p>
        </p:txBody>
      </p:sp>
      <p:sp>
        <p:nvSpPr>
          <p:cNvPr id="17411" name="Rectangle 3"/>
          <p:cNvSpPr>
            <a:spLocks noGrp="1" noChangeArrowheads="1"/>
          </p:cNvSpPr>
          <p:nvPr>
            <p:ph idx="1"/>
          </p:nvPr>
        </p:nvSpPr>
        <p:spPr>
          <a:xfrm>
            <a:off x="457200" y="2057400"/>
            <a:ext cx="7924800" cy="4419600"/>
          </a:xfrm>
        </p:spPr>
        <p:txBody>
          <a:bodyPr vert="horz" wrap="square" lIns="91440" tIns="45720" rIns="91440" bIns="45720" numCol="1" anchor="t" anchorCtr="0" compatLnSpc="1"/>
          <a:lstStyle/>
          <a:p>
            <a:pPr marL="273050" marR="0" lvl="0" indent="-273050" algn="l" defTabSz="914400" rtl="0" eaLnBrk="1" fontAlgn="base" latinLnBrk="0" hangingPunct="1">
              <a:lnSpc>
                <a:spcPct val="90000"/>
              </a:lnSpc>
              <a:spcBef>
                <a:spcPct val="20000"/>
              </a:spcBef>
              <a:spcAft>
                <a:spcPct val="0"/>
              </a:spcAft>
              <a:buClr>
                <a:srgbClr val="0BD0D9"/>
              </a:buClr>
              <a:buSzPct val="95000"/>
              <a:buFont typeface="Wingdings" panose="05000000000000000000" pitchFamily="2" charset="2"/>
              <a:buChar char="p"/>
              <a:defRPr/>
            </a:pPr>
            <a:r>
              <a:rPr kumimoji="0" lang="zh-CN" altLang="en-US" sz="2600" b="0" i="0" u="none" strike="noStrike" kern="1200" cap="none" spc="0" normalizeH="0" baseline="0" noProof="0" dirty="0" smtClean="0">
                <a:ln>
                  <a:noFill/>
                </a:ln>
                <a:solidFill>
                  <a:schemeClr val="tx1"/>
                </a:solidFill>
                <a:effectLst/>
                <a:uLnTx/>
                <a:uFillTx/>
                <a:latin typeface="+mn-lt"/>
                <a:ea typeface="+mn-ea"/>
                <a:cs typeface="+mn-cs"/>
              </a:rPr>
              <a:t>每个数据流用</a:t>
            </a:r>
            <a:r>
              <a:rPr kumimoji="0" lang="zh-CN" altLang="en-US" sz="2600" b="1" i="0" u="none" strike="noStrike" kern="1200" cap="none" spc="0" normalizeH="0" baseline="0" noProof="0" dirty="0" smtClean="0">
                <a:ln>
                  <a:noFill/>
                </a:ln>
                <a:solidFill>
                  <a:srgbClr val="FF0000"/>
                </a:solidFill>
                <a:effectLst/>
                <a:uLnTx/>
                <a:uFillTx/>
                <a:latin typeface="+mn-lt"/>
                <a:ea typeface="+mn-ea"/>
                <a:cs typeface="+mn-cs"/>
              </a:rPr>
              <a:t>由一组固定成分的数据组成</a:t>
            </a:r>
            <a:r>
              <a:rPr kumimoji="0" lang="zh-CN" altLang="en-US" sz="2600" b="0" i="0" u="none" strike="noStrike" kern="1200" cap="none" spc="0" normalizeH="0" baseline="0" noProof="0" dirty="0" smtClean="0">
                <a:ln>
                  <a:noFill/>
                </a:ln>
                <a:solidFill>
                  <a:schemeClr val="tx1"/>
                </a:solidFill>
                <a:effectLst/>
                <a:uLnTx/>
                <a:uFillTx/>
                <a:latin typeface="+mn-lt"/>
                <a:ea typeface="+mn-ea"/>
                <a:cs typeface="+mn-cs"/>
              </a:rPr>
              <a:t>并拥有一个定义明确的名字标识</a:t>
            </a:r>
            <a:endParaRPr kumimoji="0" lang="zh-CN" altLang="en-US" sz="2600" b="0" i="0" u="none" strike="noStrike" kern="1200" cap="none" spc="0" normalizeH="0" baseline="0" noProof="0" dirty="0" smtClean="0">
              <a:ln>
                <a:noFill/>
              </a:ln>
              <a:solidFill>
                <a:schemeClr val="tx1"/>
              </a:solidFill>
              <a:effectLst/>
              <a:uLnTx/>
              <a:uFillTx/>
              <a:latin typeface="+mn-lt"/>
              <a:ea typeface="+mn-ea"/>
              <a:cs typeface="+mn-cs"/>
            </a:endParaRPr>
          </a:p>
          <a:p>
            <a:pPr marL="393700" marR="0" lvl="1" indent="0" algn="l" defTabSz="914400" rtl="0" eaLnBrk="1" fontAlgn="base" latinLnBrk="0" hangingPunct="1">
              <a:lnSpc>
                <a:spcPct val="90000"/>
              </a:lnSpc>
              <a:spcBef>
                <a:spcPct val="20000"/>
              </a:spcBef>
              <a:spcAft>
                <a:spcPct val="0"/>
              </a:spcAft>
              <a:buClr>
                <a:schemeClr val="accent1"/>
              </a:buClr>
              <a:buSzPct val="85000"/>
              <a:buFont typeface="Wingdings 2" panose="05020102010507070707" pitchFamily="18" charset="2"/>
              <a:buNone/>
              <a:defRPr/>
            </a:pPr>
            <a:r>
              <a:rPr kumimoji="0" lang="zh-CN" altLang="en-US" sz="2400" b="0" i="0" u="none" strike="noStrike" kern="1200" cap="none" spc="0" normalizeH="0" baseline="0" noProof="0" dirty="0" smtClean="0">
                <a:ln>
                  <a:noFill/>
                </a:ln>
                <a:solidFill>
                  <a:schemeClr val="tx1"/>
                </a:solidFill>
                <a:effectLst/>
                <a:uLnTx/>
                <a:uFillTx/>
                <a:latin typeface="+mn-lt"/>
                <a:ea typeface="+mn-ea"/>
                <a:cs typeface="+mn-cs"/>
              </a:rPr>
              <a:t>    </a:t>
            </a:r>
            <a:r>
              <a:rPr kumimoji="0" lang="zh-CN" altLang="en-US" sz="2400" b="0" i="1" u="none" strike="noStrike" kern="1200" cap="none" spc="0" normalizeH="0" baseline="0" noProof="0" dirty="0" smtClean="0">
                <a:ln>
                  <a:noFill/>
                </a:ln>
                <a:solidFill>
                  <a:schemeClr val="tx1"/>
                </a:solidFill>
                <a:effectLst/>
                <a:uLnTx/>
                <a:uFillTx/>
                <a:latin typeface="+mn-lt"/>
                <a:ea typeface="+mn-ea"/>
                <a:cs typeface="+mn-cs"/>
              </a:rPr>
              <a:t>如：</a:t>
            </a:r>
            <a:r>
              <a:rPr kumimoji="0" lang="zh-CN" altLang="en-US" sz="2400" b="0" i="1" u="none" strike="noStrike" kern="1200" cap="none" spc="0" normalizeH="0" baseline="0" noProof="0" dirty="0">
                <a:ln>
                  <a:noFill/>
                </a:ln>
                <a:solidFill>
                  <a:schemeClr val="tx1"/>
                </a:solidFill>
                <a:effectLst/>
                <a:uLnTx/>
                <a:uFillTx/>
                <a:latin typeface="+mn-lt"/>
                <a:ea typeface="+mn-ea"/>
                <a:cs typeface="+mn-cs"/>
              </a:rPr>
              <a:t>订购</a:t>
            </a:r>
            <a:r>
              <a:rPr kumimoji="0" lang="zh-CN" altLang="en-US" sz="2400" b="0" i="1" u="none" strike="noStrike" kern="1200" cap="none" spc="0" normalizeH="0" baseline="0" noProof="0" dirty="0" smtClean="0">
                <a:ln>
                  <a:noFill/>
                </a:ln>
                <a:solidFill>
                  <a:schemeClr val="tx1"/>
                </a:solidFill>
                <a:effectLst/>
                <a:uLnTx/>
                <a:uFillTx/>
                <a:latin typeface="+mn-lt"/>
                <a:ea typeface="+mn-ea"/>
                <a:cs typeface="+mn-cs"/>
              </a:rPr>
              <a:t>单、账单、入库单等</a:t>
            </a:r>
            <a:endParaRPr kumimoji="0" lang="en-US" altLang="zh-CN" sz="2400" b="0" i="1" u="none" strike="noStrike" kern="1200" cap="none" spc="0" normalizeH="0" baseline="0" noProof="0" dirty="0" smtClean="0">
              <a:ln>
                <a:noFill/>
              </a:ln>
              <a:solidFill>
                <a:schemeClr val="tx1"/>
              </a:solidFill>
              <a:effectLst/>
              <a:uLnTx/>
              <a:uFillTx/>
              <a:latin typeface="+mn-lt"/>
              <a:ea typeface="+mn-ea"/>
              <a:cs typeface="+mn-cs"/>
            </a:endParaRPr>
          </a:p>
          <a:p>
            <a:pPr marL="393700" marR="0" lvl="1" indent="0" algn="l" defTabSz="914400" rtl="0" eaLnBrk="1" fontAlgn="base" latinLnBrk="0" hangingPunct="1">
              <a:lnSpc>
                <a:spcPct val="90000"/>
              </a:lnSpc>
              <a:spcBef>
                <a:spcPct val="20000"/>
              </a:spcBef>
              <a:spcAft>
                <a:spcPct val="0"/>
              </a:spcAft>
              <a:buClr>
                <a:schemeClr val="accent1"/>
              </a:buClr>
              <a:buSzPct val="85000"/>
              <a:buFont typeface="Wingdings 2" panose="05020102010507070707" pitchFamily="18" charset="2"/>
              <a:buNone/>
              <a:defRPr/>
            </a:pPr>
            <a:endParaRPr kumimoji="0" lang="zh-CN" altLang="en-US" sz="2400" b="0" i="0" u="none" strike="noStrike" kern="1200" cap="none" spc="0" normalizeH="0" baseline="0" noProof="0" dirty="0" smtClean="0">
              <a:ln>
                <a:noFill/>
              </a:ln>
              <a:solidFill>
                <a:schemeClr val="tx1"/>
              </a:solidFill>
              <a:effectLst/>
              <a:uLnTx/>
              <a:uFillTx/>
              <a:latin typeface="+mn-lt"/>
              <a:ea typeface="+mn-ea"/>
              <a:cs typeface="+mn-cs"/>
            </a:endParaRPr>
          </a:p>
          <a:p>
            <a:pPr marL="273050" marR="0" lvl="0" indent="-273050" algn="l" defTabSz="914400" rtl="0" eaLnBrk="1" fontAlgn="base" latinLnBrk="0" hangingPunct="1">
              <a:lnSpc>
                <a:spcPct val="90000"/>
              </a:lnSpc>
              <a:spcBef>
                <a:spcPct val="20000"/>
              </a:spcBef>
              <a:spcAft>
                <a:spcPct val="0"/>
              </a:spcAft>
              <a:buClr>
                <a:srgbClr val="0BD0D9"/>
              </a:buClr>
              <a:buSzPct val="95000"/>
              <a:buFont typeface="Wingdings" panose="05000000000000000000" pitchFamily="2" charset="2"/>
              <a:buChar char="p"/>
              <a:defRPr/>
            </a:pPr>
            <a:r>
              <a:rPr kumimoji="0" lang="zh-CN" altLang="en-US" sz="2600" b="0" i="0" u="none" strike="noStrike" kern="1200" cap="none" spc="0" normalizeH="0" baseline="0" noProof="0" dirty="0" smtClean="0">
                <a:ln>
                  <a:noFill/>
                </a:ln>
                <a:solidFill>
                  <a:schemeClr val="tx1"/>
                </a:solidFill>
                <a:effectLst/>
                <a:uLnTx/>
                <a:uFillTx/>
                <a:latin typeface="+mn-lt"/>
                <a:ea typeface="+mn-ea"/>
                <a:cs typeface="+mn-cs"/>
              </a:rPr>
              <a:t>数据流的流向</a:t>
            </a:r>
            <a:endParaRPr kumimoji="0" lang="zh-CN" altLang="en-US" sz="2600" b="0" i="0" u="none" strike="noStrike" kern="1200" cap="none" spc="0" normalizeH="0" baseline="0" noProof="0" dirty="0" smtClean="0">
              <a:ln>
                <a:noFill/>
              </a:ln>
              <a:solidFill>
                <a:schemeClr val="tx1"/>
              </a:solidFill>
              <a:effectLst/>
              <a:uLnTx/>
              <a:uFillTx/>
              <a:latin typeface="+mn-lt"/>
              <a:ea typeface="+mn-ea"/>
              <a:cs typeface="+mn-cs"/>
            </a:endParaRPr>
          </a:p>
          <a:p>
            <a:pPr marL="640080" marR="0" lvl="1" indent="-246380" algn="l" defTabSz="914400" rtl="0" eaLnBrk="1" fontAlgn="base" latinLnBrk="0" hangingPunct="1">
              <a:lnSpc>
                <a:spcPct val="90000"/>
              </a:lnSpc>
              <a:spcBef>
                <a:spcPct val="20000"/>
              </a:spcBef>
              <a:spcAft>
                <a:spcPct val="0"/>
              </a:spcAft>
              <a:buClr>
                <a:schemeClr val="accent1"/>
              </a:buClr>
              <a:buSzPct val="85000"/>
              <a:buFont typeface="Wingdings" panose="05000000000000000000" pitchFamily="2" charset="2"/>
              <a:buChar char="ü"/>
              <a:defRPr/>
            </a:pPr>
            <a:r>
              <a:rPr kumimoji="0" lang="zh-CN" altLang="en-US" sz="2400" b="0" i="0" u="none" strike="noStrike" kern="1200" cap="none" spc="0" normalizeH="0" baseline="0" noProof="0" dirty="0" smtClean="0">
                <a:ln>
                  <a:noFill/>
                </a:ln>
                <a:solidFill>
                  <a:schemeClr val="tx1"/>
                </a:solidFill>
                <a:effectLst/>
                <a:uLnTx/>
                <a:uFillTx/>
                <a:latin typeface="+mn-lt"/>
                <a:ea typeface="+mn-ea"/>
                <a:cs typeface="+mn-cs"/>
              </a:rPr>
              <a:t>从一个</a:t>
            </a:r>
            <a:r>
              <a:rPr kumimoji="0" lang="zh-CN" altLang="en-US" sz="2400" b="1" i="0" u="none" strike="noStrike" kern="1200" cap="none" spc="0" normalizeH="0" baseline="0" noProof="0" dirty="0" smtClean="0">
                <a:ln>
                  <a:noFill/>
                </a:ln>
                <a:solidFill>
                  <a:srgbClr val="FF0000"/>
                </a:solidFill>
                <a:effectLst/>
                <a:uLnTx/>
                <a:uFillTx/>
                <a:latin typeface="+mn-lt"/>
                <a:ea typeface="+mn-ea"/>
                <a:cs typeface="+mn-cs"/>
              </a:rPr>
              <a:t>加工</a:t>
            </a:r>
            <a:r>
              <a:rPr kumimoji="0" lang="zh-CN" altLang="en-US" sz="2400" b="0" i="0" u="none" strike="noStrike" kern="1200" cap="none" spc="0" normalizeH="0" baseline="0" noProof="0" dirty="0" smtClean="0">
                <a:ln>
                  <a:noFill/>
                </a:ln>
                <a:solidFill>
                  <a:schemeClr val="tx1"/>
                </a:solidFill>
                <a:effectLst/>
                <a:uLnTx/>
                <a:uFillTx/>
                <a:latin typeface="+mn-lt"/>
                <a:ea typeface="+mn-ea"/>
                <a:cs typeface="+mn-cs"/>
              </a:rPr>
              <a:t>流向另一个</a:t>
            </a:r>
            <a:r>
              <a:rPr kumimoji="0" lang="zh-CN" altLang="en-US" sz="2400" b="1" i="0" u="none" strike="noStrike" kern="1200" cap="none" spc="0" normalizeH="0" baseline="0" noProof="0" dirty="0" smtClean="0">
                <a:ln>
                  <a:noFill/>
                </a:ln>
                <a:solidFill>
                  <a:srgbClr val="FF0000"/>
                </a:solidFill>
                <a:effectLst/>
                <a:uLnTx/>
                <a:uFillTx/>
                <a:latin typeface="+mn-lt"/>
                <a:ea typeface="+mn-ea"/>
                <a:cs typeface="+mn-cs"/>
              </a:rPr>
              <a:t>加工</a:t>
            </a:r>
            <a:endParaRPr kumimoji="0" lang="zh-CN" altLang="en-US" sz="2400" b="1" i="0" u="none" strike="noStrike" kern="1200" cap="none" spc="0" normalizeH="0" baseline="0" noProof="0" dirty="0" smtClean="0">
              <a:ln>
                <a:noFill/>
              </a:ln>
              <a:solidFill>
                <a:srgbClr val="FF0000"/>
              </a:solidFill>
              <a:effectLst/>
              <a:uLnTx/>
              <a:uFillTx/>
              <a:latin typeface="+mn-lt"/>
              <a:ea typeface="+mn-ea"/>
              <a:cs typeface="+mn-cs"/>
            </a:endParaRPr>
          </a:p>
          <a:p>
            <a:pPr marL="640080" marR="0" lvl="1" indent="-246380" algn="l" defTabSz="914400" rtl="0" eaLnBrk="1" fontAlgn="base" latinLnBrk="0" hangingPunct="1">
              <a:lnSpc>
                <a:spcPct val="90000"/>
              </a:lnSpc>
              <a:spcBef>
                <a:spcPct val="20000"/>
              </a:spcBef>
              <a:spcAft>
                <a:spcPct val="0"/>
              </a:spcAft>
              <a:buClr>
                <a:schemeClr val="accent1"/>
              </a:buClr>
              <a:buSzPct val="85000"/>
              <a:buFont typeface="Wingdings" panose="05000000000000000000" pitchFamily="2" charset="2"/>
              <a:buChar char="ü"/>
              <a:defRPr/>
            </a:pPr>
            <a:r>
              <a:rPr kumimoji="0" lang="zh-CN" altLang="en-US" sz="2400" b="0" i="0" u="none" strike="noStrike" kern="1200" cap="none" spc="0" normalizeH="0" baseline="0" noProof="0" dirty="0" smtClean="0">
                <a:ln>
                  <a:noFill/>
                </a:ln>
                <a:solidFill>
                  <a:schemeClr val="tx1"/>
                </a:solidFill>
                <a:effectLst/>
                <a:uLnTx/>
                <a:uFillTx/>
                <a:latin typeface="+mn-lt"/>
                <a:ea typeface="+mn-ea"/>
                <a:cs typeface="+mn-cs"/>
              </a:rPr>
              <a:t>从</a:t>
            </a:r>
            <a:r>
              <a:rPr kumimoji="0" lang="zh-CN" altLang="en-US" sz="2400" b="1" i="0" u="none" strike="noStrike" kern="1200" cap="none" spc="0" normalizeH="0" baseline="0" noProof="0" dirty="0" smtClean="0">
                <a:ln>
                  <a:noFill/>
                </a:ln>
                <a:solidFill>
                  <a:srgbClr val="FF0000"/>
                </a:solidFill>
                <a:effectLst/>
                <a:uLnTx/>
                <a:uFillTx/>
                <a:latin typeface="+mn-lt"/>
                <a:ea typeface="+mn-ea"/>
                <a:cs typeface="+mn-cs"/>
              </a:rPr>
              <a:t>加工</a:t>
            </a:r>
            <a:r>
              <a:rPr kumimoji="0" lang="zh-CN" altLang="en-US" sz="2400" b="0" i="0" u="none" strike="noStrike" kern="1200" cap="none" spc="0" normalizeH="0" baseline="0" noProof="0" dirty="0" smtClean="0">
                <a:ln>
                  <a:noFill/>
                </a:ln>
                <a:solidFill>
                  <a:schemeClr val="tx1"/>
                </a:solidFill>
                <a:effectLst/>
                <a:uLnTx/>
                <a:uFillTx/>
                <a:latin typeface="+mn-lt"/>
                <a:ea typeface="+mn-ea"/>
                <a:cs typeface="+mn-cs"/>
              </a:rPr>
              <a:t>流向</a:t>
            </a:r>
            <a:r>
              <a:rPr kumimoji="0" lang="zh-CN" altLang="en-US" sz="2400" b="1" i="0" u="none" strike="noStrike" kern="1200" cap="none" spc="0" normalizeH="0" baseline="0" noProof="0" dirty="0" smtClean="0">
                <a:ln>
                  <a:noFill/>
                </a:ln>
                <a:solidFill>
                  <a:srgbClr val="FF0000"/>
                </a:solidFill>
                <a:effectLst/>
                <a:uLnTx/>
                <a:uFillTx/>
                <a:latin typeface="+mn-lt"/>
                <a:ea typeface="+mn-ea"/>
                <a:cs typeface="+mn-cs"/>
              </a:rPr>
              <a:t>文件</a:t>
            </a:r>
            <a:r>
              <a:rPr kumimoji="0" lang="en-US" altLang="zh-CN" sz="2400" b="0" i="0" u="none" strike="noStrike" kern="1200" cap="none" spc="0" normalizeH="0" baseline="0" noProof="0" dirty="0" smtClean="0">
                <a:ln>
                  <a:noFill/>
                </a:ln>
                <a:solidFill>
                  <a:schemeClr val="tx1"/>
                </a:solidFill>
                <a:effectLst/>
                <a:uLnTx/>
                <a:uFillTx/>
                <a:latin typeface="+mn-lt"/>
                <a:ea typeface="+mn-ea"/>
                <a:cs typeface="+mn-cs"/>
              </a:rPr>
              <a:t>(</a:t>
            </a:r>
            <a:r>
              <a:rPr kumimoji="0" lang="zh-CN" altLang="en-US" sz="2400" b="0" i="0" u="none" strike="noStrike" kern="1200" cap="none" spc="0" normalizeH="0" baseline="0" noProof="0" dirty="0" smtClean="0">
                <a:ln>
                  <a:noFill/>
                </a:ln>
                <a:solidFill>
                  <a:schemeClr val="tx1"/>
                </a:solidFill>
                <a:effectLst/>
                <a:uLnTx/>
                <a:uFillTx/>
                <a:latin typeface="+mn-lt"/>
                <a:ea typeface="+mn-ea"/>
                <a:cs typeface="+mn-cs"/>
              </a:rPr>
              <a:t>写文件</a:t>
            </a:r>
            <a:r>
              <a:rPr kumimoji="0" lang="en-US" altLang="zh-CN" sz="2400" b="0" i="0" u="none" strike="noStrike" kern="1200" cap="none" spc="0" normalizeH="0" baseline="0" noProof="0" dirty="0" smtClean="0">
                <a:ln>
                  <a:noFill/>
                </a:ln>
                <a:solidFill>
                  <a:schemeClr val="tx1"/>
                </a:solidFill>
                <a:effectLst/>
                <a:uLnTx/>
                <a:uFillTx/>
                <a:latin typeface="+mn-lt"/>
                <a:ea typeface="+mn-ea"/>
                <a:cs typeface="+mn-cs"/>
              </a:rPr>
              <a:t>)</a:t>
            </a:r>
            <a:endParaRPr kumimoji="0" lang="en-US" altLang="zh-CN" sz="2400" b="0" i="0" u="none" strike="noStrike" kern="1200" cap="none" spc="0" normalizeH="0" baseline="0" noProof="0" dirty="0" smtClean="0">
              <a:ln>
                <a:noFill/>
              </a:ln>
              <a:solidFill>
                <a:schemeClr val="tx1"/>
              </a:solidFill>
              <a:effectLst/>
              <a:uLnTx/>
              <a:uFillTx/>
              <a:latin typeface="+mn-lt"/>
              <a:ea typeface="+mn-ea"/>
              <a:cs typeface="+mn-cs"/>
            </a:endParaRPr>
          </a:p>
          <a:p>
            <a:pPr marL="640080" marR="0" lvl="1" indent="-246380" algn="l" defTabSz="914400" rtl="0" eaLnBrk="1" fontAlgn="base" latinLnBrk="0" hangingPunct="1">
              <a:lnSpc>
                <a:spcPct val="90000"/>
              </a:lnSpc>
              <a:spcBef>
                <a:spcPct val="20000"/>
              </a:spcBef>
              <a:spcAft>
                <a:spcPct val="0"/>
              </a:spcAft>
              <a:buClr>
                <a:schemeClr val="accent1"/>
              </a:buClr>
              <a:buSzPct val="85000"/>
              <a:buFont typeface="Wingdings" panose="05000000000000000000" pitchFamily="2" charset="2"/>
              <a:buChar char="ü"/>
              <a:defRPr/>
            </a:pPr>
            <a:r>
              <a:rPr kumimoji="0" lang="zh-CN" altLang="en-US" sz="2400" b="0" i="0" u="none" strike="noStrike" kern="1200" cap="none" spc="0" normalizeH="0" baseline="0" noProof="0" dirty="0" smtClean="0">
                <a:ln>
                  <a:noFill/>
                </a:ln>
                <a:solidFill>
                  <a:schemeClr val="tx1"/>
                </a:solidFill>
                <a:effectLst/>
                <a:uLnTx/>
                <a:uFillTx/>
                <a:latin typeface="+mn-lt"/>
                <a:ea typeface="+mn-ea"/>
                <a:cs typeface="+mn-cs"/>
              </a:rPr>
              <a:t>从</a:t>
            </a:r>
            <a:r>
              <a:rPr kumimoji="0" lang="zh-CN" altLang="en-US" sz="2400" b="1" i="0" u="none" strike="noStrike" kern="1200" cap="none" spc="0" normalizeH="0" baseline="0" noProof="0" dirty="0" smtClean="0">
                <a:ln>
                  <a:noFill/>
                </a:ln>
                <a:solidFill>
                  <a:srgbClr val="FF0000"/>
                </a:solidFill>
                <a:effectLst/>
                <a:uLnTx/>
                <a:uFillTx/>
                <a:latin typeface="+mn-lt"/>
                <a:ea typeface="+mn-ea"/>
                <a:cs typeface="+mn-cs"/>
              </a:rPr>
              <a:t>文件</a:t>
            </a:r>
            <a:r>
              <a:rPr kumimoji="0" lang="zh-CN" altLang="en-US" sz="2400" b="0" i="0" u="none" strike="noStrike" kern="1200" cap="none" spc="0" normalizeH="0" baseline="0" noProof="0" dirty="0" smtClean="0">
                <a:ln>
                  <a:noFill/>
                </a:ln>
                <a:solidFill>
                  <a:schemeClr val="tx1"/>
                </a:solidFill>
                <a:effectLst/>
                <a:uLnTx/>
                <a:uFillTx/>
                <a:latin typeface="+mn-lt"/>
                <a:ea typeface="+mn-ea"/>
                <a:cs typeface="+mn-cs"/>
              </a:rPr>
              <a:t>流向</a:t>
            </a:r>
            <a:r>
              <a:rPr kumimoji="0" lang="zh-CN" altLang="en-US" sz="2400" b="1" i="0" u="none" strike="noStrike" kern="1200" cap="none" spc="0" normalizeH="0" baseline="0" noProof="0" dirty="0" smtClean="0">
                <a:ln>
                  <a:noFill/>
                </a:ln>
                <a:solidFill>
                  <a:srgbClr val="FF0000"/>
                </a:solidFill>
                <a:effectLst/>
                <a:uLnTx/>
                <a:uFillTx/>
                <a:latin typeface="+mn-lt"/>
                <a:ea typeface="+mn-ea"/>
                <a:cs typeface="+mn-cs"/>
              </a:rPr>
              <a:t>加工</a:t>
            </a:r>
            <a:r>
              <a:rPr kumimoji="0" lang="en-US" altLang="zh-CN" sz="2400" b="0" i="0" u="none" strike="noStrike" kern="1200" cap="none" spc="0" normalizeH="0" baseline="0" noProof="0" dirty="0" smtClean="0">
                <a:ln>
                  <a:noFill/>
                </a:ln>
                <a:solidFill>
                  <a:schemeClr val="tx1"/>
                </a:solidFill>
                <a:effectLst/>
                <a:uLnTx/>
                <a:uFillTx/>
                <a:latin typeface="+mn-lt"/>
                <a:ea typeface="+mn-ea"/>
                <a:cs typeface="+mn-cs"/>
              </a:rPr>
              <a:t>(</a:t>
            </a:r>
            <a:r>
              <a:rPr kumimoji="0" lang="zh-CN" altLang="en-US" sz="2400" b="0" i="0" u="none" strike="noStrike" kern="1200" cap="none" spc="0" normalizeH="0" baseline="0" noProof="0" dirty="0" smtClean="0">
                <a:ln>
                  <a:noFill/>
                </a:ln>
                <a:solidFill>
                  <a:schemeClr val="tx1"/>
                </a:solidFill>
                <a:effectLst/>
                <a:uLnTx/>
                <a:uFillTx/>
                <a:latin typeface="+mn-lt"/>
                <a:ea typeface="+mn-ea"/>
                <a:cs typeface="+mn-cs"/>
              </a:rPr>
              <a:t>读文件</a:t>
            </a:r>
            <a:r>
              <a:rPr kumimoji="0" lang="en-US" altLang="zh-CN" sz="2400" b="0" i="0" u="none" strike="noStrike" kern="1200" cap="none" spc="0" normalizeH="0" baseline="0" noProof="0" dirty="0" smtClean="0">
                <a:ln>
                  <a:noFill/>
                </a:ln>
                <a:solidFill>
                  <a:schemeClr val="tx1"/>
                </a:solidFill>
                <a:effectLst/>
                <a:uLnTx/>
                <a:uFillTx/>
                <a:latin typeface="+mn-lt"/>
                <a:ea typeface="+mn-ea"/>
                <a:cs typeface="+mn-cs"/>
              </a:rPr>
              <a:t>)</a:t>
            </a:r>
            <a:endParaRPr kumimoji="0" lang="en-US" altLang="zh-CN" sz="2400" b="0" i="0" u="none" strike="noStrike" kern="1200" cap="none" spc="0" normalizeH="0" baseline="0" noProof="0" dirty="0" smtClean="0">
              <a:ln>
                <a:noFill/>
              </a:ln>
              <a:solidFill>
                <a:schemeClr val="tx1"/>
              </a:solidFill>
              <a:effectLst/>
              <a:uLnTx/>
              <a:uFillTx/>
              <a:latin typeface="+mn-lt"/>
              <a:ea typeface="+mn-ea"/>
              <a:cs typeface="+mn-cs"/>
            </a:endParaRPr>
          </a:p>
          <a:p>
            <a:pPr marL="640080" marR="0" lvl="1" indent="-246380" algn="l" defTabSz="914400" rtl="0" eaLnBrk="1" fontAlgn="base" latinLnBrk="0" hangingPunct="1">
              <a:lnSpc>
                <a:spcPct val="90000"/>
              </a:lnSpc>
              <a:spcBef>
                <a:spcPct val="20000"/>
              </a:spcBef>
              <a:spcAft>
                <a:spcPct val="0"/>
              </a:spcAft>
              <a:buClr>
                <a:schemeClr val="accent1"/>
              </a:buClr>
              <a:buSzPct val="85000"/>
              <a:buFont typeface="Wingdings" panose="05000000000000000000" pitchFamily="2" charset="2"/>
              <a:buChar char="ü"/>
              <a:defRPr/>
            </a:pPr>
            <a:r>
              <a:rPr kumimoji="0" lang="zh-CN" altLang="en-US" sz="2400" b="0" i="0" u="none" strike="noStrike" kern="1200" cap="none" spc="0" normalizeH="0" baseline="0" noProof="0" dirty="0" smtClean="0">
                <a:ln>
                  <a:noFill/>
                </a:ln>
                <a:solidFill>
                  <a:schemeClr val="tx1"/>
                </a:solidFill>
                <a:effectLst/>
                <a:uLnTx/>
                <a:uFillTx/>
                <a:latin typeface="+mn-lt"/>
                <a:ea typeface="+mn-ea"/>
                <a:cs typeface="+mn-cs"/>
              </a:rPr>
              <a:t>从</a:t>
            </a:r>
            <a:r>
              <a:rPr kumimoji="0" lang="zh-CN" altLang="en-US" sz="2400" b="1" i="0" u="none" strike="noStrike" kern="1200" cap="none" spc="0" normalizeH="0" baseline="0" noProof="0" dirty="0" smtClean="0">
                <a:ln>
                  <a:noFill/>
                </a:ln>
                <a:solidFill>
                  <a:srgbClr val="FF0000"/>
                </a:solidFill>
                <a:effectLst/>
                <a:uLnTx/>
                <a:uFillTx/>
                <a:latin typeface="+mn-lt"/>
                <a:ea typeface="+mn-ea"/>
                <a:cs typeface="+mn-cs"/>
              </a:rPr>
              <a:t>源</a:t>
            </a:r>
            <a:r>
              <a:rPr kumimoji="0" lang="zh-CN" altLang="en-US" sz="2400" b="0" i="0" u="none" strike="noStrike" kern="1200" cap="none" spc="0" normalizeH="0" baseline="0" noProof="0" dirty="0" smtClean="0">
                <a:ln>
                  <a:noFill/>
                </a:ln>
                <a:solidFill>
                  <a:schemeClr val="tx1"/>
                </a:solidFill>
                <a:effectLst/>
                <a:uLnTx/>
                <a:uFillTx/>
                <a:latin typeface="+mn-lt"/>
                <a:ea typeface="+mn-ea"/>
                <a:cs typeface="+mn-cs"/>
              </a:rPr>
              <a:t>流向</a:t>
            </a:r>
            <a:r>
              <a:rPr kumimoji="0" lang="zh-CN" altLang="en-US" sz="2400" b="1" i="0" u="none" strike="noStrike" kern="1200" cap="none" spc="0" normalizeH="0" baseline="0" noProof="0" dirty="0" smtClean="0">
                <a:ln>
                  <a:noFill/>
                </a:ln>
                <a:solidFill>
                  <a:srgbClr val="FF0000"/>
                </a:solidFill>
                <a:effectLst/>
                <a:uLnTx/>
                <a:uFillTx/>
                <a:latin typeface="+mn-lt"/>
                <a:ea typeface="+mn-ea"/>
                <a:cs typeface="+mn-cs"/>
              </a:rPr>
              <a:t>加工</a:t>
            </a:r>
            <a:endParaRPr kumimoji="0" lang="zh-CN" altLang="en-US" sz="2400" b="1" i="0" u="none" strike="noStrike" kern="1200" cap="none" spc="0" normalizeH="0" baseline="0" noProof="0" dirty="0" smtClean="0">
              <a:ln>
                <a:noFill/>
              </a:ln>
              <a:solidFill>
                <a:srgbClr val="FF0000"/>
              </a:solidFill>
              <a:effectLst/>
              <a:uLnTx/>
              <a:uFillTx/>
              <a:latin typeface="+mn-lt"/>
              <a:ea typeface="+mn-ea"/>
              <a:cs typeface="+mn-cs"/>
            </a:endParaRPr>
          </a:p>
          <a:p>
            <a:pPr marL="640080" marR="0" lvl="1" indent="-246380" algn="l" defTabSz="914400" rtl="0" eaLnBrk="1" fontAlgn="base" latinLnBrk="0" hangingPunct="1">
              <a:lnSpc>
                <a:spcPct val="90000"/>
              </a:lnSpc>
              <a:spcBef>
                <a:spcPct val="20000"/>
              </a:spcBef>
              <a:spcAft>
                <a:spcPct val="0"/>
              </a:spcAft>
              <a:buClr>
                <a:schemeClr val="accent1"/>
              </a:buClr>
              <a:buSzPct val="85000"/>
              <a:buFont typeface="Wingdings" panose="05000000000000000000" pitchFamily="2" charset="2"/>
              <a:buChar char="ü"/>
              <a:defRPr/>
            </a:pPr>
            <a:r>
              <a:rPr kumimoji="0" lang="zh-CN" altLang="en-US" sz="2400" b="0" i="0" u="none" strike="noStrike" kern="1200" cap="none" spc="0" normalizeH="0" baseline="0" noProof="0" dirty="0" smtClean="0">
                <a:ln>
                  <a:noFill/>
                </a:ln>
                <a:solidFill>
                  <a:schemeClr val="tx1"/>
                </a:solidFill>
                <a:effectLst/>
                <a:uLnTx/>
                <a:uFillTx/>
                <a:latin typeface="+mn-lt"/>
                <a:ea typeface="+mn-ea"/>
                <a:cs typeface="+mn-cs"/>
              </a:rPr>
              <a:t>从</a:t>
            </a:r>
            <a:r>
              <a:rPr kumimoji="0" lang="zh-CN" altLang="en-US" sz="2400" b="1" i="0" u="none" strike="noStrike" kern="1200" cap="none" spc="0" normalizeH="0" baseline="0" noProof="0" dirty="0" smtClean="0">
                <a:ln>
                  <a:noFill/>
                </a:ln>
                <a:solidFill>
                  <a:srgbClr val="FF0000"/>
                </a:solidFill>
                <a:effectLst/>
                <a:uLnTx/>
                <a:uFillTx/>
                <a:latin typeface="+mn-lt"/>
                <a:ea typeface="+mn-ea"/>
                <a:cs typeface="+mn-cs"/>
              </a:rPr>
              <a:t>加工</a:t>
            </a:r>
            <a:r>
              <a:rPr kumimoji="0" lang="zh-CN" altLang="en-US" sz="2400" b="0" i="0" u="none" strike="noStrike" kern="1200" cap="none" spc="0" normalizeH="0" baseline="0" noProof="0" dirty="0" smtClean="0">
                <a:ln>
                  <a:noFill/>
                </a:ln>
                <a:solidFill>
                  <a:schemeClr val="tx1"/>
                </a:solidFill>
                <a:effectLst/>
                <a:uLnTx/>
                <a:uFillTx/>
                <a:latin typeface="+mn-lt"/>
                <a:ea typeface="+mn-ea"/>
                <a:cs typeface="+mn-cs"/>
              </a:rPr>
              <a:t>流向</a:t>
            </a:r>
            <a:r>
              <a:rPr kumimoji="0" lang="zh-CN" altLang="en-US" sz="2400" b="1" i="0" u="none" strike="noStrike" kern="1200" cap="none" spc="0" normalizeH="0" baseline="0" noProof="0" dirty="0" smtClean="0">
                <a:ln>
                  <a:noFill/>
                </a:ln>
                <a:solidFill>
                  <a:srgbClr val="FF0000"/>
                </a:solidFill>
                <a:effectLst/>
                <a:uLnTx/>
                <a:uFillTx/>
                <a:latin typeface="+mn-lt"/>
                <a:ea typeface="+mn-ea"/>
                <a:cs typeface="+mn-cs"/>
              </a:rPr>
              <a:t>宿</a:t>
            </a:r>
            <a:endParaRPr kumimoji="0" lang="zh-CN" altLang="en-US" sz="2400" b="1" i="0" u="none" strike="noStrike" kern="1200" cap="none" spc="0" normalizeH="0" baseline="0" noProof="0" dirty="0" smtClean="0">
              <a:ln>
                <a:noFill/>
              </a:ln>
              <a:solidFill>
                <a:srgbClr val="FF0000"/>
              </a:solidFill>
              <a:effectLst/>
              <a:uLnTx/>
              <a:uFillTx/>
              <a:latin typeface="+mn-lt"/>
              <a:ea typeface="+mn-ea"/>
              <a:cs typeface="+mn-cs"/>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5842" name="Rectangle 2"/>
          <p:cNvSpPr>
            <a:spLocks noGrp="1"/>
          </p:cNvSpPr>
          <p:nvPr>
            <p:ph type="title"/>
          </p:nvPr>
        </p:nvSpPr>
        <p:spPr/>
        <p:txBody>
          <a:bodyPr vert="horz" wrap="square" lIns="0" tIns="45720" rIns="0" bIns="0" anchor="b" anchorCtr="0"/>
          <a:p>
            <a:pPr eaLnBrk="1" hangingPunct="1"/>
            <a:r>
              <a:rPr lang="zh-CN" altLang="en-US" b="1" dirty="0">
                <a:latin typeface="微软雅黑" panose="020B0503020204020204" pitchFamily="34" charset="-122"/>
                <a:ea typeface="微软雅黑" panose="020B0503020204020204" pitchFamily="34" charset="-122"/>
              </a:rPr>
              <a:t>示例：图书订购系统</a:t>
            </a:r>
            <a:r>
              <a:rPr lang="en-US" altLang="zh-CN" b="1" dirty="0">
                <a:latin typeface="微软雅黑" panose="020B0503020204020204" pitchFamily="34" charset="-122"/>
                <a:ea typeface="微软雅黑" panose="020B0503020204020204" pitchFamily="34" charset="-122"/>
              </a:rPr>
              <a:t>DFD</a:t>
            </a:r>
            <a:endParaRPr lang="en-US" altLang="zh-CN" b="1" dirty="0">
              <a:latin typeface="微软雅黑" panose="020B0503020204020204" pitchFamily="34" charset="-122"/>
              <a:ea typeface="微软雅黑" panose="020B0503020204020204" pitchFamily="34" charset="-122"/>
            </a:endParaRPr>
          </a:p>
        </p:txBody>
      </p:sp>
      <p:grpSp>
        <p:nvGrpSpPr>
          <p:cNvPr id="35843" name="Group 8"/>
          <p:cNvGrpSpPr/>
          <p:nvPr/>
        </p:nvGrpSpPr>
        <p:grpSpPr>
          <a:xfrm>
            <a:off x="4598988" y="4287838"/>
            <a:ext cx="1246187" cy="503237"/>
            <a:chOff x="5010" y="11520"/>
            <a:chExt cx="1228" cy="450"/>
          </a:xfrm>
        </p:grpSpPr>
        <p:grpSp>
          <p:nvGrpSpPr>
            <p:cNvPr id="35898" name="Group 9"/>
            <p:cNvGrpSpPr/>
            <p:nvPr/>
          </p:nvGrpSpPr>
          <p:grpSpPr>
            <a:xfrm>
              <a:off x="5170" y="11580"/>
              <a:ext cx="886" cy="360"/>
              <a:chOff x="1884" y="6360"/>
              <a:chExt cx="1306" cy="360"/>
            </a:xfrm>
          </p:grpSpPr>
          <p:sp>
            <p:nvSpPr>
              <p:cNvPr id="35900" name="Line 10"/>
              <p:cNvSpPr/>
              <p:nvPr/>
            </p:nvSpPr>
            <p:spPr>
              <a:xfrm>
                <a:off x="1884" y="6360"/>
                <a:ext cx="1290" cy="0"/>
              </a:xfrm>
              <a:prstGeom prst="line">
                <a:avLst/>
              </a:prstGeom>
              <a:ln w="9525" cap="flat" cmpd="sng">
                <a:solidFill>
                  <a:srgbClr val="000000"/>
                </a:solidFill>
                <a:prstDash val="solid"/>
                <a:headEnd type="none" w="sm" len="med"/>
                <a:tailEnd type="none" w="sm" len="med"/>
              </a:ln>
            </p:spPr>
          </p:sp>
          <p:sp>
            <p:nvSpPr>
              <p:cNvPr id="35901" name="Line 11"/>
              <p:cNvSpPr/>
              <p:nvPr/>
            </p:nvSpPr>
            <p:spPr>
              <a:xfrm>
                <a:off x="1900" y="6720"/>
                <a:ext cx="1290" cy="0"/>
              </a:xfrm>
              <a:prstGeom prst="line">
                <a:avLst/>
              </a:prstGeom>
              <a:ln w="9525" cap="flat" cmpd="sng">
                <a:solidFill>
                  <a:srgbClr val="000000"/>
                </a:solidFill>
                <a:prstDash val="solid"/>
                <a:headEnd type="none" w="sm" len="med"/>
                <a:tailEnd type="none" w="sm" len="med"/>
              </a:ln>
            </p:spPr>
          </p:sp>
        </p:grpSp>
        <p:sp>
          <p:nvSpPr>
            <p:cNvPr id="35899" name="Rectangle 12"/>
            <p:cNvSpPr/>
            <p:nvPr/>
          </p:nvSpPr>
          <p:spPr>
            <a:xfrm>
              <a:off x="5010" y="11520"/>
              <a:ext cx="1228" cy="450"/>
            </a:xfrm>
            <a:prstGeom prst="rect">
              <a:avLst/>
            </a:prstGeom>
            <a:noFill/>
            <a:ln w="9525">
              <a:noFill/>
            </a:ln>
          </p:spPr>
          <p:txBody>
            <a:bodyPr anchor="ctr" anchorCtr="1"/>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algn="ctr" eaLnBrk="1" hangingPunct="1">
                <a:lnSpc>
                  <a:spcPct val="110000"/>
                </a:lnSpc>
                <a:spcBef>
                  <a:spcPct val="0"/>
                </a:spcBef>
                <a:buClrTx/>
                <a:buSzTx/>
                <a:buFontTx/>
                <a:buNone/>
              </a:pPr>
              <a:r>
                <a:rPr lang="zh-CN" altLang="en-US" sz="1800" dirty="0">
                  <a:latin typeface="Times New Roman" panose="02020603050405020304" pitchFamily="18" charset="0"/>
                </a:rPr>
                <a:t>图书库存</a:t>
              </a:r>
              <a:endParaRPr lang="zh-CN" altLang="en-US" sz="1800" b="1" dirty="0">
                <a:latin typeface="Comic Sans MS" panose="030F0702030302020204" pitchFamily="66" charset="0"/>
              </a:endParaRPr>
            </a:p>
          </p:txBody>
        </p:sp>
      </p:grpSp>
      <p:grpSp>
        <p:nvGrpSpPr>
          <p:cNvPr id="35844" name="Group 14"/>
          <p:cNvGrpSpPr/>
          <p:nvPr/>
        </p:nvGrpSpPr>
        <p:grpSpPr>
          <a:xfrm>
            <a:off x="6400800" y="5194300"/>
            <a:ext cx="2016125" cy="671513"/>
            <a:chOff x="7926" y="12435"/>
            <a:chExt cx="1988" cy="600"/>
          </a:xfrm>
        </p:grpSpPr>
        <p:grpSp>
          <p:nvGrpSpPr>
            <p:cNvPr id="35892" name="Group 15"/>
            <p:cNvGrpSpPr/>
            <p:nvPr/>
          </p:nvGrpSpPr>
          <p:grpSpPr>
            <a:xfrm>
              <a:off x="7926" y="12435"/>
              <a:ext cx="984" cy="465"/>
              <a:chOff x="9126" y="13845"/>
              <a:chExt cx="984" cy="465"/>
            </a:xfrm>
          </p:grpSpPr>
          <p:sp>
            <p:nvSpPr>
              <p:cNvPr id="35896" name="Line 16"/>
              <p:cNvSpPr/>
              <p:nvPr/>
            </p:nvSpPr>
            <p:spPr>
              <a:xfrm flipV="1">
                <a:off x="9148" y="14238"/>
                <a:ext cx="962" cy="0"/>
              </a:xfrm>
              <a:prstGeom prst="line">
                <a:avLst/>
              </a:prstGeom>
              <a:ln w="9525" cap="flat" cmpd="sng">
                <a:solidFill>
                  <a:srgbClr val="000000"/>
                </a:solidFill>
                <a:prstDash val="solid"/>
                <a:headEnd type="triangle" w="sm" len="med"/>
                <a:tailEnd type="none" w="sm" len="med"/>
              </a:ln>
            </p:spPr>
          </p:sp>
          <p:sp>
            <p:nvSpPr>
              <p:cNvPr id="35897" name="Rectangle 17"/>
              <p:cNvSpPr/>
              <p:nvPr/>
            </p:nvSpPr>
            <p:spPr>
              <a:xfrm>
                <a:off x="9126" y="13845"/>
                <a:ext cx="958" cy="465"/>
              </a:xfrm>
              <a:prstGeom prst="rect">
                <a:avLst/>
              </a:prstGeom>
              <a:noFill/>
              <a:ln w="9525">
                <a:noFill/>
              </a:ln>
            </p:spPr>
            <p:txBody>
              <a:bodyPr anchor="ctr" anchorCtr="1"/>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algn="ctr" eaLnBrk="1" hangingPunct="1">
                  <a:lnSpc>
                    <a:spcPct val="110000"/>
                  </a:lnSpc>
                  <a:spcBef>
                    <a:spcPct val="0"/>
                  </a:spcBef>
                  <a:buClrTx/>
                  <a:buSzTx/>
                  <a:buFontTx/>
                  <a:buNone/>
                </a:pPr>
                <a:r>
                  <a:rPr lang="zh-CN" altLang="en-US" sz="1800" dirty="0">
                    <a:latin typeface="Times New Roman" panose="02020603050405020304" pitchFamily="18" charset="0"/>
                  </a:rPr>
                  <a:t>入库单</a:t>
                </a:r>
                <a:endParaRPr lang="zh-CN" altLang="en-US" sz="1800" b="1" dirty="0">
                  <a:latin typeface="Comic Sans MS" panose="030F0702030302020204" pitchFamily="66" charset="0"/>
                </a:endParaRPr>
              </a:p>
            </p:txBody>
          </p:sp>
        </p:grpSp>
        <p:grpSp>
          <p:nvGrpSpPr>
            <p:cNvPr id="35893" name="Group 18"/>
            <p:cNvGrpSpPr/>
            <p:nvPr/>
          </p:nvGrpSpPr>
          <p:grpSpPr>
            <a:xfrm>
              <a:off x="8804" y="12552"/>
              <a:ext cx="1110" cy="483"/>
              <a:chOff x="7574" y="11367"/>
              <a:chExt cx="1110" cy="483"/>
            </a:xfrm>
          </p:grpSpPr>
          <p:sp>
            <p:nvSpPr>
              <p:cNvPr id="35894" name="Rectangle 19"/>
              <p:cNvSpPr/>
              <p:nvPr/>
            </p:nvSpPr>
            <p:spPr>
              <a:xfrm>
                <a:off x="7574" y="11370"/>
                <a:ext cx="1110" cy="480"/>
              </a:xfrm>
              <a:prstGeom prst="rect">
                <a:avLst/>
              </a:prstGeom>
              <a:noFill/>
              <a:ln w="9525">
                <a:noFill/>
              </a:ln>
            </p:spPr>
            <p:txBody>
              <a:bodyPr anchor="ctr" anchorCtr="1"/>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algn="ctr" eaLnBrk="1" hangingPunct="1">
                  <a:lnSpc>
                    <a:spcPct val="110000"/>
                  </a:lnSpc>
                  <a:spcBef>
                    <a:spcPct val="0"/>
                  </a:spcBef>
                  <a:buClrTx/>
                  <a:buSzTx/>
                  <a:buFontTx/>
                  <a:buNone/>
                </a:pPr>
                <a:r>
                  <a:rPr lang="zh-CN" altLang="en-US" sz="1800" b="1" dirty="0">
                    <a:latin typeface="Times New Roman" panose="02020603050405020304" pitchFamily="18" charset="0"/>
                  </a:rPr>
                  <a:t>图书代理商</a:t>
                </a:r>
                <a:endParaRPr lang="zh-CN" altLang="en-US" sz="1800" b="1" dirty="0">
                  <a:latin typeface="Comic Sans MS" panose="030F0702030302020204" pitchFamily="66" charset="0"/>
                </a:endParaRPr>
              </a:p>
            </p:txBody>
          </p:sp>
          <p:sp>
            <p:nvSpPr>
              <p:cNvPr id="35895" name="Rectangle 20"/>
              <p:cNvSpPr/>
              <p:nvPr/>
            </p:nvSpPr>
            <p:spPr>
              <a:xfrm>
                <a:off x="7664" y="11367"/>
                <a:ext cx="916" cy="480"/>
              </a:xfrm>
              <a:prstGeom prst="rect">
                <a:avLst/>
              </a:prstGeom>
              <a:noFill/>
              <a:ln w="9525" cap="flat" cmpd="sng">
                <a:solidFill>
                  <a:srgbClr val="000000"/>
                </a:solidFill>
                <a:prstDash val="solid"/>
                <a:miter/>
                <a:headEnd type="none" w="med" len="med"/>
                <a:tailEnd type="none" w="med" len="med"/>
              </a:ln>
            </p:spPr>
            <p:txBody>
              <a:bodyPr anchor="ctr" anchorCtr="1"/>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eaLnBrk="1" hangingPunct="1">
                  <a:lnSpc>
                    <a:spcPct val="110000"/>
                  </a:lnSpc>
                  <a:spcBef>
                    <a:spcPct val="0"/>
                  </a:spcBef>
                  <a:buClrTx/>
                  <a:buSzTx/>
                  <a:buFontTx/>
                  <a:buNone/>
                </a:pPr>
                <a:endParaRPr lang="zh-CN" altLang="zh-CN" sz="1800" b="1" dirty="0">
                  <a:latin typeface="Comic Sans MS" panose="030F0702030302020204" pitchFamily="66" charset="0"/>
                </a:endParaRPr>
              </a:p>
            </p:txBody>
          </p:sp>
        </p:grpSp>
      </p:grpSp>
      <p:grpSp>
        <p:nvGrpSpPr>
          <p:cNvPr id="35845" name="Group 21"/>
          <p:cNvGrpSpPr/>
          <p:nvPr/>
        </p:nvGrpSpPr>
        <p:grpSpPr>
          <a:xfrm>
            <a:off x="5291138" y="4781550"/>
            <a:ext cx="1203325" cy="1314450"/>
            <a:chOff x="6682" y="12066"/>
            <a:chExt cx="1186" cy="1174"/>
          </a:xfrm>
        </p:grpSpPr>
        <p:grpSp>
          <p:nvGrpSpPr>
            <p:cNvPr id="35888" name="Group 22"/>
            <p:cNvGrpSpPr/>
            <p:nvPr/>
          </p:nvGrpSpPr>
          <p:grpSpPr>
            <a:xfrm>
              <a:off x="6894" y="12390"/>
              <a:ext cx="974" cy="850"/>
              <a:chOff x="4154" y="12570"/>
              <a:chExt cx="974" cy="850"/>
            </a:xfrm>
          </p:grpSpPr>
          <p:sp>
            <p:nvSpPr>
              <p:cNvPr id="35890" name="Oval 23"/>
              <p:cNvSpPr/>
              <p:nvPr/>
            </p:nvSpPr>
            <p:spPr>
              <a:xfrm>
                <a:off x="4214" y="12570"/>
                <a:ext cx="850" cy="850"/>
              </a:xfrm>
              <a:prstGeom prst="ellipse">
                <a:avLst/>
              </a:prstGeom>
              <a:noFill/>
              <a:ln w="9525" cap="flat" cmpd="sng">
                <a:solidFill>
                  <a:srgbClr val="000000"/>
                </a:solidFill>
                <a:prstDash val="solid"/>
                <a:headEnd type="none" w="med" len="med"/>
                <a:tailEnd type="none" w="med" len="med"/>
              </a:ln>
            </p:spPr>
            <p:txBody>
              <a:bodyPr anchor="ctr" anchorCtr="1"/>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eaLnBrk="1" hangingPunct="1">
                  <a:spcBef>
                    <a:spcPct val="0"/>
                  </a:spcBef>
                  <a:buClrTx/>
                  <a:buSzTx/>
                  <a:buFontTx/>
                  <a:buNone/>
                </a:pPr>
                <a:endParaRPr lang="zh-CN" altLang="en-US" sz="1600" b="1" dirty="0">
                  <a:latin typeface="Comic Sans MS" panose="030F0702030302020204" pitchFamily="66" charset="0"/>
                </a:endParaRPr>
              </a:p>
            </p:txBody>
          </p:sp>
          <p:sp>
            <p:nvSpPr>
              <p:cNvPr id="35891" name="Rectangle 24"/>
              <p:cNvSpPr/>
              <p:nvPr/>
            </p:nvSpPr>
            <p:spPr>
              <a:xfrm>
                <a:off x="4154" y="12630"/>
                <a:ext cx="974" cy="780"/>
              </a:xfrm>
              <a:prstGeom prst="rect">
                <a:avLst/>
              </a:prstGeom>
              <a:noFill/>
              <a:ln w="9525">
                <a:noFill/>
              </a:ln>
            </p:spPr>
            <p:txBody>
              <a:bodyPr anchor="ctr" anchorCtr="1"/>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algn="ctr" eaLnBrk="1" hangingPunct="1">
                  <a:lnSpc>
                    <a:spcPct val="110000"/>
                  </a:lnSpc>
                  <a:spcBef>
                    <a:spcPct val="0"/>
                  </a:spcBef>
                  <a:buClrTx/>
                  <a:buSzTx/>
                  <a:buFontTx/>
                  <a:buNone/>
                </a:pPr>
                <a:r>
                  <a:rPr lang="zh-CN" altLang="en-US" sz="1800" b="1" dirty="0">
                    <a:latin typeface="Times New Roman" panose="02020603050405020304" pitchFamily="18" charset="0"/>
                  </a:rPr>
                  <a:t>书库</a:t>
                </a:r>
                <a:endParaRPr lang="zh-CN" altLang="en-US" sz="1800" b="1" dirty="0">
                  <a:latin typeface="Times New Roman" panose="02020603050405020304" pitchFamily="18" charset="0"/>
                </a:endParaRPr>
              </a:p>
              <a:p>
                <a:pPr marL="0" lvl="0" indent="0" algn="ctr" eaLnBrk="1" hangingPunct="1">
                  <a:lnSpc>
                    <a:spcPct val="110000"/>
                  </a:lnSpc>
                  <a:spcBef>
                    <a:spcPct val="0"/>
                  </a:spcBef>
                  <a:buClrTx/>
                  <a:buSzTx/>
                  <a:buFontTx/>
                  <a:buNone/>
                </a:pPr>
                <a:r>
                  <a:rPr lang="zh-CN" altLang="en-US" sz="1800" b="1" dirty="0">
                    <a:latin typeface="Times New Roman" panose="02020603050405020304" pitchFamily="18" charset="0"/>
                  </a:rPr>
                  <a:t>管理</a:t>
                </a:r>
                <a:endParaRPr lang="zh-CN" altLang="en-US" sz="1800" b="1" dirty="0">
                  <a:latin typeface="Comic Sans MS" panose="030F0702030302020204" pitchFamily="66" charset="0"/>
                </a:endParaRPr>
              </a:p>
            </p:txBody>
          </p:sp>
        </p:grpSp>
        <p:sp>
          <p:nvSpPr>
            <p:cNvPr id="35889" name="Arc 25"/>
            <p:cNvSpPr/>
            <p:nvPr/>
          </p:nvSpPr>
          <p:spPr>
            <a:xfrm rot="-5400000" flipH="1">
              <a:off x="6590" y="12157"/>
              <a:ext cx="536" cy="353"/>
            </a:xfrm>
            <a:custGeom>
              <a:avLst/>
              <a:gdLst/>
              <a:ahLst/>
              <a:cxnLst>
                <a:cxn ang="0">
                  <a:pos x="0" y="0"/>
                </a:cxn>
                <a:cxn ang="0">
                  <a:pos x="0" y="0"/>
                </a:cxn>
                <a:cxn ang="0">
                  <a:pos x="0" y="0"/>
                </a:cxn>
              </a:cxnLst>
              <a:pathLst>
                <a:path w="27842" h="21600" fill="none">
                  <a:moveTo>
                    <a:pt x="0" y="921"/>
                  </a:moveTo>
                  <a:cubicBezTo>
                    <a:pt x="2024" y="310"/>
                    <a:pt x="4127" y="-1"/>
                    <a:pt x="6242" y="0"/>
                  </a:cubicBezTo>
                  <a:cubicBezTo>
                    <a:pt x="18171" y="0"/>
                    <a:pt x="27842" y="9670"/>
                    <a:pt x="27842" y="21600"/>
                  </a:cubicBezTo>
                </a:path>
                <a:path w="27842" h="21600" stroke="0">
                  <a:moveTo>
                    <a:pt x="0" y="921"/>
                  </a:moveTo>
                  <a:cubicBezTo>
                    <a:pt x="2024" y="310"/>
                    <a:pt x="4127" y="-1"/>
                    <a:pt x="6242" y="0"/>
                  </a:cubicBezTo>
                  <a:cubicBezTo>
                    <a:pt x="18171" y="0"/>
                    <a:pt x="27842" y="9670"/>
                    <a:pt x="27842" y="21600"/>
                  </a:cubicBezTo>
                  <a:lnTo>
                    <a:pt x="6242" y="21600"/>
                  </a:lnTo>
                  <a:lnTo>
                    <a:pt x="0" y="921"/>
                  </a:lnTo>
                  <a:close/>
                </a:path>
              </a:pathLst>
            </a:custGeom>
            <a:noFill/>
            <a:ln w="9525" cap="flat" cmpd="sng">
              <a:solidFill>
                <a:srgbClr val="000000">
                  <a:alpha val="100000"/>
                </a:srgbClr>
              </a:solidFill>
              <a:prstDash val="solid"/>
              <a:round/>
              <a:headEnd type="triangle" w="sm" len="med"/>
              <a:tailEnd type="none" w="sm" len="med"/>
            </a:ln>
          </p:spPr>
          <p:txBody>
            <a:bodyPr/>
            <a:p>
              <a:endParaRPr lang="zh-CN" altLang="en-US"/>
            </a:p>
          </p:txBody>
        </p:sp>
      </p:grpSp>
      <p:grpSp>
        <p:nvGrpSpPr>
          <p:cNvPr id="35846" name="Group 27"/>
          <p:cNvGrpSpPr/>
          <p:nvPr/>
        </p:nvGrpSpPr>
        <p:grpSpPr>
          <a:xfrm>
            <a:off x="3305175" y="4068763"/>
            <a:ext cx="987425" cy="952500"/>
            <a:chOff x="4154" y="12570"/>
            <a:chExt cx="974" cy="850"/>
          </a:xfrm>
        </p:grpSpPr>
        <p:sp>
          <p:nvSpPr>
            <p:cNvPr id="35886" name="Oval 28"/>
            <p:cNvSpPr/>
            <p:nvPr/>
          </p:nvSpPr>
          <p:spPr>
            <a:xfrm>
              <a:off x="4214" y="12570"/>
              <a:ext cx="850" cy="850"/>
            </a:xfrm>
            <a:prstGeom prst="ellipse">
              <a:avLst/>
            </a:prstGeom>
            <a:noFill/>
            <a:ln w="9525" cap="flat" cmpd="sng">
              <a:solidFill>
                <a:srgbClr val="000000"/>
              </a:solidFill>
              <a:prstDash val="solid"/>
              <a:headEnd type="none" w="med" len="med"/>
              <a:tailEnd type="none" w="med" len="med"/>
            </a:ln>
          </p:spPr>
          <p:txBody>
            <a:bodyPr anchor="ctr" anchorCtr="1"/>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eaLnBrk="1" hangingPunct="1">
                <a:spcBef>
                  <a:spcPct val="0"/>
                </a:spcBef>
                <a:buClrTx/>
                <a:buSzTx/>
                <a:buFontTx/>
                <a:buNone/>
              </a:pPr>
              <a:endParaRPr lang="zh-CN" altLang="en-US" sz="1600" b="1" dirty="0">
                <a:latin typeface="Comic Sans MS" panose="030F0702030302020204" pitchFamily="66" charset="0"/>
              </a:endParaRPr>
            </a:p>
          </p:txBody>
        </p:sp>
        <p:sp>
          <p:nvSpPr>
            <p:cNvPr id="35887" name="Rectangle 29"/>
            <p:cNvSpPr/>
            <p:nvPr/>
          </p:nvSpPr>
          <p:spPr>
            <a:xfrm>
              <a:off x="4154" y="12630"/>
              <a:ext cx="974" cy="780"/>
            </a:xfrm>
            <a:prstGeom prst="rect">
              <a:avLst/>
            </a:prstGeom>
            <a:noFill/>
            <a:ln w="9525">
              <a:noFill/>
            </a:ln>
          </p:spPr>
          <p:txBody>
            <a:bodyPr anchor="ctr" anchorCtr="1"/>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algn="ctr" eaLnBrk="1" hangingPunct="1">
                <a:lnSpc>
                  <a:spcPct val="110000"/>
                </a:lnSpc>
                <a:spcBef>
                  <a:spcPct val="0"/>
                </a:spcBef>
                <a:buClrTx/>
                <a:buSzTx/>
                <a:buFontTx/>
                <a:buNone/>
              </a:pPr>
              <a:r>
                <a:rPr lang="zh-CN" altLang="en-US" sz="1800" b="1" dirty="0">
                  <a:latin typeface="Times New Roman" panose="02020603050405020304" pitchFamily="18" charset="0"/>
                </a:rPr>
                <a:t>收费</a:t>
              </a:r>
              <a:endParaRPr lang="zh-CN" altLang="en-US" sz="1800" b="1" dirty="0">
                <a:latin typeface="Comic Sans MS" panose="030F0702030302020204" pitchFamily="66" charset="0"/>
              </a:endParaRPr>
            </a:p>
          </p:txBody>
        </p:sp>
      </p:grpSp>
      <p:grpSp>
        <p:nvGrpSpPr>
          <p:cNvPr id="35847" name="Group 30"/>
          <p:cNvGrpSpPr/>
          <p:nvPr/>
        </p:nvGrpSpPr>
        <p:grpSpPr>
          <a:xfrm>
            <a:off x="2057400" y="4068763"/>
            <a:ext cx="987425" cy="952500"/>
            <a:chOff x="4154" y="12570"/>
            <a:chExt cx="974" cy="850"/>
          </a:xfrm>
        </p:grpSpPr>
        <p:sp>
          <p:nvSpPr>
            <p:cNvPr id="35884" name="Oval 31"/>
            <p:cNvSpPr/>
            <p:nvPr/>
          </p:nvSpPr>
          <p:spPr>
            <a:xfrm>
              <a:off x="4214" y="12570"/>
              <a:ext cx="850" cy="850"/>
            </a:xfrm>
            <a:prstGeom prst="ellipse">
              <a:avLst/>
            </a:prstGeom>
            <a:noFill/>
            <a:ln w="9525" cap="flat" cmpd="sng">
              <a:solidFill>
                <a:srgbClr val="000000"/>
              </a:solidFill>
              <a:prstDash val="solid"/>
              <a:headEnd type="none" w="med" len="med"/>
              <a:tailEnd type="none" w="med" len="med"/>
            </a:ln>
          </p:spPr>
          <p:txBody>
            <a:bodyPr anchor="ctr" anchorCtr="1"/>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eaLnBrk="1" hangingPunct="1">
                <a:spcBef>
                  <a:spcPct val="0"/>
                </a:spcBef>
                <a:buClrTx/>
                <a:buSzTx/>
                <a:buFontTx/>
                <a:buNone/>
              </a:pPr>
              <a:endParaRPr lang="zh-CN" altLang="en-US" sz="1600" b="1" dirty="0">
                <a:latin typeface="Comic Sans MS" panose="030F0702030302020204" pitchFamily="66" charset="0"/>
              </a:endParaRPr>
            </a:p>
          </p:txBody>
        </p:sp>
        <p:sp>
          <p:nvSpPr>
            <p:cNvPr id="35885" name="Rectangle 32"/>
            <p:cNvSpPr/>
            <p:nvPr/>
          </p:nvSpPr>
          <p:spPr>
            <a:xfrm>
              <a:off x="4154" y="12630"/>
              <a:ext cx="974" cy="780"/>
            </a:xfrm>
            <a:prstGeom prst="rect">
              <a:avLst/>
            </a:prstGeom>
            <a:noFill/>
            <a:ln w="9525">
              <a:noFill/>
            </a:ln>
          </p:spPr>
          <p:txBody>
            <a:bodyPr anchor="ctr" anchorCtr="1"/>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algn="ctr" eaLnBrk="1" hangingPunct="1">
                <a:lnSpc>
                  <a:spcPct val="110000"/>
                </a:lnSpc>
                <a:spcBef>
                  <a:spcPct val="0"/>
                </a:spcBef>
                <a:buClrTx/>
                <a:buSzTx/>
                <a:buFontTx/>
                <a:buNone/>
              </a:pPr>
              <a:r>
                <a:rPr lang="zh-CN" altLang="en-US" sz="1800" b="1" dirty="0">
                  <a:latin typeface="Times New Roman" panose="02020603050405020304" pitchFamily="18" charset="0"/>
                </a:rPr>
                <a:t>制作</a:t>
              </a:r>
              <a:endParaRPr lang="zh-CN" altLang="en-US" sz="1800" b="1" dirty="0">
                <a:latin typeface="Times New Roman" panose="02020603050405020304" pitchFamily="18" charset="0"/>
              </a:endParaRPr>
            </a:p>
            <a:p>
              <a:pPr marL="0" lvl="0" indent="0" algn="ctr" eaLnBrk="1" hangingPunct="1">
                <a:lnSpc>
                  <a:spcPct val="110000"/>
                </a:lnSpc>
                <a:spcBef>
                  <a:spcPct val="0"/>
                </a:spcBef>
                <a:buClrTx/>
                <a:buSzTx/>
                <a:buFontTx/>
                <a:buNone/>
              </a:pPr>
              <a:r>
                <a:rPr lang="zh-CN" altLang="en-US" sz="1800" b="1" dirty="0">
                  <a:latin typeface="Times New Roman" panose="02020603050405020304" pitchFamily="18" charset="0"/>
                </a:rPr>
                <a:t>财务报表</a:t>
              </a:r>
              <a:endParaRPr lang="zh-CN" altLang="en-US" sz="1800" b="1" dirty="0">
                <a:latin typeface="Comic Sans MS" panose="030F0702030302020204" pitchFamily="66" charset="0"/>
              </a:endParaRPr>
            </a:p>
          </p:txBody>
        </p:sp>
      </p:grpSp>
      <p:sp>
        <p:nvSpPr>
          <p:cNvPr id="35848" name="Line 34"/>
          <p:cNvSpPr/>
          <p:nvPr/>
        </p:nvSpPr>
        <p:spPr>
          <a:xfrm flipV="1">
            <a:off x="1162050" y="4573588"/>
            <a:ext cx="944563" cy="0"/>
          </a:xfrm>
          <a:prstGeom prst="line">
            <a:avLst/>
          </a:prstGeom>
          <a:ln w="9525" cap="flat" cmpd="sng">
            <a:solidFill>
              <a:srgbClr val="000000"/>
            </a:solidFill>
            <a:prstDash val="solid"/>
            <a:headEnd type="triangle" w="sm" len="med"/>
            <a:tailEnd type="none" w="sm" len="med"/>
          </a:ln>
        </p:spPr>
      </p:sp>
      <p:sp>
        <p:nvSpPr>
          <p:cNvPr id="35849" name="Rectangle 35"/>
          <p:cNvSpPr/>
          <p:nvPr/>
        </p:nvSpPr>
        <p:spPr>
          <a:xfrm>
            <a:off x="1058863" y="4132263"/>
            <a:ext cx="1227137" cy="520700"/>
          </a:xfrm>
          <a:prstGeom prst="rect">
            <a:avLst/>
          </a:prstGeom>
          <a:noFill/>
          <a:ln w="9525">
            <a:noFill/>
          </a:ln>
        </p:spPr>
        <p:txBody>
          <a:bodyPr anchor="ctr" anchorCtr="1"/>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algn="ctr" eaLnBrk="1" hangingPunct="1">
              <a:lnSpc>
                <a:spcPct val="110000"/>
              </a:lnSpc>
              <a:spcBef>
                <a:spcPct val="0"/>
              </a:spcBef>
              <a:buClrTx/>
              <a:buSzTx/>
              <a:buFontTx/>
              <a:buNone/>
            </a:pPr>
            <a:r>
              <a:rPr lang="zh-CN" altLang="en-US" sz="1800" dirty="0">
                <a:latin typeface="Times New Roman" panose="02020603050405020304" pitchFamily="18" charset="0"/>
              </a:rPr>
              <a:t>财务报表</a:t>
            </a:r>
            <a:endParaRPr lang="zh-CN" altLang="en-US" sz="1800" b="1" dirty="0">
              <a:latin typeface="Comic Sans MS" panose="030F0702030302020204" pitchFamily="66" charset="0"/>
            </a:endParaRPr>
          </a:p>
        </p:txBody>
      </p:sp>
      <p:sp>
        <p:nvSpPr>
          <p:cNvPr id="35850" name="Rectangle 36"/>
          <p:cNvSpPr/>
          <p:nvPr/>
        </p:nvSpPr>
        <p:spPr>
          <a:xfrm>
            <a:off x="228600" y="4300538"/>
            <a:ext cx="928688" cy="538162"/>
          </a:xfrm>
          <a:prstGeom prst="rect">
            <a:avLst/>
          </a:prstGeom>
          <a:noFill/>
          <a:ln w="9525" cap="flat" cmpd="sng">
            <a:solidFill>
              <a:srgbClr val="000000"/>
            </a:solidFill>
            <a:prstDash val="solid"/>
            <a:miter/>
            <a:headEnd type="none" w="med" len="med"/>
            <a:tailEnd type="none" w="med" len="med"/>
          </a:ln>
        </p:spPr>
        <p:txBody>
          <a:bodyPr anchor="ctr" anchorCtr="1"/>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algn="ctr" eaLnBrk="1" hangingPunct="1">
              <a:lnSpc>
                <a:spcPct val="110000"/>
              </a:lnSpc>
              <a:spcBef>
                <a:spcPct val="0"/>
              </a:spcBef>
              <a:buClrTx/>
              <a:buSzTx/>
              <a:buFontTx/>
              <a:buNone/>
            </a:pPr>
            <a:r>
              <a:rPr lang="zh-CN" altLang="en-US" sz="1800" b="1" dirty="0">
                <a:latin typeface="Times New Roman" panose="02020603050405020304" pitchFamily="18" charset="0"/>
              </a:rPr>
              <a:t>经理</a:t>
            </a:r>
            <a:endParaRPr lang="zh-CN" altLang="en-US" sz="1800" b="1" dirty="0">
              <a:latin typeface="Comic Sans MS" panose="030F0702030302020204" pitchFamily="66" charset="0"/>
            </a:endParaRPr>
          </a:p>
        </p:txBody>
      </p:sp>
      <p:grpSp>
        <p:nvGrpSpPr>
          <p:cNvPr id="35851" name="Group 39"/>
          <p:cNvGrpSpPr/>
          <p:nvPr/>
        </p:nvGrpSpPr>
        <p:grpSpPr>
          <a:xfrm>
            <a:off x="2660650" y="5614988"/>
            <a:ext cx="900113" cy="403225"/>
            <a:chOff x="1884" y="6360"/>
            <a:chExt cx="1306" cy="360"/>
          </a:xfrm>
        </p:grpSpPr>
        <p:sp>
          <p:nvSpPr>
            <p:cNvPr id="35882" name="Line 40"/>
            <p:cNvSpPr/>
            <p:nvPr/>
          </p:nvSpPr>
          <p:spPr>
            <a:xfrm>
              <a:off x="1884" y="6360"/>
              <a:ext cx="1290" cy="0"/>
            </a:xfrm>
            <a:prstGeom prst="line">
              <a:avLst/>
            </a:prstGeom>
            <a:ln w="9525" cap="flat" cmpd="sng">
              <a:solidFill>
                <a:srgbClr val="000000"/>
              </a:solidFill>
              <a:prstDash val="solid"/>
              <a:headEnd type="none" w="sm" len="med"/>
              <a:tailEnd type="none" w="sm" len="med"/>
            </a:ln>
          </p:spPr>
        </p:sp>
        <p:sp>
          <p:nvSpPr>
            <p:cNvPr id="35883" name="Line 41"/>
            <p:cNvSpPr/>
            <p:nvPr/>
          </p:nvSpPr>
          <p:spPr>
            <a:xfrm>
              <a:off x="1900" y="6720"/>
              <a:ext cx="1290" cy="0"/>
            </a:xfrm>
            <a:prstGeom prst="line">
              <a:avLst/>
            </a:prstGeom>
            <a:ln w="9525" cap="flat" cmpd="sng">
              <a:solidFill>
                <a:srgbClr val="000000"/>
              </a:solidFill>
              <a:prstDash val="solid"/>
              <a:headEnd type="none" w="sm" len="med"/>
              <a:tailEnd type="none" w="sm" len="med"/>
            </a:ln>
          </p:spPr>
        </p:sp>
      </p:grpSp>
      <p:sp>
        <p:nvSpPr>
          <p:cNvPr id="35852" name="Rectangle 42"/>
          <p:cNvSpPr/>
          <p:nvPr/>
        </p:nvSpPr>
        <p:spPr>
          <a:xfrm>
            <a:off x="2362200" y="5548313"/>
            <a:ext cx="1616075" cy="503237"/>
          </a:xfrm>
          <a:prstGeom prst="rect">
            <a:avLst/>
          </a:prstGeom>
          <a:noFill/>
          <a:ln w="9525">
            <a:noFill/>
          </a:ln>
        </p:spPr>
        <p:txBody>
          <a:bodyPr anchor="ctr" anchorCtr="1"/>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algn="ctr" eaLnBrk="1" hangingPunct="1">
              <a:lnSpc>
                <a:spcPct val="110000"/>
              </a:lnSpc>
              <a:spcBef>
                <a:spcPct val="0"/>
              </a:spcBef>
              <a:buClrTx/>
              <a:buSzTx/>
              <a:buFontTx/>
              <a:buNone/>
            </a:pPr>
            <a:r>
              <a:rPr lang="zh-CN" altLang="en-US" sz="1800" dirty="0">
                <a:latin typeface="Times New Roman" panose="02020603050405020304" pitchFamily="18" charset="0"/>
              </a:rPr>
              <a:t>帐务数据库</a:t>
            </a:r>
            <a:endParaRPr lang="zh-CN" altLang="en-US" sz="1800" b="1" dirty="0">
              <a:latin typeface="Comic Sans MS" panose="030F0702030302020204" pitchFamily="66" charset="0"/>
            </a:endParaRPr>
          </a:p>
        </p:txBody>
      </p:sp>
      <p:sp>
        <p:nvSpPr>
          <p:cNvPr id="35853" name="Arc 43"/>
          <p:cNvSpPr/>
          <p:nvPr/>
        </p:nvSpPr>
        <p:spPr>
          <a:xfrm rot="5400000" flipH="1">
            <a:off x="2552700" y="5154613"/>
            <a:ext cx="600075" cy="358775"/>
          </a:xfrm>
          <a:custGeom>
            <a:avLst/>
            <a:gdLst/>
            <a:ahLst/>
            <a:cxnLst>
              <a:cxn ang="0">
                <a:pos x="0" y="2147483646"/>
              </a:cxn>
              <a:cxn ang="0">
                <a:pos x="2147483646" y="2147483646"/>
              </a:cxn>
              <a:cxn ang="0">
                <a:pos x="2147483646" y="2147483646"/>
              </a:cxn>
            </a:cxnLst>
            <a:pathLst>
              <a:path w="27842" h="21600" fill="none">
                <a:moveTo>
                  <a:pt x="0" y="921"/>
                </a:moveTo>
                <a:cubicBezTo>
                  <a:pt x="2024" y="310"/>
                  <a:pt x="4127" y="-1"/>
                  <a:pt x="6242" y="0"/>
                </a:cubicBezTo>
                <a:cubicBezTo>
                  <a:pt x="18171" y="0"/>
                  <a:pt x="27842" y="9670"/>
                  <a:pt x="27842" y="21600"/>
                </a:cubicBezTo>
              </a:path>
              <a:path w="27842" h="21600" stroke="0">
                <a:moveTo>
                  <a:pt x="0" y="921"/>
                </a:moveTo>
                <a:cubicBezTo>
                  <a:pt x="2024" y="310"/>
                  <a:pt x="4127" y="-1"/>
                  <a:pt x="6242" y="0"/>
                </a:cubicBezTo>
                <a:cubicBezTo>
                  <a:pt x="18171" y="0"/>
                  <a:pt x="27842" y="9670"/>
                  <a:pt x="27842" y="21600"/>
                </a:cubicBezTo>
                <a:lnTo>
                  <a:pt x="6242" y="21600"/>
                </a:lnTo>
                <a:lnTo>
                  <a:pt x="0" y="921"/>
                </a:lnTo>
                <a:close/>
              </a:path>
            </a:pathLst>
          </a:custGeom>
          <a:noFill/>
          <a:ln w="9525" cap="flat" cmpd="sng">
            <a:solidFill>
              <a:srgbClr val="000000">
                <a:alpha val="100000"/>
              </a:srgbClr>
            </a:solidFill>
            <a:prstDash val="solid"/>
            <a:round/>
            <a:headEnd type="none" w="sm" len="med"/>
            <a:tailEnd type="triangle" w="sm" len="med"/>
          </a:ln>
        </p:spPr>
        <p:txBody>
          <a:bodyPr/>
          <a:p>
            <a:endParaRPr lang="zh-CN" altLang="en-US"/>
          </a:p>
        </p:txBody>
      </p:sp>
      <p:sp>
        <p:nvSpPr>
          <p:cNvPr id="35854" name="Arc 44"/>
          <p:cNvSpPr/>
          <p:nvPr/>
        </p:nvSpPr>
        <p:spPr>
          <a:xfrm rot="5400000" flipH="1" flipV="1">
            <a:off x="3160713" y="5154613"/>
            <a:ext cx="600075" cy="357187"/>
          </a:xfrm>
          <a:custGeom>
            <a:avLst/>
            <a:gdLst/>
            <a:ahLst/>
            <a:cxnLst>
              <a:cxn ang="0">
                <a:pos x="0" y="2147483646"/>
              </a:cxn>
              <a:cxn ang="0">
                <a:pos x="2147483646" y="2147483646"/>
              </a:cxn>
              <a:cxn ang="0">
                <a:pos x="2147483646" y="2147483646"/>
              </a:cxn>
            </a:cxnLst>
            <a:pathLst>
              <a:path w="27842" h="21600" fill="none">
                <a:moveTo>
                  <a:pt x="0" y="921"/>
                </a:moveTo>
                <a:cubicBezTo>
                  <a:pt x="2024" y="310"/>
                  <a:pt x="4127" y="-1"/>
                  <a:pt x="6242" y="0"/>
                </a:cubicBezTo>
                <a:cubicBezTo>
                  <a:pt x="18171" y="0"/>
                  <a:pt x="27842" y="9670"/>
                  <a:pt x="27842" y="21600"/>
                </a:cubicBezTo>
              </a:path>
              <a:path w="27842" h="21600" stroke="0">
                <a:moveTo>
                  <a:pt x="0" y="921"/>
                </a:moveTo>
                <a:cubicBezTo>
                  <a:pt x="2024" y="310"/>
                  <a:pt x="4127" y="-1"/>
                  <a:pt x="6242" y="0"/>
                </a:cubicBezTo>
                <a:cubicBezTo>
                  <a:pt x="18171" y="0"/>
                  <a:pt x="27842" y="9670"/>
                  <a:pt x="27842" y="21600"/>
                </a:cubicBezTo>
                <a:lnTo>
                  <a:pt x="6242" y="21600"/>
                </a:lnTo>
                <a:lnTo>
                  <a:pt x="0" y="921"/>
                </a:lnTo>
                <a:close/>
              </a:path>
            </a:pathLst>
          </a:custGeom>
          <a:noFill/>
          <a:ln w="9525" cap="flat" cmpd="sng">
            <a:solidFill>
              <a:srgbClr val="000000">
                <a:alpha val="100000"/>
              </a:srgbClr>
            </a:solidFill>
            <a:prstDash val="solid"/>
            <a:round/>
            <a:headEnd type="triangle" w="sm" len="med"/>
            <a:tailEnd type="none" w="sm" len="med"/>
          </a:ln>
        </p:spPr>
        <p:txBody>
          <a:bodyPr/>
          <a:p>
            <a:endParaRPr lang="zh-CN" altLang="en-US"/>
          </a:p>
        </p:txBody>
      </p:sp>
      <p:grpSp>
        <p:nvGrpSpPr>
          <p:cNvPr id="35855" name="Group 45"/>
          <p:cNvGrpSpPr/>
          <p:nvPr/>
        </p:nvGrpSpPr>
        <p:grpSpPr>
          <a:xfrm>
            <a:off x="1724025" y="2374900"/>
            <a:ext cx="6559550" cy="1978025"/>
            <a:chOff x="3234" y="10968"/>
            <a:chExt cx="6466" cy="1766"/>
          </a:xfrm>
        </p:grpSpPr>
        <p:grpSp>
          <p:nvGrpSpPr>
            <p:cNvPr id="35856" name="Group 46"/>
            <p:cNvGrpSpPr/>
            <p:nvPr/>
          </p:nvGrpSpPr>
          <p:grpSpPr>
            <a:xfrm>
              <a:off x="3234" y="10968"/>
              <a:ext cx="6466" cy="937"/>
              <a:chOff x="3016" y="9948"/>
              <a:chExt cx="6466" cy="937"/>
            </a:xfrm>
          </p:grpSpPr>
          <p:grpSp>
            <p:nvGrpSpPr>
              <p:cNvPr id="35865" name="Group 47"/>
              <p:cNvGrpSpPr/>
              <p:nvPr/>
            </p:nvGrpSpPr>
            <p:grpSpPr>
              <a:xfrm>
                <a:off x="6850" y="10020"/>
                <a:ext cx="974" cy="850"/>
                <a:chOff x="4154" y="12570"/>
                <a:chExt cx="974" cy="850"/>
              </a:xfrm>
            </p:grpSpPr>
            <p:sp>
              <p:nvSpPr>
                <p:cNvPr id="35880" name="Oval 48"/>
                <p:cNvSpPr/>
                <p:nvPr/>
              </p:nvSpPr>
              <p:spPr>
                <a:xfrm>
                  <a:off x="4214" y="12570"/>
                  <a:ext cx="850" cy="850"/>
                </a:xfrm>
                <a:prstGeom prst="ellipse">
                  <a:avLst/>
                </a:prstGeom>
                <a:noFill/>
                <a:ln w="9525" cap="flat" cmpd="sng">
                  <a:solidFill>
                    <a:srgbClr val="000000"/>
                  </a:solidFill>
                  <a:prstDash val="solid"/>
                  <a:headEnd type="none" w="med" len="med"/>
                  <a:tailEnd type="none" w="med" len="med"/>
                </a:ln>
              </p:spPr>
              <p:txBody>
                <a:bodyPr anchor="ctr" anchorCtr="1"/>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eaLnBrk="1" hangingPunct="1">
                    <a:spcBef>
                      <a:spcPct val="0"/>
                    </a:spcBef>
                    <a:buClrTx/>
                    <a:buSzTx/>
                    <a:buFontTx/>
                    <a:buNone/>
                  </a:pPr>
                  <a:endParaRPr lang="zh-CN" altLang="en-US" sz="1600" b="1" dirty="0">
                    <a:latin typeface="Comic Sans MS" panose="030F0702030302020204" pitchFamily="66" charset="0"/>
                  </a:endParaRPr>
                </a:p>
              </p:txBody>
            </p:sp>
            <p:sp>
              <p:nvSpPr>
                <p:cNvPr id="35881" name="Rectangle 49"/>
                <p:cNvSpPr/>
                <p:nvPr/>
              </p:nvSpPr>
              <p:spPr>
                <a:xfrm>
                  <a:off x="4154" y="12630"/>
                  <a:ext cx="974" cy="780"/>
                </a:xfrm>
                <a:prstGeom prst="rect">
                  <a:avLst/>
                </a:prstGeom>
                <a:noFill/>
                <a:ln w="9525">
                  <a:noFill/>
                </a:ln>
              </p:spPr>
              <p:txBody>
                <a:bodyPr anchor="ctr" anchorCtr="1"/>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algn="ctr" eaLnBrk="1" hangingPunct="1">
                    <a:lnSpc>
                      <a:spcPct val="110000"/>
                    </a:lnSpc>
                    <a:spcBef>
                      <a:spcPct val="0"/>
                    </a:spcBef>
                    <a:buClrTx/>
                    <a:buSzTx/>
                    <a:buFontTx/>
                    <a:buNone/>
                  </a:pPr>
                  <a:r>
                    <a:rPr lang="zh-CN" altLang="en-US" sz="1800" b="1" dirty="0">
                      <a:latin typeface="Times New Roman" panose="02020603050405020304" pitchFamily="18" charset="0"/>
                    </a:rPr>
                    <a:t>制作</a:t>
                  </a:r>
                  <a:endParaRPr lang="zh-CN" altLang="en-US" sz="1800" b="1" dirty="0">
                    <a:latin typeface="Times New Roman" panose="02020603050405020304" pitchFamily="18" charset="0"/>
                  </a:endParaRPr>
                </a:p>
                <a:p>
                  <a:pPr marL="0" lvl="0" indent="0" algn="ctr" eaLnBrk="1" hangingPunct="1">
                    <a:lnSpc>
                      <a:spcPct val="110000"/>
                    </a:lnSpc>
                    <a:spcBef>
                      <a:spcPct val="0"/>
                    </a:spcBef>
                    <a:buClrTx/>
                    <a:buSzTx/>
                    <a:buFontTx/>
                    <a:buNone/>
                  </a:pPr>
                  <a:r>
                    <a:rPr lang="zh-CN" altLang="en-US" sz="1800" b="1" dirty="0">
                      <a:latin typeface="Times New Roman" panose="02020603050405020304" pitchFamily="18" charset="0"/>
                    </a:rPr>
                    <a:t>发书单</a:t>
                  </a:r>
                  <a:endParaRPr lang="zh-CN" altLang="en-US" sz="1800" b="1" dirty="0">
                    <a:latin typeface="Comic Sans MS" panose="030F0702030302020204" pitchFamily="66" charset="0"/>
                  </a:endParaRPr>
                </a:p>
              </p:txBody>
            </p:sp>
          </p:grpSp>
          <p:grpSp>
            <p:nvGrpSpPr>
              <p:cNvPr id="35866" name="Group 50"/>
              <p:cNvGrpSpPr/>
              <p:nvPr/>
            </p:nvGrpSpPr>
            <p:grpSpPr>
              <a:xfrm>
                <a:off x="4704" y="10035"/>
                <a:ext cx="974" cy="850"/>
                <a:chOff x="4154" y="12570"/>
                <a:chExt cx="974" cy="850"/>
              </a:xfrm>
            </p:grpSpPr>
            <p:sp>
              <p:nvSpPr>
                <p:cNvPr id="35878" name="Oval 51"/>
                <p:cNvSpPr/>
                <p:nvPr/>
              </p:nvSpPr>
              <p:spPr>
                <a:xfrm>
                  <a:off x="4214" y="12570"/>
                  <a:ext cx="850" cy="850"/>
                </a:xfrm>
                <a:prstGeom prst="ellipse">
                  <a:avLst/>
                </a:prstGeom>
                <a:noFill/>
                <a:ln w="9525" cap="flat" cmpd="sng">
                  <a:solidFill>
                    <a:srgbClr val="000000"/>
                  </a:solidFill>
                  <a:prstDash val="solid"/>
                  <a:headEnd type="none" w="med" len="med"/>
                  <a:tailEnd type="none" w="med" len="med"/>
                </a:ln>
              </p:spPr>
              <p:txBody>
                <a:bodyPr anchor="ctr" anchorCtr="1"/>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eaLnBrk="1" hangingPunct="1">
                    <a:spcBef>
                      <a:spcPct val="0"/>
                    </a:spcBef>
                    <a:buClrTx/>
                    <a:buSzTx/>
                    <a:buFontTx/>
                    <a:buNone/>
                  </a:pPr>
                  <a:endParaRPr lang="zh-CN" altLang="en-US" sz="1600" b="1" dirty="0">
                    <a:latin typeface="Comic Sans MS" panose="030F0702030302020204" pitchFamily="66" charset="0"/>
                  </a:endParaRPr>
                </a:p>
              </p:txBody>
            </p:sp>
            <p:sp>
              <p:nvSpPr>
                <p:cNvPr id="35879" name="Rectangle 52"/>
                <p:cNvSpPr/>
                <p:nvPr/>
              </p:nvSpPr>
              <p:spPr>
                <a:xfrm>
                  <a:off x="4154" y="12630"/>
                  <a:ext cx="974" cy="780"/>
                </a:xfrm>
                <a:prstGeom prst="rect">
                  <a:avLst/>
                </a:prstGeom>
                <a:noFill/>
                <a:ln w="9525">
                  <a:noFill/>
                </a:ln>
              </p:spPr>
              <p:txBody>
                <a:bodyPr anchor="ctr" anchorCtr="1"/>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algn="ctr" eaLnBrk="1" hangingPunct="1">
                    <a:lnSpc>
                      <a:spcPct val="110000"/>
                    </a:lnSpc>
                    <a:spcBef>
                      <a:spcPct val="0"/>
                    </a:spcBef>
                    <a:buClrTx/>
                    <a:buSzTx/>
                    <a:buFontTx/>
                    <a:buNone/>
                  </a:pPr>
                  <a:r>
                    <a:rPr lang="zh-CN" altLang="en-US" sz="1800" b="1" dirty="0">
                      <a:latin typeface="Times New Roman" panose="02020603050405020304" pitchFamily="18" charset="0"/>
                    </a:rPr>
                    <a:t>图书</a:t>
                  </a:r>
                  <a:endParaRPr lang="zh-CN" altLang="en-US" sz="1800" b="1" dirty="0">
                    <a:latin typeface="Times New Roman" panose="02020603050405020304" pitchFamily="18" charset="0"/>
                  </a:endParaRPr>
                </a:p>
                <a:p>
                  <a:pPr marL="0" lvl="0" indent="0" algn="ctr" eaLnBrk="1" hangingPunct="1">
                    <a:lnSpc>
                      <a:spcPct val="110000"/>
                    </a:lnSpc>
                    <a:spcBef>
                      <a:spcPct val="0"/>
                    </a:spcBef>
                    <a:buClrTx/>
                    <a:buSzTx/>
                    <a:buFontTx/>
                    <a:buNone/>
                  </a:pPr>
                  <a:r>
                    <a:rPr lang="zh-CN" altLang="en-US" sz="1800" b="1" dirty="0">
                      <a:latin typeface="Times New Roman" panose="02020603050405020304" pitchFamily="18" charset="0"/>
                    </a:rPr>
                    <a:t>订购</a:t>
                  </a:r>
                  <a:endParaRPr lang="zh-CN" altLang="en-US" sz="1800" b="1" dirty="0">
                    <a:latin typeface="Comic Sans MS" panose="030F0702030302020204" pitchFamily="66" charset="0"/>
                  </a:endParaRPr>
                </a:p>
              </p:txBody>
            </p:sp>
          </p:grpSp>
          <p:grpSp>
            <p:nvGrpSpPr>
              <p:cNvPr id="35867" name="Group 53"/>
              <p:cNvGrpSpPr/>
              <p:nvPr/>
            </p:nvGrpSpPr>
            <p:grpSpPr>
              <a:xfrm>
                <a:off x="5620" y="9948"/>
                <a:ext cx="1290" cy="507"/>
                <a:chOff x="5620" y="9948"/>
                <a:chExt cx="1290" cy="507"/>
              </a:xfrm>
            </p:grpSpPr>
            <p:sp>
              <p:nvSpPr>
                <p:cNvPr id="35876" name="Line 54"/>
                <p:cNvSpPr/>
                <p:nvPr/>
              </p:nvSpPr>
              <p:spPr>
                <a:xfrm>
                  <a:off x="5634" y="10455"/>
                  <a:ext cx="1276" cy="0"/>
                </a:xfrm>
                <a:prstGeom prst="line">
                  <a:avLst/>
                </a:prstGeom>
                <a:ln w="9525" cap="flat" cmpd="sng">
                  <a:solidFill>
                    <a:srgbClr val="000000"/>
                  </a:solidFill>
                  <a:prstDash val="solid"/>
                  <a:headEnd type="none" w="sm" len="med"/>
                  <a:tailEnd type="triangle" w="sm" len="med"/>
                </a:ln>
              </p:spPr>
            </p:sp>
            <p:sp>
              <p:nvSpPr>
                <p:cNvPr id="35877" name="Rectangle 55"/>
                <p:cNvSpPr/>
                <p:nvPr/>
              </p:nvSpPr>
              <p:spPr>
                <a:xfrm>
                  <a:off x="5620" y="9948"/>
                  <a:ext cx="1214" cy="465"/>
                </a:xfrm>
                <a:prstGeom prst="rect">
                  <a:avLst/>
                </a:prstGeom>
                <a:noFill/>
                <a:ln w="9525">
                  <a:noFill/>
                </a:ln>
              </p:spPr>
              <p:txBody>
                <a:bodyPr anchor="ctr" anchorCtr="1"/>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algn="ctr" eaLnBrk="1" hangingPunct="1">
                    <a:lnSpc>
                      <a:spcPct val="110000"/>
                    </a:lnSpc>
                    <a:spcBef>
                      <a:spcPct val="0"/>
                    </a:spcBef>
                    <a:buClrTx/>
                    <a:buSzTx/>
                    <a:buFontTx/>
                    <a:buNone/>
                  </a:pPr>
                  <a:r>
                    <a:rPr lang="zh-CN" altLang="en-US" sz="1800" dirty="0">
                      <a:latin typeface="Times New Roman" panose="02020603050405020304" pitchFamily="18" charset="0"/>
                    </a:rPr>
                    <a:t>核准的订购单</a:t>
                  </a:r>
                  <a:endParaRPr lang="zh-CN" altLang="en-US" sz="1800" b="1" dirty="0">
                    <a:latin typeface="Comic Sans MS" panose="030F0702030302020204" pitchFamily="66" charset="0"/>
                  </a:endParaRPr>
                </a:p>
              </p:txBody>
            </p:sp>
          </p:grpSp>
          <p:grpSp>
            <p:nvGrpSpPr>
              <p:cNvPr id="35868" name="Group 56"/>
              <p:cNvGrpSpPr/>
              <p:nvPr/>
            </p:nvGrpSpPr>
            <p:grpSpPr>
              <a:xfrm>
                <a:off x="7660" y="10095"/>
                <a:ext cx="1038" cy="465"/>
                <a:chOff x="7944" y="10095"/>
                <a:chExt cx="1038" cy="465"/>
              </a:xfrm>
            </p:grpSpPr>
            <p:sp>
              <p:nvSpPr>
                <p:cNvPr id="35874" name="Line 57"/>
                <p:cNvSpPr/>
                <p:nvPr/>
              </p:nvSpPr>
              <p:spPr>
                <a:xfrm flipV="1">
                  <a:off x="8034" y="10455"/>
                  <a:ext cx="810" cy="0"/>
                </a:xfrm>
                <a:prstGeom prst="line">
                  <a:avLst/>
                </a:prstGeom>
                <a:ln w="9525" cap="flat" cmpd="sng">
                  <a:solidFill>
                    <a:srgbClr val="000000"/>
                  </a:solidFill>
                  <a:prstDash val="solid"/>
                  <a:headEnd type="none" w="sm" len="med"/>
                  <a:tailEnd type="triangle" w="sm" len="med"/>
                </a:ln>
              </p:spPr>
            </p:sp>
            <p:sp>
              <p:nvSpPr>
                <p:cNvPr id="35875" name="Rectangle 58"/>
                <p:cNvSpPr/>
                <p:nvPr/>
              </p:nvSpPr>
              <p:spPr>
                <a:xfrm>
                  <a:off x="7944" y="10095"/>
                  <a:ext cx="1038" cy="465"/>
                </a:xfrm>
                <a:prstGeom prst="rect">
                  <a:avLst/>
                </a:prstGeom>
                <a:noFill/>
                <a:ln w="9525">
                  <a:noFill/>
                </a:ln>
              </p:spPr>
              <p:txBody>
                <a:bodyPr anchor="ctr" anchorCtr="1"/>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algn="ctr" eaLnBrk="1" hangingPunct="1">
                    <a:lnSpc>
                      <a:spcPct val="110000"/>
                    </a:lnSpc>
                    <a:spcBef>
                      <a:spcPct val="0"/>
                    </a:spcBef>
                    <a:buClrTx/>
                    <a:buSzTx/>
                    <a:buFontTx/>
                    <a:buNone/>
                  </a:pPr>
                  <a:r>
                    <a:rPr lang="zh-CN" altLang="en-US" sz="1800" dirty="0">
                      <a:latin typeface="Times New Roman" panose="02020603050405020304" pitchFamily="18" charset="0"/>
                    </a:rPr>
                    <a:t>发书单</a:t>
                  </a:r>
                  <a:endParaRPr lang="zh-CN" altLang="en-US" sz="1800" b="1" dirty="0">
                    <a:latin typeface="Comic Sans MS" panose="030F0702030302020204" pitchFamily="66" charset="0"/>
                  </a:endParaRPr>
                </a:p>
              </p:txBody>
            </p:sp>
          </p:grpSp>
          <p:grpSp>
            <p:nvGrpSpPr>
              <p:cNvPr id="35869" name="Group 59"/>
              <p:cNvGrpSpPr/>
              <p:nvPr/>
            </p:nvGrpSpPr>
            <p:grpSpPr>
              <a:xfrm>
                <a:off x="3884" y="10080"/>
                <a:ext cx="983" cy="465"/>
                <a:chOff x="3884" y="10080"/>
                <a:chExt cx="983" cy="465"/>
              </a:xfrm>
            </p:grpSpPr>
            <p:sp>
              <p:nvSpPr>
                <p:cNvPr id="35872" name="Line 60"/>
                <p:cNvSpPr/>
                <p:nvPr/>
              </p:nvSpPr>
              <p:spPr>
                <a:xfrm>
                  <a:off x="3924" y="10455"/>
                  <a:ext cx="872" cy="0"/>
                </a:xfrm>
                <a:prstGeom prst="line">
                  <a:avLst/>
                </a:prstGeom>
                <a:ln w="9525" cap="flat" cmpd="sng">
                  <a:solidFill>
                    <a:srgbClr val="000000"/>
                  </a:solidFill>
                  <a:prstDash val="solid"/>
                  <a:headEnd type="none" w="sm" len="med"/>
                  <a:tailEnd type="triangle" w="sm" len="med"/>
                </a:ln>
              </p:spPr>
            </p:sp>
            <p:sp>
              <p:nvSpPr>
                <p:cNvPr id="35873" name="Rectangle 61"/>
                <p:cNvSpPr/>
                <p:nvPr/>
              </p:nvSpPr>
              <p:spPr>
                <a:xfrm>
                  <a:off x="3884" y="10080"/>
                  <a:ext cx="983" cy="465"/>
                </a:xfrm>
                <a:prstGeom prst="rect">
                  <a:avLst/>
                </a:prstGeom>
                <a:noFill/>
                <a:ln w="9525">
                  <a:noFill/>
                </a:ln>
              </p:spPr>
              <p:txBody>
                <a:bodyPr anchor="ctr" anchorCtr="1"/>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algn="ctr" eaLnBrk="1" hangingPunct="1">
                    <a:lnSpc>
                      <a:spcPct val="110000"/>
                    </a:lnSpc>
                    <a:spcBef>
                      <a:spcPct val="0"/>
                    </a:spcBef>
                    <a:buClrTx/>
                    <a:buSzTx/>
                    <a:buFontTx/>
                    <a:buNone/>
                  </a:pPr>
                  <a:r>
                    <a:rPr lang="zh-CN" altLang="en-US" sz="1800" dirty="0">
                      <a:latin typeface="Times New Roman" panose="02020603050405020304" pitchFamily="18" charset="0"/>
                    </a:rPr>
                    <a:t>订购单</a:t>
                  </a:r>
                  <a:endParaRPr lang="zh-CN" altLang="en-US" sz="1800" b="1" dirty="0">
                    <a:latin typeface="Comic Sans MS" panose="030F0702030302020204" pitchFamily="66" charset="0"/>
                  </a:endParaRPr>
                </a:p>
              </p:txBody>
            </p:sp>
          </p:grpSp>
          <p:sp>
            <p:nvSpPr>
              <p:cNvPr id="35870" name="Rectangle 62"/>
              <p:cNvSpPr/>
              <p:nvPr/>
            </p:nvSpPr>
            <p:spPr>
              <a:xfrm>
                <a:off x="8566" y="10212"/>
                <a:ext cx="916" cy="480"/>
              </a:xfrm>
              <a:prstGeom prst="rect">
                <a:avLst/>
              </a:prstGeom>
              <a:noFill/>
              <a:ln w="9525" cap="flat" cmpd="sng">
                <a:solidFill>
                  <a:srgbClr val="000000"/>
                </a:solidFill>
                <a:prstDash val="solid"/>
                <a:miter/>
                <a:headEnd type="none" w="med" len="med"/>
                <a:tailEnd type="none" w="med" len="med"/>
              </a:ln>
            </p:spPr>
            <p:txBody>
              <a:bodyPr anchor="ctr" anchorCtr="1"/>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algn="ctr" eaLnBrk="1" hangingPunct="1">
                  <a:lnSpc>
                    <a:spcPct val="110000"/>
                  </a:lnSpc>
                  <a:spcBef>
                    <a:spcPct val="0"/>
                  </a:spcBef>
                  <a:buClrTx/>
                  <a:buSzTx/>
                  <a:buFontTx/>
                  <a:buNone/>
                </a:pPr>
                <a:r>
                  <a:rPr lang="zh-CN" altLang="en-US" sz="1800" b="1" dirty="0">
                    <a:latin typeface="Times New Roman" panose="02020603050405020304" pitchFamily="18" charset="0"/>
                  </a:rPr>
                  <a:t>顾客</a:t>
                </a:r>
                <a:endParaRPr lang="zh-CN" altLang="en-US" sz="1800" b="1" dirty="0">
                  <a:latin typeface="Comic Sans MS" panose="030F0702030302020204" pitchFamily="66" charset="0"/>
                </a:endParaRPr>
              </a:p>
            </p:txBody>
          </p:sp>
          <p:sp>
            <p:nvSpPr>
              <p:cNvPr id="35871" name="Rectangle 63"/>
              <p:cNvSpPr/>
              <p:nvPr/>
            </p:nvSpPr>
            <p:spPr>
              <a:xfrm>
                <a:off x="3016" y="10227"/>
                <a:ext cx="916" cy="480"/>
              </a:xfrm>
              <a:prstGeom prst="rect">
                <a:avLst/>
              </a:prstGeom>
              <a:noFill/>
              <a:ln w="9525" cap="flat" cmpd="sng">
                <a:solidFill>
                  <a:srgbClr val="000000"/>
                </a:solidFill>
                <a:prstDash val="solid"/>
                <a:miter/>
                <a:headEnd type="none" w="med" len="med"/>
                <a:tailEnd type="none" w="med" len="med"/>
              </a:ln>
            </p:spPr>
            <p:txBody>
              <a:bodyPr anchor="ctr" anchorCtr="1"/>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algn="ctr" eaLnBrk="1" hangingPunct="1">
                  <a:lnSpc>
                    <a:spcPct val="110000"/>
                  </a:lnSpc>
                  <a:spcBef>
                    <a:spcPct val="0"/>
                  </a:spcBef>
                  <a:buClrTx/>
                  <a:buSzTx/>
                  <a:buFontTx/>
                  <a:buNone/>
                </a:pPr>
                <a:r>
                  <a:rPr lang="zh-CN" altLang="en-US" sz="1800" b="1" dirty="0">
                    <a:latin typeface="Times New Roman" panose="02020603050405020304" pitchFamily="18" charset="0"/>
                  </a:rPr>
                  <a:t>顾客</a:t>
                </a:r>
                <a:endParaRPr lang="zh-CN" altLang="en-US" sz="1800" b="1" dirty="0">
                  <a:latin typeface="Comic Sans MS" panose="030F0702030302020204" pitchFamily="66" charset="0"/>
                </a:endParaRPr>
              </a:p>
            </p:txBody>
          </p:sp>
        </p:grpSp>
        <p:grpSp>
          <p:nvGrpSpPr>
            <p:cNvPr id="35857" name="Group 64"/>
            <p:cNvGrpSpPr/>
            <p:nvPr/>
          </p:nvGrpSpPr>
          <p:grpSpPr>
            <a:xfrm>
              <a:off x="3966" y="11655"/>
              <a:ext cx="2472" cy="1079"/>
              <a:chOff x="3966" y="11655"/>
              <a:chExt cx="2472" cy="1079"/>
            </a:xfrm>
          </p:grpSpPr>
          <p:sp>
            <p:nvSpPr>
              <p:cNvPr id="35858" name="Arc 65"/>
              <p:cNvSpPr/>
              <p:nvPr/>
            </p:nvSpPr>
            <p:spPr>
              <a:xfrm>
                <a:off x="5506" y="11766"/>
                <a:ext cx="932" cy="968"/>
              </a:xfrm>
              <a:custGeom>
                <a:avLst/>
                <a:gdLst/>
                <a:ahLst/>
                <a:cxnLst>
                  <a:cxn ang="0">
                    <a:pos x="0" y="0"/>
                  </a:cxn>
                  <a:cxn ang="0">
                    <a:pos x="0" y="0"/>
                  </a:cxn>
                  <a:cxn ang="0">
                    <a:pos x="0" y="0"/>
                  </a:cxn>
                </a:cxnLst>
                <a:pathLst>
                  <a:path w="21600" h="21182" fill="none">
                    <a:moveTo>
                      <a:pt x="4229" y="0"/>
                    </a:moveTo>
                    <a:cubicBezTo>
                      <a:pt x="14329" y="2017"/>
                      <a:pt x="21600" y="10883"/>
                      <a:pt x="21600" y="21182"/>
                    </a:cubicBezTo>
                  </a:path>
                  <a:path w="21600" h="21182" stroke="0">
                    <a:moveTo>
                      <a:pt x="4229" y="0"/>
                    </a:moveTo>
                    <a:cubicBezTo>
                      <a:pt x="14329" y="2017"/>
                      <a:pt x="21600" y="10883"/>
                      <a:pt x="21600" y="21182"/>
                    </a:cubicBezTo>
                    <a:lnTo>
                      <a:pt x="0" y="21182"/>
                    </a:lnTo>
                    <a:lnTo>
                      <a:pt x="4229" y="0"/>
                    </a:lnTo>
                    <a:close/>
                  </a:path>
                </a:pathLst>
              </a:custGeom>
              <a:noFill/>
              <a:ln w="9525" cap="flat" cmpd="sng">
                <a:solidFill>
                  <a:srgbClr val="000000">
                    <a:alpha val="100000"/>
                  </a:srgbClr>
                </a:solidFill>
                <a:prstDash val="solid"/>
                <a:round/>
                <a:headEnd type="triangle" w="sm" len="med"/>
                <a:tailEnd type="triangle" w="sm" len="med"/>
              </a:ln>
            </p:spPr>
            <p:txBody>
              <a:bodyPr/>
              <a:p>
                <a:endParaRPr lang="zh-CN" altLang="en-US"/>
              </a:p>
            </p:txBody>
          </p:sp>
          <p:grpSp>
            <p:nvGrpSpPr>
              <p:cNvPr id="35859" name="Group 66"/>
              <p:cNvGrpSpPr/>
              <p:nvPr/>
            </p:nvGrpSpPr>
            <p:grpSpPr>
              <a:xfrm>
                <a:off x="4908" y="11850"/>
                <a:ext cx="720" cy="666"/>
                <a:chOff x="4908" y="11850"/>
                <a:chExt cx="720" cy="666"/>
              </a:xfrm>
            </p:grpSpPr>
            <p:sp>
              <p:nvSpPr>
                <p:cNvPr id="35863" name="Rectangle 67"/>
                <p:cNvSpPr/>
                <p:nvPr/>
              </p:nvSpPr>
              <p:spPr>
                <a:xfrm>
                  <a:off x="4915" y="11928"/>
                  <a:ext cx="713" cy="525"/>
                </a:xfrm>
                <a:prstGeom prst="rect">
                  <a:avLst/>
                </a:prstGeom>
                <a:noFill/>
                <a:ln w="9525">
                  <a:noFill/>
                </a:ln>
              </p:spPr>
              <p:txBody>
                <a:bodyPr anchor="ctr" anchorCtr="1"/>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algn="ctr" eaLnBrk="1" hangingPunct="1">
                    <a:lnSpc>
                      <a:spcPct val="110000"/>
                    </a:lnSpc>
                    <a:spcBef>
                      <a:spcPct val="0"/>
                    </a:spcBef>
                    <a:buClrTx/>
                    <a:buSzTx/>
                    <a:buFontTx/>
                    <a:buNone/>
                  </a:pPr>
                  <a:r>
                    <a:rPr lang="zh-CN" altLang="en-US" sz="1800" dirty="0">
                      <a:latin typeface="Times New Roman" panose="02020603050405020304" pitchFamily="18" charset="0"/>
                    </a:rPr>
                    <a:t>收费数据</a:t>
                  </a:r>
                  <a:endParaRPr lang="zh-CN" altLang="en-US" sz="1800" b="1" dirty="0">
                    <a:latin typeface="Comic Sans MS" panose="030F0702030302020204" pitchFamily="66" charset="0"/>
                  </a:endParaRPr>
                </a:p>
              </p:txBody>
            </p:sp>
            <p:sp>
              <p:nvSpPr>
                <p:cNvPr id="35864" name="Arc 68"/>
                <p:cNvSpPr/>
                <p:nvPr/>
              </p:nvSpPr>
              <p:spPr>
                <a:xfrm rot="4158750" flipH="1" flipV="1">
                  <a:off x="4752" y="12006"/>
                  <a:ext cx="666" cy="354"/>
                </a:xfrm>
                <a:custGeom>
                  <a:avLst/>
                  <a:gdLst/>
                  <a:ahLst/>
                  <a:cxnLst>
                    <a:cxn ang="0">
                      <a:pos x="0" y="0"/>
                    </a:cxn>
                    <a:cxn ang="0">
                      <a:pos x="0" y="0"/>
                    </a:cxn>
                    <a:cxn ang="0">
                      <a:pos x="0" y="0"/>
                    </a:cxn>
                  </a:cxnLst>
                  <a:pathLst>
                    <a:path w="27842" h="21600" fill="none">
                      <a:moveTo>
                        <a:pt x="0" y="921"/>
                      </a:moveTo>
                      <a:cubicBezTo>
                        <a:pt x="2024" y="310"/>
                        <a:pt x="4127" y="-1"/>
                        <a:pt x="6242" y="0"/>
                      </a:cubicBezTo>
                      <a:cubicBezTo>
                        <a:pt x="18171" y="0"/>
                        <a:pt x="27842" y="9670"/>
                        <a:pt x="27842" y="21600"/>
                      </a:cubicBezTo>
                    </a:path>
                    <a:path w="27842" h="21600" stroke="0">
                      <a:moveTo>
                        <a:pt x="0" y="921"/>
                      </a:moveTo>
                      <a:cubicBezTo>
                        <a:pt x="2024" y="310"/>
                        <a:pt x="4127" y="-1"/>
                        <a:pt x="6242" y="0"/>
                      </a:cubicBezTo>
                      <a:cubicBezTo>
                        <a:pt x="18171" y="0"/>
                        <a:pt x="27842" y="9670"/>
                        <a:pt x="27842" y="21600"/>
                      </a:cubicBezTo>
                      <a:lnTo>
                        <a:pt x="6242" y="21600"/>
                      </a:lnTo>
                      <a:lnTo>
                        <a:pt x="0" y="921"/>
                      </a:lnTo>
                      <a:close/>
                    </a:path>
                  </a:pathLst>
                </a:custGeom>
                <a:noFill/>
                <a:ln w="9525" cap="flat" cmpd="sng">
                  <a:solidFill>
                    <a:srgbClr val="000000">
                      <a:alpha val="100000"/>
                    </a:srgbClr>
                  </a:solidFill>
                  <a:prstDash val="solid"/>
                  <a:round/>
                  <a:headEnd type="triangle" w="sm" len="med"/>
                  <a:tailEnd type="none" w="sm" len="med"/>
                </a:ln>
              </p:spPr>
              <p:txBody>
                <a:bodyPr/>
                <a:p>
                  <a:endParaRPr lang="zh-CN" altLang="en-US"/>
                </a:p>
              </p:txBody>
            </p:sp>
          </p:grpSp>
          <p:grpSp>
            <p:nvGrpSpPr>
              <p:cNvPr id="35860" name="Group 69"/>
              <p:cNvGrpSpPr/>
              <p:nvPr/>
            </p:nvGrpSpPr>
            <p:grpSpPr>
              <a:xfrm>
                <a:off x="3966" y="11655"/>
                <a:ext cx="492" cy="817"/>
                <a:chOff x="3966" y="11655"/>
                <a:chExt cx="492" cy="817"/>
              </a:xfrm>
            </p:grpSpPr>
            <p:sp>
              <p:nvSpPr>
                <p:cNvPr id="35861" name="Arc 70"/>
                <p:cNvSpPr/>
                <p:nvPr/>
              </p:nvSpPr>
              <p:spPr>
                <a:xfrm rot="6771294" flipH="1">
                  <a:off x="3770" y="11850"/>
                  <a:ext cx="817" cy="426"/>
                </a:xfrm>
                <a:custGeom>
                  <a:avLst/>
                  <a:gdLst/>
                  <a:ahLst/>
                  <a:cxnLst>
                    <a:cxn ang="0">
                      <a:pos x="0" y="0"/>
                    </a:cxn>
                    <a:cxn ang="0">
                      <a:pos x="0" y="0"/>
                    </a:cxn>
                    <a:cxn ang="0">
                      <a:pos x="0" y="0"/>
                    </a:cxn>
                  </a:cxnLst>
                  <a:pathLst>
                    <a:path w="27842" h="21600" fill="none">
                      <a:moveTo>
                        <a:pt x="0" y="921"/>
                      </a:moveTo>
                      <a:cubicBezTo>
                        <a:pt x="2024" y="310"/>
                        <a:pt x="4127" y="-1"/>
                        <a:pt x="6242" y="0"/>
                      </a:cubicBezTo>
                      <a:cubicBezTo>
                        <a:pt x="18171" y="0"/>
                        <a:pt x="27842" y="9670"/>
                        <a:pt x="27842" y="21600"/>
                      </a:cubicBezTo>
                    </a:path>
                    <a:path w="27842" h="21600" stroke="0">
                      <a:moveTo>
                        <a:pt x="0" y="921"/>
                      </a:moveTo>
                      <a:cubicBezTo>
                        <a:pt x="2024" y="310"/>
                        <a:pt x="4127" y="-1"/>
                        <a:pt x="6242" y="0"/>
                      </a:cubicBezTo>
                      <a:cubicBezTo>
                        <a:pt x="18171" y="0"/>
                        <a:pt x="27842" y="9670"/>
                        <a:pt x="27842" y="21600"/>
                      </a:cubicBezTo>
                      <a:lnTo>
                        <a:pt x="6242" y="21600"/>
                      </a:lnTo>
                      <a:lnTo>
                        <a:pt x="0" y="921"/>
                      </a:lnTo>
                      <a:close/>
                    </a:path>
                  </a:pathLst>
                </a:custGeom>
                <a:noFill/>
                <a:ln w="9525" cap="flat" cmpd="sng">
                  <a:solidFill>
                    <a:srgbClr val="000000">
                      <a:alpha val="100000"/>
                    </a:srgbClr>
                  </a:solidFill>
                  <a:prstDash val="solid"/>
                  <a:round/>
                  <a:headEnd type="none" w="sm" len="med"/>
                  <a:tailEnd type="triangle" w="sm" len="med"/>
                </a:ln>
              </p:spPr>
              <p:txBody>
                <a:bodyPr/>
                <a:p>
                  <a:endParaRPr lang="zh-CN" altLang="en-US"/>
                </a:p>
              </p:txBody>
            </p:sp>
            <p:sp>
              <p:nvSpPr>
                <p:cNvPr id="35862" name="Rectangle 71"/>
                <p:cNvSpPr/>
                <p:nvPr/>
              </p:nvSpPr>
              <p:spPr>
                <a:xfrm>
                  <a:off x="3980" y="11760"/>
                  <a:ext cx="478" cy="615"/>
                </a:xfrm>
                <a:prstGeom prst="rect">
                  <a:avLst/>
                </a:prstGeom>
                <a:noFill/>
                <a:ln w="9525">
                  <a:noFill/>
                </a:ln>
              </p:spPr>
              <p:txBody>
                <a:bodyPr vert="eaVert" anchor="ctr" anchorCtr="1"/>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algn="ctr" eaLnBrk="1" hangingPunct="1">
                    <a:lnSpc>
                      <a:spcPct val="110000"/>
                    </a:lnSpc>
                    <a:spcBef>
                      <a:spcPct val="0"/>
                    </a:spcBef>
                    <a:buClrTx/>
                    <a:buSzTx/>
                    <a:buFontTx/>
                    <a:buNone/>
                  </a:pPr>
                  <a:r>
                    <a:rPr lang="zh-CN" altLang="en-US" sz="1800" dirty="0">
                      <a:latin typeface="Times New Roman" panose="02020603050405020304" pitchFamily="18" charset="0"/>
                    </a:rPr>
                    <a:t>帐单</a:t>
                  </a:r>
                  <a:endParaRPr lang="zh-CN" altLang="en-US" sz="1800" b="1" dirty="0">
                    <a:latin typeface="Comic Sans MS" panose="030F0702030302020204" pitchFamily="66" charset="0"/>
                  </a:endParaRPr>
                </a:p>
              </p:txBody>
            </p:sp>
          </p:grpSp>
        </p:grpSp>
      </p:gr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7890" name="Rectangle 2"/>
          <p:cNvSpPr>
            <a:spLocks noGrp="1"/>
          </p:cNvSpPr>
          <p:nvPr>
            <p:ph type="title"/>
          </p:nvPr>
        </p:nvSpPr>
        <p:spPr/>
        <p:txBody>
          <a:bodyPr vert="horz" wrap="square" lIns="0" tIns="45720" rIns="0" bIns="0" anchor="b" anchorCtr="0"/>
          <a:p>
            <a:pPr eaLnBrk="1" hangingPunct="1"/>
            <a:r>
              <a:rPr lang="zh-CN" altLang="en-US" b="1" dirty="0">
                <a:latin typeface="微软雅黑" panose="020B0503020204020204" pitchFamily="34" charset="-122"/>
                <a:ea typeface="微软雅黑" panose="020B0503020204020204" pitchFamily="34" charset="-122"/>
              </a:rPr>
              <a:t>数据流图的扩充符号</a:t>
            </a:r>
            <a:endParaRPr lang="zh-CN" altLang="en-US" b="1" dirty="0">
              <a:latin typeface="微软雅黑" panose="020B0503020204020204" pitchFamily="34" charset="-122"/>
              <a:ea typeface="微软雅黑" panose="020B0503020204020204" pitchFamily="34" charset="-122"/>
            </a:endParaRPr>
          </a:p>
        </p:txBody>
      </p:sp>
      <p:sp>
        <p:nvSpPr>
          <p:cNvPr id="37891" name="Rectangle 3"/>
          <p:cNvSpPr>
            <a:spLocks noGrp="1"/>
          </p:cNvSpPr>
          <p:nvPr>
            <p:ph idx="1"/>
          </p:nvPr>
        </p:nvSpPr>
        <p:spPr>
          <a:xfrm>
            <a:off x="381000" y="2057400"/>
            <a:ext cx="8153400" cy="4724400"/>
          </a:xfrm>
        </p:spPr>
        <p:txBody>
          <a:bodyPr vert="horz" wrap="square" lIns="91440" tIns="45720" rIns="91440" bIns="45720" anchor="t" anchorCtr="0"/>
          <a:p>
            <a:pPr eaLnBrk="1" hangingPunct="1">
              <a:buFont typeface="Wingdings" panose="05000000000000000000" pitchFamily="2" charset="2"/>
              <a:buChar char="p"/>
            </a:pPr>
            <a:r>
              <a:rPr lang="zh-CN" altLang="en-US" sz="3400" dirty="0"/>
              <a:t>描述一个加工的多个数据流之间的关系</a:t>
            </a:r>
            <a:endParaRPr lang="zh-CN" altLang="en-US" sz="3400" dirty="0"/>
          </a:p>
          <a:p>
            <a:pPr lvl="1" eaLnBrk="1" hangingPunct="1">
              <a:buFont typeface="Wingdings" panose="05000000000000000000" pitchFamily="2" charset="2"/>
              <a:buChar char="ü"/>
            </a:pPr>
            <a:r>
              <a:rPr lang="zh-CN" altLang="en-US" b="1" u="sng" dirty="0"/>
              <a:t>星号</a:t>
            </a:r>
            <a:r>
              <a:rPr lang="en-US" altLang="zh-CN" u="sng" dirty="0"/>
              <a:t>(</a:t>
            </a:r>
            <a:r>
              <a:rPr lang="zh-CN" altLang="en-US" b="1" u="sng" dirty="0">
                <a:solidFill>
                  <a:srgbClr val="FF0000"/>
                </a:solidFill>
              </a:rPr>
              <a:t>＊</a:t>
            </a:r>
            <a:r>
              <a:rPr lang="en-US" altLang="zh-CN" u="sng" dirty="0"/>
              <a:t>)</a:t>
            </a:r>
            <a:r>
              <a:rPr lang="zh-CN" altLang="en-US" u="sng" dirty="0"/>
              <a:t>：表示数据流之间存在</a:t>
            </a:r>
            <a:r>
              <a:rPr lang="zh-CN" altLang="en-US" u="sng" dirty="0">
                <a:latin typeface="Arial" panose="020B0604020202020204" pitchFamily="34" charset="0"/>
              </a:rPr>
              <a:t>“</a:t>
            </a:r>
            <a:r>
              <a:rPr lang="zh-CN" altLang="en-US" b="1" u="sng" dirty="0">
                <a:solidFill>
                  <a:srgbClr val="FF0000"/>
                </a:solidFill>
              </a:rPr>
              <a:t>与</a:t>
            </a:r>
            <a:r>
              <a:rPr lang="zh-CN" altLang="en-US" u="sng" dirty="0">
                <a:latin typeface="Arial" panose="020B0604020202020204" pitchFamily="34" charset="0"/>
              </a:rPr>
              <a:t>”</a:t>
            </a:r>
            <a:r>
              <a:rPr lang="zh-CN" altLang="en-US" u="sng" dirty="0"/>
              <a:t>关系</a:t>
            </a:r>
            <a:endParaRPr lang="zh-CN" altLang="en-US" u="sng" dirty="0"/>
          </a:p>
          <a:p>
            <a:pPr lvl="2" eaLnBrk="1" hangingPunct="1">
              <a:buFont typeface="Wingdings" panose="05000000000000000000" pitchFamily="2" charset="2"/>
              <a:buChar char="Ø"/>
            </a:pPr>
            <a:r>
              <a:rPr lang="zh-CN" altLang="en-US" sz="2000" dirty="0"/>
              <a:t>所有输入数据流同时存在时，才能进行加工处理</a:t>
            </a:r>
            <a:endParaRPr lang="zh-CN" altLang="en-US" sz="2000" dirty="0"/>
          </a:p>
          <a:p>
            <a:pPr lvl="2" eaLnBrk="1" hangingPunct="1">
              <a:buFont typeface="Wingdings" panose="05000000000000000000" pitchFamily="2" charset="2"/>
              <a:buChar char="Ø"/>
            </a:pPr>
            <a:r>
              <a:rPr lang="zh-CN" altLang="en-US" sz="2000" dirty="0"/>
              <a:t>或加工处理的结果是同时产生所有输出数据流</a:t>
            </a:r>
            <a:endParaRPr lang="zh-CN" altLang="en-US" sz="2000" dirty="0"/>
          </a:p>
          <a:p>
            <a:pPr lvl="1" eaLnBrk="1" hangingPunct="1">
              <a:buFont typeface="Wingdings" panose="05000000000000000000" pitchFamily="2" charset="2"/>
              <a:buChar char="ü"/>
            </a:pPr>
            <a:r>
              <a:rPr lang="zh-CN" altLang="en-US" b="1" u="sng" dirty="0"/>
              <a:t>加号</a:t>
            </a:r>
            <a:r>
              <a:rPr lang="en-US" altLang="zh-CN" u="sng" dirty="0"/>
              <a:t>(</a:t>
            </a:r>
            <a:r>
              <a:rPr lang="zh-CN" altLang="en-US" b="1" u="sng" dirty="0">
                <a:solidFill>
                  <a:srgbClr val="FF0000"/>
                </a:solidFill>
              </a:rPr>
              <a:t>＋</a:t>
            </a:r>
            <a:r>
              <a:rPr lang="en-US" altLang="zh-CN" u="sng" dirty="0"/>
              <a:t>)</a:t>
            </a:r>
            <a:r>
              <a:rPr lang="zh-CN" altLang="en-US" u="sng" dirty="0"/>
              <a:t>：表示数据流之间存在</a:t>
            </a:r>
            <a:r>
              <a:rPr lang="zh-CN" altLang="en-US" u="sng" dirty="0">
                <a:latin typeface="Arial" panose="020B0604020202020204" pitchFamily="34" charset="0"/>
              </a:rPr>
              <a:t>“</a:t>
            </a:r>
            <a:r>
              <a:rPr lang="zh-CN" altLang="en-US" b="1" u="sng" dirty="0">
                <a:solidFill>
                  <a:srgbClr val="FF0000"/>
                </a:solidFill>
              </a:rPr>
              <a:t>或</a:t>
            </a:r>
            <a:r>
              <a:rPr lang="zh-CN" altLang="en-US" u="sng" dirty="0">
                <a:latin typeface="Arial" panose="020B0604020202020204" pitchFamily="34" charset="0"/>
              </a:rPr>
              <a:t>”</a:t>
            </a:r>
            <a:r>
              <a:rPr lang="zh-CN" altLang="en-US" u="sng" dirty="0"/>
              <a:t>关系</a:t>
            </a:r>
            <a:endParaRPr lang="zh-CN" altLang="en-US" u="sng" dirty="0"/>
          </a:p>
          <a:p>
            <a:pPr lvl="2" eaLnBrk="1" hangingPunct="1">
              <a:buFont typeface="Wingdings" panose="05000000000000000000" pitchFamily="2" charset="2"/>
              <a:buChar char="Ø"/>
            </a:pPr>
            <a:r>
              <a:rPr lang="zh-CN" altLang="en-US" sz="2000" dirty="0"/>
              <a:t>至少存在一个输入数据流时才能进行加工处理</a:t>
            </a:r>
            <a:endParaRPr lang="zh-CN" altLang="en-US" sz="2000" dirty="0"/>
          </a:p>
          <a:p>
            <a:pPr lvl="2" eaLnBrk="1" hangingPunct="1">
              <a:buFont typeface="Wingdings" panose="05000000000000000000" pitchFamily="2" charset="2"/>
              <a:buChar char="Ø"/>
            </a:pPr>
            <a:r>
              <a:rPr lang="zh-CN" altLang="en-US" sz="2000" dirty="0"/>
              <a:t>或加工处理的结果是至少产生一个输出数据流</a:t>
            </a:r>
            <a:endParaRPr lang="zh-CN" altLang="en-US" sz="2000" dirty="0"/>
          </a:p>
          <a:p>
            <a:pPr lvl="1" eaLnBrk="1" hangingPunct="1">
              <a:buFont typeface="Wingdings" panose="05000000000000000000" pitchFamily="2" charset="2"/>
              <a:buChar char="ü"/>
            </a:pPr>
            <a:r>
              <a:rPr lang="zh-CN" altLang="en-US" b="1" u="sng" dirty="0"/>
              <a:t>异或</a:t>
            </a:r>
            <a:r>
              <a:rPr lang="en-US" altLang="zh-CN" u="sng" dirty="0"/>
              <a:t>(</a:t>
            </a:r>
            <a:r>
              <a:rPr lang="en-US" altLang="zh-CN" b="1" u="sng" dirty="0">
                <a:solidFill>
                  <a:srgbClr val="FF0000"/>
                </a:solidFill>
              </a:rPr>
              <a:t>⊕</a:t>
            </a:r>
            <a:r>
              <a:rPr lang="en-US" altLang="zh-CN" u="sng" dirty="0"/>
              <a:t>)</a:t>
            </a:r>
            <a:r>
              <a:rPr lang="zh-CN" altLang="en-US" u="sng" dirty="0"/>
              <a:t>：表示数据流之间存在</a:t>
            </a:r>
            <a:r>
              <a:rPr lang="zh-CN" altLang="en-US" u="sng" dirty="0">
                <a:latin typeface="Arial" panose="020B0604020202020204" pitchFamily="34" charset="0"/>
              </a:rPr>
              <a:t>“</a:t>
            </a:r>
            <a:r>
              <a:rPr lang="zh-CN" altLang="en-US" b="1" u="sng" dirty="0">
                <a:solidFill>
                  <a:srgbClr val="FF0000"/>
                </a:solidFill>
              </a:rPr>
              <a:t>异或</a:t>
            </a:r>
            <a:r>
              <a:rPr lang="zh-CN" altLang="en-US" u="sng" dirty="0">
                <a:latin typeface="Arial" panose="020B0604020202020204" pitchFamily="34" charset="0"/>
              </a:rPr>
              <a:t>”</a:t>
            </a:r>
            <a:r>
              <a:rPr lang="en-US" altLang="zh-CN" u="sng" dirty="0"/>
              <a:t>(</a:t>
            </a:r>
            <a:r>
              <a:rPr lang="zh-CN" altLang="en-US" u="sng" dirty="0"/>
              <a:t>互斥</a:t>
            </a:r>
            <a:r>
              <a:rPr lang="en-US" altLang="zh-CN" u="sng" dirty="0"/>
              <a:t>)</a:t>
            </a:r>
            <a:r>
              <a:rPr lang="zh-CN" altLang="en-US" u="sng" dirty="0"/>
              <a:t>关系</a:t>
            </a:r>
            <a:endParaRPr lang="zh-CN" altLang="en-US" u="sng" dirty="0"/>
          </a:p>
          <a:p>
            <a:pPr lvl="2" eaLnBrk="1" hangingPunct="1">
              <a:buFont typeface="Wingdings" panose="05000000000000000000" pitchFamily="2" charset="2"/>
              <a:buChar char="Ø"/>
            </a:pPr>
            <a:r>
              <a:rPr lang="zh-CN" altLang="en-US" sz="2000" dirty="0"/>
              <a:t>必须存在且仅存在一个输入数据流时，才能进行加工处理</a:t>
            </a:r>
            <a:endParaRPr lang="zh-CN" altLang="en-US" sz="2000" dirty="0"/>
          </a:p>
          <a:p>
            <a:pPr lvl="2" eaLnBrk="1" hangingPunct="1">
              <a:buFont typeface="Wingdings" panose="05000000000000000000" pitchFamily="2" charset="2"/>
              <a:buChar char="Ø"/>
            </a:pPr>
            <a:r>
              <a:rPr lang="zh-CN" altLang="en-US" sz="2000" dirty="0"/>
              <a:t>或加工处理的结果是产生且仅产生一个输出数据流</a:t>
            </a:r>
            <a:endParaRPr lang="zh-CN" altLang="en-US" sz="2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9938" name="Rectangle 2"/>
          <p:cNvSpPr>
            <a:spLocks noGrp="1"/>
          </p:cNvSpPr>
          <p:nvPr>
            <p:ph type="title"/>
          </p:nvPr>
        </p:nvSpPr>
        <p:spPr/>
        <p:txBody>
          <a:bodyPr vert="horz" wrap="square" lIns="0" tIns="45720" rIns="0" bIns="0" anchor="b" anchorCtr="0"/>
          <a:p>
            <a:pPr eaLnBrk="1" hangingPunct="1"/>
            <a:r>
              <a:rPr lang="zh-CN" altLang="en-US" b="1" dirty="0">
                <a:latin typeface="微软雅黑" panose="020B0503020204020204" pitchFamily="34" charset="-122"/>
                <a:ea typeface="微软雅黑" panose="020B0503020204020204" pitchFamily="34" charset="-122"/>
              </a:rPr>
              <a:t>对数据流图进行分层</a:t>
            </a:r>
            <a:endParaRPr lang="zh-CN" altLang="en-US" b="1" dirty="0">
              <a:latin typeface="微软雅黑" panose="020B0503020204020204" pitchFamily="34" charset="-122"/>
              <a:ea typeface="微软雅黑" panose="020B0503020204020204" pitchFamily="34" charset="-122"/>
            </a:endParaRPr>
          </a:p>
        </p:txBody>
      </p:sp>
      <p:sp>
        <p:nvSpPr>
          <p:cNvPr id="20483" name="Rectangle 3"/>
          <p:cNvSpPr>
            <a:spLocks noGrp="1" noChangeArrowheads="1"/>
          </p:cNvSpPr>
          <p:nvPr>
            <p:ph idx="1"/>
          </p:nvPr>
        </p:nvSpPr>
        <p:spPr>
          <a:xfrm>
            <a:off x="457200" y="2087563"/>
            <a:ext cx="8610600" cy="4389438"/>
          </a:xfrm>
        </p:spPr>
        <p:txBody>
          <a:bodyPr vert="horz" wrap="square" lIns="91440" tIns="45720" rIns="91440" bIns="45720" numCol="1" anchor="t" anchorCtr="0" compatLnSpc="1"/>
          <a:lstStyle/>
          <a:p>
            <a:pPr marL="273050" marR="0" lvl="0" indent="-273050" algn="l" defTabSz="914400" rtl="0" eaLnBrk="1" fontAlgn="base" latinLnBrk="0" hangingPunct="1">
              <a:lnSpc>
                <a:spcPct val="100000"/>
              </a:lnSpc>
              <a:spcBef>
                <a:spcPct val="20000"/>
              </a:spcBef>
              <a:spcAft>
                <a:spcPct val="0"/>
              </a:spcAft>
              <a:buClr>
                <a:srgbClr val="0BD0D9"/>
              </a:buClr>
              <a:buSzPct val="95000"/>
              <a:buFont typeface="Wingdings" panose="05000000000000000000" pitchFamily="2" charset="2"/>
              <a:buChar char="p"/>
              <a:defRPr/>
            </a:pPr>
            <a:r>
              <a:rPr kumimoji="0" lang="zh-CN" altLang="en-US" sz="2600" b="1" i="0" u="none" strike="noStrike" kern="1200" cap="none" spc="0" normalizeH="0" baseline="0" noProof="0" dirty="0" smtClean="0">
                <a:ln>
                  <a:noFill/>
                </a:ln>
                <a:solidFill>
                  <a:schemeClr val="tx1"/>
                </a:solidFill>
                <a:effectLst/>
                <a:uLnTx/>
                <a:uFillTx/>
                <a:latin typeface="+mn-lt"/>
                <a:ea typeface="+mn-ea"/>
                <a:cs typeface="+mn-cs"/>
              </a:rPr>
              <a:t>神奇的数字</a:t>
            </a:r>
            <a:r>
              <a:rPr kumimoji="0" lang="en-US" altLang="zh-CN" sz="2600" b="1" i="0" u="none" strike="noStrike" kern="1200" cap="none" spc="0" normalizeH="0" baseline="0" noProof="0" dirty="0" smtClean="0">
                <a:ln>
                  <a:noFill/>
                </a:ln>
                <a:solidFill>
                  <a:schemeClr val="tx1"/>
                </a:solidFill>
                <a:effectLst/>
                <a:uLnTx/>
                <a:uFillTx/>
                <a:latin typeface="+mn-lt"/>
                <a:ea typeface="+mn-ea"/>
                <a:cs typeface="+mn-cs"/>
              </a:rPr>
              <a:t>7</a:t>
            </a:r>
            <a:r>
              <a:rPr kumimoji="0" lang="zh-CN" altLang="en-US" sz="2600" b="1" i="0" u="none" strike="noStrike" kern="1200" cap="none" spc="0" normalizeH="0" baseline="0" noProof="0" dirty="0" smtClean="0">
                <a:ln>
                  <a:noFill/>
                </a:ln>
                <a:solidFill>
                  <a:schemeClr val="tx1"/>
                </a:solidFill>
                <a:effectLst/>
                <a:uLnTx/>
                <a:uFillTx/>
                <a:latin typeface="+mn-lt"/>
                <a:ea typeface="+mn-ea"/>
                <a:cs typeface="+mn-cs"/>
              </a:rPr>
              <a:t>加减</a:t>
            </a:r>
            <a:r>
              <a:rPr kumimoji="0" lang="en-US" altLang="zh-CN" sz="2600" b="1" i="0" u="none" strike="noStrike" kern="1200" cap="none" spc="0" normalizeH="0" baseline="0" noProof="0" dirty="0" smtClean="0">
                <a:ln>
                  <a:noFill/>
                </a:ln>
                <a:solidFill>
                  <a:schemeClr val="tx1"/>
                </a:solidFill>
                <a:effectLst/>
                <a:uLnTx/>
                <a:uFillTx/>
                <a:latin typeface="+mn-lt"/>
                <a:ea typeface="+mn-ea"/>
                <a:cs typeface="+mn-cs"/>
              </a:rPr>
              <a:t>2</a:t>
            </a:r>
            <a:r>
              <a:rPr kumimoji="0" lang="zh-CN" altLang="en-US" sz="2600" b="0" i="0" u="none" strike="noStrike" kern="1200" cap="none" spc="0" normalizeH="0" baseline="0" noProof="0" dirty="0" smtClean="0">
                <a:ln>
                  <a:noFill/>
                </a:ln>
                <a:solidFill>
                  <a:schemeClr val="tx1"/>
                </a:solidFill>
                <a:effectLst/>
                <a:uLnTx/>
                <a:uFillTx/>
                <a:latin typeface="+mn-lt"/>
                <a:ea typeface="+mn-ea"/>
                <a:cs typeface="+mn-cs"/>
              </a:rPr>
              <a:t>：人们在一段时间内的短期记忆似乎限制在</a:t>
            </a:r>
            <a:r>
              <a:rPr kumimoji="0" lang="en-US" altLang="zh-CN" sz="2600" b="0" i="0" u="none" strike="noStrike" kern="1200" cap="none" spc="0" normalizeH="0" baseline="0" noProof="0" dirty="0" smtClean="0">
                <a:ln>
                  <a:noFill/>
                </a:ln>
                <a:solidFill>
                  <a:schemeClr val="tx1"/>
                </a:solidFill>
                <a:effectLst/>
                <a:uLnTx/>
                <a:uFillTx/>
                <a:latin typeface="+mn-lt"/>
                <a:ea typeface="+mn-ea"/>
                <a:cs typeface="+mn-cs"/>
              </a:rPr>
              <a:t>5</a:t>
            </a:r>
            <a:r>
              <a:rPr kumimoji="0" lang="zh-CN" altLang="en-US" sz="2600" b="0" i="0" u="none" strike="noStrike" kern="1200" cap="none" spc="0" normalizeH="0" baseline="0" noProof="0" dirty="0" smtClean="0">
                <a:ln>
                  <a:noFill/>
                </a:ln>
                <a:solidFill>
                  <a:schemeClr val="tx1"/>
                </a:solidFill>
                <a:effectLst/>
                <a:uLnTx/>
                <a:uFillTx/>
                <a:latin typeface="+mn-lt"/>
                <a:ea typeface="+mn-ea"/>
                <a:cs typeface="+mn-cs"/>
              </a:rPr>
              <a:t>～</a:t>
            </a:r>
            <a:r>
              <a:rPr kumimoji="0" lang="en-US" altLang="zh-CN" sz="2600" b="0" i="0" u="none" strike="noStrike" kern="1200" cap="none" spc="0" normalizeH="0" baseline="0" noProof="0" dirty="0" smtClean="0">
                <a:ln>
                  <a:noFill/>
                </a:ln>
                <a:solidFill>
                  <a:schemeClr val="tx1"/>
                </a:solidFill>
                <a:effectLst/>
                <a:uLnTx/>
                <a:uFillTx/>
                <a:latin typeface="+mn-lt"/>
                <a:ea typeface="+mn-ea"/>
                <a:cs typeface="+mn-cs"/>
              </a:rPr>
              <a:t>9</a:t>
            </a:r>
            <a:r>
              <a:rPr kumimoji="0" lang="zh-CN" altLang="en-US" sz="2600" b="0" i="0" u="none" strike="noStrike" kern="1200" cap="none" spc="0" normalizeH="0" baseline="0" noProof="0" dirty="0" smtClean="0">
                <a:ln>
                  <a:noFill/>
                </a:ln>
                <a:solidFill>
                  <a:schemeClr val="tx1"/>
                </a:solidFill>
                <a:effectLst/>
                <a:uLnTx/>
                <a:uFillTx/>
                <a:latin typeface="+mn-lt"/>
                <a:ea typeface="+mn-ea"/>
                <a:cs typeface="+mn-cs"/>
              </a:rPr>
              <a:t>件事情之内</a:t>
            </a:r>
            <a:endParaRPr kumimoji="0" lang="en-US" altLang="zh-CN" sz="2600" b="0" i="0" u="none" strike="noStrike" kern="1200" cap="none" spc="0" normalizeH="0" baseline="0" noProof="0" dirty="0" smtClean="0">
              <a:ln>
                <a:noFill/>
              </a:ln>
              <a:solidFill>
                <a:schemeClr val="tx1"/>
              </a:solidFill>
              <a:effectLst/>
              <a:uLnTx/>
              <a:uFillTx/>
              <a:latin typeface="+mn-lt"/>
              <a:ea typeface="+mn-ea"/>
              <a:cs typeface="+mn-cs"/>
            </a:endParaRPr>
          </a:p>
          <a:p>
            <a:pPr marL="0" marR="0" lvl="0" indent="0" algn="l" defTabSz="914400" rtl="0" eaLnBrk="1" fontAlgn="base" latinLnBrk="0" hangingPunct="1">
              <a:lnSpc>
                <a:spcPct val="100000"/>
              </a:lnSpc>
              <a:spcBef>
                <a:spcPct val="20000"/>
              </a:spcBef>
              <a:spcAft>
                <a:spcPct val="0"/>
              </a:spcAft>
              <a:buClr>
                <a:srgbClr val="0BD0D9"/>
              </a:buClr>
              <a:buSzPct val="95000"/>
              <a:buFont typeface="Wingdings 2" panose="05020102010507070707" pitchFamily="18" charset="2"/>
              <a:buNone/>
              <a:defRPr/>
            </a:pPr>
            <a:r>
              <a:rPr kumimoji="0" lang="en-US" altLang="zh-CN" sz="2600" b="0" i="0" u="none" strike="noStrike" kern="1200" cap="none" spc="0" normalizeH="0" baseline="0" noProof="0" dirty="0" smtClean="0">
                <a:ln>
                  <a:noFill/>
                </a:ln>
                <a:solidFill>
                  <a:schemeClr val="tx1"/>
                </a:solidFill>
                <a:effectLst/>
                <a:uLnTx/>
                <a:uFillTx/>
                <a:latin typeface="+mn-lt"/>
                <a:ea typeface="+mn-ea"/>
                <a:cs typeface="+mn-cs"/>
              </a:rPr>
              <a:t>                                                --------George Miller</a:t>
            </a:r>
            <a:endParaRPr kumimoji="0" lang="en-US" altLang="zh-CN" sz="2600" b="0" i="0" u="none" strike="noStrike" kern="1200" cap="none" spc="0" normalizeH="0" baseline="0" noProof="0" dirty="0" smtClean="0">
              <a:ln>
                <a:noFill/>
              </a:ln>
              <a:solidFill>
                <a:schemeClr val="tx1"/>
              </a:solidFill>
              <a:effectLst/>
              <a:uLnTx/>
              <a:uFillTx/>
              <a:latin typeface="+mn-lt"/>
              <a:ea typeface="+mn-ea"/>
              <a:cs typeface="+mn-cs"/>
            </a:endParaRPr>
          </a:p>
          <a:p>
            <a:pPr marL="273050" marR="0" lvl="0" indent="-273050" algn="l" defTabSz="914400" rtl="0" eaLnBrk="1" fontAlgn="base" latinLnBrk="0" hangingPunct="1">
              <a:lnSpc>
                <a:spcPct val="100000"/>
              </a:lnSpc>
              <a:spcBef>
                <a:spcPct val="20000"/>
              </a:spcBef>
              <a:spcAft>
                <a:spcPct val="0"/>
              </a:spcAft>
              <a:buClr>
                <a:srgbClr val="0BD0D9"/>
              </a:buClr>
              <a:buSzPct val="95000"/>
              <a:buFont typeface="Wingdings 2" panose="05020102010507070707" pitchFamily="18" charset="2"/>
              <a:buChar char=""/>
              <a:defRPr/>
            </a:pPr>
            <a:endParaRPr kumimoji="0" lang="zh-CN" altLang="en-US" sz="2600" b="0" i="0" u="none" strike="noStrike" kern="1200" cap="none" spc="0" normalizeH="0" baseline="0" noProof="0" dirty="0" smtClean="0">
              <a:ln>
                <a:noFill/>
              </a:ln>
              <a:solidFill>
                <a:schemeClr val="tx1"/>
              </a:solidFill>
              <a:effectLst/>
              <a:uLnTx/>
              <a:uFillTx/>
              <a:latin typeface="+mn-lt"/>
              <a:ea typeface="+mn-ea"/>
              <a:cs typeface="+mn-cs"/>
            </a:endParaRPr>
          </a:p>
          <a:p>
            <a:pPr marL="273050" marR="0" lvl="0" indent="-273050" algn="l" defTabSz="914400" rtl="0" eaLnBrk="1" fontAlgn="base" latinLnBrk="0" hangingPunct="1">
              <a:lnSpc>
                <a:spcPct val="100000"/>
              </a:lnSpc>
              <a:spcBef>
                <a:spcPct val="20000"/>
              </a:spcBef>
              <a:spcAft>
                <a:spcPct val="0"/>
              </a:spcAft>
              <a:buClr>
                <a:srgbClr val="0BD0D9"/>
              </a:buClr>
              <a:buSzPct val="95000"/>
              <a:buFont typeface="Wingdings" panose="05000000000000000000" pitchFamily="2" charset="2"/>
              <a:buChar char="p"/>
              <a:defRPr/>
            </a:pPr>
            <a:r>
              <a:rPr kumimoji="0" lang="zh-CN" altLang="en-US" sz="2600" b="0" i="0" u="none" strike="noStrike" kern="1200" cap="none" spc="0" normalizeH="0" baseline="0" noProof="0" dirty="0" smtClean="0">
                <a:ln>
                  <a:noFill/>
                </a:ln>
                <a:solidFill>
                  <a:schemeClr val="tx1"/>
                </a:solidFill>
                <a:effectLst/>
                <a:uLnTx/>
                <a:uFillTx/>
                <a:latin typeface="+mn-lt"/>
                <a:ea typeface="+mn-ea"/>
                <a:cs typeface="+mn-cs"/>
              </a:rPr>
              <a:t>根据自顶向下逐层分解的思想将数据流图画成层次结构</a:t>
            </a:r>
            <a:endParaRPr kumimoji="0" lang="zh-CN" altLang="en-US" sz="2600" b="0" i="0" u="none" strike="noStrike" kern="1200" cap="none" spc="0" normalizeH="0" baseline="0" noProof="0" dirty="0" smtClean="0">
              <a:ln>
                <a:noFill/>
              </a:ln>
              <a:solidFill>
                <a:schemeClr val="tx1"/>
              </a:solidFill>
              <a:effectLst/>
              <a:uLnTx/>
              <a:uFillTx/>
              <a:latin typeface="+mn-lt"/>
              <a:ea typeface="+mn-ea"/>
              <a:cs typeface="+mn-cs"/>
            </a:endParaRPr>
          </a:p>
          <a:p>
            <a:pPr marL="273050" marR="0" lvl="0" indent="-273050" algn="l" defTabSz="914400" rtl="0" eaLnBrk="1" fontAlgn="base" latinLnBrk="0" hangingPunct="1">
              <a:lnSpc>
                <a:spcPct val="100000"/>
              </a:lnSpc>
              <a:spcBef>
                <a:spcPct val="20000"/>
              </a:spcBef>
              <a:spcAft>
                <a:spcPct val="0"/>
              </a:spcAft>
              <a:buClr>
                <a:srgbClr val="0BD0D9"/>
              </a:buClr>
              <a:buSzPct val="95000"/>
              <a:buFont typeface="Wingdings" panose="05000000000000000000" pitchFamily="2" charset="2"/>
              <a:buChar char="p"/>
              <a:defRPr/>
            </a:pPr>
            <a:r>
              <a:rPr kumimoji="0" lang="zh-CN" altLang="en-US" sz="2600" b="0" i="0" u="none" strike="noStrike" kern="1200" cap="none" spc="0" normalizeH="0" baseline="0" noProof="0" dirty="0" smtClean="0">
                <a:ln>
                  <a:noFill/>
                </a:ln>
                <a:solidFill>
                  <a:schemeClr val="tx1"/>
                </a:solidFill>
                <a:effectLst/>
                <a:uLnTx/>
                <a:uFillTx/>
                <a:latin typeface="+mn-lt"/>
                <a:ea typeface="+mn-ea"/>
                <a:cs typeface="+mn-cs"/>
              </a:rPr>
              <a:t>每个层次画在独立的数据流图中，加工个数可</a:t>
            </a:r>
            <a:r>
              <a:rPr kumimoji="0" lang="zh-CN" altLang="en-US" sz="2600" b="0" i="0" u="none" strike="noStrike" kern="1200" cap="none" spc="0" normalizeH="0" baseline="0" noProof="0" dirty="0" smtClean="0">
                <a:ln>
                  <a:noFill/>
                </a:ln>
                <a:solidFill>
                  <a:schemeClr val="tx2"/>
                </a:solidFill>
                <a:effectLst/>
                <a:uLnTx/>
                <a:uFillTx/>
                <a:latin typeface="+mn-lt"/>
                <a:ea typeface="+mn-ea"/>
                <a:cs typeface="+mn-cs"/>
              </a:rPr>
              <a:t>大致</a:t>
            </a:r>
            <a:r>
              <a:rPr kumimoji="0" lang="zh-CN" altLang="en-US" sz="2600" b="0" i="0" u="none" strike="noStrike" kern="1200" cap="none" spc="0" normalizeH="0" baseline="0" noProof="0" dirty="0" smtClean="0">
                <a:ln>
                  <a:noFill/>
                </a:ln>
                <a:solidFill>
                  <a:schemeClr val="tx1"/>
                </a:solidFill>
                <a:effectLst/>
                <a:uLnTx/>
                <a:uFillTx/>
                <a:latin typeface="+mn-lt"/>
                <a:ea typeface="+mn-ea"/>
                <a:cs typeface="+mn-cs"/>
              </a:rPr>
              <a:t>控制在</a:t>
            </a:r>
            <a:r>
              <a:rPr kumimoji="0" lang="zh-CN" altLang="en-US" sz="2600" b="0" i="0" u="none" strike="noStrike" kern="1200" cap="none" spc="0" normalizeH="0" baseline="0" noProof="0" dirty="0" smtClean="0">
                <a:ln>
                  <a:noFill/>
                </a:ln>
                <a:solidFill>
                  <a:schemeClr val="tx1"/>
                </a:solidFill>
                <a:effectLst/>
                <a:uLnTx/>
                <a:uFillTx/>
                <a:latin typeface="Arial" panose="020B0604020202020204" pitchFamily="34" charset="0"/>
                <a:ea typeface="+mn-ea"/>
                <a:cs typeface="+mn-cs"/>
              </a:rPr>
              <a:t>“</a:t>
            </a:r>
            <a:r>
              <a:rPr kumimoji="0" lang="en-US" altLang="zh-CN" sz="2600" b="0" i="0" u="none" strike="noStrike" kern="1200" cap="none" spc="0" normalizeH="0" baseline="0" noProof="0" dirty="0" smtClean="0">
                <a:ln>
                  <a:noFill/>
                </a:ln>
                <a:solidFill>
                  <a:schemeClr val="tx1"/>
                </a:solidFill>
                <a:effectLst/>
                <a:uLnTx/>
                <a:uFillTx/>
                <a:latin typeface="+mn-lt"/>
                <a:ea typeface="+mn-ea"/>
                <a:cs typeface="+mn-cs"/>
              </a:rPr>
              <a:t>7</a:t>
            </a:r>
            <a:r>
              <a:rPr kumimoji="0" lang="zh-CN" altLang="en-US" sz="2600" b="0" i="0" u="none" strike="noStrike" kern="1200" cap="none" spc="0" normalizeH="0" baseline="0" noProof="0" dirty="0" smtClean="0">
                <a:ln>
                  <a:noFill/>
                </a:ln>
                <a:solidFill>
                  <a:schemeClr val="tx1"/>
                </a:solidFill>
                <a:effectLst/>
                <a:uLnTx/>
                <a:uFillTx/>
                <a:latin typeface="+mn-lt"/>
                <a:ea typeface="+mn-ea"/>
                <a:cs typeface="+mn-cs"/>
              </a:rPr>
              <a:t>加减</a:t>
            </a:r>
            <a:r>
              <a:rPr kumimoji="0" lang="en-US" altLang="zh-CN" sz="2600" b="0" i="0" u="none" strike="noStrike" kern="1200" cap="none" spc="0" normalizeH="0" baseline="0" noProof="0" dirty="0" smtClean="0">
                <a:ln>
                  <a:noFill/>
                </a:ln>
                <a:solidFill>
                  <a:schemeClr val="tx1"/>
                </a:solidFill>
                <a:effectLst/>
                <a:uLnTx/>
                <a:uFillTx/>
                <a:latin typeface="+mn-lt"/>
                <a:ea typeface="+mn-ea"/>
                <a:cs typeface="+mn-cs"/>
              </a:rPr>
              <a:t>2</a:t>
            </a:r>
            <a:r>
              <a:rPr kumimoji="0" lang="en-US" altLang="zh-CN" sz="2600" b="0" i="0" u="none" strike="noStrike" kern="1200" cap="none" spc="0" normalizeH="0" baseline="0" noProof="0" dirty="0" smtClean="0">
                <a:ln>
                  <a:noFill/>
                </a:ln>
                <a:solidFill>
                  <a:schemeClr val="tx1"/>
                </a:solidFill>
                <a:effectLst/>
                <a:uLnTx/>
                <a:uFillTx/>
                <a:latin typeface="Arial" panose="020B0604020202020204" pitchFamily="34" charset="0"/>
                <a:ea typeface="+mn-ea"/>
                <a:cs typeface="+mn-cs"/>
              </a:rPr>
              <a:t>”</a:t>
            </a:r>
            <a:r>
              <a:rPr kumimoji="0" lang="zh-CN" altLang="en-US" sz="2600" b="0" i="0" u="none" strike="noStrike" kern="1200" cap="none" spc="0" normalizeH="0" baseline="0" noProof="0" dirty="0" smtClean="0">
                <a:ln>
                  <a:noFill/>
                </a:ln>
                <a:solidFill>
                  <a:schemeClr val="tx1"/>
                </a:solidFill>
                <a:effectLst/>
                <a:uLnTx/>
                <a:uFillTx/>
                <a:latin typeface="+mn-lt"/>
                <a:ea typeface="+mn-ea"/>
                <a:cs typeface="+mn-cs"/>
              </a:rPr>
              <a:t>的范围中</a:t>
            </a:r>
            <a:endParaRPr kumimoji="0" lang="zh-CN" altLang="en-US" sz="2600" b="0" i="0" u="none" strike="noStrike" kern="1200" cap="none" spc="0" normalizeH="0" baseline="0" noProof="0" dirty="0" smtClean="0">
              <a:ln>
                <a:noFill/>
              </a:ln>
              <a:solidFill>
                <a:schemeClr val="tx1"/>
              </a:solidFill>
              <a:effectLst/>
              <a:uLnTx/>
              <a:uFillTx/>
              <a:latin typeface="+mn-lt"/>
              <a:ea typeface="+mn-ea"/>
              <a:cs typeface="+mn-cs"/>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1986" name="Rectangle 2"/>
          <p:cNvSpPr>
            <a:spLocks noGrp="1"/>
          </p:cNvSpPr>
          <p:nvPr>
            <p:ph type="title"/>
          </p:nvPr>
        </p:nvSpPr>
        <p:spPr/>
        <p:txBody>
          <a:bodyPr vert="horz" wrap="square" lIns="0" tIns="45720" rIns="0" bIns="0" anchor="b" anchorCtr="0"/>
          <a:p>
            <a:pPr eaLnBrk="1" hangingPunct="1"/>
            <a:r>
              <a:rPr lang="zh-CN" altLang="en-US" b="1" dirty="0">
                <a:latin typeface="微软雅黑" panose="020B0503020204020204" pitchFamily="34" charset="-122"/>
                <a:ea typeface="微软雅黑" panose="020B0503020204020204" pitchFamily="34" charset="-122"/>
              </a:rPr>
              <a:t>数据流图的各个层次</a:t>
            </a:r>
            <a:endParaRPr lang="zh-CN" altLang="en-US" b="1" dirty="0">
              <a:latin typeface="微软雅黑" panose="020B0503020204020204" pitchFamily="34" charset="-122"/>
              <a:ea typeface="微软雅黑" panose="020B0503020204020204" pitchFamily="34" charset="-122"/>
            </a:endParaRPr>
          </a:p>
        </p:txBody>
      </p:sp>
      <p:sp>
        <p:nvSpPr>
          <p:cNvPr id="41987" name="Rectangle 3"/>
          <p:cNvSpPr>
            <a:spLocks noGrp="1"/>
          </p:cNvSpPr>
          <p:nvPr>
            <p:ph idx="1"/>
          </p:nvPr>
        </p:nvSpPr>
        <p:spPr>
          <a:xfrm>
            <a:off x="457200" y="2011363"/>
            <a:ext cx="8229600" cy="4389437"/>
          </a:xfrm>
        </p:spPr>
        <p:txBody>
          <a:bodyPr vert="horz" wrap="square" lIns="91440" tIns="45720" rIns="91440" bIns="45720" anchor="t" anchorCtr="0"/>
          <a:p>
            <a:pPr eaLnBrk="1" hangingPunct="1">
              <a:lnSpc>
                <a:spcPct val="90000"/>
              </a:lnSpc>
              <a:buFont typeface="Wingdings" panose="05000000000000000000" pitchFamily="2" charset="2"/>
              <a:buChar char="p"/>
            </a:pPr>
            <a:r>
              <a:rPr lang="en-US" altLang="zh-CN" b="1" dirty="0">
                <a:solidFill>
                  <a:srgbClr val="FF0000"/>
                </a:solidFill>
              </a:rPr>
              <a:t>0</a:t>
            </a:r>
            <a:r>
              <a:rPr lang="zh-CN" altLang="en-US" b="1" dirty="0">
                <a:solidFill>
                  <a:srgbClr val="FF0000"/>
                </a:solidFill>
              </a:rPr>
              <a:t>层图</a:t>
            </a:r>
            <a:r>
              <a:rPr lang="zh-CN" altLang="en-US" dirty="0"/>
              <a:t>只有代表整个软件系统的</a:t>
            </a:r>
            <a:r>
              <a:rPr lang="en-US" altLang="zh-CN" b="1" dirty="0">
                <a:solidFill>
                  <a:srgbClr val="FF0000"/>
                </a:solidFill>
              </a:rPr>
              <a:t>1</a:t>
            </a:r>
            <a:r>
              <a:rPr lang="zh-CN" altLang="en-US" b="1" dirty="0">
                <a:solidFill>
                  <a:srgbClr val="FF0000"/>
                </a:solidFill>
              </a:rPr>
              <a:t>个加工</a:t>
            </a:r>
            <a:r>
              <a:rPr lang="zh-CN" altLang="en-US" dirty="0"/>
              <a:t>，描述了软件系统与外界</a:t>
            </a:r>
            <a:r>
              <a:rPr lang="en-US" altLang="zh-CN" dirty="0"/>
              <a:t>(</a:t>
            </a:r>
            <a:r>
              <a:rPr lang="zh-CN" altLang="en-US" dirty="0"/>
              <a:t>源或宿</a:t>
            </a:r>
            <a:r>
              <a:rPr lang="en-US" altLang="zh-CN" dirty="0"/>
              <a:t>)</a:t>
            </a:r>
            <a:r>
              <a:rPr lang="zh-CN" altLang="en-US" dirty="0"/>
              <a:t>之间的数据流</a:t>
            </a:r>
            <a:endParaRPr lang="zh-CN" altLang="en-US" dirty="0"/>
          </a:p>
          <a:p>
            <a:pPr eaLnBrk="1" hangingPunct="1">
              <a:lnSpc>
                <a:spcPct val="90000"/>
              </a:lnSpc>
              <a:buFont typeface="Wingdings" panose="05000000000000000000" pitchFamily="2" charset="2"/>
              <a:buChar char="p"/>
            </a:pPr>
            <a:r>
              <a:rPr lang="en-US" altLang="zh-CN" dirty="0"/>
              <a:t>0</a:t>
            </a:r>
            <a:r>
              <a:rPr lang="zh-CN" altLang="en-US" dirty="0"/>
              <a:t>层图中的加工经分解后的图称为</a:t>
            </a:r>
            <a:r>
              <a:rPr lang="en-US" altLang="zh-CN" b="1" dirty="0">
                <a:solidFill>
                  <a:srgbClr val="FF0000"/>
                </a:solidFill>
              </a:rPr>
              <a:t>1</a:t>
            </a:r>
            <a:r>
              <a:rPr lang="zh-CN" altLang="en-US" b="1" dirty="0">
                <a:solidFill>
                  <a:srgbClr val="FF0000"/>
                </a:solidFill>
              </a:rPr>
              <a:t>层图</a:t>
            </a:r>
            <a:r>
              <a:rPr lang="en-US" altLang="zh-CN" dirty="0"/>
              <a:t>(</a:t>
            </a:r>
            <a:r>
              <a:rPr lang="zh-CN" altLang="en-US" b="1" dirty="0">
                <a:solidFill>
                  <a:srgbClr val="FF0000"/>
                </a:solidFill>
              </a:rPr>
              <a:t>只有</a:t>
            </a:r>
            <a:r>
              <a:rPr lang="en-US" altLang="zh-CN" b="1" dirty="0">
                <a:solidFill>
                  <a:srgbClr val="FF0000"/>
                </a:solidFill>
              </a:rPr>
              <a:t>1</a:t>
            </a:r>
            <a:r>
              <a:rPr lang="zh-CN" altLang="en-US" b="1" dirty="0">
                <a:solidFill>
                  <a:srgbClr val="FF0000"/>
                </a:solidFill>
              </a:rPr>
              <a:t>张</a:t>
            </a:r>
            <a:r>
              <a:rPr lang="en-US" altLang="zh-CN" dirty="0"/>
              <a:t>)</a:t>
            </a:r>
            <a:endParaRPr lang="en-US" altLang="zh-CN" dirty="0"/>
          </a:p>
          <a:p>
            <a:pPr eaLnBrk="1" hangingPunct="1">
              <a:lnSpc>
                <a:spcPct val="90000"/>
              </a:lnSpc>
              <a:buFont typeface="Wingdings" panose="05000000000000000000" pitchFamily="2" charset="2"/>
              <a:buChar char="p"/>
            </a:pPr>
            <a:r>
              <a:rPr lang="zh-CN" altLang="en-US" b="1" dirty="0">
                <a:solidFill>
                  <a:srgbClr val="FF0000"/>
                </a:solidFill>
              </a:rPr>
              <a:t>中间层</a:t>
            </a:r>
            <a:r>
              <a:rPr lang="zh-CN" altLang="en-US" dirty="0"/>
              <a:t>图中至少有一个加工</a:t>
            </a:r>
            <a:r>
              <a:rPr lang="en-US" altLang="zh-CN" dirty="0"/>
              <a:t>(</a:t>
            </a:r>
            <a:r>
              <a:rPr lang="zh-CN" altLang="en-US" dirty="0"/>
              <a:t>也可以有多个</a:t>
            </a:r>
            <a:r>
              <a:rPr lang="en-US" altLang="zh-CN" dirty="0"/>
              <a:t>)</a:t>
            </a:r>
            <a:r>
              <a:rPr lang="zh-CN" altLang="en-US" dirty="0"/>
              <a:t>在下层图中分解成一张子图</a:t>
            </a:r>
            <a:endParaRPr lang="zh-CN" altLang="en-US" dirty="0"/>
          </a:p>
          <a:p>
            <a:pPr eaLnBrk="1" hangingPunct="1">
              <a:lnSpc>
                <a:spcPct val="90000"/>
              </a:lnSpc>
              <a:buFont typeface="Wingdings" panose="05000000000000000000" pitchFamily="2" charset="2"/>
              <a:buChar char="p"/>
            </a:pPr>
            <a:r>
              <a:rPr lang="zh-CN" altLang="en-US" dirty="0"/>
              <a:t>处于最底层的图称为</a:t>
            </a:r>
            <a:r>
              <a:rPr lang="zh-CN" altLang="en-US" b="1" dirty="0">
                <a:solidFill>
                  <a:srgbClr val="FF0000"/>
                </a:solidFill>
              </a:rPr>
              <a:t>底层图</a:t>
            </a:r>
            <a:r>
              <a:rPr lang="zh-CN" altLang="en-US" dirty="0"/>
              <a:t>，其中所有的加工不再分解成新的子图</a:t>
            </a:r>
            <a:endParaRPr lang="zh-CN" altLang="en-US"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4034" name="Rectangle 2"/>
          <p:cNvSpPr>
            <a:spLocks noGrp="1"/>
          </p:cNvSpPr>
          <p:nvPr>
            <p:ph type="title"/>
          </p:nvPr>
        </p:nvSpPr>
        <p:spPr/>
        <p:txBody>
          <a:bodyPr vert="horz" wrap="square" lIns="0" tIns="45720" rIns="0" bIns="0" anchor="b" anchorCtr="0"/>
          <a:p>
            <a:pPr eaLnBrk="1" hangingPunct="1"/>
            <a:r>
              <a:rPr lang="zh-CN" altLang="en-US" b="1" dirty="0">
                <a:latin typeface="微软雅黑" panose="020B0503020204020204" pitchFamily="34" charset="-122"/>
                <a:ea typeface="微软雅黑" panose="020B0503020204020204" pitchFamily="34" charset="-122"/>
              </a:rPr>
              <a:t>数据流图的各个层次</a:t>
            </a:r>
            <a:endParaRPr lang="zh-CN" altLang="en-US" b="1" dirty="0">
              <a:latin typeface="微软雅黑" panose="020B0503020204020204" pitchFamily="34" charset="-122"/>
              <a:ea typeface="微软雅黑" panose="020B0503020204020204" pitchFamily="34" charset="-122"/>
            </a:endParaRPr>
          </a:p>
        </p:txBody>
      </p:sp>
      <p:grpSp>
        <p:nvGrpSpPr>
          <p:cNvPr id="44035" name="Group 7"/>
          <p:cNvGrpSpPr/>
          <p:nvPr/>
        </p:nvGrpSpPr>
        <p:grpSpPr>
          <a:xfrm>
            <a:off x="4060825" y="4724400"/>
            <a:ext cx="1882775" cy="733425"/>
            <a:chOff x="4696" y="7395"/>
            <a:chExt cx="2964" cy="1155"/>
          </a:xfrm>
        </p:grpSpPr>
        <p:sp>
          <p:nvSpPr>
            <p:cNvPr id="44092" name="AutoShape 8"/>
            <p:cNvSpPr/>
            <p:nvPr/>
          </p:nvSpPr>
          <p:spPr>
            <a:xfrm>
              <a:off x="4696" y="7395"/>
              <a:ext cx="2964" cy="1155"/>
            </a:xfrm>
            <a:prstGeom prst="parallelogram">
              <a:avLst>
                <a:gd name="adj" fmla="val 64155"/>
              </a:avLst>
            </a:prstGeom>
            <a:noFill/>
            <a:ln w="9525" cap="flat" cmpd="sng">
              <a:solidFill>
                <a:srgbClr val="000000"/>
              </a:solidFill>
              <a:prstDash val="solid"/>
              <a:miter/>
              <a:headEnd type="none" w="med" len="med"/>
              <a:tailEnd type="none" w="med" len="med"/>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eaLnBrk="1" hangingPunct="1">
                <a:spcBef>
                  <a:spcPct val="0"/>
                </a:spcBef>
                <a:buClrTx/>
                <a:buSzTx/>
                <a:buFontTx/>
                <a:buNone/>
              </a:pPr>
              <a:endParaRPr lang="zh-CN" altLang="en-US" sz="1600" b="1" dirty="0">
                <a:latin typeface="Comic Sans MS" panose="030F0702030302020204" pitchFamily="66" charset="0"/>
              </a:endParaRPr>
            </a:p>
          </p:txBody>
        </p:sp>
        <p:grpSp>
          <p:nvGrpSpPr>
            <p:cNvPr id="44093" name="Group 9"/>
            <p:cNvGrpSpPr/>
            <p:nvPr/>
          </p:nvGrpSpPr>
          <p:grpSpPr>
            <a:xfrm>
              <a:off x="5349" y="7455"/>
              <a:ext cx="1667" cy="1050"/>
              <a:chOff x="5349" y="7455"/>
              <a:chExt cx="1667" cy="1050"/>
            </a:xfrm>
          </p:grpSpPr>
          <p:grpSp>
            <p:nvGrpSpPr>
              <p:cNvPr id="44094" name="Group 10"/>
              <p:cNvGrpSpPr/>
              <p:nvPr/>
            </p:nvGrpSpPr>
            <p:grpSpPr>
              <a:xfrm>
                <a:off x="5349" y="8025"/>
                <a:ext cx="1549" cy="480"/>
                <a:chOff x="5349" y="8025"/>
                <a:chExt cx="1549" cy="480"/>
              </a:xfrm>
            </p:grpSpPr>
            <p:grpSp>
              <p:nvGrpSpPr>
                <p:cNvPr id="44106" name="Group 11"/>
                <p:cNvGrpSpPr/>
                <p:nvPr/>
              </p:nvGrpSpPr>
              <p:grpSpPr>
                <a:xfrm>
                  <a:off x="6115" y="8025"/>
                  <a:ext cx="540" cy="465"/>
                  <a:chOff x="7872" y="5655"/>
                  <a:chExt cx="540" cy="465"/>
                </a:xfrm>
              </p:grpSpPr>
              <p:sp>
                <p:nvSpPr>
                  <p:cNvPr id="44112" name="Rectangle 12"/>
                  <p:cNvSpPr/>
                  <p:nvPr/>
                </p:nvSpPr>
                <p:spPr>
                  <a:xfrm>
                    <a:off x="7872" y="5655"/>
                    <a:ext cx="540" cy="465"/>
                  </a:xfrm>
                  <a:prstGeom prst="rect">
                    <a:avLst/>
                  </a:prstGeom>
                  <a:noFill/>
                  <a:ln w="9525">
                    <a:noFill/>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algn="just" eaLnBrk="1" hangingPunct="1">
                      <a:spcBef>
                        <a:spcPct val="0"/>
                      </a:spcBef>
                      <a:buClrTx/>
                      <a:buSzTx/>
                      <a:buFontTx/>
                      <a:buNone/>
                    </a:pPr>
                    <a:r>
                      <a:rPr lang="en-US" altLang="zh-CN" sz="700" dirty="0">
                        <a:latin typeface="Times New Roman" panose="02020603050405020304" pitchFamily="18" charset="0"/>
                      </a:rPr>
                      <a:t>2.4</a:t>
                    </a:r>
                    <a:endParaRPr lang="en-US" altLang="zh-CN" sz="1600" b="1" dirty="0">
                      <a:latin typeface="Comic Sans MS" panose="030F0702030302020204" pitchFamily="66" charset="0"/>
                    </a:endParaRPr>
                  </a:p>
                </p:txBody>
              </p:sp>
              <p:sp>
                <p:nvSpPr>
                  <p:cNvPr id="44113" name="Oval 13"/>
                  <p:cNvSpPr/>
                  <p:nvPr/>
                </p:nvSpPr>
                <p:spPr>
                  <a:xfrm>
                    <a:off x="7924" y="5694"/>
                    <a:ext cx="397" cy="397"/>
                  </a:xfrm>
                  <a:prstGeom prst="ellipse">
                    <a:avLst/>
                  </a:prstGeom>
                  <a:noFill/>
                  <a:ln w="9525" cap="flat" cmpd="sng">
                    <a:solidFill>
                      <a:srgbClr val="000000"/>
                    </a:solidFill>
                    <a:prstDash val="solid"/>
                    <a:headEnd type="none" w="med" len="med"/>
                    <a:tailEnd type="none" w="med" len="med"/>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eaLnBrk="1" hangingPunct="1">
                      <a:spcBef>
                        <a:spcPct val="0"/>
                      </a:spcBef>
                      <a:buClrTx/>
                      <a:buSzTx/>
                      <a:buFontTx/>
                      <a:buNone/>
                    </a:pPr>
                    <a:endParaRPr lang="zh-CN" altLang="en-US" sz="1600" b="1" dirty="0">
                      <a:latin typeface="Comic Sans MS" panose="030F0702030302020204" pitchFamily="66" charset="0"/>
                    </a:endParaRPr>
                  </a:p>
                </p:txBody>
              </p:sp>
            </p:grpSp>
            <p:grpSp>
              <p:nvGrpSpPr>
                <p:cNvPr id="44107" name="Group 14"/>
                <p:cNvGrpSpPr/>
                <p:nvPr/>
              </p:nvGrpSpPr>
              <p:grpSpPr>
                <a:xfrm>
                  <a:off x="5349" y="8040"/>
                  <a:ext cx="540" cy="465"/>
                  <a:chOff x="6972" y="5640"/>
                  <a:chExt cx="540" cy="465"/>
                </a:xfrm>
              </p:grpSpPr>
              <p:sp>
                <p:nvSpPr>
                  <p:cNvPr id="44110" name="Rectangle 15"/>
                  <p:cNvSpPr/>
                  <p:nvPr/>
                </p:nvSpPr>
                <p:spPr>
                  <a:xfrm>
                    <a:off x="6972" y="5640"/>
                    <a:ext cx="540" cy="465"/>
                  </a:xfrm>
                  <a:prstGeom prst="rect">
                    <a:avLst/>
                  </a:prstGeom>
                  <a:noFill/>
                  <a:ln w="9525">
                    <a:noFill/>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algn="just" eaLnBrk="1" hangingPunct="1">
                      <a:spcBef>
                        <a:spcPct val="0"/>
                      </a:spcBef>
                      <a:buClrTx/>
                      <a:buSzTx/>
                      <a:buFontTx/>
                      <a:buNone/>
                    </a:pPr>
                    <a:r>
                      <a:rPr lang="en-US" altLang="zh-CN" sz="700" dirty="0">
                        <a:latin typeface="Times New Roman" panose="02020603050405020304" pitchFamily="18" charset="0"/>
                      </a:rPr>
                      <a:t>2.3</a:t>
                    </a:r>
                    <a:endParaRPr lang="en-US" altLang="zh-CN" sz="1600" b="1" dirty="0">
                      <a:latin typeface="Comic Sans MS" panose="030F0702030302020204" pitchFamily="66" charset="0"/>
                    </a:endParaRPr>
                  </a:p>
                </p:txBody>
              </p:sp>
              <p:sp>
                <p:nvSpPr>
                  <p:cNvPr id="44111" name="Oval 16"/>
                  <p:cNvSpPr/>
                  <p:nvPr/>
                </p:nvSpPr>
                <p:spPr>
                  <a:xfrm>
                    <a:off x="7016" y="5670"/>
                    <a:ext cx="397" cy="397"/>
                  </a:xfrm>
                  <a:prstGeom prst="ellipse">
                    <a:avLst/>
                  </a:prstGeom>
                  <a:noFill/>
                  <a:ln w="9525" cap="flat" cmpd="sng">
                    <a:solidFill>
                      <a:srgbClr val="000000"/>
                    </a:solidFill>
                    <a:prstDash val="solid"/>
                    <a:headEnd type="none" w="med" len="med"/>
                    <a:tailEnd type="none" w="med" len="med"/>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eaLnBrk="1" hangingPunct="1">
                      <a:spcBef>
                        <a:spcPct val="0"/>
                      </a:spcBef>
                      <a:buClrTx/>
                      <a:buSzTx/>
                      <a:buFontTx/>
                      <a:buNone/>
                    </a:pPr>
                    <a:endParaRPr lang="zh-CN" altLang="en-US" sz="1600" b="1" dirty="0">
                      <a:latin typeface="Comic Sans MS" panose="030F0702030302020204" pitchFamily="66" charset="0"/>
                    </a:endParaRPr>
                  </a:p>
                </p:txBody>
              </p:sp>
            </p:grpSp>
            <p:sp>
              <p:nvSpPr>
                <p:cNvPr id="44108" name="Line 17"/>
                <p:cNvSpPr/>
                <p:nvPr/>
              </p:nvSpPr>
              <p:spPr>
                <a:xfrm>
                  <a:off x="5802" y="8250"/>
                  <a:ext cx="362" cy="0"/>
                </a:xfrm>
                <a:prstGeom prst="line">
                  <a:avLst/>
                </a:prstGeom>
                <a:ln w="9525" cap="flat" cmpd="sng">
                  <a:solidFill>
                    <a:srgbClr val="000000"/>
                  </a:solidFill>
                  <a:prstDash val="solid"/>
                  <a:headEnd type="none" w="med" len="med"/>
                  <a:tailEnd type="triangle" w="sm" len="med"/>
                </a:ln>
              </p:spPr>
            </p:sp>
            <p:sp>
              <p:nvSpPr>
                <p:cNvPr id="44109" name="Line 18"/>
                <p:cNvSpPr/>
                <p:nvPr/>
              </p:nvSpPr>
              <p:spPr>
                <a:xfrm>
                  <a:off x="6582" y="8265"/>
                  <a:ext cx="316" cy="15"/>
                </a:xfrm>
                <a:prstGeom prst="line">
                  <a:avLst/>
                </a:prstGeom>
                <a:ln w="9525" cap="flat" cmpd="sng">
                  <a:solidFill>
                    <a:srgbClr val="000000"/>
                  </a:solidFill>
                  <a:prstDash val="solid"/>
                  <a:headEnd type="none" w="med" len="med"/>
                  <a:tailEnd type="triangle" w="sm" len="med"/>
                </a:ln>
              </p:spPr>
            </p:sp>
          </p:grpSp>
          <p:grpSp>
            <p:nvGrpSpPr>
              <p:cNvPr id="44095" name="Group 19"/>
              <p:cNvGrpSpPr/>
              <p:nvPr/>
            </p:nvGrpSpPr>
            <p:grpSpPr>
              <a:xfrm>
                <a:off x="5426" y="7455"/>
                <a:ext cx="1590" cy="480"/>
                <a:chOff x="5382" y="7440"/>
                <a:chExt cx="1590" cy="480"/>
              </a:xfrm>
            </p:grpSpPr>
            <p:grpSp>
              <p:nvGrpSpPr>
                <p:cNvPr id="44098" name="Group 20"/>
                <p:cNvGrpSpPr/>
                <p:nvPr/>
              </p:nvGrpSpPr>
              <p:grpSpPr>
                <a:xfrm>
                  <a:off x="6432" y="7440"/>
                  <a:ext cx="540" cy="465"/>
                  <a:chOff x="7872" y="5655"/>
                  <a:chExt cx="540" cy="465"/>
                </a:xfrm>
              </p:grpSpPr>
              <p:sp>
                <p:nvSpPr>
                  <p:cNvPr id="44104" name="Rectangle 21"/>
                  <p:cNvSpPr/>
                  <p:nvPr/>
                </p:nvSpPr>
                <p:spPr>
                  <a:xfrm>
                    <a:off x="7872" y="5655"/>
                    <a:ext cx="540" cy="465"/>
                  </a:xfrm>
                  <a:prstGeom prst="rect">
                    <a:avLst/>
                  </a:prstGeom>
                  <a:noFill/>
                  <a:ln w="9525">
                    <a:noFill/>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algn="just" eaLnBrk="1" hangingPunct="1">
                      <a:spcBef>
                        <a:spcPct val="0"/>
                      </a:spcBef>
                      <a:buClrTx/>
                      <a:buSzTx/>
                      <a:buFontTx/>
                      <a:buNone/>
                    </a:pPr>
                    <a:r>
                      <a:rPr lang="en-US" altLang="zh-CN" sz="700" dirty="0">
                        <a:latin typeface="Times New Roman" panose="02020603050405020304" pitchFamily="18" charset="0"/>
                      </a:rPr>
                      <a:t>2.2</a:t>
                    </a:r>
                    <a:endParaRPr lang="en-US" altLang="zh-CN" sz="1600" b="1" dirty="0">
                      <a:latin typeface="Comic Sans MS" panose="030F0702030302020204" pitchFamily="66" charset="0"/>
                    </a:endParaRPr>
                  </a:p>
                </p:txBody>
              </p:sp>
              <p:sp>
                <p:nvSpPr>
                  <p:cNvPr id="44105" name="Oval 22"/>
                  <p:cNvSpPr/>
                  <p:nvPr/>
                </p:nvSpPr>
                <p:spPr>
                  <a:xfrm>
                    <a:off x="7924" y="5694"/>
                    <a:ext cx="397" cy="397"/>
                  </a:xfrm>
                  <a:prstGeom prst="ellipse">
                    <a:avLst/>
                  </a:prstGeom>
                  <a:noFill/>
                  <a:ln w="9525" cap="flat" cmpd="sng">
                    <a:solidFill>
                      <a:srgbClr val="000000"/>
                    </a:solidFill>
                    <a:prstDash val="solid"/>
                    <a:headEnd type="none" w="med" len="med"/>
                    <a:tailEnd type="none" w="med" len="med"/>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eaLnBrk="1" hangingPunct="1">
                      <a:spcBef>
                        <a:spcPct val="0"/>
                      </a:spcBef>
                      <a:buClrTx/>
                      <a:buSzTx/>
                      <a:buFontTx/>
                      <a:buNone/>
                    </a:pPr>
                    <a:endParaRPr lang="zh-CN" altLang="en-US" sz="1600" b="1" dirty="0">
                      <a:latin typeface="Comic Sans MS" panose="030F0702030302020204" pitchFamily="66" charset="0"/>
                    </a:endParaRPr>
                  </a:p>
                </p:txBody>
              </p:sp>
            </p:grpSp>
            <p:grpSp>
              <p:nvGrpSpPr>
                <p:cNvPr id="44099" name="Group 23"/>
                <p:cNvGrpSpPr/>
                <p:nvPr/>
              </p:nvGrpSpPr>
              <p:grpSpPr>
                <a:xfrm>
                  <a:off x="5666" y="7455"/>
                  <a:ext cx="540" cy="465"/>
                  <a:chOff x="6972" y="5640"/>
                  <a:chExt cx="540" cy="465"/>
                </a:xfrm>
              </p:grpSpPr>
              <p:sp>
                <p:nvSpPr>
                  <p:cNvPr id="44102" name="Rectangle 24"/>
                  <p:cNvSpPr/>
                  <p:nvPr/>
                </p:nvSpPr>
                <p:spPr>
                  <a:xfrm>
                    <a:off x="6972" y="5640"/>
                    <a:ext cx="540" cy="465"/>
                  </a:xfrm>
                  <a:prstGeom prst="rect">
                    <a:avLst/>
                  </a:prstGeom>
                  <a:noFill/>
                  <a:ln w="9525">
                    <a:noFill/>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algn="just" eaLnBrk="1" hangingPunct="1">
                      <a:spcBef>
                        <a:spcPct val="0"/>
                      </a:spcBef>
                      <a:buClrTx/>
                      <a:buSzTx/>
                      <a:buFontTx/>
                      <a:buNone/>
                    </a:pPr>
                    <a:r>
                      <a:rPr lang="en-US" altLang="zh-CN" sz="700" dirty="0">
                        <a:latin typeface="Times New Roman" panose="02020603050405020304" pitchFamily="18" charset="0"/>
                      </a:rPr>
                      <a:t>2.1</a:t>
                    </a:r>
                    <a:endParaRPr lang="en-US" altLang="zh-CN" sz="1600" b="1" dirty="0">
                      <a:latin typeface="Comic Sans MS" panose="030F0702030302020204" pitchFamily="66" charset="0"/>
                    </a:endParaRPr>
                  </a:p>
                </p:txBody>
              </p:sp>
              <p:sp>
                <p:nvSpPr>
                  <p:cNvPr id="44103" name="Oval 25"/>
                  <p:cNvSpPr/>
                  <p:nvPr/>
                </p:nvSpPr>
                <p:spPr>
                  <a:xfrm>
                    <a:off x="7016" y="5670"/>
                    <a:ext cx="397" cy="397"/>
                  </a:xfrm>
                  <a:prstGeom prst="ellipse">
                    <a:avLst/>
                  </a:prstGeom>
                  <a:noFill/>
                  <a:ln w="9525" cap="flat" cmpd="sng">
                    <a:solidFill>
                      <a:srgbClr val="000000"/>
                    </a:solidFill>
                    <a:prstDash val="solid"/>
                    <a:headEnd type="none" w="med" len="med"/>
                    <a:tailEnd type="none" w="med" len="med"/>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eaLnBrk="1" hangingPunct="1">
                      <a:spcBef>
                        <a:spcPct val="0"/>
                      </a:spcBef>
                      <a:buClrTx/>
                      <a:buSzTx/>
                      <a:buFontTx/>
                      <a:buNone/>
                    </a:pPr>
                    <a:endParaRPr lang="zh-CN" altLang="en-US" sz="1600" b="1" dirty="0">
                      <a:latin typeface="Comic Sans MS" panose="030F0702030302020204" pitchFamily="66" charset="0"/>
                    </a:endParaRPr>
                  </a:p>
                </p:txBody>
              </p:sp>
            </p:grpSp>
            <p:sp>
              <p:nvSpPr>
                <p:cNvPr id="44100" name="Line 26"/>
                <p:cNvSpPr/>
                <p:nvPr/>
              </p:nvSpPr>
              <p:spPr>
                <a:xfrm>
                  <a:off x="6104" y="7665"/>
                  <a:ext cx="374" cy="0"/>
                </a:xfrm>
                <a:prstGeom prst="line">
                  <a:avLst/>
                </a:prstGeom>
                <a:ln w="9525" cap="flat" cmpd="sng">
                  <a:solidFill>
                    <a:srgbClr val="000000"/>
                  </a:solidFill>
                  <a:prstDash val="solid"/>
                  <a:headEnd type="none" w="med" len="med"/>
                  <a:tailEnd type="triangle" w="sm" len="med"/>
                </a:ln>
              </p:spPr>
            </p:sp>
            <p:sp>
              <p:nvSpPr>
                <p:cNvPr id="44101" name="Line 27"/>
                <p:cNvSpPr/>
                <p:nvPr/>
              </p:nvSpPr>
              <p:spPr>
                <a:xfrm>
                  <a:off x="5382" y="7680"/>
                  <a:ext cx="332" cy="0"/>
                </a:xfrm>
                <a:prstGeom prst="line">
                  <a:avLst/>
                </a:prstGeom>
                <a:ln w="9525" cap="flat" cmpd="sng">
                  <a:solidFill>
                    <a:srgbClr val="000000"/>
                  </a:solidFill>
                  <a:prstDash val="solid"/>
                  <a:headEnd type="none" w="med" len="med"/>
                  <a:tailEnd type="triangle" w="sm" len="med"/>
                </a:ln>
              </p:spPr>
            </p:sp>
          </p:grpSp>
          <p:sp>
            <p:nvSpPr>
              <p:cNvPr id="44096" name="Line 28"/>
              <p:cNvSpPr/>
              <p:nvPr/>
            </p:nvSpPr>
            <p:spPr>
              <a:xfrm flipH="1">
                <a:off x="5698" y="7875"/>
                <a:ext cx="136" cy="225"/>
              </a:xfrm>
              <a:prstGeom prst="line">
                <a:avLst/>
              </a:prstGeom>
              <a:ln w="9525" cap="flat" cmpd="sng">
                <a:solidFill>
                  <a:srgbClr val="000000"/>
                </a:solidFill>
                <a:prstDash val="solid"/>
                <a:headEnd type="none" w="med" len="med"/>
                <a:tailEnd type="triangle" w="sm" len="med"/>
              </a:ln>
            </p:spPr>
          </p:sp>
          <p:sp>
            <p:nvSpPr>
              <p:cNvPr id="44097" name="Line 29"/>
              <p:cNvSpPr/>
              <p:nvPr/>
            </p:nvSpPr>
            <p:spPr>
              <a:xfrm flipH="1">
                <a:off x="6480" y="7890"/>
                <a:ext cx="150" cy="225"/>
              </a:xfrm>
              <a:prstGeom prst="line">
                <a:avLst/>
              </a:prstGeom>
              <a:ln w="9525" cap="flat" cmpd="sng">
                <a:solidFill>
                  <a:srgbClr val="000000"/>
                </a:solidFill>
                <a:prstDash val="solid"/>
                <a:headEnd type="none" w="med" len="med"/>
                <a:tailEnd type="triangle" w="sm" len="med"/>
              </a:ln>
            </p:spPr>
          </p:sp>
        </p:grpSp>
      </p:grpSp>
      <p:grpSp>
        <p:nvGrpSpPr>
          <p:cNvPr id="44036" name="Group 30"/>
          <p:cNvGrpSpPr/>
          <p:nvPr/>
        </p:nvGrpSpPr>
        <p:grpSpPr>
          <a:xfrm>
            <a:off x="3595688" y="3676650"/>
            <a:ext cx="1881187" cy="733425"/>
            <a:chOff x="1756" y="7515"/>
            <a:chExt cx="2964" cy="1155"/>
          </a:xfrm>
        </p:grpSpPr>
        <p:sp>
          <p:nvSpPr>
            <p:cNvPr id="44072" name="AutoShape 31"/>
            <p:cNvSpPr/>
            <p:nvPr/>
          </p:nvSpPr>
          <p:spPr>
            <a:xfrm>
              <a:off x="1756" y="7515"/>
              <a:ext cx="2964" cy="1155"/>
            </a:xfrm>
            <a:prstGeom prst="parallelogram">
              <a:avLst>
                <a:gd name="adj" fmla="val 64155"/>
              </a:avLst>
            </a:prstGeom>
            <a:noFill/>
            <a:ln w="9525" cap="flat" cmpd="sng">
              <a:solidFill>
                <a:srgbClr val="000000"/>
              </a:solidFill>
              <a:prstDash val="solid"/>
              <a:miter/>
              <a:headEnd type="none" w="med" len="med"/>
              <a:tailEnd type="none" w="med" len="med"/>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eaLnBrk="1" hangingPunct="1">
                <a:spcBef>
                  <a:spcPct val="0"/>
                </a:spcBef>
                <a:buClrTx/>
                <a:buSzTx/>
                <a:buFontTx/>
                <a:buNone/>
              </a:pPr>
              <a:endParaRPr lang="zh-CN" altLang="en-US" sz="1600" b="1" dirty="0">
                <a:latin typeface="Comic Sans MS" panose="030F0702030302020204" pitchFamily="66" charset="0"/>
              </a:endParaRPr>
            </a:p>
          </p:txBody>
        </p:sp>
        <p:grpSp>
          <p:nvGrpSpPr>
            <p:cNvPr id="44073" name="Group 32"/>
            <p:cNvGrpSpPr/>
            <p:nvPr/>
          </p:nvGrpSpPr>
          <p:grpSpPr>
            <a:xfrm>
              <a:off x="2409" y="7575"/>
              <a:ext cx="1953" cy="1050"/>
              <a:chOff x="2409" y="7575"/>
              <a:chExt cx="1953" cy="1050"/>
            </a:xfrm>
          </p:grpSpPr>
          <p:grpSp>
            <p:nvGrpSpPr>
              <p:cNvPr id="44074" name="Group 33"/>
              <p:cNvGrpSpPr/>
              <p:nvPr/>
            </p:nvGrpSpPr>
            <p:grpSpPr>
              <a:xfrm>
                <a:off x="3175" y="8145"/>
                <a:ext cx="540" cy="465"/>
                <a:chOff x="7872" y="5655"/>
                <a:chExt cx="540" cy="465"/>
              </a:xfrm>
            </p:grpSpPr>
            <p:sp>
              <p:nvSpPr>
                <p:cNvPr id="44090" name="Rectangle 34"/>
                <p:cNvSpPr/>
                <p:nvPr/>
              </p:nvSpPr>
              <p:spPr>
                <a:xfrm>
                  <a:off x="7872" y="5655"/>
                  <a:ext cx="540" cy="465"/>
                </a:xfrm>
                <a:prstGeom prst="rect">
                  <a:avLst/>
                </a:prstGeom>
                <a:noFill/>
                <a:ln w="9525">
                  <a:noFill/>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algn="ctr" eaLnBrk="1" hangingPunct="1">
                    <a:spcBef>
                      <a:spcPct val="0"/>
                    </a:spcBef>
                    <a:buClrTx/>
                    <a:buSzTx/>
                    <a:buFontTx/>
                    <a:buNone/>
                  </a:pPr>
                  <a:r>
                    <a:rPr lang="en-US" altLang="zh-CN" sz="700" dirty="0">
                      <a:latin typeface="Times New Roman" panose="02020603050405020304" pitchFamily="18" charset="0"/>
                    </a:rPr>
                    <a:t>2</a:t>
                  </a:r>
                  <a:endParaRPr lang="en-US" altLang="zh-CN" sz="1600" b="1" dirty="0">
                    <a:latin typeface="Comic Sans MS" panose="030F0702030302020204" pitchFamily="66" charset="0"/>
                  </a:endParaRPr>
                </a:p>
              </p:txBody>
            </p:sp>
            <p:sp>
              <p:nvSpPr>
                <p:cNvPr id="44091" name="Oval 35"/>
                <p:cNvSpPr/>
                <p:nvPr/>
              </p:nvSpPr>
              <p:spPr>
                <a:xfrm>
                  <a:off x="7924" y="5694"/>
                  <a:ext cx="397" cy="397"/>
                </a:xfrm>
                <a:prstGeom prst="ellipse">
                  <a:avLst/>
                </a:prstGeom>
                <a:noFill/>
                <a:ln w="9525" cap="flat" cmpd="sng">
                  <a:solidFill>
                    <a:srgbClr val="000000"/>
                  </a:solidFill>
                  <a:prstDash val="solid"/>
                  <a:headEnd type="none" w="med" len="med"/>
                  <a:tailEnd type="none" w="med" len="med"/>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eaLnBrk="1" hangingPunct="1">
                    <a:spcBef>
                      <a:spcPct val="0"/>
                    </a:spcBef>
                    <a:buClrTx/>
                    <a:buSzTx/>
                    <a:buFontTx/>
                    <a:buNone/>
                  </a:pPr>
                  <a:endParaRPr lang="zh-CN" altLang="en-US" sz="1600" b="1" dirty="0">
                    <a:latin typeface="Comic Sans MS" panose="030F0702030302020204" pitchFamily="66" charset="0"/>
                  </a:endParaRPr>
                </a:p>
              </p:txBody>
            </p:sp>
          </p:grpSp>
          <p:grpSp>
            <p:nvGrpSpPr>
              <p:cNvPr id="44075" name="Group 36"/>
              <p:cNvGrpSpPr/>
              <p:nvPr/>
            </p:nvGrpSpPr>
            <p:grpSpPr>
              <a:xfrm>
                <a:off x="2409" y="8160"/>
                <a:ext cx="540" cy="465"/>
                <a:chOff x="6972" y="5640"/>
                <a:chExt cx="540" cy="465"/>
              </a:xfrm>
            </p:grpSpPr>
            <p:sp>
              <p:nvSpPr>
                <p:cNvPr id="44088" name="Rectangle 37"/>
                <p:cNvSpPr/>
                <p:nvPr/>
              </p:nvSpPr>
              <p:spPr>
                <a:xfrm>
                  <a:off x="6972" y="5640"/>
                  <a:ext cx="540" cy="465"/>
                </a:xfrm>
                <a:prstGeom prst="rect">
                  <a:avLst/>
                </a:prstGeom>
                <a:noFill/>
                <a:ln w="9525">
                  <a:noFill/>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algn="ctr" eaLnBrk="1" hangingPunct="1">
                    <a:spcBef>
                      <a:spcPct val="0"/>
                    </a:spcBef>
                    <a:buClrTx/>
                    <a:buSzTx/>
                    <a:buFontTx/>
                    <a:buNone/>
                  </a:pPr>
                  <a:r>
                    <a:rPr lang="en-US" altLang="zh-CN" sz="700" dirty="0">
                      <a:latin typeface="Times New Roman" panose="02020603050405020304" pitchFamily="18" charset="0"/>
                    </a:rPr>
                    <a:t>1</a:t>
                  </a:r>
                  <a:endParaRPr lang="en-US" altLang="zh-CN" sz="1600" b="1" dirty="0">
                    <a:latin typeface="Comic Sans MS" panose="030F0702030302020204" pitchFamily="66" charset="0"/>
                  </a:endParaRPr>
                </a:p>
              </p:txBody>
            </p:sp>
            <p:sp>
              <p:nvSpPr>
                <p:cNvPr id="44089" name="Oval 38"/>
                <p:cNvSpPr/>
                <p:nvPr/>
              </p:nvSpPr>
              <p:spPr>
                <a:xfrm>
                  <a:off x="7016" y="5670"/>
                  <a:ext cx="397" cy="397"/>
                </a:xfrm>
                <a:prstGeom prst="ellipse">
                  <a:avLst/>
                </a:prstGeom>
                <a:noFill/>
                <a:ln w="9525" cap="flat" cmpd="sng">
                  <a:solidFill>
                    <a:srgbClr val="000000"/>
                  </a:solidFill>
                  <a:prstDash val="solid"/>
                  <a:headEnd type="none" w="med" len="med"/>
                  <a:tailEnd type="none" w="med" len="med"/>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eaLnBrk="1" hangingPunct="1">
                    <a:spcBef>
                      <a:spcPct val="0"/>
                    </a:spcBef>
                    <a:buClrTx/>
                    <a:buSzTx/>
                    <a:buFontTx/>
                    <a:buNone/>
                  </a:pPr>
                  <a:endParaRPr lang="zh-CN" altLang="en-US" sz="1600" b="1" dirty="0">
                    <a:latin typeface="Comic Sans MS" panose="030F0702030302020204" pitchFamily="66" charset="0"/>
                  </a:endParaRPr>
                </a:p>
              </p:txBody>
            </p:sp>
          </p:grpSp>
          <p:sp>
            <p:nvSpPr>
              <p:cNvPr id="44076" name="Line 39"/>
              <p:cNvSpPr/>
              <p:nvPr/>
            </p:nvSpPr>
            <p:spPr>
              <a:xfrm>
                <a:off x="2862" y="8370"/>
                <a:ext cx="362" cy="0"/>
              </a:xfrm>
              <a:prstGeom prst="line">
                <a:avLst/>
              </a:prstGeom>
              <a:ln w="9525" cap="flat" cmpd="sng">
                <a:solidFill>
                  <a:srgbClr val="000000"/>
                </a:solidFill>
                <a:prstDash val="solid"/>
                <a:headEnd type="none" w="med" len="med"/>
                <a:tailEnd type="triangle" w="sm" len="med"/>
              </a:ln>
            </p:spPr>
          </p:sp>
          <p:sp>
            <p:nvSpPr>
              <p:cNvPr id="44077" name="Line 40"/>
              <p:cNvSpPr/>
              <p:nvPr/>
            </p:nvSpPr>
            <p:spPr>
              <a:xfrm>
                <a:off x="3642" y="8385"/>
                <a:ext cx="316" cy="15"/>
              </a:xfrm>
              <a:prstGeom prst="line">
                <a:avLst/>
              </a:prstGeom>
              <a:ln w="9525" cap="flat" cmpd="sng">
                <a:solidFill>
                  <a:srgbClr val="000000"/>
                </a:solidFill>
                <a:prstDash val="solid"/>
                <a:headEnd type="none" w="med" len="med"/>
                <a:tailEnd type="triangle" w="sm" len="med"/>
              </a:ln>
            </p:spPr>
          </p:sp>
          <p:grpSp>
            <p:nvGrpSpPr>
              <p:cNvPr id="44078" name="Group 41"/>
              <p:cNvGrpSpPr/>
              <p:nvPr/>
            </p:nvGrpSpPr>
            <p:grpSpPr>
              <a:xfrm>
                <a:off x="3536" y="7575"/>
                <a:ext cx="540" cy="465"/>
                <a:chOff x="7872" y="5655"/>
                <a:chExt cx="540" cy="465"/>
              </a:xfrm>
            </p:grpSpPr>
            <p:sp>
              <p:nvSpPr>
                <p:cNvPr id="44086" name="Rectangle 42"/>
                <p:cNvSpPr/>
                <p:nvPr/>
              </p:nvSpPr>
              <p:spPr>
                <a:xfrm>
                  <a:off x="7872" y="5655"/>
                  <a:ext cx="540" cy="465"/>
                </a:xfrm>
                <a:prstGeom prst="rect">
                  <a:avLst/>
                </a:prstGeom>
                <a:noFill/>
                <a:ln w="9525">
                  <a:noFill/>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algn="ctr" eaLnBrk="1" hangingPunct="1">
                    <a:spcBef>
                      <a:spcPct val="0"/>
                    </a:spcBef>
                    <a:buClrTx/>
                    <a:buSzTx/>
                    <a:buFontTx/>
                    <a:buNone/>
                  </a:pPr>
                  <a:r>
                    <a:rPr lang="en-US" altLang="zh-CN" sz="700" dirty="0">
                      <a:latin typeface="Times New Roman" panose="02020603050405020304" pitchFamily="18" charset="0"/>
                    </a:rPr>
                    <a:t>4</a:t>
                  </a:r>
                  <a:endParaRPr lang="en-US" altLang="zh-CN" sz="1600" b="1" dirty="0">
                    <a:latin typeface="Comic Sans MS" panose="030F0702030302020204" pitchFamily="66" charset="0"/>
                  </a:endParaRPr>
                </a:p>
              </p:txBody>
            </p:sp>
            <p:sp>
              <p:nvSpPr>
                <p:cNvPr id="44087" name="Oval 43"/>
                <p:cNvSpPr/>
                <p:nvPr/>
              </p:nvSpPr>
              <p:spPr>
                <a:xfrm>
                  <a:off x="7924" y="5694"/>
                  <a:ext cx="397" cy="397"/>
                </a:xfrm>
                <a:prstGeom prst="ellipse">
                  <a:avLst/>
                </a:prstGeom>
                <a:noFill/>
                <a:ln w="9525" cap="flat" cmpd="sng">
                  <a:solidFill>
                    <a:srgbClr val="000000"/>
                  </a:solidFill>
                  <a:prstDash val="solid"/>
                  <a:headEnd type="none" w="med" len="med"/>
                  <a:tailEnd type="none" w="med" len="med"/>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eaLnBrk="1" hangingPunct="1">
                    <a:spcBef>
                      <a:spcPct val="0"/>
                    </a:spcBef>
                    <a:buClrTx/>
                    <a:buSzTx/>
                    <a:buFontTx/>
                    <a:buNone/>
                  </a:pPr>
                  <a:endParaRPr lang="zh-CN" altLang="en-US" sz="1600" b="1" dirty="0">
                    <a:latin typeface="Comic Sans MS" panose="030F0702030302020204" pitchFamily="66" charset="0"/>
                  </a:endParaRPr>
                </a:p>
              </p:txBody>
            </p:sp>
          </p:grpSp>
          <p:grpSp>
            <p:nvGrpSpPr>
              <p:cNvPr id="44079" name="Group 44"/>
              <p:cNvGrpSpPr/>
              <p:nvPr/>
            </p:nvGrpSpPr>
            <p:grpSpPr>
              <a:xfrm>
                <a:off x="2770" y="7590"/>
                <a:ext cx="540" cy="465"/>
                <a:chOff x="6972" y="5640"/>
                <a:chExt cx="540" cy="465"/>
              </a:xfrm>
            </p:grpSpPr>
            <p:sp>
              <p:nvSpPr>
                <p:cNvPr id="44084" name="Rectangle 45"/>
                <p:cNvSpPr/>
                <p:nvPr/>
              </p:nvSpPr>
              <p:spPr>
                <a:xfrm>
                  <a:off x="6972" y="5640"/>
                  <a:ext cx="540" cy="465"/>
                </a:xfrm>
                <a:prstGeom prst="rect">
                  <a:avLst/>
                </a:prstGeom>
                <a:noFill/>
                <a:ln w="9525">
                  <a:noFill/>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algn="ctr" eaLnBrk="1" hangingPunct="1">
                    <a:spcBef>
                      <a:spcPct val="0"/>
                    </a:spcBef>
                    <a:buClrTx/>
                    <a:buSzTx/>
                    <a:buFontTx/>
                    <a:buNone/>
                  </a:pPr>
                  <a:r>
                    <a:rPr lang="en-US" altLang="zh-CN" sz="700" dirty="0">
                      <a:latin typeface="Times New Roman" panose="02020603050405020304" pitchFamily="18" charset="0"/>
                    </a:rPr>
                    <a:t>3</a:t>
                  </a:r>
                  <a:endParaRPr lang="en-US" altLang="zh-CN" sz="1600" b="1" dirty="0">
                    <a:latin typeface="Comic Sans MS" panose="030F0702030302020204" pitchFamily="66" charset="0"/>
                  </a:endParaRPr>
                </a:p>
              </p:txBody>
            </p:sp>
            <p:sp>
              <p:nvSpPr>
                <p:cNvPr id="44085" name="Oval 46"/>
                <p:cNvSpPr/>
                <p:nvPr/>
              </p:nvSpPr>
              <p:spPr>
                <a:xfrm>
                  <a:off x="7016" y="5670"/>
                  <a:ext cx="397" cy="397"/>
                </a:xfrm>
                <a:prstGeom prst="ellipse">
                  <a:avLst/>
                </a:prstGeom>
                <a:noFill/>
                <a:ln w="9525" cap="flat" cmpd="sng">
                  <a:solidFill>
                    <a:srgbClr val="000000"/>
                  </a:solidFill>
                  <a:prstDash val="solid"/>
                  <a:headEnd type="none" w="med" len="med"/>
                  <a:tailEnd type="none" w="med" len="med"/>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eaLnBrk="1" hangingPunct="1">
                    <a:spcBef>
                      <a:spcPct val="0"/>
                    </a:spcBef>
                    <a:buClrTx/>
                    <a:buSzTx/>
                    <a:buFontTx/>
                    <a:buNone/>
                  </a:pPr>
                  <a:endParaRPr lang="zh-CN" altLang="en-US" sz="1600" b="1" dirty="0">
                    <a:latin typeface="Comic Sans MS" panose="030F0702030302020204" pitchFamily="66" charset="0"/>
                  </a:endParaRPr>
                </a:p>
              </p:txBody>
            </p:sp>
          </p:grpSp>
          <p:sp>
            <p:nvSpPr>
              <p:cNvPr id="44080" name="Line 47"/>
              <p:cNvSpPr/>
              <p:nvPr/>
            </p:nvSpPr>
            <p:spPr>
              <a:xfrm>
                <a:off x="3988" y="7830"/>
                <a:ext cx="374" cy="0"/>
              </a:xfrm>
              <a:prstGeom prst="line">
                <a:avLst/>
              </a:prstGeom>
              <a:ln w="9525" cap="flat" cmpd="sng">
                <a:solidFill>
                  <a:srgbClr val="000000"/>
                </a:solidFill>
                <a:prstDash val="solid"/>
                <a:headEnd type="none" w="med" len="med"/>
                <a:tailEnd type="triangle" w="sm" len="med"/>
              </a:ln>
            </p:spPr>
          </p:sp>
          <p:sp>
            <p:nvSpPr>
              <p:cNvPr id="44081" name="Line 48"/>
              <p:cNvSpPr/>
              <p:nvPr/>
            </p:nvSpPr>
            <p:spPr>
              <a:xfrm>
                <a:off x="2486" y="7815"/>
                <a:ext cx="332" cy="0"/>
              </a:xfrm>
              <a:prstGeom prst="line">
                <a:avLst/>
              </a:prstGeom>
              <a:ln w="9525" cap="flat" cmpd="sng">
                <a:solidFill>
                  <a:srgbClr val="000000"/>
                </a:solidFill>
                <a:prstDash val="solid"/>
                <a:headEnd type="none" w="med" len="med"/>
                <a:tailEnd type="triangle" w="sm" len="med"/>
              </a:ln>
            </p:spPr>
          </p:sp>
          <p:sp>
            <p:nvSpPr>
              <p:cNvPr id="44082" name="Line 49"/>
              <p:cNvSpPr/>
              <p:nvPr/>
            </p:nvSpPr>
            <p:spPr>
              <a:xfrm flipH="1">
                <a:off x="2758" y="7995"/>
                <a:ext cx="136" cy="225"/>
              </a:xfrm>
              <a:prstGeom prst="line">
                <a:avLst/>
              </a:prstGeom>
              <a:ln w="9525" cap="flat" cmpd="sng">
                <a:solidFill>
                  <a:srgbClr val="000000"/>
                </a:solidFill>
                <a:prstDash val="solid"/>
                <a:headEnd type="none" w="med" len="med"/>
                <a:tailEnd type="triangle" w="sm" len="med"/>
              </a:ln>
            </p:spPr>
          </p:sp>
          <p:sp>
            <p:nvSpPr>
              <p:cNvPr id="44083" name="Line 50"/>
              <p:cNvSpPr/>
              <p:nvPr/>
            </p:nvSpPr>
            <p:spPr>
              <a:xfrm flipH="1">
                <a:off x="2804" y="7905"/>
                <a:ext cx="796" cy="375"/>
              </a:xfrm>
              <a:prstGeom prst="line">
                <a:avLst/>
              </a:prstGeom>
              <a:ln w="9525" cap="flat" cmpd="sng">
                <a:solidFill>
                  <a:srgbClr val="000000"/>
                </a:solidFill>
                <a:prstDash val="solid"/>
                <a:headEnd type="triangle" w="sm" len="med"/>
                <a:tailEnd type="none" w="sm" len="med"/>
              </a:ln>
            </p:spPr>
          </p:sp>
        </p:grpSp>
      </p:grpSp>
      <p:grpSp>
        <p:nvGrpSpPr>
          <p:cNvPr id="44037" name="Group 51"/>
          <p:cNvGrpSpPr/>
          <p:nvPr/>
        </p:nvGrpSpPr>
        <p:grpSpPr>
          <a:xfrm>
            <a:off x="2212975" y="4724400"/>
            <a:ext cx="1882775" cy="733425"/>
            <a:chOff x="1966" y="9000"/>
            <a:chExt cx="2964" cy="1155"/>
          </a:xfrm>
        </p:grpSpPr>
        <p:sp>
          <p:nvSpPr>
            <p:cNvPr id="44056" name="AutoShape 52"/>
            <p:cNvSpPr/>
            <p:nvPr/>
          </p:nvSpPr>
          <p:spPr>
            <a:xfrm>
              <a:off x="1966" y="9000"/>
              <a:ext cx="2964" cy="1155"/>
            </a:xfrm>
            <a:prstGeom prst="parallelogram">
              <a:avLst>
                <a:gd name="adj" fmla="val 64155"/>
              </a:avLst>
            </a:prstGeom>
            <a:noFill/>
            <a:ln w="9525" cap="flat" cmpd="sng">
              <a:solidFill>
                <a:srgbClr val="000000"/>
              </a:solidFill>
              <a:prstDash val="solid"/>
              <a:miter/>
              <a:headEnd type="none" w="med" len="med"/>
              <a:tailEnd type="none" w="med" len="med"/>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eaLnBrk="1" hangingPunct="1">
                <a:spcBef>
                  <a:spcPct val="0"/>
                </a:spcBef>
                <a:buClrTx/>
                <a:buSzTx/>
                <a:buFontTx/>
                <a:buNone/>
              </a:pPr>
              <a:endParaRPr lang="zh-CN" altLang="en-US" sz="1600" b="1" dirty="0">
                <a:latin typeface="Comic Sans MS" panose="030F0702030302020204" pitchFamily="66" charset="0"/>
              </a:endParaRPr>
            </a:p>
          </p:txBody>
        </p:sp>
        <p:grpSp>
          <p:nvGrpSpPr>
            <p:cNvPr id="44057" name="Group 53"/>
            <p:cNvGrpSpPr/>
            <p:nvPr/>
          </p:nvGrpSpPr>
          <p:grpSpPr>
            <a:xfrm>
              <a:off x="2619" y="9075"/>
              <a:ext cx="1789" cy="1035"/>
              <a:chOff x="2619" y="9075"/>
              <a:chExt cx="1789" cy="1035"/>
            </a:xfrm>
          </p:grpSpPr>
          <p:grpSp>
            <p:nvGrpSpPr>
              <p:cNvPr id="44058" name="Group 54"/>
              <p:cNvGrpSpPr/>
              <p:nvPr/>
            </p:nvGrpSpPr>
            <p:grpSpPr>
              <a:xfrm>
                <a:off x="3385" y="9630"/>
                <a:ext cx="540" cy="465"/>
                <a:chOff x="7872" y="5655"/>
                <a:chExt cx="540" cy="465"/>
              </a:xfrm>
            </p:grpSpPr>
            <p:sp>
              <p:nvSpPr>
                <p:cNvPr id="44070" name="Rectangle 55"/>
                <p:cNvSpPr/>
                <p:nvPr/>
              </p:nvSpPr>
              <p:spPr>
                <a:xfrm>
                  <a:off x="7872" y="5655"/>
                  <a:ext cx="540" cy="465"/>
                </a:xfrm>
                <a:prstGeom prst="rect">
                  <a:avLst/>
                </a:prstGeom>
                <a:noFill/>
                <a:ln w="9525">
                  <a:noFill/>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algn="just" eaLnBrk="1" hangingPunct="1">
                    <a:spcBef>
                      <a:spcPct val="0"/>
                    </a:spcBef>
                    <a:buClrTx/>
                    <a:buSzTx/>
                    <a:buFontTx/>
                    <a:buNone/>
                  </a:pPr>
                  <a:r>
                    <a:rPr lang="en-US" altLang="zh-CN" sz="700" dirty="0">
                      <a:latin typeface="Times New Roman" panose="02020603050405020304" pitchFamily="18" charset="0"/>
                    </a:rPr>
                    <a:t>1.3</a:t>
                  </a:r>
                  <a:endParaRPr lang="en-US" altLang="zh-CN" sz="1600" b="1" dirty="0">
                    <a:latin typeface="Comic Sans MS" panose="030F0702030302020204" pitchFamily="66" charset="0"/>
                  </a:endParaRPr>
                </a:p>
              </p:txBody>
            </p:sp>
            <p:sp>
              <p:nvSpPr>
                <p:cNvPr id="44071" name="Oval 56"/>
                <p:cNvSpPr/>
                <p:nvPr/>
              </p:nvSpPr>
              <p:spPr>
                <a:xfrm>
                  <a:off x="7924" y="5694"/>
                  <a:ext cx="397" cy="397"/>
                </a:xfrm>
                <a:prstGeom prst="ellipse">
                  <a:avLst/>
                </a:prstGeom>
                <a:noFill/>
                <a:ln w="9525" cap="flat" cmpd="sng">
                  <a:solidFill>
                    <a:srgbClr val="000000"/>
                  </a:solidFill>
                  <a:prstDash val="solid"/>
                  <a:headEnd type="none" w="med" len="med"/>
                  <a:tailEnd type="none" w="med" len="med"/>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eaLnBrk="1" hangingPunct="1">
                    <a:spcBef>
                      <a:spcPct val="0"/>
                    </a:spcBef>
                    <a:buClrTx/>
                    <a:buSzTx/>
                    <a:buFontTx/>
                    <a:buNone/>
                  </a:pPr>
                  <a:endParaRPr lang="zh-CN" altLang="en-US" sz="1600" b="1" dirty="0">
                    <a:latin typeface="Comic Sans MS" panose="030F0702030302020204" pitchFamily="66" charset="0"/>
                  </a:endParaRPr>
                </a:p>
              </p:txBody>
            </p:sp>
          </p:grpSp>
          <p:grpSp>
            <p:nvGrpSpPr>
              <p:cNvPr id="44059" name="Group 57"/>
              <p:cNvGrpSpPr/>
              <p:nvPr/>
            </p:nvGrpSpPr>
            <p:grpSpPr>
              <a:xfrm>
                <a:off x="2619" y="9645"/>
                <a:ext cx="540" cy="465"/>
                <a:chOff x="6972" y="5640"/>
                <a:chExt cx="540" cy="465"/>
              </a:xfrm>
            </p:grpSpPr>
            <p:sp>
              <p:nvSpPr>
                <p:cNvPr id="44068" name="Rectangle 58"/>
                <p:cNvSpPr/>
                <p:nvPr/>
              </p:nvSpPr>
              <p:spPr>
                <a:xfrm>
                  <a:off x="6972" y="5640"/>
                  <a:ext cx="540" cy="465"/>
                </a:xfrm>
                <a:prstGeom prst="rect">
                  <a:avLst/>
                </a:prstGeom>
                <a:noFill/>
                <a:ln w="9525">
                  <a:noFill/>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algn="just" eaLnBrk="1" hangingPunct="1">
                    <a:spcBef>
                      <a:spcPct val="0"/>
                    </a:spcBef>
                    <a:buClrTx/>
                    <a:buSzTx/>
                    <a:buFontTx/>
                    <a:buNone/>
                  </a:pPr>
                  <a:r>
                    <a:rPr lang="en-US" altLang="zh-CN" sz="700" dirty="0">
                      <a:latin typeface="Times New Roman" panose="02020603050405020304" pitchFamily="18" charset="0"/>
                    </a:rPr>
                    <a:t>1.2</a:t>
                  </a:r>
                  <a:endParaRPr lang="en-US" altLang="zh-CN" sz="1600" b="1" dirty="0">
                    <a:latin typeface="Comic Sans MS" panose="030F0702030302020204" pitchFamily="66" charset="0"/>
                  </a:endParaRPr>
                </a:p>
              </p:txBody>
            </p:sp>
            <p:sp>
              <p:nvSpPr>
                <p:cNvPr id="44069" name="Oval 59"/>
                <p:cNvSpPr/>
                <p:nvPr/>
              </p:nvSpPr>
              <p:spPr>
                <a:xfrm>
                  <a:off x="7016" y="5670"/>
                  <a:ext cx="397" cy="397"/>
                </a:xfrm>
                <a:prstGeom prst="ellipse">
                  <a:avLst/>
                </a:prstGeom>
                <a:noFill/>
                <a:ln w="9525" cap="flat" cmpd="sng">
                  <a:solidFill>
                    <a:srgbClr val="000000"/>
                  </a:solidFill>
                  <a:prstDash val="solid"/>
                  <a:headEnd type="none" w="med" len="med"/>
                  <a:tailEnd type="none" w="med" len="med"/>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eaLnBrk="1" hangingPunct="1">
                    <a:spcBef>
                      <a:spcPct val="0"/>
                    </a:spcBef>
                    <a:buClrTx/>
                    <a:buSzTx/>
                    <a:buFontTx/>
                    <a:buNone/>
                  </a:pPr>
                  <a:endParaRPr lang="zh-CN" altLang="en-US" sz="1600" b="1" dirty="0">
                    <a:latin typeface="Comic Sans MS" panose="030F0702030302020204" pitchFamily="66" charset="0"/>
                  </a:endParaRPr>
                </a:p>
              </p:txBody>
            </p:sp>
          </p:grpSp>
          <p:sp>
            <p:nvSpPr>
              <p:cNvPr id="44060" name="Line 60"/>
              <p:cNvSpPr/>
              <p:nvPr/>
            </p:nvSpPr>
            <p:spPr>
              <a:xfrm>
                <a:off x="3072" y="9855"/>
                <a:ext cx="362" cy="0"/>
              </a:xfrm>
              <a:prstGeom prst="line">
                <a:avLst/>
              </a:prstGeom>
              <a:ln w="9525" cap="flat" cmpd="sng">
                <a:solidFill>
                  <a:srgbClr val="000000"/>
                </a:solidFill>
                <a:prstDash val="solid"/>
                <a:headEnd type="none" w="med" len="med"/>
                <a:tailEnd type="triangle" w="sm" len="med"/>
              </a:ln>
            </p:spPr>
          </p:sp>
          <p:sp>
            <p:nvSpPr>
              <p:cNvPr id="44061" name="Line 61"/>
              <p:cNvSpPr/>
              <p:nvPr/>
            </p:nvSpPr>
            <p:spPr>
              <a:xfrm>
                <a:off x="3852" y="9870"/>
                <a:ext cx="316" cy="15"/>
              </a:xfrm>
              <a:prstGeom prst="line">
                <a:avLst/>
              </a:prstGeom>
              <a:ln w="9525" cap="flat" cmpd="sng">
                <a:solidFill>
                  <a:srgbClr val="000000"/>
                </a:solidFill>
                <a:prstDash val="solid"/>
                <a:headEnd type="none" w="med" len="med"/>
                <a:tailEnd type="triangle" w="sm" len="med"/>
              </a:ln>
            </p:spPr>
          </p:sp>
          <p:grpSp>
            <p:nvGrpSpPr>
              <p:cNvPr id="44062" name="Group 62"/>
              <p:cNvGrpSpPr/>
              <p:nvPr/>
            </p:nvGrpSpPr>
            <p:grpSpPr>
              <a:xfrm>
                <a:off x="2980" y="9075"/>
                <a:ext cx="540" cy="465"/>
                <a:chOff x="6972" y="5640"/>
                <a:chExt cx="540" cy="465"/>
              </a:xfrm>
            </p:grpSpPr>
            <p:sp>
              <p:nvSpPr>
                <p:cNvPr id="44066" name="Rectangle 63"/>
                <p:cNvSpPr/>
                <p:nvPr/>
              </p:nvSpPr>
              <p:spPr>
                <a:xfrm>
                  <a:off x="6972" y="5640"/>
                  <a:ext cx="540" cy="465"/>
                </a:xfrm>
                <a:prstGeom prst="rect">
                  <a:avLst/>
                </a:prstGeom>
                <a:noFill/>
                <a:ln w="9525">
                  <a:noFill/>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algn="just" eaLnBrk="1" hangingPunct="1">
                    <a:spcBef>
                      <a:spcPct val="0"/>
                    </a:spcBef>
                    <a:buClrTx/>
                    <a:buSzTx/>
                    <a:buFontTx/>
                    <a:buNone/>
                  </a:pPr>
                  <a:r>
                    <a:rPr lang="en-US" altLang="zh-CN" sz="700" dirty="0">
                      <a:latin typeface="Times New Roman" panose="02020603050405020304" pitchFamily="18" charset="0"/>
                    </a:rPr>
                    <a:t>1.1</a:t>
                  </a:r>
                  <a:endParaRPr lang="en-US" altLang="zh-CN" sz="1600" b="1" dirty="0">
                    <a:latin typeface="Comic Sans MS" panose="030F0702030302020204" pitchFamily="66" charset="0"/>
                  </a:endParaRPr>
                </a:p>
              </p:txBody>
            </p:sp>
            <p:sp>
              <p:nvSpPr>
                <p:cNvPr id="44067" name="Oval 64"/>
                <p:cNvSpPr/>
                <p:nvPr/>
              </p:nvSpPr>
              <p:spPr>
                <a:xfrm>
                  <a:off x="7016" y="5670"/>
                  <a:ext cx="397" cy="397"/>
                </a:xfrm>
                <a:prstGeom prst="ellipse">
                  <a:avLst/>
                </a:prstGeom>
                <a:noFill/>
                <a:ln w="9525" cap="flat" cmpd="sng">
                  <a:solidFill>
                    <a:srgbClr val="000000"/>
                  </a:solidFill>
                  <a:prstDash val="solid"/>
                  <a:headEnd type="none" w="med" len="med"/>
                  <a:tailEnd type="none" w="med" len="med"/>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eaLnBrk="1" hangingPunct="1">
                    <a:spcBef>
                      <a:spcPct val="0"/>
                    </a:spcBef>
                    <a:buClrTx/>
                    <a:buSzTx/>
                    <a:buFontTx/>
                    <a:buNone/>
                  </a:pPr>
                  <a:endParaRPr lang="zh-CN" altLang="en-US" sz="1600" b="1" dirty="0">
                    <a:latin typeface="Comic Sans MS" panose="030F0702030302020204" pitchFamily="66" charset="0"/>
                  </a:endParaRPr>
                </a:p>
              </p:txBody>
            </p:sp>
          </p:grpSp>
          <p:sp>
            <p:nvSpPr>
              <p:cNvPr id="44063" name="Line 65"/>
              <p:cNvSpPr/>
              <p:nvPr/>
            </p:nvSpPr>
            <p:spPr>
              <a:xfrm flipV="1">
                <a:off x="3418" y="9285"/>
                <a:ext cx="990" cy="0"/>
              </a:xfrm>
              <a:prstGeom prst="line">
                <a:avLst/>
              </a:prstGeom>
              <a:ln w="9525" cap="flat" cmpd="sng">
                <a:solidFill>
                  <a:srgbClr val="000000"/>
                </a:solidFill>
                <a:prstDash val="solid"/>
                <a:headEnd type="none" w="med" len="med"/>
                <a:tailEnd type="triangle" w="sm" len="med"/>
              </a:ln>
            </p:spPr>
          </p:sp>
          <p:sp>
            <p:nvSpPr>
              <p:cNvPr id="44064" name="Line 66"/>
              <p:cNvSpPr/>
              <p:nvPr/>
            </p:nvSpPr>
            <p:spPr>
              <a:xfrm>
                <a:off x="2696" y="9300"/>
                <a:ext cx="332" cy="0"/>
              </a:xfrm>
              <a:prstGeom prst="line">
                <a:avLst/>
              </a:prstGeom>
              <a:ln w="9525" cap="flat" cmpd="sng">
                <a:solidFill>
                  <a:srgbClr val="000000"/>
                </a:solidFill>
                <a:prstDash val="solid"/>
                <a:headEnd type="none" w="med" len="med"/>
                <a:tailEnd type="triangle" w="sm" len="med"/>
              </a:ln>
            </p:spPr>
          </p:sp>
          <p:sp>
            <p:nvSpPr>
              <p:cNvPr id="44065" name="Line 67"/>
              <p:cNvSpPr/>
              <p:nvPr/>
            </p:nvSpPr>
            <p:spPr>
              <a:xfrm flipH="1">
                <a:off x="2968" y="9480"/>
                <a:ext cx="136" cy="225"/>
              </a:xfrm>
              <a:prstGeom prst="line">
                <a:avLst/>
              </a:prstGeom>
              <a:ln w="9525" cap="flat" cmpd="sng">
                <a:solidFill>
                  <a:srgbClr val="000000"/>
                </a:solidFill>
                <a:prstDash val="solid"/>
                <a:headEnd type="none" w="med" len="med"/>
                <a:tailEnd type="triangle" w="sm" len="med"/>
              </a:ln>
            </p:spPr>
          </p:sp>
        </p:grpSp>
      </p:grpSp>
      <p:grpSp>
        <p:nvGrpSpPr>
          <p:cNvPr id="44038" name="Group 68"/>
          <p:cNvGrpSpPr/>
          <p:nvPr/>
        </p:nvGrpSpPr>
        <p:grpSpPr>
          <a:xfrm>
            <a:off x="3603625" y="2667000"/>
            <a:ext cx="1882775" cy="733425"/>
            <a:chOff x="5236" y="8460"/>
            <a:chExt cx="2964" cy="1155"/>
          </a:xfrm>
        </p:grpSpPr>
        <p:sp>
          <p:nvSpPr>
            <p:cNvPr id="44048" name="AutoShape 69"/>
            <p:cNvSpPr/>
            <p:nvPr/>
          </p:nvSpPr>
          <p:spPr>
            <a:xfrm>
              <a:off x="5236" y="8460"/>
              <a:ext cx="2964" cy="1155"/>
            </a:xfrm>
            <a:prstGeom prst="parallelogram">
              <a:avLst>
                <a:gd name="adj" fmla="val 64155"/>
              </a:avLst>
            </a:prstGeom>
            <a:noFill/>
            <a:ln w="9525" cap="flat" cmpd="sng">
              <a:solidFill>
                <a:srgbClr val="000000"/>
              </a:solidFill>
              <a:prstDash val="solid"/>
              <a:miter/>
              <a:headEnd type="none" w="med" len="med"/>
              <a:tailEnd type="none" w="med" len="med"/>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eaLnBrk="1" hangingPunct="1">
                <a:spcBef>
                  <a:spcPct val="0"/>
                </a:spcBef>
                <a:buClrTx/>
                <a:buSzTx/>
                <a:buFontTx/>
                <a:buNone/>
              </a:pPr>
              <a:endParaRPr lang="zh-CN" altLang="en-US" sz="1600" b="1" dirty="0">
                <a:latin typeface="Comic Sans MS" panose="030F0702030302020204" pitchFamily="66" charset="0"/>
              </a:endParaRPr>
            </a:p>
          </p:txBody>
        </p:sp>
        <p:grpSp>
          <p:nvGrpSpPr>
            <p:cNvPr id="44049" name="Group 70"/>
            <p:cNvGrpSpPr/>
            <p:nvPr/>
          </p:nvGrpSpPr>
          <p:grpSpPr>
            <a:xfrm>
              <a:off x="5934" y="8850"/>
              <a:ext cx="1356" cy="555"/>
              <a:chOff x="5934" y="8850"/>
              <a:chExt cx="1356" cy="555"/>
            </a:xfrm>
          </p:grpSpPr>
          <p:grpSp>
            <p:nvGrpSpPr>
              <p:cNvPr id="44050" name="Group 71"/>
              <p:cNvGrpSpPr/>
              <p:nvPr/>
            </p:nvGrpSpPr>
            <p:grpSpPr>
              <a:xfrm>
                <a:off x="6354" y="8850"/>
                <a:ext cx="540" cy="465"/>
                <a:chOff x="6354" y="8850"/>
                <a:chExt cx="540" cy="465"/>
              </a:xfrm>
            </p:grpSpPr>
            <p:sp>
              <p:nvSpPr>
                <p:cNvPr id="44054" name="Rectangle 72"/>
                <p:cNvSpPr/>
                <p:nvPr/>
              </p:nvSpPr>
              <p:spPr>
                <a:xfrm>
                  <a:off x="6354" y="8850"/>
                  <a:ext cx="540" cy="465"/>
                </a:xfrm>
                <a:prstGeom prst="rect">
                  <a:avLst/>
                </a:prstGeom>
                <a:noFill/>
                <a:ln w="9525">
                  <a:noFill/>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algn="ctr" eaLnBrk="1" hangingPunct="1">
                    <a:spcBef>
                      <a:spcPct val="0"/>
                    </a:spcBef>
                    <a:buClrTx/>
                    <a:buSzTx/>
                    <a:buFontTx/>
                    <a:buNone/>
                  </a:pPr>
                  <a:r>
                    <a:rPr lang="en-US" altLang="zh-CN" sz="700" dirty="0">
                      <a:latin typeface="Times New Roman" panose="02020603050405020304" pitchFamily="18" charset="0"/>
                    </a:rPr>
                    <a:t>X</a:t>
                  </a:r>
                  <a:endParaRPr lang="en-US" altLang="zh-CN" sz="1600" b="1" dirty="0">
                    <a:latin typeface="Comic Sans MS" panose="030F0702030302020204" pitchFamily="66" charset="0"/>
                  </a:endParaRPr>
                </a:p>
              </p:txBody>
            </p:sp>
            <p:sp>
              <p:nvSpPr>
                <p:cNvPr id="44055" name="Oval 73"/>
                <p:cNvSpPr/>
                <p:nvPr/>
              </p:nvSpPr>
              <p:spPr>
                <a:xfrm>
                  <a:off x="6442" y="8880"/>
                  <a:ext cx="397" cy="397"/>
                </a:xfrm>
                <a:prstGeom prst="ellipse">
                  <a:avLst/>
                </a:prstGeom>
                <a:noFill/>
                <a:ln w="9525" cap="flat" cmpd="sng">
                  <a:solidFill>
                    <a:srgbClr val="000000"/>
                  </a:solidFill>
                  <a:prstDash val="solid"/>
                  <a:headEnd type="none" w="med" len="med"/>
                  <a:tailEnd type="none" w="med" len="med"/>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eaLnBrk="1" hangingPunct="1">
                    <a:spcBef>
                      <a:spcPct val="0"/>
                    </a:spcBef>
                    <a:buClrTx/>
                    <a:buSzTx/>
                    <a:buFontTx/>
                    <a:buNone/>
                  </a:pPr>
                  <a:endParaRPr lang="zh-CN" altLang="en-US" sz="1600" b="1" dirty="0">
                    <a:latin typeface="Comic Sans MS" panose="030F0702030302020204" pitchFamily="66" charset="0"/>
                  </a:endParaRPr>
                </a:p>
              </p:txBody>
            </p:sp>
          </p:grpSp>
          <p:sp>
            <p:nvSpPr>
              <p:cNvPr id="44051" name="Line 74"/>
              <p:cNvSpPr/>
              <p:nvPr/>
            </p:nvSpPr>
            <p:spPr>
              <a:xfrm>
                <a:off x="6776" y="9210"/>
                <a:ext cx="452" cy="195"/>
              </a:xfrm>
              <a:prstGeom prst="line">
                <a:avLst/>
              </a:prstGeom>
              <a:ln w="9525" cap="flat" cmpd="sng">
                <a:solidFill>
                  <a:srgbClr val="000000"/>
                </a:solidFill>
                <a:prstDash val="solid"/>
                <a:headEnd type="none" w="med" len="med"/>
                <a:tailEnd type="triangle" w="sm" len="med"/>
              </a:ln>
            </p:spPr>
          </p:sp>
          <p:sp>
            <p:nvSpPr>
              <p:cNvPr id="44052" name="Line 75"/>
              <p:cNvSpPr/>
              <p:nvPr/>
            </p:nvSpPr>
            <p:spPr>
              <a:xfrm>
                <a:off x="5934" y="9075"/>
                <a:ext cx="483" cy="0"/>
              </a:xfrm>
              <a:prstGeom prst="line">
                <a:avLst/>
              </a:prstGeom>
              <a:ln w="9525" cap="flat" cmpd="sng">
                <a:solidFill>
                  <a:srgbClr val="000000"/>
                </a:solidFill>
                <a:prstDash val="solid"/>
                <a:headEnd type="none" w="med" len="med"/>
                <a:tailEnd type="triangle" w="sm" len="med"/>
              </a:ln>
            </p:spPr>
          </p:sp>
          <p:sp>
            <p:nvSpPr>
              <p:cNvPr id="44053" name="Line 76"/>
              <p:cNvSpPr/>
              <p:nvPr/>
            </p:nvSpPr>
            <p:spPr>
              <a:xfrm flipH="1">
                <a:off x="6808" y="8850"/>
                <a:ext cx="482" cy="120"/>
              </a:xfrm>
              <a:prstGeom prst="line">
                <a:avLst/>
              </a:prstGeom>
              <a:ln w="9525" cap="flat" cmpd="sng">
                <a:solidFill>
                  <a:srgbClr val="000000"/>
                </a:solidFill>
                <a:prstDash val="solid"/>
                <a:headEnd type="triangle" w="sm" len="med"/>
                <a:tailEnd type="none" w="sm" len="med"/>
              </a:ln>
            </p:spPr>
          </p:sp>
        </p:grpSp>
      </p:grpSp>
      <p:sp>
        <p:nvSpPr>
          <p:cNvPr id="44039" name="Line 78"/>
          <p:cNvSpPr/>
          <p:nvPr/>
        </p:nvSpPr>
        <p:spPr>
          <a:xfrm flipH="1">
            <a:off x="4078288" y="3143250"/>
            <a:ext cx="315912" cy="523875"/>
          </a:xfrm>
          <a:prstGeom prst="line">
            <a:avLst/>
          </a:prstGeom>
          <a:ln w="9525" cap="flat" cmpd="sng">
            <a:solidFill>
              <a:srgbClr val="000000"/>
            </a:solidFill>
            <a:prstDash val="dash"/>
            <a:headEnd type="none" w="med" len="med"/>
            <a:tailEnd type="none" w="med" len="med"/>
          </a:ln>
        </p:spPr>
      </p:sp>
      <p:sp>
        <p:nvSpPr>
          <p:cNvPr id="44040" name="Line 79"/>
          <p:cNvSpPr/>
          <p:nvPr/>
        </p:nvSpPr>
        <p:spPr>
          <a:xfrm>
            <a:off x="4554538" y="3162300"/>
            <a:ext cx="915987" cy="504825"/>
          </a:xfrm>
          <a:prstGeom prst="line">
            <a:avLst/>
          </a:prstGeom>
          <a:ln w="9525" cap="flat" cmpd="sng">
            <a:solidFill>
              <a:srgbClr val="000000"/>
            </a:solidFill>
            <a:prstDash val="dash"/>
            <a:headEnd type="none" w="med" len="med"/>
            <a:tailEnd type="none" w="med" len="med"/>
          </a:ln>
        </p:spPr>
      </p:sp>
      <p:sp>
        <p:nvSpPr>
          <p:cNvPr id="44041" name="Line 80"/>
          <p:cNvSpPr/>
          <p:nvPr/>
        </p:nvSpPr>
        <p:spPr>
          <a:xfrm flipH="1">
            <a:off x="2668588" y="4276725"/>
            <a:ext cx="1382712" cy="457200"/>
          </a:xfrm>
          <a:prstGeom prst="line">
            <a:avLst/>
          </a:prstGeom>
          <a:ln w="9525" cap="flat" cmpd="sng">
            <a:solidFill>
              <a:srgbClr val="000000"/>
            </a:solidFill>
            <a:prstDash val="dash"/>
            <a:headEnd type="none" w="med" len="med"/>
            <a:tailEnd type="none" w="med" len="med"/>
          </a:ln>
        </p:spPr>
      </p:sp>
      <p:sp>
        <p:nvSpPr>
          <p:cNvPr id="44042" name="Line 81"/>
          <p:cNvSpPr/>
          <p:nvPr/>
        </p:nvSpPr>
        <p:spPr>
          <a:xfrm flipH="1">
            <a:off x="4097338" y="4362450"/>
            <a:ext cx="68262" cy="352425"/>
          </a:xfrm>
          <a:prstGeom prst="line">
            <a:avLst/>
          </a:prstGeom>
          <a:ln w="9525" cap="flat" cmpd="sng">
            <a:solidFill>
              <a:srgbClr val="000000"/>
            </a:solidFill>
            <a:prstDash val="dash"/>
            <a:headEnd type="none" w="med" len="med"/>
            <a:tailEnd type="none" w="med" len="med"/>
          </a:ln>
        </p:spPr>
      </p:sp>
      <p:sp>
        <p:nvSpPr>
          <p:cNvPr id="44043" name="Line 82"/>
          <p:cNvSpPr/>
          <p:nvPr/>
        </p:nvSpPr>
        <p:spPr>
          <a:xfrm flipH="1">
            <a:off x="4527550" y="4343400"/>
            <a:ext cx="84138" cy="371475"/>
          </a:xfrm>
          <a:prstGeom prst="line">
            <a:avLst/>
          </a:prstGeom>
          <a:ln w="9525" cap="flat" cmpd="sng">
            <a:solidFill>
              <a:srgbClr val="000000"/>
            </a:solidFill>
            <a:prstDash val="dash"/>
            <a:headEnd type="none" w="med" len="med"/>
            <a:tailEnd type="none" w="med" len="med"/>
          </a:ln>
        </p:spPr>
      </p:sp>
      <p:sp>
        <p:nvSpPr>
          <p:cNvPr id="44044" name="Line 83"/>
          <p:cNvSpPr/>
          <p:nvPr/>
        </p:nvSpPr>
        <p:spPr>
          <a:xfrm>
            <a:off x="4745038" y="4324350"/>
            <a:ext cx="1192212" cy="400050"/>
          </a:xfrm>
          <a:prstGeom prst="line">
            <a:avLst/>
          </a:prstGeom>
          <a:ln w="9525" cap="flat" cmpd="sng">
            <a:solidFill>
              <a:srgbClr val="000000"/>
            </a:solidFill>
            <a:prstDash val="dash"/>
            <a:headEnd type="none" w="med" len="med"/>
            <a:tailEnd type="none" w="med" len="med"/>
          </a:ln>
        </p:spPr>
      </p:sp>
      <p:sp>
        <p:nvSpPr>
          <p:cNvPr id="44045" name="TextBox 2"/>
          <p:cNvSpPr txBox="1"/>
          <p:nvPr/>
        </p:nvSpPr>
        <p:spPr>
          <a:xfrm>
            <a:off x="609600" y="2667000"/>
            <a:ext cx="2066925" cy="461963"/>
          </a:xfrm>
          <a:prstGeom prst="rect">
            <a:avLst/>
          </a:prstGeom>
          <a:noFill/>
          <a:ln w="9525">
            <a:noFill/>
          </a:ln>
        </p:spPr>
        <p:txBody>
          <a:bodyPr>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eaLnBrk="1" hangingPunct="1">
              <a:spcBef>
                <a:spcPct val="0"/>
              </a:spcBef>
              <a:buClrTx/>
              <a:buSzTx/>
              <a:buFontTx/>
              <a:buNone/>
            </a:pPr>
            <a:r>
              <a:rPr lang="en-US" altLang="zh-CN" sz="2400" b="1" dirty="0">
                <a:solidFill>
                  <a:srgbClr val="FF0000"/>
                </a:solidFill>
                <a:latin typeface="Comic Sans MS" panose="030F0702030302020204" pitchFamily="66" charset="0"/>
              </a:rPr>
              <a:t>0</a:t>
            </a:r>
            <a:r>
              <a:rPr lang="zh-CN" altLang="en-US" sz="2400" b="1" dirty="0">
                <a:solidFill>
                  <a:srgbClr val="FF0000"/>
                </a:solidFill>
                <a:latin typeface="Comic Sans MS" panose="030F0702030302020204" pitchFamily="66" charset="0"/>
              </a:rPr>
              <a:t>层图：</a:t>
            </a:r>
            <a:endParaRPr lang="zh-CN" altLang="en-US" sz="2400" b="1" dirty="0">
              <a:solidFill>
                <a:srgbClr val="FF0000"/>
              </a:solidFill>
              <a:latin typeface="Comic Sans MS" panose="030F0702030302020204" pitchFamily="66" charset="0"/>
            </a:endParaRPr>
          </a:p>
        </p:txBody>
      </p:sp>
      <p:sp>
        <p:nvSpPr>
          <p:cNvPr id="44046" name="TextBox 81"/>
          <p:cNvSpPr txBox="1"/>
          <p:nvPr/>
        </p:nvSpPr>
        <p:spPr>
          <a:xfrm>
            <a:off x="685800" y="3729038"/>
            <a:ext cx="2066925" cy="461962"/>
          </a:xfrm>
          <a:prstGeom prst="rect">
            <a:avLst/>
          </a:prstGeom>
          <a:noFill/>
          <a:ln w="9525">
            <a:noFill/>
          </a:ln>
        </p:spPr>
        <p:txBody>
          <a:bodyPr>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eaLnBrk="1" hangingPunct="1">
              <a:spcBef>
                <a:spcPct val="0"/>
              </a:spcBef>
              <a:buClrTx/>
              <a:buSzTx/>
              <a:buFontTx/>
              <a:buNone/>
            </a:pPr>
            <a:r>
              <a:rPr lang="en-US" altLang="zh-CN" sz="2400" b="1" dirty="0">
                <a:solidFill>
                  <a:srgbClr val="FF0000"/>
                </a:solidFill>
                <a:latin typeface="Comic Sans MS" panose="030F0702030302020204" pitchFamily="66" charset="0"/>
              </a:rPr>
              <a:t>1</a:t>
            </a:r>
            <a:r>
              <a:rPr lang="zh-CN" altLang="en-US" sz="2400" b="1" dirty="0">
                <a:solidFill>
                  <a:srgbClr val="FF0000"/>
                </a:solidFill>
                <a:latin typeface="Comic Sans MS" panose="030F0702030302020204" pitchFamily="66" charset="0"/>
              </a:rPr>
              <a:t>层图：</a:t>
            </a:r>
            <a:endParaRPr lang="zh-CN" altLang="en-US" sz="2400" b="1" dirty="0">
              <a:solidFill>
                <a:srgbClr val="FF0000"/>
              </a:solidFill>
              <a:latin typeface="Comic Sans MS" panose="030F0702030302020204" pitchFamily="66" charset="0"/>
            </a:endParaRPr>
          </a:p>
        </p:txBody>
      </p:sp>
      <p:sp>
        <p:nvSpPr>
          <p:cNvPr id="44047" name="TextBox 82"/>
          <p:cNvSpPr txBox="1"/>
          <p:nvPr/>
        </p:nvSpPr>
        <p:spPr>
          <a:xfrm>
            <a:off x="685800" y="4724400"/>
            <a:ext cx="2066925" cy="461963"/>
          </a:xfrm>
          <a:prstGeom prst="rect">
            <a:avLst/>
          </a:prstGeom>
          <a:noFill/>
          <a:ln w="9525">
            <a:noFill/>
          </a:ln>
        </p:spPr>
        <p:txBody>
          <a:bodyPr>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eaLnBrk="1" hangingPunct="1">
              <a:spcBef>
                <a:spcPct val="0"/>
              </a:spcBef>
              <a:buClrTx/>
              <a:buSzTx/>
              <a:buFontTx/>
              <a:buNone/>
            </a:pPr>
            <a:r>
              <a:rPr lang="zh-CN" altLang="en-US" sz="2400" b="1" dirty="0">
                <a:solidFill>
                  <a:srgbClr val="FF0000"/>
                </a:solidFill>
                <a:latin typeface="Comic Sans MS" panose="030F0702030302020204" pitchFamily="66" charset="0"/>
              </a:rPr>
              <a:t>中间层图：</a:t>
            </a:r>
            <a:endParaRPr lang="zh-CN" altLang="en-US" sz="2400" b="1" dirty="0">
              <a:solidFill>
                <a:srgbClr val="FF0000"/>
              </a:solidFill>
              <a:latin typeface="Comic Sans MS" panose="030F0702030302020204" pitchFamily="66" charset="0"/>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6082" name="Rectangle 2"/>
          <p:cNvSpPr>
            <a:spLocks noGrp="1"/>
          </p:cNvSpPr>
          <p:nvPr>
            <p:ph type="title"/>
          </p:nvPr>
        </p:nvSpPr>
        <p:spPr/>
        <p:txBody>
          <a:bodyPr vert="horz" wrap="square" lIns="0" tIns="45720" rIns="0" bIns="0" anchor="b" anchorCtr="0"/>
          <a:p>
            <a:pPr marL="762000" indent="-762000" eaLnBrk="1" hangingPunct="1"/>
            <a:r>
              <a:rPr lang="zh-CN" altLang="en-US" b="1" dirty="0">
                <a:latin typeface="微软雅黑" panose="020B0503020204020204" pitchFamily="34" charset="-122"/>
                <a:ea typeface="微软雅黑" panose="020B0503020204020204" pitchFamily="34" charset="-122"/>
              </a:rPr>
              <a:t>图和加工的编号</a:t>
            </a:r>
            <a:endParaRPr lang="zh-CN" altLang="en-US" b="1" dirty="0">
              <a:latin typeface="微软雅黑" panose="020B0503020204020204" pitchFamily="34" charset="-122"/>
              <a:ea typeface="微软雅黑" panose="020B0503020204020204" pitchFamily="34" charset="-122"/>
            </a:endParaRPr>
          </a:p>
        </p:txBody>
      </p:sp>
      <p:sp>
        <p:nvSpPr>
          <p:cNvPr id="46083" name="Rectangle 3"/>
          <p:cNvSpPr>
            <a:spLocks noGrp="1"/>
          </p:cNvSpPr>
          <p:nvPr>
            <p:ph idx="1"/>
          </p:nvPr>
        </p:nvSpPr>
        <p:spPr/>
        <p:txBody>
          <a:bodyPr vert="horz" wrap="square" lIns="91440" tIns="45720" rIns="91440" bIns="45720" anchor="t" anchorCtr="0"/>
          <a:p>
            <a:pPr eaLnBrk="1" hangingPunct="1">
              <a:buFont typeface="Wingdings" panose="05000000000000000000" pitchFamily="2" charset="2"/>
              <a:buChar char="p"/>
            </a:pPr>
            <a:r>
              <a:rPr lang="en-US" altLang="zh-CN" b="1" dirty="0"/>
              <a:t>0</a:t>
            </a:r>
            <a:r>
              <a:rPr lang="zh-CN" altLang="en-US" b="1" dirty="0"/>
              <a:t>层图</a:t>
            </a:r>
            <a:r>
              <a:rPr lang="zh-CN" altLang="en-US" dirty="0"/>
              <a:t>：不必编号，因为只有一个代表整个软件系统的加工</a:t>
            </a:r>
            <a:endParaRPr lang="en-US" altLang="zh-CN" dirty="0"/>
          </a:p>
          <a:p>
            <a:pPr eaLnBrk="1" hangingPunct="1">
              <a:buFont typeface="Wingdings" panose="05000000000000000000" pitchFamily="2" charset="2"/>
              <a:buChar char="p"/>
            </a:pPr>
            <a:r>
              <a:rPr lang="en-US" altLang="zh-CN" b="1" dirty="0"/>
              <a:t>1</a:t>
            </a:r>
            <a:r>
              <a:rPr lang="zh-CN" altLang="en-US" b="1" dirty="0"/>
              <a:t>层图</a:t>
            </a:r>
            <a:r>
              <a:rPr lang="zh-CN" altLang="en-US" dirty="0"/>
              <a:t>：</a:t>
            </a:r>
            <a:r>
              <a:rPr lang="zh-CN" altLang="en-US" b="1" dirty="0">
                <a:solidFill>
                  <a:srgbClr val="FF0000"/>
                </a:solidFill>
              </a:rPr>
              <a:t>加工被分别编号</a:t>
            </a:r>
            <a:r>
              <a:rPr lang="zh-CN" altLang="en-US" dirty="0"/>
              <a:t>为</a:t>
            </a:r>
            <a:r>
              <a:rPr lang="en-US" altLang="zh-CN" dirty="0"/>
              <a:t>1</a:t>
            </a:r>
            <a:r>
              <a:rPr lang="zh-CN" altLang="en-US" dirty="0"/>
              <a:t>，</a:t>
            </a:r>
            <a:r>
              <a:rPr lang="en-US" altLang="zh-CN" dirty="0"/>
              <a:t>2</a:t>
            </a:r>
            <a:r>
              <a:rPr lang="zh-CN" altLang="en-US" dirty="0"/>
              <a:t>，</a:t>
            </a:r>
            <a:r>
              <a:rPr lang="en-US" altLang="zh-CN" dirty="0"/>
              <a:t>3</a:t>
            </a:r>
            <a:r>
              <a:rPr lang="zh-CN" altLang="en-US" dirty="0"/>
              <a:t>，</a:t>
            </a:r>
            <a:r>
              <a:rPr lang="en-US" altLang="zh-CN" dirty="0">
                <a:latin typeface="Arial" panose="020B0604020202020204" pitchFamily="34" charset="0"/>
              </a:rPr>
              <a:t>…</a:t>
            </a:r>
            <a:endParaRPr lang="en-US" altLang="zh-CN" dirty="0"/>
          </a:p>
          <a:p>
            <a:pPr eaLnBrk="1" hangingPunct="1">
              <a:buFont typeface="Wingdings" panose="05000000000000000000" pitchFamily="2" charset="2"/>
              <a:buChar char="p"/>
            </a:pPr>
            <a:r>
              <a:rPr lang="zh-CN" altLang="en-US" b="1" dirty="0"/>
              <a:t>子图号</a:t>
            </a:r>
            <a:r>
              <a:rPr lang="zh-CN" altLang="en-US" dirty="0"/>
              <a:t>：若父图中的加工号</a:t>
            </a:r>
            <a:r>
              <a:rPr lang="en-US" altLang="zh-CN" dirty="0"/>
              <a:t>x</a:t>
            </a:r>
            <a:r>
              <a:rPr lang="zh-CN" altLang="en-US" dirty="0"/>
              <a:t>（</a:t>
            </a:r>
            <a:r>
              <a:rPr lang="en-US" altLang="zh-CN" dirty="0"/>
              <a:t> </a:t>
            </a:r>
            <a:r>
              <a:rPr lang="zh-CN" altLang="en-US" dirty="0"/>
              <a:t>如</a:t>
            </a:r>
            <a:r>
              <a:rPr lang="en-US" altLang="zh-CN" dirty="0"/>
              <a:t>1</a:t>
            </a:r>
            <a:r>
              <a:rPr lang="zh-CN" altLang="en-US" dirty="0"/>
              <a:t>，</a:t>
            </a:r>
            <a:r>
              <a:rPr lang="en-US" altLang="zh-CN" dirty="0"/>
              <a:t>2</a:t>
            </a:r>
            <a:r>
              <a:rPr lang="zh-CN" altLang="en-US" dirty="0"/>
              <a:t>，</a:t>
            </a:r>
            <a:r>
              <a:rPr lang="en-US" altLang="zh-CN" dirty="0"/>
              <a:t>3 </a:t>
            </a:r>
            <a:r>
              <a:rPr lang="zh-CN" altLang="en-US" dirty="0"/>
              <a:t>）分解成某一子图，则该子图号记为</a:t>
            </a:r>
            <a:r>
              <a:rPr lang="zh-CN" altLang="en-US" dirty="0">
                <a:latin typeface="Arial" panose="020B0604020202020204" pitchFamily="34" charset="0"/>
              </a:rPr>
              <a:t>“</a:t>
            </a:r>
            <a:r>
              <a:rPr lang="zh-CN" altLang="en-US" dirty="0"/>
              <a:t>图</a:t>
            </a:r>
            <a:r>
              <a:rPr lang="en-US" altLang="zh-CN" dirty="0"/>
              <a:t>x</a:t>
            </a:r>
            <a:r>
              <a:rPr lang="en-US" altLang="zh-CN" dirty="0">
                <a:latin typeface="Arial" panose="020B0604020202020204" pitchFamily="34" charset="0"/>
              </a:rPr>
              <a:t>”</a:t>
            </a:r>
            <a:endParaRPr lang="en-US" altLang="zh-CN" dirty="0"/>
          </a:p>
          <a:p>
            <a:pPr eaLnBrk="1" hangingPunct="1">
              <a:buFont typeface="Wingdings" panose="05000000000000000000" pitchFamily="2" charset="2"/>
              <a:buChar char="p"/>
            </a:pPr>
            <a:r>
              <a:rPr lang="zh-CN" altLang="en-US" b="1" dirty="0"/>
              <a:t>子图中加工的编号</a:t>
            </a:r>
            <a:r>
              <a:rPr lang="zh-CN" altLang="en-US" dirty="0"/>
              <a:t>：若父图中的加工号为</a:t>
            </a:r>
            <a:r>
              <a:rPr lang="en-US" altLang="zh-CN" dirty="0"/>
              <a:t>x</a:t>
            </a:r>
            <a:r>
              <a:rPr lang="zh-CN" altLang="en-US" dirty="0"/>
              <a:t>的加工分解成某一子图，则该子图中的加工编号分别为</a:t>
            </a:r>
            <a:r>
              <a:rPr lang="en-US" altLang="zh-CN" dirty="0"/>
              <a:t>x.1</a:t>
            </a:r>
            <a:r>
              <a:rPr lang="zh-CN" altLang="en-US" dirty="0"/>
              <a:t>、</a:t>
            </a:r>
            <a:r>
              <a:rPr lang="en-US" altLang="zh-CN" dirty="0"/>
              <a:t>x.2</a:t>
            </a:r>
            <a:r>
              <a:rPr lang="zh-CN" altLang="en-US" dirty="0"/>
              <a:t>、</a:t>
            </a:r>
            <a:r>
              <a:rPr lang="en-US" altLang="zh-CN" dirty="0"/>
              <a:t>x.3</a:t>
            </a:r>
            <a:r>
              <a:rPr lang="en-US" altLang="zh-CN" dirty="0">
                <a:latin typeface="Arial" panose="020B0604020202020204" pitchFamily="34" charset="0"/>
              </a:rPr>
              <a:t>…</a:t>
            </a:r>
            <a:endParaRPr lang="en-US" altLang="zh-CN"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8130" name="Rectangle 2"/>
          <p:cNvSpPr>
            <a:spLocks noGrp="1"/>
          </p:cNvSpPr>
          <p:nvPr>
            <p:ph type="title"/>
          </p:nvPr>
        </p:nvSpPr>
        <p:spPr>
          <a:xfrm>
            <a:off x="457200" y="838200"/>
            <a:ext cx="8229600" cy="1143000"/>
          </a:xfrm>
        </p:spPr>
        <p:txBody>
          <a:bodyPr vert="horz" wrap="square" lIns="0" tIns="45720" rIns="0" bIns="0" anchor="b" anchorCtr="0"/>
          <a:p>
            <a:pPr marL="762000" indent="-762000" eaLnBrk="1" hangingPunct="1"/>
            <a:r>
              <a:rPr lang="zh-CN" altLang="en-US" b="1" dirty="0">
                <a:latin typeface="微软雅黑" panose="020B0503020204020204" pitchFamily="34" charset="-122"/>
                <a:ea typeface="微软雅黑" panose="020B0503020204020204" pitchFamily="34" charset="-122"/>
              </a:rPr>
              <a:t>分层数据流图示例</a:t>
            </a:r>
            <a:r>
              <a:rPr lang="en-US" altLang="zh-CN" b="1" dirty="0">
                <a:latin typeface="微软雅黑" panose="020B0503020204020204" pitchFamily="34" charset="-122"/>
                <a:ea typeface="微软雅黑" panose="020B0503020204020204" pitchFamily="34" charset="-122"/>
              </a:rPr>
              <a:t>——</a:t>
            </a:r>
            <a:br>
              <a:rPr lang="en-US" altLang="zh-CN" b="1" dirty="0">
                <a:latin typeface="微软雅黑" panose="020B0503020204020204" pitchFamily="34" charset="-122"/>
                <a:ea typeface="微软雅黑" panose="020B0503020204020204" pitchFamily="34" charset="-122"/>
              </a:rPr>
            </a:br>
            <a:r>
              <a:rPr lang="zh-CN" altLang="en-US" sz="4000" b="1" dirty="0">
                <a:latin typeface="微软雅黑" panose="020B0503020204020204" pitchFamily="34" charset="-122"/>
                <a:ea typeface="微软雅黑" panose="020B0503020204020204" pitchFamily="34" charset="-122"/>
              </a:rPr>
              <a:t>资格和水平考试的考务处理系统</a:t>
            </a:r>
            <a:endParaRPr lang="zh-CN" altLang="en-US" sz="4000" b="1" dirty="0">
              <a:latin typeface="微软雅黑" panose="020B0503020204020204" pitchFamily="34" charset="-122"/>
              <a:ea typeface="微软雅黑" panose="020B0503020204020204" pitchFamily="34" charset="-122"/>
            </a:endParaRPr>
          </a:p>
        </p:txBody>
      </p:sp>
      <p:sp>
        <p:nvSpPr>
          <p:cNvPr id="48131" name="Rectangle 3"/>
          <p:cNvSpPr>
            <a:spLocks noGrp="1"/>
          </p:cNvSpPr>
          <p:nvPr>
            <p:ph idx="1"/>
          </p:nvPr>
        </p:nvSpPr>
        <p:spPr>
          <a:xfrm>
            <a:off x="457200" y="2468563"/>
            <a:ext cx="8229600" cy="3551237"/>
          </a:xfrm>
        </p:spPr>
        <p:txBody>
          <a:bodyPr vert="horz" wrap="square" lIns="91440" tIns="45720" rIns="91440" bIns="45720" anchor="t" anchorCtr="0"/>
          <a:p>
            <a:pPr eaLnBrk="1" hangingPunct="1"/>
            <a:r>
              <a:rPr lang="zh-CN" altLang="en-US" sz="2400" dirty="0"/>
              <a:t>分成多个级别，如初级程序员、程序员、高级程序员、系统分析员等，凡满足一定条件的考生都可参加某一级别的考试</a:t>
            </a:r>
            <a:endParaRPr lang="en-US" altLang="zh-CN" sz="2400" dirty="0"/>
          </a:p>
          <a:p>
            <a:pPr eaLnBrk="1" hangingPunct="1"/>
            <a:endParaRPr lang="zh-CN" altLang="en-US" sz="2400" dirty="0"/>
          </a:p>
          <a:p>
            <a:pPr eaLnBrk="1" hangingPunct="1"/>
            <a:r>
              <a:rPr lang="zh-CN" altLang="en-US" sz="2400" dirty="0"/>
              <a:t>考试的合格标准将根据每年的考试成绩由考试中心确定</a:t>
            </a:r>
            <a:endParaRPr lang="en-US" altLang="zh-CN" sz="2400" dirty="0"/>
          </a:p>
          <a:p>
            <a:pPr eaLnBrk="1" hangingPunct="1"/>
            <a:endParaRPr lang="zh-CN" altLang="en-US" sz="2400" dirty="0"/>
          </a:p>
          <a:p>
            <a:pPr eaLnBrk="1" hangingPunct="1"/>
            <a:r>
              <a:rPr lang="zh-CN" altLang="en-US" sz="2400" dirty="0"/>
              <a:t>考试的阅卷由阅卷站进行，因此，阅卷工作不包含在软件系统中</a:t>
            </a:r>
            <a:endParaRPr lang="zh-CN" altLang="en-US" sz="24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0178" name="Rectangle 2"/>
          <p:cNvSpPr>
            <a:spLocks noGrp="1"/>
          </p:cNvSpPr>
          <p:nvPr>
            <p:ph type="title"/>
          </p:nvPr>
        </p:nvSpPr>
        <p:spPr/>
        <p:txBody>
          <a:bodyPr vert="horz" wrap="square" lIns="0" tIns="45720" rIns="0" bIns="0" anchor="b" anchorCtr="0"/>
          <a:p>
            <a:pPr marL="762000" indent="-762000" eaLnBrk="1" hangingPunct="1"/>
            <a:r>
              <a:rPr lang="zh-CN" altLang="en-US" sz="4400" b="1" dirty="0">
                <a:latin typeface="微软雅黑" panose="020B0503020204020204" pitchFamily="34" charset="-122"/>
                <a:ea typeface="微软雅黑" panose="020B0503020204020204" pitchFamily="34" charset="-122"/>
              </a:rPr>
              <a:t>资格和水平考试的考务处理系统</a:t>
            </a:r>
            <a:br>
              <a:rPr lang="en-US" altLang="zh-CN" sz="4000" b="1" dirty="0">
                <a:latin typeface="微软雅黑" panose="020B0503020204020204" pitchFamily="34" charset="-122"/>
                <a:ea typeface="微软雅黑" panose="020B0503020204020204" pitchFamily="34" charset="-122"/>
              </a:rPr>
            </a:br>
            <a:r>
              <a:rPr lang="en-US" altLang="zh-CN" sz="4000" b="1" dirty="0">
                <a:latin typeface="微软雅黑" panose="020B0503020204020204" pitchFamily="34" charset="-122"/>
                <a:ea typeface="微软雅黑" panose="020B0503020204020204" pitchFamily="34" charset="-122"/>
              </a:rPr>
              <a:t>—</a:t>
            </a:r>
            <a:r>
              <a:rPr lang="zh-CN" altLang="en-US" sz="4000" b="1" dirty="0">
                <a:latin typeface="微软雅黑" panose="020B0503020204020204" pitchFamily="34" charset="-122"/>
                <a:ea typeface="微软雅黑" panose="020B0503020204020204" pitchFamily="34" charset="-122"/>
              </a:rPr>
              <a:t>功能需求</a:t>
            </a:r>
            <a:endParaRPr lang="zh-CN" altLang="en-US" sz="4000" b="1" dirty="0">
              <a:latin typeface="微软雅黑" panose="020B0503020204020204" pitchFamily="34" charset="-122"/>
              <a:ea typeface="微软雅黑" panose="020B0503020204020204" pitchFamily="34" charset="-122"/>
            </a:endParaRPr>
          </a:p>
        </p:txBody>
      </p:sp>
      <p:sp>
        <p:nvSpPr>
          <p:cNvPr id="50179" name="Rectangle 3"/>
          <p:cNvSpPr>
            <a:spLocks noGrp="1"/>
          </p:cNvSpPr>
          <p:nvPr>
            <p:ph idx="1"/>
          </p:nvPr>
        </p:nvSpPr>
        <p:spPr/>
        <p:txBody>
          <a:bodyPr vert="horz" wrap="square" lIns="91440" tIns="45720" rIns="91440" bIns="45720" anchor="t" anchorCtr="0"/>
          <a:p>
            <a:pPr eaLnBrk="1" hangingPunct="1">
              <a:buFont typeface="Wingdings" panose="05000000000000000000" pitchFamily="2" charset="2"/>
              <a:buChar char="p"/>
            </a:pPr>
            <a:r>
              <a:rPr lang="en-US" altLang="zh-CN" sz="2800" dirty="0"/>
              <a:t>1</a:t>
            </a:r>
            <a:r>
              <a:rPr lang="zh-CN" altLang="en-US" sz="2800" dirty="0"/>
              <a:t>．对考生送来的报名单进行检查</a:t>
            </a:r>
            <a:endParaRPr lang="zh-CN" altLang="en-US" sz="2800" dirty="0"/>
          </a:p>
          <a:p>
            <a:pPr eaLnBrk="1" hangingPunct="1">
              <a:buFont typeface="Wingdings" panose="05000000000000000000" pitchFamily="2" charset="2"/>
              <a:buChar char="p"/>
            </a:pPr>
            <a:r>
              <a:rPr lang="en-US" altLang="zh-CN" sz="2800" dirty="0"/>
              <a:t>2</a:t>
            </a:r>
            <a:r>
              <a:rPr lang="zh-CN" altLang="en-US" sz="2800" dirty="0"/>
              <a:t>．对合格的报名单编好准考证号后将准考证送给考生，并将汇总后的考生名单送给阅卷站</a:t>
            </a:r>
            <a:endParaRPr lang="zh-CN" altLang="en-US" sz="2800" dirty="0"/>
          </a:p>
          <a:p>
            <a:pPr eaLnBrk="1" hangingPunct="1">
              <a:buFont typeface="Wingdings" panose="05000000000000000000" pitchFamily="2" charset="2"/>
              <a:buChar char="p"/>
            </a:pPr>
            <a:r>
              <a:rPr lang="en-US" altLang="zh-CN" sz="2800" dirty="0"/>
              <a:t>3</a:t>
            </a:r>
            <a:r>
              <a:rPr lang="zh-CN" altLang="en-US" sz="2800" dirty="0"/>
              <a:t>．对阅卷站送来的成绩清单进行检查，并根据考试中心制订的合格标准审定合格者</a:t>
            </a:r>
            <a:endParaRPr lang="zh-CN" altLang="en-US" sz="2800" dirty="0"/>
          </a:p>
          <a:p>
            <a:pPr eaLnBrk="1" hangingPunct="1">
              <a:buFont typeface="Wingdings" panose="05000000000000000000" pitchFamily="2" charset="2"/>
              <a:buChar char="p"/>
            </a:pPr>
            <a:r>
              <a:rPr lang="en-US" altLang="zh-CN" sz="2800" dirty="0"/>
              <a:t>4</a:t>
            </a:r>
            <a:r>
              <a:rPr lang="zh-CN" altLang="en-US" sz="2800" dirty="0"/>
              <a:t>．制作考生通知单送给考生</a:t>
            </a:r>
            <a:endParaRPr lang="zh-CN" altLang="en-US" sz="2800" dirty="0"/>
          </a:p>
          <a:p>
            <a:pPr eaLnBrk="1" hangingPunct="1">
              <a:buFont typeface="Wingdings" panose="05000000000000000000" pitchFamily="2" charset="2"/>
              <a:buChar char="p"/>
            </a:pPr>
            <a:r>
              <a:rPr lang="en-US" altLang="zh-CN" sz="2800" dirty="0"/>
              <a:t>5</a:t>
            </a:r>
            <a:r>
              <a:rPr lang="zh-CN" altLang="en-US" sz="2800" dirty="0"/>
              <a:t>．进行成绩分类统计</a:t>
            </a:r>
            <a:r>
              <a:rPr lang="en-US" altLang="zh-CN" sz="2800" dirty="0"/>
              <a:t>(</a:t>
            </a:r>
            <a:r>
              <a:rPr lang="zh-CN" altLang="en-US" sz="2800" dirty="0"/>
              <a:t>按地区、年龄、文化程度、职业、考试级别等分类</a:t>
            </a:r>
            <a:r>
              <a:rPr lang="en-US" altLang="zh-CN" sz="2800" dirty="0"/>
              <a:t>)</a:t>
            </a:r>
            <a:r>
              <a:rPr lang="zh-CN" altLang="en-US" sz="2800" dirty="0"/>
              <a:t>和试题难度分析，产生统计分析表</a:t>
            </a:r>
            <a:endParaRPr lang="zh-CN" altLang="en-US" sz="28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2226" name="Rectangle 2"/>
          <p:cNvSpPr>
            <a:spLocks noGrp="1"/>
          </p:cNvSpPr>
          <p:nvPr>
            <p:ph type="title"/>
          </p:nvPr>
        </p:nvSpPr>
        <p:spPr/>
        <p:txBody>
          <a:bodyPr vert="horz" wrap="square" lIns="0" tIns="45720" rIns="0" bIns="0" anchor="b" anchorCtr="0"/>
          <a:p>
            <a:pPr marL="762000" indent="-762000" eaLnBrk="1" hangingPunct="1"/>
            <a:r>
              <a:rPr lang="zh-CN" altLang="en-US" sz="4400" b="1" dirty="0">
                <a:latin typeface="微软雅黑" panose="020B0503020204020204" pitchFamily="34" charset="-122"/>
                <a:ea typeface="微软雅黑" panose="020B0503020204020204" pitchFamily="34" charset="-122"/>
              </a:rPr>
              <a:t>资格和水平考试的考务处理系统</a:t>
            </a:r>
            <a:br>
              <a:rPr lang="zh-CN" altLang="en-US" sz="4400" b="1" dirty="0">
                <a:latin typeface="微软雅黑" panose="020B0503020204020204" pitchFamily="34" charset="-122"/>
                <a:ea typeface="微软雅黑" panose="020B0503020204020204" pitchFamily="34" charset="-122"/>
              </a:rPr>
            </a:br>
            <a:r>
              <a:rPr lang="en-US" altLang="zh-CN" sz="4400" b="1" dirty="0">
                <a:latin typeface="微软雅黑" panose="020B0503020204020204" pitchFamily="34" charset="-122"/>
                <a:ea typeface="微软雅黑" panose="020B0503020204020204" pitchFamily="34" charset="-122"/>
              </a:rPr>
              <a:t>—</a:t>
            </a:r>
            <a:r>
              <a:rPr lang="zh-CN" altLang="zh-CN" sz="4400" b="1" dirty="0">
                <a:latin typeface="微软雅黑" panose="020B0503020204020204" pitchFamily="34" charset="-122"/>
                <a:ea typeface="微软雅黑" panose="020B0503020204020204" pitchFamily="34" charset="-122"/>
              </a:rPr>
              <a:t>部分数据流的组成</a:t>
            </a:r>
            <a:endParaRPr lang="zh-CN" altLang="en-US" sz="4400" b="1" dirty="0">
              <a:latin typeface="微软雅黑" panose="020B0503020204020204" pitchFamily="34" charset="-122"/>
              <a:ea typeface="微软雅黑" panose="020B0503020204020204" pitchFamily="34" charset="-122"/>
            </a:endParaRPr>
          </a:p>
        </p:txBody>
      </p:sp>
      <p:sp>
        <p:nvSpPr>
          <p:cNvPr id="52227" name="Rectangle 3"/>
          <p:cNvSpPr>
            <a:spLocks noGrp="1"/>
          </p:cNvSpPr>
          <p:nvPr>
            <p:ph idx="1"/>
          </p:nvPr>
        </p:nvSpPr>
        <p:spPr>
          <a:xfrm>
            <a:off x="457200" y="2087563"/>
            <a:ext cx="8229600" cy="4389437"/>
          </a:xfrm>
        </p:spPr>
        <p:txBody>
          <a:bodyPr vert="horz" wrap="square" lIns="91440" tIns="45720" rIns="91440" bIns="45720" anchor="t" anchorCtr="0"/>
          <a:p>
            <a:pPr eaLnBrk="1" hangingPunct="1">
              <a:lnSpc>
                <a:spcPct val="150000"/>
              </a:lnSpc>
              <a:buFont typeface="Wingdings" panose="05000000000000000000" pitchFamily="2" charset="2"/>
              <a:buChar char="p"/>
            </a:pPr>
            <a:r>
              <a:rPr lang="zh-CN" altLang="en-US" sz="2000" b="1" dirty="0"/>
              <a:t>报名单</a:t>
            </a:r>
            <a:r>
              <a:rPr lang="zh-CN" altLang="en-US" sz="2000" dirty="0"/>
              <a:t>：地区＋序号＋姓名＋文化程度＋职业＋考试级别＋通信地址</a:t>
            </a:r>
            <a:endParaRPr lang="zh-CN" altLang="en-US" sz="2000" dirty="0"/>
          </a:p>
          <a:p>
            <a:pPr eaLnBrk="1" hangingPunct="1">
              <a:lnSpc>
                <a:spcPct val="150000"/>
              </a:lnSpc>
              <a:buFont typeface="Wingdings" panose="05000000000000000000" pitchFamily="2" charset="2"/>
              <a:buChar char="p"/>
            </a:pPr>
            <a:r>
              <a:rPr lang="zh-CN" altLang="en-US" sz="2000" b="1" dirty="0"/>
              <a:t>正式报名单</a:t>
            </a:r>
            <a:r>
              <a:rPr lang="zh-CN" altLang="en-US" sz="2000" dirty="0"/>
              <a:t>：准考证号＋报名单</a:t>
            </a:r>
            <a:endParaRPr lang="zh-CN" altLang="en-US" sz="2000" dirty="0"/>
          </a:p>
          <a:p>
            <a:pPr eaLnBrk="1" hangingPunct="1">
              <a:lnSpc>
                <a:spcPct val="150000"/>
              </a:lnSpc>
              <a:buFont typeface="Wingdings" panose="05000000000000000000" pitchFamily="2" charset="2"/>
              <a:buChar char="p"/>
            </a:pPr>
            <a:r>
              <a:rPr lang="zh-CN" altLang="en-US" sz="2000" b="1" dirty="0"/>
              <a:t>准考证</a:t>
            </a:r>
            <a:r>
              <a:rPr lang="zh-CN" altLang="en-US" sz="2000" dirty="0"/>
              <a:t>：地区＋序号＋姓名＋准考证号＋考试级别＋考场</a:t>
            </a:r>
            <a:endParaRPr lang="zh-CN" altLang="en-US" sz="2000" dirty="0"/>
          </a:p>
          <a:p>
            <a:pPr eaLnBrk="1" hangingPunct="1">
              <a:lnSpc>
                <a:spcPct val="150000"/>
              </a:lnSpc>
              <a:buFont typeface="Wingdings" panose="05000000000000000000" pitchFamily="2" charset="2"/>
              <a:buChar char="p"/>
            </a:pPr>
            <a:r>
              <a:rPr lang="zh-CN" altLang="en-US" sz="2000" b="1" dirty="0"/>
              <a:t>考生名单</a:t>
            </a:r>
            <a:r>
              <a:rPr lang="zh-CN" altLang="en-US" sz="2000" dirty="0"/>
              <a:t>：｛准考证号＋考试级别｝</a:t>
            </a:r>
            <a:br>
              <a:rPr lang="zh-CN" altLang="en-US" sz="2000" dirty="0"/>
            </a:br>
            <a:r>
              <a:rPr lang="zh-CN" altLang="en-US" sz="2000" dirty="0"/>
              <a:t>               其中｛</a:t>
            </a:r>
            <a:r>
              <a:rPr lang="en-US" altLang="zh-CN" sz="2000" dirty="0"/>
              <a:t>w</a:t>
            </a:r>
            <a:r>
              <a:rPr lang="zh-CN" altLang="en-US" sz="2000" dirty="0"/>
              <a:t>｝表示</a:t>
            </a:r>
            <a:r>
              <a:rPr lang="en-US" altLang="zh-CN" sz="2000" dirty="0"/>
              <a:t>w</a:t>
            </a:r>
            <a:r>
              <a:rPr lang="zh-CN" altLang="en-US" sz="2000" dirty="0"/>
              <a:t>重复多次</a:t>
            </a:r>
            <a:endParaRPr lang="zh-CN" altLang="en-US" sz="2000" dirty="0"/>
          </a:p>
          <a:p>
            <a:pPr eaLnBrk="1" hangingPunct="1">
              <a:lnSpc>
                <a:spcPct val="150000"/>
              </a:lnSpc>
              <a:buFont typeface="Wingdings" panose="05000000000000000000" pitchFamily="2" charset="2"/>
              <a:buChar char="p"/>
            </a:pPr>
            <a:r>
              <a:rPr lang="zh-CN" altLang="en-US" sz="2000" b="1" dirty="0"/>
              <a:t>考生名册</a:t>
            </a:r>
            <a:r>
              <a:rPr lang="zh-CN" altLang="en-US" sz="2000" dirty="0"/>
              <a:t>：正式报名单</a:t>
            </a:r>
            <a:endParaRPr lang="zh-CN" altLang="en-US" sz="2000" dirty="0"/>
          </a:p>
          <a:p>
            <a:pPr eaLnBrk="1" hangingPunct="1">
              <a:lnSpc>
                <a:spcPct val="150000"/>
              </a:lnSpc>
              <a:buFont typeface="Wingdings" panose="05000000000000000000" pitchFamily="2" charset="2"/>
              <a:buChar char="p"/>
            </a:pPr>
            <a:r>
              <a:rPr lang="zh-CN" altLang="en-US" sz="2000" b="1" dirty="0"/>
              <a:t>统计分析表</a:t>
            </a:r>
            <a:r>
              <a:rPr lang="zh-CN" altLang="en-US" sz="2000" dirty="0"/>
              <a:t>：分类统计表＋难度分析表</a:t>
            </a:r>
            <a:endParaRPr lang="zh-CN" altLang="en-US" sz="2000" dirty="0"/>
          </a:p>
          <a:p>
            <a:pPr eaLnBrk="1" hangingPunct="1">
              <a:lnSpc>
                <a:spcPct val="150000"/>
              </a:lnSpc>
              <a:buFont typeface="Wingdings" panose="05000000000000000000" pitchFamily="2" charset="2"/>
              <a:buChar char="p"/>
            </a:pPr>
            <a:r>
              <a:rPr lang="zh-CN" altLang="en-US" sz="2000" b="1" dirty="0"/>
              <a:t>考生通知单</a:t>
            </a:r>
            <a:r>
              <a:rPr lang="zh-CN" altLang="en-US" sz="2000" dirty="0"/>
              <a:t>：准考证号＋姓名＋通信地址＋考试级别＋考试成绩＋合格标志</a:t>
            </a:r>
            <a:endParaRPr lang="zh-CN" altLang="en-US" sz="20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4274" name="Rectangle 2"/>
          <p:cNvSpPr>
            <a:spLocks noGrp="1"/>
          </p:cNvSpPr>
          <p:nvPr>
            <p:ph type="title"/>
          </p:nvPr>
        </p:nvSpPr>
        <p:spPr>
          <a:xfrm>
            <a:off x="457200" y="838200"/>
            <a:ext cx="8229600" cy="1143000"/>
          </a:xfrm>
        </p:spPr>
        <p:txBody>
          <a:bodyPr vert="horz" wrap="square" lIns="0" tIns="45720" rIns="0" bIns="0" anchor="b" anchorCtr="0"/>
          <a:p>
            <a:pPr marL="762000" indent="-762000" eaLnBrk="1" hangingPunct="1"/>
            <a:r>
              <a:rPr lang="zh-CN" altLang="en-US" sz="4400" b="1" dirty="0">
                <a:latin typeface="微软雅黑" panose="020B0503020204020204" pitchFamily="34" charset="-122"/>
                <a:ea typeface="微软雅黑" panose="020B0503020204020204" pitchFamily="34" charset="-122"/>
              </a:rPr>
              <a:t>资格和水平考试的考务处理系统</a:t>
            </a:r>
            <a:br>
              <a:rPr lang="zh-CN" altLang="en-US" sz="4400" b="1" dirty="0">
                <a:latin typeface="微软雅黑" panose="020B0503020204020204" pitchFamily="34" charset="-122"/>
                <a:ea typeface="微软雅黑" panose="020B0503020204020204" pitchFamily="34" charset="-122"/>
              </a:rPr>
            </a:br>
            <a:r>
              <a:rPr lang="en-US" altLang="zh-CN" sz="4400" b="1" dirty="0">
                <a:latin typeface="微软雅黑" panose="020B0503020204020204" pitchFamily="34" charset="-122"/>
                <a:ea typeface="微软雅黑" panose="020B0503020204020204" pitchFamily="34" charset="-122"/>
              </a:rPr>
              <a:t>—0</a:t>
            </a:r>
            <a:r>
              <a:rPr lang="zh-CN" altLang="en-US" sz="4400" b="1" dirty="0">
                <a:latin typeface="微软雅黑" panose="020B0503020204020204" pitchFamily="34" charset="-122"/>
                <a:ea typeface="微软雅黑" panose="020B0503020204020204" pitchFamily="34" charset="-122"/>
              </a:rPr>
              <a:t>层图</a:t>
            </a:r>
            <a:endParaRPr lang="en-US" altLang="zh-CN" sz="4400" b="1" dirty="0">
              <a:latin typeface="微软雅黑" panose="020B0503020204020204" pitchFamily="34" charset="-122"/>
              <a:ea typeface="微软雅黑" panose="020B0503020204020204" pitchFamily="34" charset="-122"/>
            </a:endParaRPr>
          </a:p>
        </p:txBody>
      </p:sp>
      <p:sp>
        <p:nvSpPr>
          <p:cNvPr id="54275" name="Rectangle 3"/>
          <p:cNvSpPr>
            <a:spLocks noGrp="1"/>
          </p:cNvSpPr>
          <p:nvPr>
            <p:ph idx="1"/>
          </p:nvPr>
        </p:nvSpPr>
        <p:spPr>
          <a:xfrm>
            <a:off x="381000" y="2209800"/>
            <a:ext cx="7924800" cy="4343400"/>
          </a:xfrm>
        </p:spPr>
        <p:txBody>
          <a:bodyPr vert="horz" wrap="square" lIns="91440" tIns="45720" rIns="91440" bIns="45720" anchor="t" anchorCtr="0"/>
          <a:p>
            <a:pPr eaLnBrk="1" hangingPunct="1">
              <a:buFont typeface="Wingdings" panose="05000000000000000000" pitchFamily="2" charset="2"/>
              <a:buChar char="p"/>
            </a:pPr>
            <a:r>
              <a:rPr lang="zh-CN" altLang="en-US" b="1" dirty="0"/>
              <a:t>确定源或宿</a:t>
            </a:r>
            <a:r>
              <a:rPr lang="zh-CN" altLang="en-US" dirty="0"/>
              <a:t>：考生、阅卷站和考试中心</a:t>
            </a:r>
            <a:endParaRPr lang="zh-CN" altLang="en-US" dirty="0"/>
          </a:p>
          <a:p>
            <a:pPr lvl="1" eaLnBrk="1" hangingPunct="1">
              <a:buFont typeface="Wingdings" panose="05000000000000000000" pitchFamily="2" charset="2"/>
              <a:buChar char="ü"/>
            </a:pPr>
            <a:r>
              <a:rPr lang="zh-CN" altLang="en-US" sz="1800" dirty="0"/>
              <a:t>它们都既是源又是宿</a:t>
            </a:r>
            <a:endParaRPr lang="zh-CN" altLang="en-US" sz="1800" dirty="0"/>
          </a:p>
          <a:p>
            <a:pPr eaLnBrk="1" hangingPunct="1">
              <a:buFont typeface="Wingdings" panose="05000000000000000000" pitchFamily="2" charset="2"/>
              <a:buChar char="p"/>
            </a:pPr>
            <a:r>
              <a:rPr lang="en-US" altLang="zh-CN" b="1" dirty="0"/>
              <a:t>0</a:t>
            </a:r>
            <a:r>
              <a:rPr lang="zh-CN" altLang="en-US" b="1" dirty="0"/>
              <a:t>层图唯一的加工</a:t>
            </a:r>
            <a:r>
              <a:rPr lang="zh-CN" altLang="en-US" dirty="0"/>
              <a:t>：</a:t>
            </a:r>
            <a:r>
              <a:rPr lang="zh-CN" altLang="en-US" sz="2800" dirty="0"/>
              <a:t>软件系统</a:t>
            </a:r>
            <a:r>
              <a:rPr lang="en-US" altLang="zh-CN" sz="2800" dirty="0"/>
              <a:t>(</a:t>
            </a:r>
            <a:r>
              <a:rPr lang="zh-CN" altLang="en-US" sz="2800" dirty="0"/>
              <a:t>考务处理系统</a:t>
            </a:r>
            <a:r>
              <a:rPr lang="en-US" altLang="zh-CN" sz="2800" dirty="0"/>
              <a:t>)</a:t>
            </a:r>
            <a:endParaRPr lang="en-US" altLang="zh-CN" sz="2800" dirty="0"/>
          </a:p>
          <a:p>
            <a:pPr eaLnBrk="1" hangingPunct="1">
              <a:buFont typeface="Wingdings" panose="05000000000000000000" pitchFamily="2" charset="2"/>
              <a:buChar char="p"/>
            </a:pPr>
            <a:r>
              <a:rPr lang="zh-CN" altLang="en-US" b="1" dirty="0"/>
              <a:t>确定数据流</a:t>
            </a:r>
            <a:r>
              <a:rPr lang="zh-CN" altLang="en-US" dirty="0"/>
              <a:t>：系统的输入</a:t>
            </a:r>
            <a:r>
              <a:rPr lang="en-US" altLang="zh-CN" dirty="0"/>
              <a:t>/</a:t>
            </a:r>
            <a:r>
              <a:rPr lang="zh-CN" altLang="en-US" dirty="0"/>
              <a:t>输出信息</a:t>
            </a:r>
            <a:endParaRPr lang="zh-CN" altLang="en-US" dirty="0"/>
          </a:p>
          <a:p>
            <a:pPr lvl="1" eaLnBrk="1" hangingPunct="1">
              <a:buFont typeface="Wingdings" panose="05000000000000000000" pitchFamily="2" charset="2"/>
              <a:buChar char="ü"/>
            </a:pPr>
            <a:r>
              <a:rPr lang="zh-CN" altLang="en-US" sz="1800" b="1" dirty="0"/>
              <a:t>输入数据流</a:t>
            </a:r>
            <a:r>
              <a:rPr lang="zh-CN" altLang="en-US" sz="1800" dirty="0"/>
              <a:t>：报名单</a:t>
            </a:r>
            <a:r>
              <a:rPr lang="en-US" altLang="zh-CN" sz="1800" dirty="0"/>
              <a:t>(</a:t>
            </a:r>
            <a:r>
              <a:rPr lang="zh-CN" altLang="en-US" sz="1800" dirty="0"/>
              <a:t>来自考生</a:t>
            </a:r>
            <a:r>
              <a:rPr lang="en-US" altLang="zh-CN" sz="1800" dirty="0"/>
              <a:t>)</a:t>
            </a:r>
            <a:r>
              <a:rPr lang="zh-CN" altLang="en-US" sz="1800" dirty="0"/>
              <a:t>、成绩清单</a:t>
            </a:r>
            <a:r>
              <a:rPr lang="en-US" altLang="zh-CN" sz="1800" dirty="0"/>
              <a:t>(</a:t>
            </a:r>
            <a:r>
              <a:rPr lang="zh-CN" altLang="en-US" sz="1800" dirty="0"/>
              <a:t>来自阅卷站</a:t>
            </a:r>
            <a:r>
              <a:rPr lang="en-US" altLang="zh-CN" sz="1800" dirty="0"/>
              <a:t>)</a:t>
            </a:r>
            <a:r>
              <a:rPr lang="zh-CN" altLang="en-US" sz="1800" dirty="0"/>
              <a:t>、合格标准</a:t>
            </a:r>
            <a:r>
              <a:rPr lang="en-US" altLang="zh-CN" sz="1800" dirty="0"/>
              <a:t>(</a:t>
            </a:r>
            <a:r>
              <a:rPr lang="zh-CN" altLang="en-US" sz="1800" dirty="0"/>
              <a:t>来自考试中心</a:t>
            </a:r>
            <a:r>
              <a:rPr lang="en-US" altLang="zh-CN" sz="1800" dirty="0"/>
              <a:t>)</a:t>
            </a:r>
            <a:endParaRPr lang="en-US" altLang="zh-CN" sz="1800" dirty="0"/>
          </a:p>
          <a:p>
            <a:pPr lvl="1" eaLnBrk="1" hangingPunct="1">
              <a:buFont typeface="Wingdings" panose="05000000000000000000" pitchFamily="2" charset="2"/>
              <a:buChar char="ü"/>
            </a:pPr>
            <a:r>
              <a:rPr lang="zh-CN" altLang="en-US" sz="1800" b="1" dirty="0"/>
              <a:t>输出数据流</a:t>
            </a:r>
            <a:r>
              <a:rPr lang="zh-CN" altLang="en-US" sz="1800" dirty="0"/>
              <a:t>：准考证</a:t>
            </a:r>
            <a:r>
              <a:rPr lang="en-US" altLang="zh-CN" sz="1800" dirty="0"/>
              <a:t>(</a:t>
            </a:r>
            <a:r>
              <a:rPr lang="zh-CN" altLang="en-US" sz="1800" dirty="0"/>
              <a:t>送往考生</a:t>
            </a:r>
            <a:r>
              <a:rPr lang="en-US" altLang="zh-CN" sz="1800" dirty="0"/>
              <a:t>)</a:t>
            </a:r>
            <a:r>
              <a:rPr lang="zh-CN" altLang="en-US" sz="1800" dirty="0"/>
              <a:t>、考生名单</a:t>
            </a:r>
            <a:r>
              <a:rPr lang="en-US" altLang="zh-CN" sz="1800" dirty="0"/>
              <a:t>(</a:t>
            </a:r>
            <a:r>
              <a:rPr lang="zh-CN" altLang="en-US" sz="1800" dirty="0"/>
              <a:t>送往阅卷站</a:t>
            </a:r>
            <a:r>
              <a:rPr lang="en-US" altLang="zh-CN" sz="1800" dirty="0"/>
              <a:t>)</a:t>
            </a:r>
            <a:r>
              <a:rPr lang="zh-CN" altLang="en-US" sz="1800" dirty="0"/>
              <a:t>、考生通知书</a:t>
            </a:r>
            <a:r>
              <a:rPr lang="en-US" altLang="zh-CN" sz="1800" dirty="0"/>
              <a:t>(</a:t>
            </a:r>
            <a:r>
              <a:rPr lang="zh-CN" altLang="en-US" sz="1800" dirty="0"/>
              <a:t>送往考生</a:t>
            </a:r>
            <a:r>
              <a:rPr lang="en-US" altLang="zh-CN" sz="1800" dirty="0"/>
              <a:t>)</a:t>
            </a:r>
            <a:r>
              <a:rPr lang="zh-CN" altLang="en-US" sz="1800" dirty="0"/>
              <a:t>、统计分析表</a:t>
            </a:r>
            <a:r>
              <a:rPr lang="en-US" altLang="zh-CN" sz="1800" dirty="0"/>
              <a:t>(</a:t>
            </a:r>
            <a:r>
              <a:rPr lang="zh-CN" altLang="en-US" sz="1800" dirty="0"/>
              <a:t>送往考试中心</a:t>
            </a:r>
            <a:r>
              <a:rPr lang="en-US" altLang="zh-CN" sz="1800" dirty="0"/>
              <a:t>)</a:t>
            </a:r>
            <a:endParaRPr lang="en-US" altLang="zh-CN" sz="1800" dirty="0"/>
          </a:p>
          <a:p>
            <a:pPr lvl="1" eaLnBrk="1" hangingPunct="1">
              <a:buFont typeface="Wingdings" panose="05000000000000000000" pitchFamily="2" charset="2"/>
              <a:buChar char="ü"/>
            </a:pPr>
            <a:r>
              <a:rPr lang="zh-CN" altLang="en-US" sz="1800" b="1" dirty="0"/>
              <a:t>额外的输出流</a:t>
            </a:r>
            <a:r>
              <a:rPr lang="en-US" altLang="zh-CN" sz="1800" dirty="0"/>
              <a:t>(</a:t>
            </a:r>
            <a:r>
              <a:rPr lang="zh-CN" altLang="en-US" sz="1800" dirty="0"/>
              <a:t>考虑系统的健壮性</a:t>
            </a:r>
            <a:r>
              <a:rPr lang="en-US" altLang="zh-CN" sz="1800" dirty="0"/>
              <a:t>)</a:t>
            </a:r>
            <a:r>
              <a:rPr lang="zh-CN" altLang="en-US" sz="1800" dirty="0"/>
              <a:t>：不合格报名单</a:t>
            </a:r>
            <a:r>
              <a:rPr lang="en-US" altLang="zh-CN" sz="1800" dirty="0"/>
              <a:t>(</a:t>
            </a:r>
            <a:r>
              <a:rPr lang="zh-CN" altLang="en-US" sz="1800" dirty="0"/>
              <a:t>返回给考生</a:t>
            </a:r>
            <a:r>
              <a:rPr lang="en-US" altLang="zh-CN" sz="1800" dirty="0"/>
              <a:t>)</a:t>
            </a:r>
            <a:r>
              <a:rPr lang="zh-CN" altLang="en-US" sz="1800" dirty="0"/>
              <a:t>，错误成绩清单</a:t>
            </a:r>
            <a:r>
              <a:rPr lang="en-US" altLang="zh-CN" sz="1800" dirty="0"/>
              <a:t>(</a:t>
            </a:r>
            <a:r>
              <a:rPr lang="zh-CN" altLang="en-US" sz="1800" dirty="0"/>
              <a:t>返回给阅卷站</a:t>
            </a:r>
            <a:r>
              <a:rPr lang="en-US" altLang="zh-CN" sz="1800" dirty="0"/>
              <a:t>)</a:t>
            </a:r>
            <a:endParaRPr lang="en-US" altLang="zh-CN" sz="1800" dirty="0"/>
          </a:p>
          <a:p>
            <a:pPr eaLnBrk="1" hangingPunct="1">
              <a:buFont typeface="Wingdings" panose="05000000000000000000" pitchFamily="2" charset="2"/>
              <a:buChar char="p"/>
            </a:pPr>
            <a:r>
              <a:rPr lang="en-US" altLang="zh-CN" b="1" dirty="0"/>
              <a:t>0</a:t>
            </a:r>
            <a:r>
              <a:rPr lang="zh-CN" altLang="en-US" b="1" dirty="0"/>
              <a:t>层图通常没有文件</a:t>
            </a:r>
            <a:endParaRPr lang="zh-CN" altLang="en-US" sz="2400" b="1" dirty="0"/>
          </a:p>
          <a:p>
            <a:pPr eaLnBrk="1" hangingPunct="1">
              <a:buFont typeface="Wingdings 2" panose="05020102010507070707" pitchFamily="18" charset="2"/>
              <a:buChar char=""/>
            </a:pPr>
            <a:endParaRPr lang="en-US" altLang="zh-CN" sz="24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6322" name="Rectangle 2"/>
          <p:cNvSpPr>
            <a:spLocks noGrp="1"/>
          </p:cNvSpPr>
          <p:nvPr>
            <p:ph type="title"/>
          </p:nvPr>
        </p:nvSpPr>
        <p:spPr>
          <a:xfrm>
            <a:off x="457200" y="381000"/>
            <a:ext cx="8229600" cy="1143000"/>
          </a:xfrm>
        </p:spPr>
        <p:txBody>
          <a:bodyPr vert="horz" wrap="square" lIns="0" tIns="45720" rIns="0" bIns="0" anchor="b" anchorCtr="0"/>
          <a:p>
            <a:pPr marL="762000" indent="-762000" eaLnBrk="1" hangingPunct="1"/>
            <a:r>
              <a:rPr lang="zh-CN" altLang="en-US" b="1" dirty="0">
                <a:latin typeface="微软雅黑" panose="020B0503020204020204" pitchFamily="34" charset="-122"/>
                <a:ea typeface="微软雅黑" panose="020B0503020204020204" pitchFamily="34" charset="-122"/>
              </a:rPr>
              <a:t>考务处理系统</a:t>
            </a:r>
            <a:r>
              <a:rPr lang="en-US" altLang="zh-CN" b="1" dirty="0">
                <a:latin typeface="微软雅黑" panose="020B0503020204020204" pitchFamily="34" charset="-122"/>
                <a:ea typeface="微软雅黑" panose="020B0503020204020204" pitchFamily="34" charset="-122"/>
              </a:rPr>
              <a:t>0</a:t>
            </a:r>
            <a:r>
              <a:rPr lang="zh-CN" altLang="en-US" b="1" dirty="0">
                <a:latin typeface="微软雅黑" panose="020B0503020204020204" pitchFamily="34" charset="-122"/>
                <a:ea typeface="微软雅黑" panose="020B0503020204020204" pitchFamily="34" charset="-122"/>
              </a:rPr>
              <a:t>层图</a:t>
            </a:r>
            <a:endParaRPr lang="zh-CN" altLang="en-US" b="1" dirty="0">
              <a:latin typeface="微软雅黑" panose="020B0503020204020204" pitchFamily="34" charset="-122"/>
              <a:ea typeface="微软雅黑" panose="020B0503020204020204" pitchFamily="34" charset="-122"/>
            </a:endParaRPr>
          </a:p>
        </p:txBody>
      </p:sp>
      <p:grpSp>
        <p:nvGrpSpPr>
          <p:cNvPr id="56323" name="Group 7"/>
          <p:cNvGrpSpPr/>
          <p:nvPr/>
        </p:nvGrpSpPr>
        <p:grpSpPr>
          <a:xfrm>
            <a:off x="3862388" y="2928938"/>
            <a:ext cx="1146175" cy="1104900"/>
            <a:chOff x="4154" y="12570"/>
            <a:chExt cx="974" cy="850"/>
          </a:xfrm>
        </p:grpSpPr>
        <p:sp>
          <p:nvSpPr>
            <p:cNvPr id="56351" name="Oval 8"/>
            <p:cNvSpPr/>
            <p:nvPr/>
          </p:nvSpPr>
          <p:spPr>
            <a:xfrm>
              <a:off x="4214" y="12570"/>
              <a:ext cx="850" cy="850"/>
            </a:xfrm>
            <a:prstGeom prst="ellipse">
              <a:avLst/>
            </a:prstGeom>
            <a:noFill/>
            <a:ln w="9525" cap="flat" cmpd="sng">
              <a:solidFill>
                <a:srgbClr val="000000"/>
              </a:solidFill>
              <a:prstDash val="solid"/>
              <a:headEnd type="none" w="med" len="med"/>
              <a:tailEnd type="none" w="med" len="med"/>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eaLnBrk="1" hangingPunct="1">
                <a:spcBef>
                  <a:spcPct val="0"/>
                </a:spcBef>
                <a:buClrTx/>
                <a:buSzTx/>
                <a:buFontTx/>
                <a:buNone/>
              </a:pPr>
              <a:endParaRPr lang="zh-CN" altLang="en-US" sz="1600" b="1" dirty="0">
                <a:latin typeface="Comic Sans MS" panose="030F0702030302020204" pitchFamily="66" charset="0"/>
              </a:endParaRPr>
            </a:p>
          </p:txBody>
        </p:sp>
        <p:sp>
          <p:nvSpPr>
            <p:cNvPr id="56352" name="Rectangle 9"/>
            <p:cNvSpPr/>
            <p:nvPr/>
          </p:nvSpPr>
          <p:spPr>
            <a:xfrm>
              <a:off x="4154" y="12630"/>
              <a:ext cx="974" cy="780"/>
            </a:xfrm>
            <a:prstGeom prst="rect">
              <a:avLst/>
            </a:prstGeom>
            <a:noFill/>
            <a:ln w="9525">
              <a:noFill/>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algn="ctr" eaLnBrk="1" hangingPunct="1">
                <a:lnSpc>
                  <a:spcPct val="105000"/>
                </a:lnSpc>
                <a:spcBef>
                  <a:spcPct val="0"/>
                </a:spcBef>
                <a:buClrTx/>
                <a:buSzTx/>
                <a:buFontTx/>
                <a:buNone/>
              </a:pPr>
              <a:r>
                <a:rPr lang="zh-CN" altLang="en-US" sz="2000" b="1" dirty="0">
                  <a:latin typeface="Times New Roman" panose="02020603050405020304" pitchFamily="18" charset="0"/>
                </a:rPr>
                <a:t>考务</a:t>
              </a:r>
              <a:endParaRPr lang="zh-CN" altLang="en-US" sz="2000" b="1" dirty="0">
                <a:latin typeface="Times New Roman" panose="02020603050405020304" pitchFamily="18" charset="0"/>
              </a:endParaRPr>
            </a:p>
            <a:p>
              <a:pPr marL="0" lvl="0" indent="0" algn="ctr" eaLnBrk="1" hangingPunct="1">
                <a:lnSpc>
                  <a:spcPct val="105000"/>
                </a:lnSpc>
                <a:spcBef>
                  <a:spcPct val="0"/>
                </a:spcBef>
                <a:buClrTx/>
                <a:buSzTx/>
                <a:buFontTx/>
                <a:buNone/>
              </a:pPr>
              <a:r>
                <a:rPr lang="zh-CN" altLang="en-US" sz="2000" b="1" dirty="0">
                  <a:latin typeface="Times New Roman" panose="02020603050405020304" pitchFamily="18" charset="0"/>
                </a:rPr>
                <a:t>处理系统</a:t>
              </a:r>
              <a:endParaRPr lang="zh-CN" altLang="en-US" sz="2000" b="1" dirty="0">
                <a:latin typeface="Comic Sans MS" panose="030F0702030302020204" pitchFamily="66" charset="0"/>
              </a:endParaRPr>
            </a:p>
          </p:txBody>
        </p:sp>
      </p:grpSp>
      <p:sp>
        <p:nvSpPr>
          <p:cNvPr id="56324" name="Rectangle 10"/>
          <p:cNvSpPr/>
          <p:nvPr/>
        </p:nvSpPr>
        <p:spPr>
          <a:xfrm>
            <a:off x="6629400" y="3252788"/>
            <a:ext cx="1535113" cy="449262"/>
          </a:xfrm>
          <a:prstGeom prst="rect">
            <a:avLst/>
          </a:prstGeom>
          <a:noFill/>
          <a:ln w="9525" cap="flat" cmpd="sng">
            <a:solidFill>
              <a:srgbClr val="000000"/>
            </a:solidFill>
            <a:prstDash val="solid"/>
            <a:miter/>
            <a:headEnd type="none" w="med" len="med"/>
            <a:tailEnd type="none" w="med" len="med"/>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algn="ctr" eaLnBrk="1" hangingPunct="1">
              <a:lnSpc>
                <a:spcPct val="105000"/>
              </a:lnSpc>
              <a:spcBef>
                <a:spcPct val="0"/>
              </a:spcBef>
              <a:buClrTx/>
              <a:buSzTx/>
              <a:buFontTx/>
              <a:buNone/>
            </a:pPr>
            <a:r>
              <a:rPr lang="zh-CN" altLang="en-US" sz="2000" b="1" dirty="0">
                <a:latin typeface="Times New Roman" panose="02020603050405020304" pitchFamily="18" charset="0"/>
              </a:rPr>
              <a:t>考试中心</a:t>
            </a:r>
            <a:endParaRPr lang="zh-CN" altLang="en-US" sz="2000" b="1" dirty="0">
              <a:latin typeface="Comic Sans MS" panose="030F0702030302020204" pitchFamily="66" charset="0"/>
            </a:endParaRPr>
          </a:p>
        </p:txBody>
      </p:sp>
      <p:sp>
        <p:nvSpPr>
          <p:cNvPr id="56325" name="Rectangle 11"/>
          <p:cNvSpPr/>
          <p:nvPr/>
        </p:nvSpPr>
        <p:spPr>
          <a:xfrm>
            <a:off x="908050" y="3162300"/>
            <a:ext cx="1077913" cy="635000"/>
          </a:xfrm>
          <a:prstGeom prst="rect">
            <a:avLst/>
          </a:prstGeom>
          <a:noFill/>
          <a:ln w="9525" cap="flat" cmpd="sng">
            <a:solidFill>
              <a:srgbClr val="000000"/>
            </a:solidFill>
            <a:prstDash val="solid"/>
            <a:miter/>
            <a:headEnd type="none" w="med" len="med"/>
            <a:tailEnd type="none" w="med" len="med"/>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algn="ctr" eaLnBrk="1" hangingPunct="1">
              <a:lnSpc>
                <a:spcPct val="105000"/>
              </a:lnSpc>
              <a:spcBef>
                <a:spcPct val="0"/>
              </a:spcBef>
              <a:buClrTx/>
              <a:buSzTx/>
              <a:buFontTx/>
              <a:buNone/>
            </a:pPr>
            <a:r>
              <a:rPr lang="zh-CN" altLang="en-US" sz="2000" b="1" dirty="0">
                <a:latin typeface="Times New Roman" panose="02020603050405020304" pitchFamily="18" charset="0"/>
              </a:rPr>
              <a:t>考生</a:t>
            </a:r>
            <a:endParaRPr lang="zh-CN" altLang="en-US" sz="2000" b="1" dirty="0">
              <a:latin typeface="Comic Sans MS" panose="030F0702030302020204" pitchFamily="66" charset="0"/>
            </a:endParaRPr>
          </a:p>
        </p:txBody>
      </p:sp>
      <p:sp>
        <p:nvSpPr>
          <p:cNvPr id="56326" name="Rectangle 13"/>
          <p:cNvSpPr/>
          <p:nvPr/>
        </p:nvSpPr>
        <p:spPr>
          <a:xfrm>
            <a:off x="1828800" y="2185988"/>
            <a:ext cx="1957388" cy="614362"/>
          </a:xfrm>
          <a:prstGeom prst="rect">
            <a:avLst/>
          </a:prstGeom>
          <a:noFill/>
          <a:ln w="9525">
            <a:noFill/>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algn="ctr" eaLnBrk="1" hangingPunct="1">
              <a:lnSpc>
                <a:spcPct val="105000"/>
              </a:lnSpc>
              <a:spcBef>
                <a:spcPct val="0"/>
              </a:spcBef>
              <a:buClrTx/>
              <a:buSzTx/>
              <a:buFontTx/>
              <a:buNone/>
            </a:pPr>
            <a:r>
              <a:rPr lang="zh-CN" altLang="en-US" sz="2000" dirty="0">
                <a:latin typeface="Times New Roman" panose="02020603050405020304" pitchFamily="18" charset="0"/>
              </a:rPr>
              <a:t>不合格报名单</a:t>
            </a:r>
            <a:endParaRPr lang="zh-CN" altLang="en-US" sz="2000" b="1" dirty="0">
              <a:latin typeface="Comic Sans MS" panose="030F0702030302020204" pitchFamily="66" charset="0"/>
            </a:endParaRPr>
          </a:p>
        </p:txBody>
      </p:sp>
      <p:sp>
        <p:nvSpPr>
          <p:cNvPr id="56327" name="Arc 14"/>
          <p:cNvSpPr/>
          <p:nvPr/>
        </p:nvSpPr>
        <p:spPr>
          <a:xfrm rot="-2689286">
            <a:off x="1858963" y="2262188"/>
            <a:ext cx="1722437" cy="1905000"/>
          </a:xfrm>
          <a:custGeom>
            <a:avLst/>
            <a:gdLst/>
            <a:ahLst/>
            <a:cxnLst>
              <a:cxn ang="0">
                <a:pos x="0" y="0"/>
              </a:cxn>
              <a:cxn ang="0">
                <a:pos x="2147483646" y="2147483646"/>
              </a:cxn>
              <a:cxn ang="0">
                <a:pos x="0" y="2147483646"/>
              </a:cxn>
            </a:cxnLst>
            <a:pathLst>
              <a:path w="21599" h="21600" fill="none">
                <a:moveTo>
                  <a:pt x="-1" y="0"/>
                </a:moveTo>
                <a:cubicBezTo>
                  <a:pt x="11855" y="0"/>
                  <a:pt x="21495" y="9555"/>
                  <a:pt x="21599" y="21410"/>
                </a:cubicBezTo>
              </a:path>
              <a:path w="21599" h="21600" stroke="0">
                <a:moveTo>
                  <a:pt x="-1" y="0"/>
                </a:moveTo>
                <a:cubicBezTo>
                  <a:pt x="11855" y="0"/>
                  <a:pt x="21495" y="9555"/>
                  <a:pt x="21599" y="21410"/>
                </a:cubicBezTo>
                <a:lnTo>
                  <a:pt x="0" y="21600"/>
                </a:lnTo>
                <a:lnTo>
                  <a:pt x="-1" y="0"/>
                </a:lnTo>
                <a:close/>
              </a:path>
            </a:pathLst>
          </a:custGeom>
          <a:noFill/>
          <a:ln w="9525" cap="flat" cmpd="sng">
            <a:solidFill>
              <a:srgbClr val="000000">
                <a:alpha val="100000"/>
              </a:srgbClr>
            </a:solidFill>
            <a:prstDash val="solid"/>
            <a:round/>
            <a:headEnd type="triangle" w="sm" len="med"/>
            <a:tailEnd type="none" w="med" len="med"/>
          </a:ln>
        </p:spPr>
        <p:txBody>
          <a:bodyPr/>
          <a:p>
            <a:endParaRPr lang="zh-CN" altLang="en-US"/>
          </a:p>
        </p:txBody>
      </p:sp>
      <p:sp>
        <p:nvSpPr>
          <p:cNvPr id="56328" name="Rectangle 15"/>
          <p:cNvSpPr/>
          <p:nvPr/>
        </p:nvSpPr>
        <p:spPr>
          <a:xfrm>
            <a:off x="3887788" y="5842000"/>
            <a:ext cx="1077912" cy="635000"/>
          </a:xfrm>
          <a:prstGeom prst="rect">
            <a:avLst/>
          </a:prstGeom>
          <a:noFill/>
          <a:ln w="9525" cap="flat" cmpd="sng">
            <a:solidFill>
              <a:srgbClr val="000000"/>
            </a:solidFill>
            <a:prstDash val="solid"/>
            <a:miter/>
            <a:headEnd type="none" w="med" len="med"/>
            <a:tailEnd type="none" w="med" len="med"/>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algn="ctr" eaLnBrk="1" hangingPunct="1">
              <a:lnSpc>
                <a:spcPct val="105000"/>
              </a:lnSpc>
              <a:spcBef>
                <a:spcPct val="0"/>
              </a:spcBef>
              <a:buClrTx/>
              <a:buSzTx/>
              <a:buFontTx/>
              <a:buNone/>
            </a:pPr>
            <a:r>
              <a:rPr lang="zh-CN" altLang="en-US" sz="2000" b="1" dirty="0">
                <a:latin typeface="Times New Roman" panose="02020603050405020304" pitchFamily="18" charset="0"/>
              </a:rPr>
              <a:t>阅卷站</a:t>
            </a:r>
            <a:endParaRPr lang="zh-CN" altLang="en-US" sz="2000" b="1" dirty="0">
              <a:latin typeface="Comic Sans MS" panose="030F0702030302020204" pitchFamily="66" charset="0"/>
            </a:endParaRPr>
          </a:p>
        </p:txBody>
      </p:sp>
      <p:grpSp>
        <p:nvGrpSpPr>
          <p:cNvPr id="56329" name="Group 16"/>
          <p:cNvGrpSpPr/>
          <p:nvPr/>
        </p:nvGrpSpPr>
        <p:grpSpPr>
          <a:xfrm>
            <a:off x="4183063" y="4138613"/>
            <a:ext cx="1304925" cy="1825625"/>
            <a:chOff x="6552" y="2505"/>
            <a:chExt cx="1110" cy="1380"/>
          </a:xfrm>
        </p:grpSpPr>
        <p:sp>
          <p:nvSpPr>
            <p:cNvPr id="56349" name="Rectangle 17"/>
            <p:cNvSpPr/>
            <p:nvPr/>
          </p:nvSpPr>
          <p:spPr>
            <a:xfrm>
              <a:off x="7168" y="2505"/>
              <a:ext cx="494" cy="1380"/>
            </a:xfrm>
            <a:prstGeom prst="rect">
              <a:avLst/>
            </a:prstGeom>
            <a:noFill/>
            <a:ln w="9525">
              <a:noFill/>
            </a:ln>
          </p:spPr>
          <p:txBody>
            <a:bodyPr vert="eaVert"/>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algn="ctr" eaLnBrk="1" hangingPunct="1">
                <a:lnSpc>
                  <a:spcPct val="105000"/>
                </a:lnSpc>
                <a:spcBef>
                  <a:spcPct val="0"/>
                </a:spcBef>
                <a:buClrTx/>
                <a:buSzTx/>
                <a:buFontTx/>
                <a:buNone/>
              </a:pPr>
              <a:r>
                <a:rPr lang="zh-CN" altLang="en-US" sz="2000" dirty="0">
                  <a:latin typeface="Times New Roman" panose="02020603050405020304" pitchFamily="18" charset="0"/>
                </a:rPr>
                <a:t>错误成绩清单</a:t>
              </a:r>
              <a:endParaRPr lang="zh-CN" altLang="en-US" sz="2000" b="1" dirty="0">
                <a:latin typeface="Comic Sans MS" panose="030F0702030302020204" pitchFamily="66" charset="0"/>
              </a:endParaRPr>
            </a:p>
          </p:txBody>
        </p:sp>
        <p:sp>
          <p:nvSpPr>
            <p:cNvPr id="56350" name="Arc 18"/>
            <p:cNvSpPr/>
            <p:nvPr/>
          </p:nvSpPr>
          <p:spPr>
            <a:xfrm rot="2285899">
              <a:off x="6552" y="2532"/>
              <a:ext cx="900" cy="1101"/>
            </a:xfrm>
            <a:custGeom>
              <a:avLst/>
              <a:gdLst/>
              <a:ahLst/>
              <a:cxnLst>
                <a:cxn ang="0">
                  <a:pos x="0" y="0"/>
                </a:cxn>
                <a:cxn ang="0">
                  <a:pos x="0" y="0"/>
                </a:cxn>
                <a:cxn ang="0">
                  <a:pos x="0" y="0"/>
                </a:cxn>
              </a:cxnLst>
              <a:pathLst>
                <a:path w="21600" h="21600" fill="none">
                  <a:moveTo>
                    <a:pt x="-1" y="0"/>
                  </a:moveTo>
                  <a:cubicBezTo>
                    <a:pt x="11929" y="0"/>
                    <a:pt x="21600" y="9670"/>
                    <a:pt x="21600" y="21600"/>
                  </a:cubicBezTo>
                </a:path>
                <a:path w="21600" h="21600" stroke="0">
                  <a:moveTo>
                    <a:pt x="-1" y="0"/>
                  </a:moveTo>
                  <a:cubicBezTo>
                    <a:pt x="11929" y="0"/>
                    <a:pt x="21600" y="9670"/>
                    <a:pt x="21600" y="21600"/>
                  </a:cubicBezTo>
                  <a:lnTo>
                    <a:pt x="0" y="21600"/>
                  </a:lnTo>
                  <a:lnTo>
                    <a:pt x="-1" y="0"/>
                  </a:lnTo>
                  <a:close/>
                </a:path>
              </a:pathLst>
            </a:custGeom>
            <a:noFill/>
            <a:ln w="9525" cap="flat" cmpd="sng">
              <a:solidFill>
                <a:srgbClr val="000000">
                  <a:alpha val="100000"/>
                </a:srgbClr>
              </a:solidFill>
              <a:prstDash val="solid"/>
              <a:round/>
              <a:headEnd type="none" w="med" len="med"/>
              <a:tailEnd type="triangle" w="sm" len="med"/>
            </a:ln>
          </p:spPr>
          <p:txBody>
            <a:bodyPr/>
            <a:p>
              <a:endParaRPr lang="zh-CN" altLang="en-US"/>
            </a:p>
          </p:txBody>
        </p:sp>
      </p:grpSp>
      <p:grpSp>
        <p:nvGrpSpPr>
          <p:cNvPr id="56330" name="Group 19"/>
          <p:cNvGrpSpPr/>
          <p:nvPr/>
        </p:nvGrpSpPr>
        <p:grpSpPr>
          <a:xfrm>
            <a:off x="4291013" y="4040188"/>
            <a:ext cx="581025" cy="1804987"/>
            <a:chOff x="6644" y="2430"/>
            <a:chExt cx="494" cy="1365"/>
          </a:xfrm>
        </p:grpSpPr>
        <p:sp>
          <p:nvSpPr>
            <p:cNvPr id="56347" name="Line 20"/>
            <p:cNvSpPr/>
            <p:nvPr/>
          </p:nvSpPr>
          <p:spPr>
            <a:xfrm flipH="1" flipV="1">
              <a:off x="6760" y="2430"/>
              <a:ext cx="2" cy="1365"/>
            </a:xfrm>
            <a:prstGeom prst="line">
              <a:avLst/>
            </a:prstGeom>
            <a:ln w="9525" cap="flat" cmpd="sng">
              <a:solidFill>
                <a:srgbClr val="000000"/>
              </a:solidFill>
              <a:prstDash val="solid"/>
              <a:headEnd type="none" w="med" len="med"/>
              <a:tailEnd type="triangle" w="sm" len="med"/>
            </a:ln>
          </p:spPr>
        </p:sp>
        <p:sp>
          <p:nvSpPr>
            <p:cNvPr id="56348" name="Rectangle 21"/>
            <p:cNvSpPr/>
            <p:nvPr/>
          </p:nvSpPr>
          <p:spPr>
            <a:xfrm>
              <a:off x="6644" y="2610"/>
              <a:ext cx="494" cy="900"/>
            </a:xfrm>
            <a:prstGeom prst="rect">
              <a:avLst/>
            </a:prstGeom>
            <a:noFill/>
            <a:ln w="9525">
              <a:noFill/>
            </a:ln>
          </p:spPr>
          <p:txBody>
            <a:bodyPr vert="eaVert"/>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algn="ctr" eaLnBrk="1" hangingPunct="1">
                <a:lnSpc>
                  <a:spcPct val="105000"/>
                </a:lnSpc>
                <a:spcBef>
                  <a:spcPct val="0"/>
                </a:spcBef>
                <a:buClrTx/>
                <a:buSzTx/>
                <a:buFontTx/>
                <a:buNone/>
              </a:pPr>
              <a:r>
                <a:rPr lang="zh-CN" altLang="en-US" sz="2000" dirty="0">
                  <a:latin typeface="Times New Roman" panose="02020603050405020304" pitchFamily="18" charset="0"/>
                </a:rPr>
                <a:t>成绩清单</a:t>
              </a:r>
              <a:endParaRPr lang="zh-CN" altLang="en-US" sz="2000" b="1" dirty="0">
                <a:latin typeface="Comic Sans MS" panose="030F0702030302020204" pitchFamily="66" charset="0"/>
              </a:endParaRPr>
            </a:p>
          </p:txBody>
        </p:sp>
      </p:grpSp>
      <p:grpSp>
        <p:nvGrpSpPr>
          <p:cNvPr id="56331" name="Group 22"/>
          <p:cNvGrpSpPr/>
          <p:nvPr/>
        </p:nvGrpSpPr>
        <p:grpSpPr>
          <a:xfrm>
            <a:off x="3621088" y="4175125"/>
            <a:ext cx="1057275" cy="1455738"/>
            <a:chOff x="6074" y="2532"/>
            <a:chExt cx="900" cy="1101"/>
          </a:xfrm>
        </p:grpSpPr>
        <p:sp>
          <p:nvSpPr>
            <p:cNvPr id="56345" name="Arc 23"/>
            <p:cNvSpPr/>
            <p:nvPr/>
          </p:nvSpPr>
          <p:spPr>
            <a:xfrm rot="-2285899" flipH="1">
              <a:off x="6074" y="2532"/>
              <a:ext cx="900" cy="1101"/>
            </a:xfrm>
            <a:custGeom>
              <a:avLst/>
              <a:gdLst/>
              <a:ahLst/>
              <a:cxnLst>
                <a:cxn ang="0">
                  <a:pos x="0" y="0"/>
                </a:cxn>
                <a:cxn ang="0">
                  <a:pos x="0" y="0"/>
                </a:cxn>
                <a:cxn ang="0">
                  <a:pos x="0" y="0"/>
                </a:cxn>
              </a:cxnLst>
              <a:pathLst>
                <a:path w="21600" h="21600" fill="none">
                  <a:moveTo>
                    <a:pt x="-1" y="0"/>
                  </a:moveTo>
                  <a:cubicBezTo>
                    <a:pt x="11929" y="0"/>
                    <a:pt x="21600" y="9670"/>
                    <a:pt x="21600" y="21600"/>
                  </a:cubicBezTo>
                </a:path>
                <a:path w="21600" h="21600" stroke="0">
                  <a:moveTo>
                    <a:pt x="-1" y="0"/>
                  </a:moveTo>
                  <a:cubicBezTo>
                    <a:pt x="11929" y="0"/>
                    <a:pt x="21600" y="9670"/>
                    <a:pt x="21600" y="21600"/>
                  </a:cubicBezTo>
                  <a:lnTo>
                    <a:pt x="0" y="21600"/>
                  </a:lnTo>
                  <a:lnTo>
                    <a:pt x="-1" y="0"/>
                  </a:lnTo>
                  <a:close/>
                </a:path>
              </a:pathLst>
            </a:custGeom>
            <a:noFill/>
            <a:ln w="9525" cap="flat" cmpd="sng">
              <a:solidFill>
                <a:srgbClr val="000000">
                  <a:alpha val="100000"/>
                </a:srgbClr>
              </a:solidFill>
              <a:prstDash val="solid"/>
              <a:round/>
              <a:headEnd type="none" w="med" len="med"/>
              <a:tailEnd type="triangle" w="sm" len="med"/>
            </a:ln>
          </p:spPr>
          <p:txBody>
            <a:bodyPr/>
            <a:p>
              <a:endParaRPr lang="zh-CN" altLang="en-US"/>
            </a:p>
          </p:txBody>
        </p:sp>
        <p:sp>
          <p:nvSpPr>
            <p:cNvPr id="56346" name="Rectangle 24"/>
            <p:cNvSpPr/>
            <p:nvPr/>
          </p:nvSpPr>
          <p:spPr>
            <a:xfrm>
              <a:off x="6148" y="2595"/>
              <a:ext cx="494" cy="930"/>
            </a:xfrm>
            <a:prstGeom prst="rect">
              <a:avLst/>
            </a:prstGeom>
            <a:noFill/>
            <a:ln w="9525">
              <a:noFill/>
            </a:ln>
          </p:spPr>
          <p:txBody>
            <a:bodyPr vert="eaVert"/>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algn="ctr" eaLnBrk="1" hangingPunct="1">
                <a:lnSpc>
                  <a:spcPct val="105000"/>
                </a:lnSpc>
                <a:spcBef>
                  <a:spcPct val="0"/>
                </a:spcBef>
                <a:buClrTx/>
                <a:buSzTx/>
                <a:buFontTx/>
                <a:buNone/>
              </a:pPr>
              <a:r>
                <a:rPr lang="zh-CN" altLang="en-US" sz="2000" dirty="0">
                  <a:latin typeface="Times New Roman" panose="02020603050405020304" pitchFamily="18" charset="0"/>
                </a:rPr>
                <a:t>考生名单</a:t>
              </a:r>
              <a:endParaRPr lang="zh-CN" altLang="en-US" sz="2000" b="1" dirty="0">
                <a:latin typeface="Comic Sans MS" panose="030F0702030302020204" pitchFamily="66" charset="0"/>
              </a:endParaRPr>
            </a:p>
          </p:txBody>
        </p:sp>
      </p:grpSp>
      <p:grpSp>
        <p:nvGrpSpPr>
          <p:cNvPr id="56332" name="Group 25"/>
          <p:cNvGrpSpPr/>
          <p:nvPr/>
        </p:nvGrpSpPr>
        <p:grpSpPr>
          <a:xfrm>
            <a:off x="5184775" y="2805113"/>
            <a:ext cx="1760538" cy="1905000"/>
            <a:chOff x="7404" y="1497"/>
            <a:chExt cx="1497" cy="1440"/>
          </a:xfrm>
        </p:grpSpPr>
        <p:sp>
          <p:nvSpPr>
            <p:cNvPr id="56343" name="Arc 26"/>
            <p:cNvSpPr/>
            <p:nvPr/>
          </p:nvSpPr>
          <p:spPr>
            <a:xfrm rot="2689286" flipV="1">
              <a:off x="7404" y="1497"/>
              <a:ext cx="1497" cy="1440"/>
            </a:xfrm>
            <a:custGeom>
              <a:avLst/>
              <a:gdLst/>
              <a:ahLst/>
              <a:cxnLst>
                <a:cxn ang="0">
                  <a:pos x="0" y="0"/>
                </a:cxn>
                <a:cxn ang="0">
                  <a:pos x="0" y="0"/>
                </a:cxn>
                <a:cxn ang="0">
                  <a:pos x="0" y="0"/>
                </a:cxn>
              </a:cxnLst>
              <a:pathLst>
                <a:path w="22094" h="21600" fill="none">
                  <a:moveTo>
                    <a:pt x="-1" y="5"/>
                  </a:moveTo>
                  <a:cubicBezTo>
                    <a:pt x="164" y="1"/>
                    <a:pt x="329" y="-1"/>
                    <a:pt x="494" y="0"/>
                  </a:cubicBezTo>
                  <a:cubicBezTo>
                    <a:pt x="12423" y="0"/>
                    <a:pt x="22094" y="9670"/>
                    <a:pt x="22094" y="21600"/>
                  </a:cubicBezTo>
                </a:path>
                <a:path w="22094" h="21600" stroke="0">
                  <a:moveTo>
                    <a:pt x="-1" y="5"/>
                  </a:moveTo>
                  <a:cubicBezTo>
                    <a:pt x="164" y="1"/>
                    <a:pt x="329" y="-1"/>
                    <a:pt x="494" y="0"/>
                  </a:cubicBezTo>
                  <a:cubicBezTo>
                    <a:pt x="12423" y="0"/>
                    <a:pt x="22094" y="9670"/>
                    <a:pt x="22094" y="21600"/>
                  </a:cubicBezTo>
                  <a:lnTo>
                    <a:pt x="494" y="21600"/>
                  </a:lnTo>
                  <a:lnTo>
                    <a:pt x="-1" y="5"/>
                  </a:lnTo>
                  <a:close/>
                </a:path>
              </a:pathLst>
            </a:custGeom>
            <a:noFill/>
            <a:ln w="9525" cap="flat" cmpd="sng">
              <a:solidFill>
                <a:srgbClr val="000000">
                  <a:alpha val="100000"/>
                </a:srgbClr>
              </a:solidFill>
              <a:prstDash val="solid"/>
              <a:round/>
              <a:headEnd type="triangle" w="sm" len="med"/>
              <a:tailEnd type="none" w="med" len="med"/>
            </a:ln>
          </p:spPr>
          <p:txBody>
            <a:bodyPr/>
            <a:p>
              <a:endParaRPr lang="zh-CN" altLang="en-US"/>
            </a:p>
          </p:txBody>
        </p:sp>
        <p:sp>
          <p:nvSpPr>
            <p:cNvPr id="56344" name="Rectangle 27"/>
            <p:cNvSpPr/>
            <p:nvPr/>
          </p:nvSpPr>
          <p:spPr>
            <a:xfrm>
              <a:off x="7588" y="2250"/>
              <a:ext cx="1214" cy="465"/>
            </a:xfrm>
            <a:prstGeom prst="rect">
              <a:avLst/>
            </a:prstGeom>
            <a:noFill/>
            <a:ln w="9525">
              <a:noFill/>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algn="ctr" eaLnBrk="1" hangingPunct="1">
                <a:lnSpc>
                  <a:spcPct val="105000"/>
                </a:lnSpc>
                <a:spcBef>
                  <a:spcPct val="0"/>
                </a:spcBef>
                <a:buClrTx/>
                <a:buSzTx/>
                <a:buFontTx/>
                <a:buNone/>
              </a:pPr>
              <a:r>
                <a:rPr lang="zh-CN" altLang="en-US" sz="2000" dirty="0">
                  <a:latin typeface="Times New Roman" panose="02020603050405020304" pitchFamily="18" charset="0"/>
                </a:rPr>
                <a:t>合格标准</a:t>
              </a:r>
              <a:endParaRPr lang="zh-CN" altLang="en-US" sz="2000" b="1" dirty="0">
                <a:latin typeface="Comic Sans MS" panose="030F0702030302020204" pitchFamily="66" charset="0"/>
              </a:endParaRPr>
            </a:p>
          </p:txBody>
        </p:sp>
      </p:grpSp>
      <p:grpSp>
        <p:nvGrpSpPr>
          <p:cNvPr id="56333" name="Group 28"/>
          <p:cNvGrpSpPr/>
          <p:nvPr/>
        </p:nvGrpSpPr>
        <p:grpSpPr>
          <a:xfrm>
            <a:off x="2046288" y="2941638"/>
            <a:ext cx="1828800" cy="1073150"/>
            <a:chOff x="4736" y="1572"/>
            <a:chExt cx="1555" cy="811"/>
          </a:xfrm>
        </p:grpSpPr>
        <p:sp>
          <p:nvSpPr>
            <p:cNvPr id="56341" name="Arc 29"/>
            <p:cNvSpPr/>
            <p:nvPr/>
          </p:nvSpPr>
          <p:spPr>
            <a:xfrm rot="-4022007">
              <a:off x="5108" y="1200"/>
              <a:ext cx="811" cy="1555"/>
            </a:xfrm>
            <a:custGeom>
              <a:avLst/>
              <a:gdLst/>
              <a:ahLst/>
              <a:cxnLst>
                <a:cxn ang="0">
                  <a:pos x="0" y="0"/>
                </a:cxn>
                <a:cxn ang="0">
                  <a:pos x="0" y="0"/>
                </a:cxn>
                <a:cxn ang="0">
                  <a:pos x="0" y="0"/>
                </a:cxn>
              </a:cxnLst>
              <a:pathLst>
                <a:path w="21600" h="21182" fill="none">
                  <a:moveTo>
                    <a:pt x="4229" y="0"/>
                  </a:moveTo>
                  <a:cubicBezTo>
                    <a:pt x="14329" y="2017"/>
                    <a:pt x="21600" y="10883"/>
                    <a:pt x="21600" y="21182"/>
                  </a:cubicBezTo>
                </a:path>
                <a:path w="21600" h="21182" stroke="0">
                  <a:moveTo>
                    <a:pt x="4229" y="0"/>
                  </a:moveTo>
                  <a:cubicBezTo>
                    <a:pt x="14329" y="2017"/>
                    <a:pt x="21600" y="10883"/>
                    <a:pt x="21600" y="21182"/>
                  </a:cubicBezTo>
                  <a:lnTo>
                    <a:pt x="0" y="21182"/>
                  </a:lnTo>
                  <a:lnTo>
                    <a:pt x="4229" y="0"/>
                  </a:lnTo>
                  <a:close/>
                </a:path>
              </a:pathLst>
            </a:custGeom>
            <a:noFill/>
            <a:ln w="9525" cap="flat" cmpd="sng">
              <a:solidFill>
                <a:srgbClr val="000000">
                  <a:alpha val="100000"/>
                </a:srgbClr>
              </a:solidFill>
              <a:prstDash val="solid"/>
              <a:round/>
              <a:headEnd type="none" w="med" len="med"/>
              <a:tailEnd type="triangle" w="sm" len="med"/>
            </a:ln>
          </p:spPr>
          <p:txBody>
            <a:bodyPr/>
            <a:p>
              <a:endParaRPr lang="zh-CN" altLang="en-US"/>
            </a:p>
          </p:txBody>
        </p:sp>
        <p:sp>
          <p:nvSpPr>
            <p:cNvPr id="56342" name="Rectangle 30"/>
            <p:cNvSpPr/>
            <p:nvPr/>
          </p:nvSpPr>
          <p:spPr>
            <a:xfrm>
              <a:off x="4962" y="1590"/>
              <a:ext cx="914" cy="465"/>
            </a:xfrm>
            <a:prstGeom prst="rect">
              <a:avLst/>
            </a:prstGeom>
            <a:noFill/>
            <a:ln w="9525">
              <a:noFill/>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algn="ctr" eaLnBrk="1" hangingPunct="1">
                <a:lnSpc>
                  <a:spcPct val="105000"/>
                </a:lnSpc>
                <a:spcBef>
                  <a:spcPct val="0"/>
                </a:spcBef>
                <a:buClrTx/>
                <a:buSzTx/>
                <a:buFontTx/>
                <a:buNone/>
              </a:pPr>
              <a:r>
                <a:rPr lang="zh-CN" altLang="en-US" sz="2000" dirty="0">
                  <a:latin typeface="Times New Roman" panose="02020603050405020304" pitchFamily="18" charset="0"/>
                </a:rPr>
                <a:t>报名单</a:t>
              </a:r>
              <a:endParaRPr lang="zh-CN" altLang="en-US" sz="2000" b="1" dirty="0">
                <a:latin typeface="Comic Sans MS" panose="030F0702030302020204" pitchFamily="66" charset="0"/>
              </a:endParaRPr>
            </a:p>
          </p:txBody>
        </p:sp>
      </p:grpSp>
      <p:grpSp>
        <p:nvGrpSpPr>
          <p:cNvPr id="56334" name="Group 31"/>
          <p:cNvGrpSpPr/>
          <p:nvPr/>
        </p:nvGrpSpPr>
        <p:grpSpPr>
          <a:xfrm>
            <a:off x="2011363" y="3024188"/>
            <a:ext cx="1828800" cy="1073150"/>
            <a:chOff x="4706" y="1662"/>
            <a:chExt cx="1555" cy="811"/>
          </a:xfrm>
        </p:grpSpPr>
        <p:sp>
          <p:nvSpPr>
            <p:cNvPr id="56339" name="Arc 32"/>
            <p:cNvSpPr/>
            <p:nvPr/>
          </p:nvSpPr>
          <p:spPr>
            <a:xfrm rot="4022007" flipV="1">
              <a:off x="5078" y="1290"/>
              <a:ext cx="811" cy="1555"/>
            </a:xfrm>
            <a:custGeom>
              <a:avLst/>
              <a:gdLst/>
              <a:ahLst/>
              <a:cxnLst>
                <a:cxn ang="0">
                  <a:pos x="0" y="0"/>
                </a:cxn>
                <a:cxn ang="0">
                  <a:pos x="0" y="0"/>
                </a:cxn>
                <a:cxn ang="0">
                  <a:pos x="0" y="0"/>
                </a:cxn>
              </a:cxnLst>
              <a:pathLst>
                <a:path w="21600" h="21182" fill="none">
                  <a:moveTo>
                    <a:pt x="4229" y="0"/>
                  </a:moveTo>
                  <a:cubicBezTo>
                    <a:pt x="14329" y="2017"/>
                    <a:pt x="21600" y="10883"/>
                    <a:pt x="21600" y="21182"/>
                  </a:cubicBezTo>
                </a:path>
                <a:path w="21600" h="21182" stroke="0">
                  <a:moveTo>
                    <a:pt x="4229" y="0"/>
                  </a:moveTo>
                  <a:cubicBezTo>
                    <a:pt x="14329" y="2017"/>
                    <a:pt x="21600" y="10883"/>
                    <a:pt x="21600" y="21182"/>
                  </a:cubicBezTo>
                  <a:lnTo>
                    <a:pt x="0" y="21182"/>
                  </a:lnTo>
                  <a:lnTo>
                    <a:pt x="4229" y="0"/>
                  </a:lnTo>
                  <a:close/>
                </a:path>
              </a:pathLst>
            </a:custGeom>
            <a:noFill/>
            <a:ln w="9525" cap="flat" cmpd="sng">
              <a:solidFill>
                <a:srgbClr val="000000">
                  <a:alpha val="100000"/>
                </a:srgbClr>
              </a:solidFill>
              <a:prstDash val="solid"/>
              <a:round/>
              <a:headEnd type="triangle" w="sm" len="med"/>
              <a:tailEnd type="none" w="sm" len="med"/>
            </a:ln>
          </p:spPr>
          <p:txBody>
            <a:bodyPr/>
            <a:p>
              <a:endParaRPr lang="zh-CN" altLang="en-US"/>
            </a:p>
          </p:txBody>
        </p:sp>
        <p:sp>
          <p:nvSpPr>
            <p:cNvPr id="56340" name="Rectangle 33"/>
            <p:cNvSpPr/>
            <p:nvPr/>
          </p:nvSpPr>
          <p:spPr>
            <a:xfrm>
              <a:off x="4828" y="1980"/>
              <a:ext cx="1214" cy="465"/>
            </a:xfrm>
            <a:prstGeom prst="rect">
              <a:avLst/>
            </a:prstGeom>
            <a:noFill/>
            <a:ln w="9525">
              <a:noFill/>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algn="ctr" eaLnBrk="1" hangingPunct="1">
                <a:lnSpc>
                  <a:spcPct val="105000"/>
                </a:lnSpc>
                <a:spcBef>
                  <a:spcPct val="0"/>
                </a:spcBef>
                <a:buClrTx/>
                <a:buSzTx/>
                <a:buFontTx/>
                <a:buNone/>
              </a:pPr>
              <a:r>
                <a:rPr lang="zh-CN" altLang="en-US" sz="2000" dirty="0">
                  <a:latin typeface="Times New Roman" panose="02020603050405020304" pitchFamily="18" charset="0"/>
                </a:rPr>
                <a:t>准考证</a:t>
              </a:r>
              <a:endParaRPr lang="zh-CN" altLang="en-US" sz="2000" b="1" dirty="0">
                <a:latin typeface="Comic Sans MS" panose="030F0702030302020204" pitchFamily="66" charset="0"/>
              </a:endParaRPr>
            </a:p>
          </p:txBody>
        </p:sp>
      </p:grpSp>
      <p:sp>
        <p:nvSpPr>
          <p:cNvPr id="56335" name="Arc 35"/>
          <p:cNvSpPr/>
          <p:nvPr/>
        </p:nvSpPr>
        <p:spPr>
          <a:xfrm rot="2689286" flipV="1">
            <a:off x="1938338" y="2865438"/>
            <a:ext cx="1760537" cy="1906587"/>
          </a:xfrm>
          <a:custGeom>
            <a:avLst/>
            <a:gdLst/>
            <a:ahLst/>
            <a:cxnLst>
              <a:cxn ang="0">
                <a:pos x="0" y="2147483646"/>
              </a:cxn>
              <a:cxn ang="0">
                <a:pos x="2147483646" y="2147483646"/>
              </a:cxn>
              <a:cxn ang="0">
                <a:pos x="2147483646" y="2147483646"/>
              </a:cxn>
            </a:cxnLst>
            <a:pathLst>
              <a:path w="22086" h="21600" fill="none">
                <a:moveTo>
                  <a:pt x="-1" y="5"/>
                </a:moveTo>
                <a:cubicBezTo>
                  <a:pt x="164" y="1"/>
                  <a:pt x="329" y="-1"/>
                  <a:pt x="494" y="0"/>
                </a:cubicBezTo>
                <a:cubicBezTo>
                  <a:pt x="12191" y="0"/>
                  <a:pt x="21763" y="9311"/>
                  <a:pt x="22085" y="21004"/>
                </a:cubicBezTo>
              </a:path>
              <a:path w="22086" h="21600" stroke="0">
                <a:moveTo>
                  <a:pt x="-1" y="5"/>
                </a:moveTo>
                <a:cubicBezTo>
                  <a:pt x="164" y="1"/>
                  <a:pt x="329" y="-1"/>
                  <a:pt x="494" y="0"/>
                </a:cubicBezTo>
                <a:cubicBezTo>
                  <a:pt x="12191" y="0"/>
                  <a:pt x="21763" y="9311"/>
                  <a:pt x="22085" y="21004"/>
                </a:cubicBezTo>
                <a:lnTo>
                  <a:pt x="494" y="21600"/>
                </a:lnTo>
                <a:lnTo>
                  <a:pt x="-1" y="5"/>
                </a:lnTo>
                <a:close/>
              </a:path>
            </a:pathLst>
          </a:custGeom>
          <a:noFill/>
          <a:ln w="9525" cap="flat" cmpd="sng">
            <a:solidFill>
              <a:srgbClr val="000000">
                <a:alpha val="100000"/>
              </a:srgbClr>
            </a:solidFill>
            <a:prstDash val="solid"/>
            <a:round/>
            <a:headEnd type="triangle" w="sm" len="med"/>
            <a:tailEnd type="none" w="med" len="med"/>
          </a:ln>
        </p:spPr>
        <p:txBody>
          <a:bodyPr/>
          <a:p>
            <a:endParaRPr lang="zh-CN" altLang="en-US"/>
          </a:p>
        </p:txBody>
      </p:sp>
      <p:sp>
        <p:nvSpPr>
          <p:cNvPr id="56336" name="Rectangle 36"/>
          <p:cNvSpPr/>
          <p:nvPr/>
        </p:nvSpPr>
        <p:spPr>
          <a:xfrm>
            <a:off x="1828800" y="3932238"/>
            <a:ext cx="1754188" cy="615950"/>
          </a:xfrm>
          <a:prstGeom prst="rect">
            <a:avLst/>
          </a:prstGeom>
          <a:noFill/>
          <a:ln w="9525">
            <a:noFill/>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algn="ctr" eaLnBrk="1" hangingPunct="1">
              <a:lnSpc>
                <a:spcPct val="105000"/>
              </a:lnSpc>
              <a:spcBef>
                <a:spcPct val="0"/>
              </a:spcBef>
              <a:buClrTx/>
              <a:buSzTx/>
              <a:buFontTx/>
              <a:buNone/>
            </a:pPr>
            <a:r>
              <a:rPr lang="zh-CN" altLang="en-US" sz="2000" dirty="0">
                <a:latin typeface="Times New Roman" panose="02020603050405020304" pitchFamily="18" charset="0"/>
              </a:rPr>
              <a:t>考生通知单</a:t>
            </a:r>
            <a:endParaRPr lang="zh-CN" altLang="en-US" sz="2000" b="1" dirty="0">
              <a:latin typeface="Comic Sans MS" panose="030F0702030302020204" pitchFamily="66" charset="0"/>
            </a:endParaRPr>
          </a:p>
        </p:txBody>
      </p:sp>
      <p:sp>
        <p:nvSpPr>
          <p:cNvPr id="56337" name="Arc 38"/>
          <p:cNvSpPr/>
          <p:nvPr/>
        </p:nvSpPr>
        <p:spPr>
          <a:xfrm rot="-2689286">
            <a:off x="5165725" y="2206625"/>
            <a:ext cx="1722438" cy="1905000"/>
          </a:xfrm>
          <a:custGeom>
            <a:avLst/>
            <a:gdLst/>
            <a:ahLst/>
            <a:cxnLst>
              <a:cxn ang="0">
                <a:pos x="0" y="0"/>
              </a:cxn>
              <a:cxn ang="0">
                <a:pos x="2147483646" y="2147483646"/>
              </a:cxn>
              <a:cxn ang="0">
                <a:pos x="0" y="2147483646"/>
              </a:cxn>
            </a:cxnLst>
            <a:pathLst>
              <a:path w="21600" h="21600" fill="none">
                <a:moveTo>
                  <a:pt x="-1" y="0"/>
                </a:moveTo>
                <a:cubicBezTo>
                  <a:pt x="11929" y="0"/>
                  <a:pt x="21600" y="9670"/>
                  <a:pt x="21600" y="21600"/>
                </a:cubicBezTo>
              </a:path>
              <a:path w="21600" h="21600" stroke="0">
                <a:moveTo>
                  <a:pt x="-1" y="0"/>
                </a:moveTo>
                <a:cubicBezTo>
                  <a:pt x="11929" y="0"/>
                  <a:pt x="21600" y="9670"/>
                  <a:pt x="21600" y="21600"/>
                </a:cubicBezTo>
                <a:lnTo>
                  <a:pt x="0" y="21600"/>
                </a:lnTo>
                <a:lnTo>
                  <a:pt x="-1" y="0"/>
                </a:lnTo>
                <a:close/>
              </a:path>
            </a:pathLst>
          </a:custGeom>
          <a:noFill/>
          <a:ln w="9525" cap="flat" cmpd="sng">
            <a:solidFill>
              <a:srgbClr val="000000">
                <a:alpha val="100000"/>
              </a:srgbClr>
            </a:solidFill>
            <a:prstDash val="solid"/>
            <a:round/>
            <a:headEnd type="none" w="sm" len="med"/>
            <a:tailEnd type="triangle" w="sm" len="med"/>
          </a:ln>
        </p:spPr>
        <p:txBody>
          <a:bodyPr/>
          <a:p>
            <a:endParaRPr lang="zh-CN" altLang="en-US"/>
          </a:p>
        </p:txBody>
      </p:sp>
      <p:sp>
        <p:nvSpPr>
          <p:cNvPr id="56338" name="Rectangle 39"/>
          <p:cNvSpPr/>
          <p:nvPr/>
        </p:nvSpPr>
        <p:spPr>
          <a:xfrm>
            <a:off x="5181600" y="2185988"/>
            <a:ext cx="1871663" cy="614362"/>
          </a:xfrm>
          <a:prstGeom prst="rect">
            <a:avLst/>
          </a:prstGeom>
          <a:noFill/>
          <a:ln w="9525">
            <a:noFill/>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algn="ctr" eaLnBrk="1" hangingPunct="1">
              <a:lnSpc>
                <a:spcPct val="105000"/>
              </a:lnSpc>
              <a:spcBef>
                <a:spcPct val="0"/>
              </a:spcBef>
              <a:buClrTx/>
              <a:buSzTx/>
              <a:buFontTx/>
              <a:buNone/>
            </a:pPr>
            <a:r>
              <a:rPr lang="zh-CN" altLang="en-US" sz="2000" dirty="0">
                <a:latin typeface="Times New Roman" panose="02020603050405020304" pitchFamily="18" charset="0"/>
              </a:rPr>
              <a:t>统计分析表</a:t>
            </a:r>
            <a:endParaRPr lang="zh-CN" altLang="en-US" sz="2000" b="1" dirty="0">
              <a:latin typeface="Comic Sans MS" panose="030F0702030302020204" pitchFamily="66" charset="0"/>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8370" name="Rectangle 2"/>
          <p:cNvSpPr>
            <a:spLocks noGrp="1"/>
          </p:cNvSpPr>
          <p:nvPr>
            <p:ph type="title"/>
          </p:nvPr>
        </p:nvSpPr>
        <p:spPr/>
        <p:txBody>
          <a:bodyPr vert="horz" wrap="square" lIns="0" tIns="45720" rIns="0" bIns="0" anchor="b" anchorCtr="0"/>
          <a:p>
            <a:pPr marL="762000" indent="-762000" eaLnBrk="1" hangingPunct="1"/>
            <a:r>
              <a:rPr lang="zh-CN" altLang="en-US" b="1" dirty="0">
                <a:latin typeface="微软雅黑" panose="020B0503020204020204" pitchFamily="34" charset="-122"/>
                <a:ea typeface="微软雅黑" panose="020B0503020204020204" pitchFamily="34" charset="-122"/>
              </a:rPr>
              <a:t>考务处理系统内部</a:t>
            </a:r>
            <a:r>
              <a:rPr lang="en-US" altLang="zh-CN" b="1" dirty="0">
                <a:latin typeface="微软雅黑" panose="020B0503020204020204" pitchFamily="34" charset="-122"/>
                <a:ea typeface="微软雅黑" panose="020B0503020204020204" pitchFamily="34" charset="-122"/>
              </a:rPr>
              <a:t>(1</a:t>
            </a:r>
            <a:r>
              <a:rPr lang="zh-CN" altLang="en-US" b="1" dirty="0">
                <a:latin typeface="微软雅黑" panose="020B0503020204020204" pitchFamily="34" charset="-122"/>
                <a:ea typeface="微软雅黑" panose="020B0503020204020204" pitchFamily="34" charset="-122"/>
              </a:rPr>
              <a:t>层图</a:t>
            </a:r>
            <a:r>
              <a:rPr lang="en-US" altLang="zh-CN" b="1" dirty="0">
                <a:latin typeface="微软雅黑" panose="020B0503020204020204" pitchFamily="34" charset="-122"/>
                <a:ea typeface="微软雅黑" panose="020B0503020204020204" pitchFamily="34" charset="-122"/>
              </a:rPr>
              <a:t>)-1</a:t>
            </a:r>
            <a:endParaRPr lang="en-US" altLang="zh-CN" b="1" dirty="0">
              <a:latin typeface="微软雅黑" panose="020B0503020204020204" pitchFamily="34" charset="-122"/>
              <a:ea typeface="微软雅黑" panose="020B0503020204020204" pitchFamily="34" charset="-122"/>
            </a:endParaRPr>
          </a:p>
        </p:txBody>
      </p:sp>
      <p:sp>
        <p:nvSpPr>
          <p:cNvPr id="58371" name="Rectangle 3"/>
          <p:cNvSpPr>
            <a:spLocks noGrp="1"/>
          </p:cNvSpPr>
          <p:nvPr>
            <p:ph idx="1"/>
          </p:nvPr>
        </p:nvSpPr>
        <p:spPr>
          <a:xfrm>
            <a:off x="381000" y="2133600"/>
            <a:ext cx="7924800" cy="3352800"/>
          </a:xfrm>
        </p:spPr>
        <p:txBody>
          <a:bodyPr vert="horz" wrap="square" lIns="91440" tIns="45720" rIns="91440" bIns="45720" anchor="t" anchorCtr="0"/>
          <a:p>
            <a:pPr eaLnBrk="1" hangingPunct="1">
              <a:lnSpc>
                <a:spcPct val="90000"/>
              </a:lnSpc>
              <a:buFont typeface="Wingdings" panose="05000000000000000000" pitchFamily="2" charset="2"/>
              <a:buChar char="p"/>
            </a:pPr>
            <a:r>
              <a:rPr lang="zh-CN" altLang="en-US" b="1" dirty="0">
                <a:solidFill>
                  <a:srgbClr val="FF0000"/>
                </a:solidFill>
              </a:rPr>
              <a:t>确定加工</a:t>
            </a:r>
            <a:r>
              <a:rPr lang="zh-CN" altLang="en-US" b="1" dirty="0"/>
              <a:t>：将父图中某加工分解成子加工</a:t>
            </a:r>
            <a:endParaRPr lang="zh-CN" altLang="en-US" b="1" dirty="0"/>
          </a:p>
          <a:p>
            <a:pPr lvl="1" eaLnBrk="1" hangingPunct="1">
              <a:lnSpc>
                <a:spcPct val="150000"/>
              </a:lnSpc>
              <a:buFont typeface="Wingdings" panose="05000000000000000000" pitchFamily="2" charset="2"/>
              <a:buChar char="ü"/>
            </a:pPr>
            <a:r>
              <a:rPr lang="zh-CN" altLang="en-US" sz="2000" b="1" dirty="0"/>
              <a:t>根据功能分解来确定加工</a:t>
            </a:r>
            <a:r>
              <a:rPr lang="zh-CN" altLang="en-US" sz="2000" dirty="0"/>
              <a:t>：将一个复杂的功能分解成若干个较小的功能，较多应用于高层</a:t>
            </a:r>
            <a:r>
              <a:rPr lang="en-US" altLang="zh-CN" sz="2000" dirty="0"/>
              <a:t>DFD</a:t>
            </a:r>
            <a:r>
              <a:rPr lang="zh-CN" altLang="en-US" sz="2000" dirty="0"/>
              <a:t>中的分解</a:t>
            </a:r>
            <a:endParaRPr lang="zh-CN" altLang="en-US" sz="2000" dirty="0"/>
          </a:p>
          <a:p>
            <a:pPr lvl="1" eaLnBrk="1" hangingPunct="1">
              <a:lnSpc>
                <a:spcPct val="150000"/>
              </a:lnSpc>
              <a:buFont typeface="Wingdings" panose="05000000000000000000" pitchFamily="2" charset="2"/>
              <a:buChar char="ü"/>
            </a:pPr>
            <a:r>
              <a:rPr lang="zh-CN" altLang="en-US" sz="2000" b="1" dirty="0"/>
              <a:t>根据业务处理流程确定加工</a:t>
            </a:r>
            <a:r>
              <a:rPr lang="zh-CN" altLang="en-US" sz="2000" dirty="0"/>
              <a:t>：分析父图中待分解加工的业务处理流程，业务流程中的每一步都可能是一个子加工</a:t>
            </a:r>
            <a:endParaRPr lang="zh-CN" altLang="en-US" sz="2000" dirty="0"/>
          </a:p>
          <a:p>
            <a:pPr lvl="1" eaLnBrk="1" hangingPunct="1">
              <a:lnSpc>
                <a:spcPct val="150000"/>
              </a:lnSpc>
              <a:buFont typeface="Wingdings" panose="05000000000000000000" pitchFamily="2" charset="2"/>
              <a:buChar char="ü"/>
            </a:pPr>
            <a:r>
              <a:rPr lang="zh-CN" altLang="en-US" sz="2000" b="1" dirty="0">
                <a:solidFill>
                  <a:schemeClr val="tx2"/>
                </a:solidFill>
              </a:rPr>
              <a:t>特别注意：在业务流程中</a:t>
            </a:r>
            <a:r>
              <a:rPr lang="zh-CN" altLang="en-US" sz="2000" b="1" dirty="0">
                <a:solidFill>
                  <a:srgbClr val="FF0000"/>
                </a:solidFill>
              </a:rPr>
              <a:t>数据流发生变化</a:t>
            </a:r>
            <a:r>
              <a:rPr lang="zh-CN" altLang="en-US" sz="2000" b="1" dirty="0">
                <a:solidFill>
                  <a:schemeClr val="tx2"/>
                </a:solidFill>
              </a:rPr>
              <a:t>或</a:t>
            </a:r>
            <a:r>
              <a:rPr lang="zh-CN" altLang="en-US" sz="2000" b="1" dirty="0">
                <a:solidFill>
                  <a:srgbClr val="FF0000"/>
                </a:solidFill>
              </a:rPr>
              <a:t>数据流的值发生变化</a:t>
            </a:r>
            <a:r>
              <a:rPr lang="zh-CN" altLang="en-US" sz="2000" b="1" dirty="0">
                <a:solidFill>
                  <a:schemeClr val="tx2"/>
                </a:solidFill>
              </a:rPr>
              <a:t>的地方，应该存在一个加工，例如：</a:t>
            </a:r>
            <a:endParaRPr lang="zh-CN" altLang="en-US" sz="2000" b="1" dirty="0">
              <a:solidFill>
                <a:schemeClr val="tx2"/>
              </a:solidFill>
            </a:endParaRPr>
          </a:p>
        </p:txBody>
      </p:sp>
      <p:grpSp>
        <p:nvGrpSpPr>
          <p:cNvPr id="58372" name="Group 6"/>
          <p:cNvGrpSpPr/>
          <p:nvPr/>
        </p:nvGrpSpPr>
        <p:grpSpPr>
          <a:xfrm>
            <a:off x="3694113" y="5638800"/>
            <a:ext cx="1331912" cy="838200"/>
            <a:chOff x="4154" y="12570"/>
            <a:chExt cx="974" cy="850"/>
          </a:xfrm>
        </p:grpSpPr>
        <p:sp>
          <p:nvSpPr>
            <p:cNvPr id="58379" name="Oval 7"/>
            <p:cNvSpPr/>
            <p:nvPr/>
          </p:nvSpPr>
          <p:spPr>
            <a:xfrm>
              <a:off x="4214" y="12570"/>
              <a:ext cx="850" cy="850"/>
            </a:xfrm>
            <a:prstGeom prst="ellipse">
              <a:avLst/>
            </a:prstGeom>
            <a:noFill/>
            <a:ln w="9525" cap="flat" cmpd="sng">
              <a:solidFill>
                <a:srgbClr val="000000"/>
              </a:solidFill>
              <a:prstDash val="solid"/>
              <a:headEnd type="none" w="med" len="med"/>
              <a:tailEnd type="none" w="med" len="med"/>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eaLnBrk="1" hangingPunct="1">
                <a:spcBef>
                  <a:spcPct val="0"/>
                </a:spcBef>
                <a:buClrTx/>
                <a:buSzTx/>
                <a:buFontTx/>
                <a:buNone/>
              </a:pPr>
              <a:endParaRPr lang="zh-CN" altLang="en-US" sz="1600" b="1" dirty="0">
                <a:latin typeface="Comic Sans MS" panose="030F0702030302020204" pitchFamily="66" charset="0"/>
              </a:endParaRPr>
            </a:p>
          </p:txBody>
        </p:sp>
        <p:sp>
          <p:nvSpPr>
            <p:cNvPr id="58380" name="Rectangle 8"/>
            <p:cNvSpPr/>
            <p:nvPr/>
          </p:nvSpPr>
          <p:spPr>
            <a:xfrm>
              <a:off x="4154" y="12630"/>
              <a:ext cx="974" cy="780"/>
            </a:xfrm>
            <a:prstGeom prst="rect">
              <a:avLst/>
            </a:prstGeom>
            <a:noFill/>
            <a:ln w="9525">
              <a:noFill/>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algn="ctr" eaLnBrk="1" hangingPunct="1">
                <a:lnSpc>
                  <a:spcPct val="105000"/>
                </a:lnSpc>
                <a:spcBef>
                  <a:spcPct val="0"/>
                </a:spcBef>
                <a:buClrTx/>
                <a:buSzTx/>
                <a:buFontTx/>
                <a:buNone/>
              </a:pPr>
              <a:r>
                <a:rPr lang="zh-CN" altLang="en-US" sz="1800" dirty="0">
                  <a:latin typeface="Times New Roman" panose="02020603050405020304" pitchFamily="18" charset="0"/>
                  <a:ea typeface="黑体" panose="02010609060101010101" pitchFamily="49" charset="-122"/>
                </a:rPr>
                <a:t>编制</a:t>
              </a:r>
              <a:br>
                <a:rPr lang="zh-CN" altLang="en-US" sz="1800" dirty="0">
                  <a:latin typeface="Times New Roman" panose="02020603050405020304" pitchFamily="18" charset="0"/>
                  <a:ea typeface="黑体" panose="02010609060101010101" pitchFamily="49" charset="-122"/>
                </a:rPr>
              </a:br>
              <a:r>
                <a:rPr lang="zh-CN" altLang="en-US" sz="1800" dirty="0">
                  <a:latin typeface="Times New Roman" panose="02020603050405020304" pitchFamily="18" charset="0"/>
                  <a:ea typeface="黑体" panose="02010609060101010101" pitchFamily="49" charset="-122"/>
                </a:rPr>
                <a:t>准考证号</a:t>
              </a:r>
              <a:endParaRPr lang="zh-CN" altLang="en-US" sz="1800" b="1" dirty="0">
                <a:latin typeface="Comic Sans MS" panose="030F0702030302020204" pitchFamily="66" charset="0"/>
                <a:ea typeface="黑体" panose="02010609060101010101" pitchFamily="49" charset="-122"/>
              </a:endParaRPr>
            </a:p>
          </p:txBody>
        </p:sp>
      </p:grpSp>
      <p:grpSp>
        <p:nvGrpSpPr>
          <p:cNvPr id="58373" name="Group 9"/>
          <p:cNvGrpSpPr/>
          <p:nvPr/>
        </p:nvGrpSpPr>
        <p:grpSpPr>
          <a:xfrm>
            <a:off x="4779963" y="5727700"/>
            <a:ext cx="1658937" cy="458788"/>
            <a:chOff x="8428" y="2220"/>
            <a:chExt cx="1214" cy="465"/>
          </a:xfrm>
        </p:grpSpPr>
        <p:sp>
          <p:nvSpPr>
            <p:cNvPr id="58377" name="Line 10"/>
            <p:cNvSpPr/>
            <p:nvPr/>
          </p:nvSpPr>
          <p:spPr>
            <a:xfrm flipV="1">
              <a:off x="8562" y="2565"/>
              <a:ext cx="1066" cy="0"/>
            </a:xfrm>
            <a:prstGeom prst="line">
              <a:avLst/>
            </a:prstGeom>
            <a:ln w="9525" cap="flat" cmpd="sng">
              <a:solidFill>
                <a:srgbClr val="000000"/>
              </a:solidFill>
              <a:prstDash val="solid"/>
              <a:headEnd type="none" w="med" len="med"/>
              <a:tailEnd type="triangle" w="sm" len="med"/>
            </a:ln>
          </p:spPr>
        </p:sp>
        <p:sp>
          <p:nvSpPr>
            <p:cNvPr id="58378" name="Rectangle 11"/>
            <p:cNvSpPr/>
            <p:nvPr/>
          </p:nvSpPr>
          <p:spPr>
            <a:xfrm>
              <a:off x="8428" y="2220"/>
              <a:ext cx="1214" cy="465"/>
            </a:xfrm>
            <a:prstGeom prst="rect">
              <a:avLst/>
            </a:prstGeom>
            <a:noFill/>
            <a:ln w="9525">
              <a:noFill/>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algn="ctr" eaLnBrk="1" hangingPunct="1">
                <a:lnSpc>
                  <a:spcPct val="105000"/>
                </a:lnSpc>
                <a:spcBef>
                  <a:spcPct val="0"/>
                </a:spcBef>
                <a:buClrTx/>
                <a:buSzTx/>
                <a:buFontTx/>
                <a:buNone/>
              </a:pPr>
              <a:r>
                <a:rPr lang="zh-CN" altLang="en-US" sz="1800" dirty="0">
                  <a:latin typeface="Times New Roman" panose="02020603050405020304" pitchFamily="18" charset="0"/>
                  <a:ea typeface="黑体" panose="02010609060101010101" pitchFamily="49" charset="-122"/>
                </a:rPr>
                <a:t>正式报名单</a:t>
              </a:r>
              <a:endParaRPr lang="zh-CN" altLang="en-US" sz="1800" b="1" dirty="0">
                <a:latin typeface="Comic Sans MS" panose="030F0702030302020204" pitchFamily="66" charset="0"/>
                <a:ea typeface="黑体" panose="02010609060101010101" pitchFamily="49" charset="-122"/>
              </a:endParaRPr>
            </a:p>
          </p:txBody>
        </p:sp>
      </p:grpSp>
      <p:grpSp>
        <p:nvGrpSpPr>
          <p:cNvPr id="58374" name="Group 12"/>
          <p:cNvGrpSpPr/>
          <p:nvPr/>
        </p:nvGrpSpPr>
        <p:grpSpPr>
          <a:xfrm>
            <a:off x="2133600" y="5727700"/>
            <a:ext cx="1658938" cy="458788"/>
            <a:chOff x="8428" y="2220"/>
            <a:chExt cx="1214" cy="465"/>
          </a:xfrm>
        </p:grpSpPr>
        <p:sp>
          <p:nvSpPr>
            <p:cNvPr id="58375" name="Line 13"/>
            <p:cNvSpPr/>
            <p:nvPr/>
          </p:nvSpPr>
          <p:spPr>
            <a:xfrm flipV="1">
              <a:off x="8562" y="2565"/>
              <a:ext cx="1066" cy="0"/>
            </a:xfrm>
            <a:prstGeom prst="line">
              <a:avLst/>
            </a:prstGeom>
            <a:ln w="9525" cap="flat" cmpd="sng">
              <a:solidFill>
                <a:srgbClr val="000000"/>
              </a:solidFill>
              <a:prstDash val="solid"/>
              <a:headEnd type="none" w="med" len="med"/>
              <a:tailEnd type="triangle" w="sm" len="med"/>
            </a:ln>
          </p:spPr>
        </p:sp>
        <p:sp>
          <p:nvSpPr>
            <p:cNvPr id="58376" name="Rectangle 14"/>
            <p:cNvSpPr/>
            <p:nvPr/>
          </p:nvSpPr>
          <p:spPr>
            <a:xfrm>
              <a:off x="8428" y="2220"/>
              <a:ext cx="1214" cy="465"/>
            </a:xfrm>
            <a:prstGeom prst="rect">
              <a:avLst/>
            </a:prstGeom>
            <a:noFill/>
            <a:ln w="9525">
              <a:noFill/>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algn="ctr" eaLnBrk="1" hangingPunct="1">
                <a:lnSpc>
                  <a:spcPct val="105000"/>
                </a:lnSpc>
                <a:spcBef>
                  <a:spcPct val="0"/>
                </a:spcBef>
                <a:buClrTx/>
                <a:buSzTx/>
                <a:buFontTx/>
                <a:buNone/>
              </a:pPr>
              <a:r>
                <a:rPr lang="zh-CN" altLang="en-US" sz="1800" dirty="0">
                  <a:latin typeface="Times New Roman" panose="02020603050405020304" pitchFamily="18" charset="0"/>
                  <a:ea typeface="黑体" panose="02010609060101010101" pitchFamily="49" charset="-122"/>
                </a:rPr>
                <a:t>合格报名单</a:t>
              </a:r>
              <a:endParaRPr lang="zh-CN" altLang="en-US" sz="1800" b="1" dirty="0">
                <a:latin typeface="Comic Sans MS" panose="030F0702030302020204" pitchFamily="66" charset="0"/>
                <a:ea typeface="黑体" panose="02010609060101010101" pitchFamily="49" charset="-122"/>
              </a:endParaRPr>
            </a:p>
          </p:txBody>
        </p:sp>
      </p:gr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0418" name="Rectangle 2"/>
          <p:cNvSpPr>
            <a:spLocks noGrp="1"/>
          </p:cNvSpPr>
          <p:nvPr>
            <p:ph type="title"/>
          </p:nvPr>
        </p:nvSpPr>
        <p:spPr/>
        <p:txBody>
          <a:bodyPr vert="horz" wrap="square" lIns="0" tIns="45720" rIns="0" bIns="0" anchor="b" anchorCtr="0"/>
          <a:p>
            <a:pPr eaLnBrk="1" hangingPunct="1"/>
            <a:r>
              <a:rPr lang="zh-CN" altLang="en-US" b="1" dirty="0">
                <a:latin typeface="微软雅黑" panose="020B0503020204020204" pitchFamily="34" charset="-122"/>
                <a:ea typeface="微软雅黑" panose="020B0503020204020204" pitchFamily="34" charset="-122"/>
              </a:rPr>
              <a:t>考务处理系统内部</a:t>
            </a:r>
            <a:r>
              <a:rPr lang="en-US" altLang="zh-CN" b="1" dirty="0">
                <a:latin typeface="微软雅黑" panose="020B0503020204020204" pitchFamily="34" charset="-122"/>
                <a:ea typeface="微软雅黑" panose="020B0503020204020204" pitchFamily="34" charset="-122"/>
              </a:rPr>
              <a:t>(1</a:t>
            </a:r>
            <a:r>
              <a:rPr lang="zh-CN" altLang="en-US" b="1" dirty="0">
                <a:latin typeface="微软雅黑" panose="020B0503020204020204" pitchFamily="34" charset="-122"/>
                <a:ea typeface="微软雅黑" panose="020B0503020204020204" pitchFamily="34" charset="-122"/>
              </a:rPr>
              <a:t>层图</a:t>
            </a:r>
            <a:r>
              <a:rPr lang="en-US" altLang="zh-CN" b="1" dirty="0">
                <a:latin typeface="微软雅黑" panose="020B0503020204020204" pitchFamily="34" charset="-122"/>
                <a:ea typeface="微软雅黑" panose="020B0503020204020204" pitchFamily="34" charset="-122"/>
              </a:rPr>
              <a:t>)-2</a:t>
            </a:r>
            <a:endParaRPr lang="en-US" altLang="zh-CN" dirty="0"/>
          </a:p>
        </p:txBody>
      </p:sp>
      <p:sp>
        <p:nvSpPr>
          <p:cNvPr id="60419" name="Rectangle 3"/>
          <p:cNvSpPr>
            <a:spLocks noGrp="1"/>
          </p:cNvSpPr>
          <p:nvPr>
            <p:ph idx="1"/>
          </p:nvPr>
        </p:nvSpPr>
        <p:spPr>
          <a:xfrm>
            <a:off x="381000" y="2057400"/>
            <a:ext cx="7924800" cy="3810000"/>
          </a:xfrm>
        </p:spPr>
        <p:txBody>
          <a:bodyPr vert="horz" wrap="square" lIns="91440" tIns="45720" rIns="91440" bIns="45720" anchor="t" anchorCtr="0"/>
          <a:p>
            <a:pPr eaLnBrk="1" hangingPunct="1">
              <a:lnSpc>
                <a:spcPct val="90000"/>
              </a:lnSpc>
              <a:buFont typeface="Wingdings" panose="05000000000000000000" pitchFamily="2" charset="2"/>
              <a:buChar char="p"/>
            </a:pPr>
            <a:r>
              <a:rPr lang="zh-CN" altLang="en-US" b="1" dirty="0">
                <a:solidFill>
                  <a:srgbClr val="FF0000"/>
                </a:solidFill>
              </a:rPr>
              <a:t>确定数据流</a:t>
            </a:r>
            <a:endParaRPr lang="zh-CN" altLang="en-US" b="1" dirty="0">
              <a:solidFill>
                <a:srgbClr val="FF0000"/>
              </a:solidFill>
            </a:endParaRPr>
          </a:p>
          <a:p>
            <a:pPr lvl="1" eaLnBrk="1" hangingPunct="1">
              <a:lnSpc>
                <a:spcPct val="90000"/>
              </a:lnSpc>
              <a:buFont typeface="Wingdings" panose="05000000000000000000" pitchFamily="2" charset="2"/>
              <a:buChar char="ü"/>
            </a:pPr>
            <a:r>
              <a:rPr lang="zh-CN" altLang="en-US" sz="2200" dirty="0"/>
              <a:t>在父图中某加工分解而成的子图中，父图中相应加工的输入</a:t>
            </a:r>
            <a:r>
              <a:rPr lang="en-US" altLang="zh-CN" sz="2200" dirty="0"/>
              <a:t>/</a:t>
            </a:r>
            <a:r>
              <a:rPr lang="zh-CN" altLang="en-US" sz="2200" dirty="0"/>
              <a:t>输出数据流都</a:t>
            </a:r>
            <a:r>
              <a:rPr lang="zh-CN" altLang="en-US" sz="2200" dirty="0">
                <a:solidFill>
                  <a:schemeClr val="tx2"/>
                </a:solidFill>
              </a:rPr>
              <a:t>是且仅是</a:t>
            </a:r>
            <a:r>
              <a:rPr lang="zh-CN" altLang="en-US" sz="2200" dirty="0"/>
              <a:t>子图</a:t>
            </a:r>
            <a:r>
              <a:rPr lang="zh-CN" altLang="en-US" sz="2200" dirty="0">
                <a:solidFill>
                  <a:schemeClr val="tx2"/>
                </a:solidFill>
              </a:rPr>
              <a:t>边界</a:t>
            </a:r>
            <a:r>
              <a:rPr lang="zh-CN" altLang="en-US" sz="2200" dirty="0"/>
              <a:t>上的输入</a:t>
            </a:r>
            <a:r>
              <a:rPr lang="en-US" altLang="zh-CN" sz="2200" dirty="0"/>
              <a:t>/</a:t>
            </a:r>
            <a:r>
              <a:rPr lang="zh-CN" altLang="en-US" sz="2200" dirty="0"/>
              <a:t>输出数据流</a:t>
            </a:r>
            <a:endParaRPr lang="zh-CN" altLang="en-US" sz="2200" dirty="0"/>
          </a:p>
          <a:p>
            <a:pPr lvl="1" eaLnBrk="1" hangingPunct="1">
              <a:lnSpc>
                <a:spcPct val="90000"/>
              </a:lnSpc>
              <a:buFont typeface="Wingdings" panose="05000000000000000000" pitchFamily="2" charset="2"/>
              <a:buChar char="ü"/>
            </a:pPr>
            <a:r>
              <a:rPr lang="zh-CN" altLang="en-US" sz="2200" dirty="0"/>
              <a:t>分解后的子加工之间应增添相应的新数据流表示加工过程中的中间数据</a:t>
            </a:r>
            <a:endParaRPr lang="zh-CN" altLang="en-US" sz="2200" dirty="0"/>
          </a:p>
          <a:p>
            <a:pPr lvl="1" eaLnBrk="1" hangingPunct="1">
              <a:lnSpc>
                <a:spcPct val="90000"/>
              </a:lnSpc>
              <a:buFont typeface="Wingdings" panose="05000000000000000000" pitchFamily="2" charset="2"/>
              <a:buChar char="ü"/>
            </a:pPr>
            <a:r>
              <a:rPr lang="zh-CN" altLang="en-US" sz="2200" dirty="0"/>
              <a:t>如果某些中间数据需要保存以备后用，那么可以成为流向文件的数据流</a:t>
            </a:r>
            <a:endParaRPr lang="zh-CN" altLang="en-US" sz="2200" dirty="0"/>
          </a:p>
          <a:p>
            <a:pPr lvl="1" eaLnBrk="1" hangingPunct="1">
              <a:lnSpc>
                <a:spcPct val="90000"/>
              </a:lnSpc>
              <a:buFont typeface="Wingdings" panose="05000000000000000000" pitchFamily="2" charset="2"/>
              <a:buChar char="ü"/>
            </a:pPr>
            <a:r>
              <a:rPr lang="zh-CN" altLang="en-US" sz="2200" dirty="0"/>
              <a:t>同一个源或加工可以有多个数据流流向一个加工，如果它们不是一起到达和一起加工的，那么可以将它们分成若干个数据流，例如：</a:t>
            </a:r>
            <a:endParaRPr lang="zh-CN" altLang="en-US" sz="2200" dirty="0"/>
          </a:p>
        </p:txBody>
      </p:sp>
      <p:grpSp>
        <p:nvGrpSpPr>
          <p:cNvPr id="60420" name="Group 30"/>
          <p:cNvGrpSpPr/>
          <p:nvPr/>
        </p:nvGrpSpPr>
        <p:grpSpPr>
          <a:xfrm>
            <a:off x="2667000" y="4324350"/>
            <a:ext cx="3810000" cy="3600450"/>
            <a:chOff x="960" y="1122"/>
            <a:chExt cx="2400" cy="2268"/>
          </a:xfrm>
        </p:grpSpPr>
        <p:grpSp>
          <p:nvGrpSpPr>
            <p:cNvPr id="60421" name="Group 31"/>
            <p:cNvGrpSpPr/>
            <p:nvPr/>
          </p:nvGrpSpPr>
          <p:grpSpPr>
            <a:xfrm>
              <a:off x="960" y="1872"/>
              <a:ext cx="1003" cy="720"/>
              <a:chOff x="6094" y="8475"/>
              <a:chExt cx="1064" cy="850"/>
            </a:xfrm>
          </p:grpSpPr>
          <p:sp>
            <p:nvSpPr>
              <p:cNvPr id="60427" name="Oval 32"/>
              <p:cNvSpPr/>
              <p:nvPr/>
            </p:nvSpPr>
            <p:spPr>
              <a:xfrm>
                <a:off x="6184" y="8475"/>
                <a:ext cx="850" cy="850"/>
              </a:xfrm>
              <a:prstGeom prst="ellipse">
                <a:avLst/>
              </a:prstGeom>
              <a:noFill/>
              <a:ln w="9525" cap="flat" cmpd="sng">
                <a:solidFill>
                  <a:srgbClr val="000000"/>
                </a:solidFill>
                <a:prstDash val="solid"/>
                <a:headEnd type="none" w="med" len="med"/>
                <a:tailEnd type="none" w="med" len="med"/>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eaLnBrk="1" hangingPunct="1">
                  <a:spcBef>
                    <a:spcPct val="0"/>
                  </a:spcBef>
                  <a:buClrTx/>
                  <a:buSzTx/>
                  <a:buFontTx/>
                  <a:buNone/>
                </a:pPr>
                <a:endParaRPr lang="zh-CN" altLang="en-US" sz="1600" b="1" dirty="0">
                  <a:latin typeface="Comic Sans MS" panose="030F0702030302020204" pitchFamily="66" charset="0"/>
                </a:endParaRPr>
              </a:p>
            </p:txBody>
          </p:sp>
          <p:sp>
            <p:nvSpPr>
              <p:cNvPr id="60428" name="Rectangle 33"/>
              <p:cNvSpPr/>
              <p:nvPr/>
            </p:nvSpPr>
            <p:spPr>
              <a:xfrm>
                <a:off x="6094" y="8475"/>
                <a:ext cx="1064" cy="780"/>
              </a:xfrm>
              <a:prstGeom prst="rect">
                <a:avLst/>
              </a:prstGeom>
              <a:noFill/>
              <a:ln w="9525">
                <a:noFill/>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algn="ctr" eaLnBrk="1" hangingPunct="1">
                  <a:lnSpc>
                    <a:spcPct val="105000"/>
                  </a:lnSpc>
                  <a:spcBef>
                    <a:spcPct val="0"/>
                  </a:spcBef>
                  <a:buClrTx/>
                  <a:buSzTx/>
                  <a:buFontTx/>
                  <a:buNone/>
                </a:pPr>
                <a:r>
                  <a:rPr lang="zh-CN" altLang="en-US" sz="1800" dirty="0">
                    <a:latin typeface="Times New Roman" panose="02020603050405020304" pitchFamily="18" charset="0"/>
                    <a:ea typeface="黑体" panose="02010609060101010101" pitchFamily="49" charset="-122"/>
                  </a:rPr>
                  <a:t>读取</a:t>
                </a:r>
                <a:endParaRPr lang="zh-CN" altLang="en-US" sz="1800" dirty="0">
                  <a:latin typeface="Times New Roman" panose="02020603050405020304" pitchFamily="18" charset="0"/>
                  <a:ea typeface="黑体" panose="02010609060101010101" pitchFamily="49" charset="-122"/>
                </a:endParaRPr>
              </a:p>
              <a:p>
                <a:pPr marL="0" lvl="0" indent="0" algn="ctr" eaLnBrk="1" hangingPunct="1">
                  <a:lnSpc>
                    <a:spcPct val="105000"/>
                  </a:lnSpc>
                  <a:spcBef>
                    <a:spcPct val="0"/>
                  </a:spcBef>
                  <a:buClrTx/>
                  <a:buSzTx/>
                  <a:buFontTx/>
                  <a:buNone/>
                </a:pPr>
                <a:r>
                  <a:rPr lang="zh-CN" altLang="en-US" sz="1800" dirty="0">
                    <a:latin typeface="Times New Roman" panose="02020603050405020304" pitchFamily="18" charset="0"/>
                    <a:ea typeface="黑体" panose="02010609060101010101" pitchFamily="49" charset="-122"/>
                  </a:rPr>
                  <a:t>银行卡信息</a:t>
                </a:r>
                <a:endParaRPr lang="zh-CN" altLang="en-US" sz="1800" b="1" dirty="0">
                  <a:latin typeface="Comic Sans MS" panose="030F0702030302020204" pitchFamily="66" charset="0"/>
                  <a:ea typeface="黑体" panose="02010609060101010101" pitchFamily="49" charset="-122"/>
                </a:endParaRPr>
              </a:p>
            </p:txBody>
          </p:sp>
        </p:grpSp>
        <p:sp>
          <p:nvSpPr>
            <p:cNvPr id="60422" name="Rectangle 34"/>
            <p:cNvSpPr/>
            <p:nvPr/>
          </p:nvSpPr>
          <p:spPr>
            <a:xfrm>
              <a:off x="2785" y="2126"/>
              <a:ext cx="575" cy="246"/>
            </a:xfrm>
            <a:prstGeom prst="rect">
              <a:avLst/>
            </a:prstGeom>
            <a:noFill/>
            <a:ln w="9525" cap="flat" cmpd="sng">
              <a:solidFill>
                <a:srgbClr val="000000"/>
              </a:solidFill>
              <a:prstDash val="solid"/>
              <a:miter/>
              <a:headEnd type="none" w="med" len="med"/>
              <a:tailEnd type="none" w="med" len="med"/>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algn="ctr" eaLnBrk="1" hangingPunct="1">
                <a:lnSpc>
                  <a:spcPct val="105000"/>
                </a:lnSpc>
                <a:spcBef>
                  <a:spcPct val="0"/>
                </a:spcBef>
                <a:buClrTx/>
                <a:buSzTx/>
                <a:buFontTx/>
                <a:buNone/>
              </a:pPr>
              <a:r>
                <a:rPr lang="zh-CN" altLang="en-US" sz="1800" dirty="0">
                  <a:latin typeface="Times New Roman" panose="02020603050405020304" pitchFamily="18" charset="0"/>
                  <a:ea typeface="黑体" panose="02010609060101010101" pitchFamily="49" charset="-122"/>
                </a:rPr>
                <a:t>客户</a:t>
              </a:r>
              <a:endParaRPr lang="zh-CN" altLang="en-US" sz="1800" b="1" dirty="0">
                <a:latin typeface="Comic Sans MS" panose="030F0702030302020204" pitchFamily="66" charset="0"/>
                <a:ea typeface="黑体" panose="02010609060101010101" pitchFamily="49" charset="-122"/>
              </a:endParaRPr>
            </a:p>
          </p:txBody>
        </p:sp>
        <p:sp>
          <p:nvSpPr>
            <p:cNvPr id="60423" name="Rectangle 35"/>
            <p:cNvSpPr/>
            <p:nvPr/>
          </p:nvSpPr>
          <p:spPr>
            <a:xfrm>
              <a:off x="1776" y="1920"/>
              <a:ext cx="1247" cy="192"/>
            </a:xfrm>
            <a:prstGeom prst="rect">
              <a:avLst/>
            </a:prstGeom>
            <a:noFill/>
            <a:ln w="9525">
              <a:noFill/>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algn="ctr" eaLnBrk="1" hangingPunct="1">
                <a:lnSpc>
                  <a:spcPct val="105000"/>
                </a:lnSpc>
                <a:spcBef>
                  <a:spcPct val="0"/>
                </a:spcBef>
                <a:buClrTx/>
                <a:buSzTx/>
                <a:buFontTx/>
                <a:buNone/>
              </a:pPr>
              <a:r>
                <a:rPr lang="zh-CN" altLang="en-US" sz="1800" dirty="0">
                  <a:latin typeface="Times New Roman" panose="02020603050405020304" pitchFamily="18" charset="0"/>
                  <a:ea typeface="黑体" panose="02010609060101010101" pitchFamily="49" charset="-122"/>
                </a:rPr>
                <a:t>银行卡数据</a:t>
              </a:r>
              <a:endParaRPr lang="zh-CN" altLang="en-US" sz="1800" b="1" dirty="0">
                <a:latin typeface="Comic Sans MS" panose="030F0702030302020204" pitchFamily="66" charset="0"/>
                <a:ea typeface="黑体" panose="02010609060101010101" pitchFamily="49" charset="-122"/>
              </a:endParaRPr>
            </a:p>
          </p:txBody>
        </p:sp>
        <p:sp>
          <p:nvSpPr>
            <p:cNvPr id="60424" name="Arc 36"/>
            <p:cNvSpPr/>
            <p:nvPr/>
          </p:nvSpPr>
          <p:spPr>
            <a:xfrm rot="-1416037">
              <a:off x="2112" y="1968"/>
              <a:ext cx="822" cy="1422"/>
            </a:xfrm>
            <a:custGeom>
              <a:avLst/>
              <a:gdLst/>
              <a:ahLst/>
              <a:cxnLst>
                <a:cxn ang="0">
                  <a:pos x="0" y="0"/>
                </a:cxn>
                <a:cxn ang="0">
                  <a:pos x="0" y="0"/>
                </a:cxn>
                <a:cxn ang="0">
                  <a:pos x="0" y="0"/>
                </a:cxn>
              </a:cxnLst>
              <a:pathLst>
                <a:path w="14337" h="21600" fill="none">
                  <a:moveTo>
                    <a:pt x="-1" y="0"/>
                  </a:moveTo>
                  <a:cubicBezTo>
                    <a:pt x="5283" y="0"/>
                    <a:pt x="10384" y="1936"/>
                    <a:pt x="14336" y="5444"/>
                  </a:cubicBezTo>
                </a:path>
                <a:path w="14337" h="21600" stroke="0">
                  <a:moveTo>
                    <a:pt x="-1" y="0"/>
                  </a:moveTo>
                  <a:cubicBezTo>
                    <a:pt x="5283" y="0"/>
                    <a:pt x="10384" y="1936"/>
                    <a:pt x="14336" y="5444"/>
                  </a:cubicBezTo>
                  <a:lnTo>
                    <a:pt x="0" y="21600"/>
                  </a:lnTo>
                  <a:lnTo>
                    <a:pt x="-1" y="0"/>
                  </a:lnTo>
                  <a:close/>
                </a:path>
              </a:pathLst>
            </a:custGeom>
            <a:noFill/>
            <a:ln w="9525" cap="flat" cmpd="sng">
              <a:solidFill>
                <a:srgbClr val="000000">
                  <a:alpha val="100000"/>
                </a:srgbClr>
              </a:solidFill>
              <a:prstDash val="solid"/>
              <a:round/>
              <a:headEnd type="triangle" w="sm" len="med"/>
              <a:tailEnd type="none" w="sm" len="med"/>
            </a:ln>
          </p:spPr>
          <p:txBody>
            <a:bodyPr/>
            <a:p>
              <a:endParaRPr lang="zh-CN" altLang="en-US"/>
            </a:p>
          </p:txBody>
        </p:sp>
        <p:sp>
          <p:nvSpPr>
            <p:cNvPr id="60425" name="Rectangle 37"/>
            <p:cNvSpPr/>
            <p:nvPr/>
          </p:nvSpPr>
          <p:spPr>
            <a:xfrm>
              <a:off x="2081" y="2166"/>
              <a:ext cx="485" cy="186"/>
            </a:xfrm>
            <a:prstGeom prst="rect">
              <a:avLst/>
            </a:prstGeom>
            <a:noFill/>
            <a:ln w="9525">
              <a:noFill/>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algn="ctr" eaLnBrk="1" hangingPunct="1">
                <a:lnSpc>
                  <a:spcPct val="105000"/>
                </a:lnSpc>
                <a:spcBef>
                  <a:spcPct val="0"/>
                </a:spcBef>
                <a:buClrTx/>
                <a:buSzTx/>
                <a:buFontTx/>
                <a:buNone/>
              </a:pPr>
              <a:r>
                <a:rPr lang="zh-CN" altLang="en-US" sz="1800" dirty="0">
                  <a:latin typeface="Times New Roman" panose="02020603050405020304" pitchFamily="18" charset="0"/>
                  <a:ea typeface="黑体" panose="02010609060101010101" pitchFamily="49" charset="-122"/>
                </a:rPr>
                <a:t>密码</a:t>
              </a:r>
              <a:endParaRPr lang="zh-CN" altLang="en-US" sz="1800" b="1" dirty="0">
                <a:latin typeface="Comic Sans MS" panose="030F0702030302020204" pitchFamily="66" charset="0"/>
                <a:ea typeface="黑体" panose="02010609060101010101" pitchFamily="49" charset="-122"/>
              </a:endParaRPr>
            </a:p>
          </p:txBody>
        </p:sp>
        <p:sp>
          <p:nvSpPr>
            <p:cNvPr id="60426" name="Arc 38"/>
            <p:cNvSpPr/>
            <p:nvPr/>
          </p:nvSpPr>
          <p:spPr>
            <a:xfrm rot="1416037" flipV="1">
              <a:off x="2107" y="1122"/>
              <a:ext cx="821" cy="1422"/>
            </a:xfrm>
            <a:custGeom>
              <a:avLst/>
              <a:gdLst/>
              <a:ahLst/>
              <a:cxnLst>
                <a:cxn ang="0">
                  <a:pos x="0" y="0"/>
                </a:cxn>
                <a:cxn ang="0">
                  <a:pos x="0" y="0"/>
                </a:cxn>
                <a:cxn ang="0">
                  <a:pos x="0" y="0"/>
                </a:cxn>
              </a:cxnLst>
              <a:pathLst>
                <a:path w="14337" h="21600" fill="none">
                  <a:moveTo>
                    <a:pt x="-1" y="0"/>
                  </a:moveTo>
                  <a:cubicBezTo>
                    <a:pt x="5283" y="0"/>
                    <a:pt x="10384" y="1936"/>
                    <a:pt x="14336" y="5444"/>
                  </a:cubicBezTo>
                </a:path>
                <a:path w="14337" h="21600" stroke="0">
                  <a:moveTo>
                    <a:pt x="-1" y="0"/>
                  </a:moveTo>
                  <a:cubicBezTo>
                    <a:pt x="5283" y="0"/>
                    <a:pt x="10384" y="1936"/>
                    <a:pt x="14336" y="5444"/>
                  </a:cubicBezTo>
                  <a:lnTo>
                    <a:pt x="0" y="21600"/>
                  </a:lnTo>
                  <a:lnTo>
                    <a:pt x="-1" y="0"/>
                  </a:lnTo>
                  <a:close/>
                </a:path>
              </a:pathLst>
            </a:custGeom>
            <a:noFill/>
            <a:ln w="9525" cap="flat" cmpd="sng">
              <a:solidFill>
                <a:srgbClr val="000000">
                  <a:alpha val="100000"/>
                </a:srgbClr>
              </a:solidFill>
              <a:prstDash val="solid"/>
              <a:round/>
              <a:headEnd type="triangle" w="sm" len="med"/>
              <a:tailEnd type="none" w="sm" len="med"/>
            </a:ln>
          </p:spPr>
          <p:txBody>
            <a:bodyPr/>
            <a:p>
              <a:endParaRPr lang="zh-CN" altLang="en-US"/>
            </a:p>
          </p:txBody>
        </p:sp>
      </p:gr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2466" name="Rectangle 2"/>
          <p:cNvSpPr>
            <a:spLocks noGrp="1"/>
          </p:cNvSpPr>
          <p:nvPr>
            <p:ph type="title"/>
          </p:nvPr>
        </p:nvSpPr>
        <p:spPr/>
        <p:txBody>
          <a:bodyPr vert="horz" wrap="square" lIns="0" tIns="45720" rIns="0" bIns="0" anchor="b" anchorCtr="0"/>
          <a:p>
            <a:pPr eaLnBrk="1" hangingPunct="1"/>
            <a:r>
              <a:rPr lang="zh-CN" altLang="en-US" b="1" dirty="0">
                <a:latin typeface="微软雅黑" panose="020B0503020204020204" pitchFamily="34" charset="-122"/>
                <a:ea typeface="微软雅黑" panose="020B0503020204020204" pitchFamily="34" charset="-122"/>
              </a:rPr>
              <a:t>考务处理系统内部</a:t>
            </a:r>
            <a:r>
              <a:rPr lang="en-US" altLang="zh-CN" b="1" dirty="0">
                <a:latin typeface="微软雅黑" panose="020B0503020204020204" pitchFamily="34" charset="-122"/>
                <a:ea typeface="微软雅黑" panose="020B0503020204020204" pitchFamily="34" charset="-122"/>
              </a:rPr>
              <a:t>(1</a:t>
            </a:r>
            <a:r>
              <a:rPr lang="zh-CN" altLang="en-US" b="1" dirty="0">
                <a:latin typeface="微软雅黑" panose="020B0503020204020204" pitchFamily="34" charset="-122"/>
                <a:ea typeface="微软雅黑" panose="020B0503020204020204" pitchFamily="34" charset="-122"/>
              </a:rPr>
              <a:t>层图</a:t>
            </a:r>
            <a:r>
              <a:rPr lang="en-US" altLang="zh-CN" b="1" dirty="0">
                <a:latin typeface="微软雅黑" panose="020B0503020204020204" pitchFamily="34" charset="-122"/>
                <a:ea typeface="微软雅黑" panose="020B0503020204020204" pitchFamily="34" charset="-122"/>
              </a:rPr>
              <a:t>)-3</a:t>
            </a:r>
            <a:endParaRPr lang="en-US" altLang="zh-CN" dirty="0"/>
          </a:p>
        </p:txBody>
      </p:sp>
      <p:sp>
        <p:nvSpPr>
          <p:cNvPr id="62467" name="Rectangle 3"/>
          <p:cNvSpPr>
            <a:spLocks noGrp="1"/>
          </p:cNvSpPr>
          <p:nvPr>
            <p:ph idx="1"/>
          </p:nvPr>
        </p:nvSpPr>
        <p:spPr/>
        <p:txBody>
          <a:bodyPr vert="horz" wrap="square" lIns="91440" tIns="45720" rIns="91440" bIns="45720" anchor="t" anchorCtr="0"/>
          <a:p>
            <a:pPr eaLnBrk="1" hangingPunct="1">
              <a:buFont typeface="Wingdings" panose="05000000000000000000" pitchFamily="2" charset="2"/>
              <a:buChar char="p"/>
            </a:pPr>
            <a:r>
              <a:rPr lang="zh-CN" altLang="en-US" b="1" dirty="0">
                <a:solidFill>
                  <a:srgbClr val="FF0000"/>
                </a:solidFill>
              </a:rPr>
              <a:t>确定文件</a:t>
            </a:r>
            <a:endParaRPr lang="zh-CN" altLang="en-US" b="1" dirty="0">
              <a:solidFill>
                <a:srgbClr val="FF0000"/>
              </a:solidFill>
            </a:endParaRPr>
          </a:p>
          <a:p>
            <a:pPr lvl="1" eaLnBrk="1" hangingPunct="1">
              <a:buFont typeface="Wingdings" panose="05000000000000000000" pitchFamily="2" charset="2"/>
              <a:buChar char="ü"/>
            </a:pPr>
            <a:r>
              <a:rPr lang="zh-CN" altLang="en-US" dirty="0"/>
              <a:t>如果</a:t>
            </a:r>
            <a:r>
              <a:rPr lang="zh-CN" altLang="en-US" b="1" dirty="0">
                <a:solidFill>
                  <a:srgbClr val="FF0000"/>
                </a:solidFill>
              </a:rPr>
              <a:t>父图中该加工存在读写文件的数据流</a:t>
            </a:r>
            <a:r>
              <a:rPr lang="zh-CN" altLang="en-US" dirty="0"/>
              <a:t>，则相应的文件和数据流都应画在子图中</a:t>
            </a:r>
            <a:endParaRPr lang="zh-CN" altLang="en-US" dirty="0"/>
          </a:p>
          <a:p>
            <a:pPr lvl="1" eaLnBrk="1" hangingPunct="1">
              <a:buFont typeface="Wingdings" panose="05000000000000000000" pitchFamily="2" charset="2"/>
              <a:buChar char="ü"/>
            </a:pPr>
            <a:r>
              <a:rPr lang="zh-CN" altLang="en-US" dirty="0"/>
              <a:t>在分解子图中，如果需要</a:t>
            </a:r>
            <a:r>
              <a:rPr lang="zh-CN" altLang="en-US" b="1" dirty="0">
                <a:solidFill>
                  <a:srgbClr val="FF0000"/>
                </a:solidFill>
              </a:rPr>
              <a:t>保存某些中间数据以备后用</a:t>
            </a:r>
            <a:r>
              <a:rPr lang="zh-CN" altLang="en-US" dirty="0"/>
              <a:t>，则可以将这些数据组成一个新的文件</a:t>
            </a:r>
            <a:endParaRPr lang="zh-CN" altLang="en-US" dirty="0"/>
          </a:p>
          <a:p>
            <a:pPr lvl="1" eaLnBrk="1" hangingPunct="1">
              <a:buFont typeface="Wingdings" panose="05000000000000000000" pitchFamily="2" charset="2"/>
              <a:buChar char="ü"/>
            </a:pPr>
            <a:r>
              <a:rPr lang="zh-CN" altLang="en-US" b="1" dirty="0">
                <a:solidFill>
                  <a:srgbClr val="FF0000"/>
                </a:solidFill>
              </a:rPr>
              <a:t>注意</a:t>
            </a:r>
            <a:r>
              <a:rPr lang="zh-CN" altLang="en-US" dirty="0"/>
              <a:t>：</a:t>
            </a:r>
            <a:endParaRPr lang="en-US" altLang="zh-CN" dirty="0"/>
          </a:p>
          <a:p>
            <a:pPr lvl="2" eaLnBrk="1" hangingPunct="1">
              <a:buFont typeface="Wingdings" panose="05000000000000000000" pitchFamily="2" charset="2"/>
              <a:buChar char="Ø"/>
            </a:pPr>
            <a:r>
              <a:rPr lang="zh-CN" altLang="en-US" u="sng" dirty="0"/>
              <a:t>新文件</a:t>
            </a:r>
            <a:r>
              <a:rPr lang="en-US" altLang="zh-CN" u="sng" dirty="0"/>
              <a:t>(</a:t>
            </a:r>
            <a:r>
              <a:rPr lang="zh-CN" altLang="en-US" u="sng" dirty="0"/>
              <a:t>首次出现的文件</a:t>
            </a:r>
            <a:r>
              <a:rPr lang="en-US" altLang="zh-CN" u="sng" dirty="0"/>
              <a:t>)</a:t>
            </a:r>
            <a:r>
              <a:rPr lang="zh-CN" altLang="en-US" b="1" u="sng" dirty="0">
                <a:solidFill>
                  <a:srgbClr val="FF0000"/>
                </a:solidFill>
              </a:rPr>
              <a:t>至少应有一个加工为其写入记录</a:t>
            </a:r>
            <a:r>
              <a:rPr lang="zh-CN" altLang="en-US" u="sng" dirty="0"/>
              <a:t>，同时至少存在</a:t>
            </a:r>
            <a:r>
              <a:rPr lang="zh-CN" altLang="en-US" b="1" u="sng" dirty="0">
                <a:solidFill>
                  <a:srgbClr val="FF0000"/>
                </a:solidFill>
              </a:rPr>
              <a:t>另一个加工来读该文件的记录</a:t>
            </a:r>
            <a:endParaRPr lang="zh-CN" altLang="en-US" b="1" u="sng" dirty="0">
              <a:solidFill>
                <a:srgbClr val="FF0000"/>
              </a:solidFill>
            </a:endParaRPr>
          </a:p>
          <a:p>
            <a:pPr lvl="2" eaLnBrk="1" hangingPunct="1">
              <a:buFont typeface="Wingdings" panose="05000000000000000000" pitchFamily="2" charset="2"/>
              <a:buChar char="Ø"/>
            </a:pPr>
            <a:r>
              <a:rPr lang="zh-CN" altLang="en-US" u="sng" dirty="0"/>
              <a:t>从父图中继承下来的文件在子图中可能只对其进行读，或只进行写</a:t>
            </a:r>
            <a:endParaRPr lang="zh-CN" altLang="en-US" u="sng"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4514" name="Rectangle 2"/>
          <p:cNvSpPr>
            <a:spLocks noGrp="1"/>
          </p:cNvSpPr>
          <p:nvPr>
            <p:ph type="title"/>
          </p:nvPr>
        </p:nvSpPr>
        <p:spPr/>
        <p:txBody>
          <a:bodyPr vert="horz" wrap="square" lIns="0" tIns="45720" rIns="0" bIns="0" anchor="b" anchorCtr="0"/>
          <a:p>
            <a:pPr eaLnBrk="1" hangingPunct="1"/>
            <a:r>
              <a:rPr lang="zh-CN" altLang="en-US" b="1" dirty="0">
                <a:latin typeface="微软雅黑" panose="020B0503020204020204" pitchFamily="34" charset="-122"/>
                <a:ea typeface="微软雅黑" panose="020B0503020204020204" pitchFamily="34" charset="-122"/>
              </a:rPr>
              <a:t>考务处理系统内部</a:t>
            </a:r>
            <a:r>
              <a:rPr lang="en-US" altLang="zh-CN" b="1" dirty="0">
                <a:latin typeface="微软雅黑" panose="020B0503020204020204" pitchFamily="34" charset="-122"/>
                <a:ea typeface="微软雅黑" panose="020B0503020204020204" pitchFamily="34" charset="-122"/>
              </a:rPr>
              <a:t>(1</a:t>
            </a:r>
            <a:r>
              <a:rPr lang="zh-CN" altLang="en-US" b="1" dirty="0">
                <a:latin typeface="微软雅黑" panose="020B0503020204020204" pitchFamily="34" charset="-122"/>
                <a:ea typeface="微软雅黑" panose="020B0503020204020204" pitchFamily="34" charset="-122"/>
              </a:rPr>
              <a:t>层图</a:t>
            </a:r>
            <a:r>
              <a:rPr lang="en-US" altLang="zh-CN" b="1" dirty="0">
                <a:latin typeface="微软雅黑" panose="020B0503020204020204" pitchFamily="34" charset="-122"/>
                <a:ea typeface="微软雅黑" panose="020B0503020204020204" pitchFamily="34" charset="-122"/>
              </a:rPr>
              <a:t>)-4</a:t>
            </a:r>
            <a:endParaRPr lang="en-US" altLang="zh-CN" dirty="0"/>
          </a:p>
        </p:txBody>
      </p:sp>
      <p:sp>
        <p:nvSpPr>
          <p:cNvPr id="31747" name="Rectangle 3"/>
          <p:cNvSpPr>
            <a:spLocks noGrp="1" noChangeArrowheads="1"/>
          </p:cNvSpPr>
          <p:nvPr>
            <p:ph idx="1"/>
          </p:nvPr>
        </p:nvSpPr>
        <p:spPr>
          <a:xfrm>
            <a:off x="381000" y="1981200"/>
            <a:ext cx="7924800" cy="4419600"/>
          </a:xfrm>
        </p:spPr>
        <p:txBody>
          <a:bodyPr vert="horz" wrap="square" lIns="91440" tIns="45720" rIns="91440" bIns="45720" numCol="1" anchor="t" anchorCtr="0" compatLnSpc="1"/>
          <a:lstStyle/>
          <a:p>
            <a:pPr marL="273050" marR="0" lvl="0" indent="-273050" algn="l" defTabSz="914400" rtl="0" eaLnBrk="1" fontAlgn="base" latinLnBrk="0" hangingPunct="1">
              <a:lnSpc>
                <a:spcPct val="100000"/>
              </a:lnSpc>
              <a:spcBef>
                <a:spcPct val="20000"/>
              </a:spcBef>
              <a:spcAft>
                <a:spcPct val="0"/>
              </a:spcAft>
              <a:buClr>
                <a:srgbClr val="0BD0D9"/>
              </a:buClr>
              <a:buSzPct val="95000"/>
              <a:buFont typeface="Wingdings" panose="05000000000000000000" pitchFamily="2" charset="2"/>
              <a:buChar char="p"/>
              <a:defRPr/>
            </a:pPr>
            <a:r>
              <a:rPr kumimoji="0" lang="zh-CN" altLang="en-US" sz="2600" b="1" i="0" u="none" strike="noStrike" kern="1200" cap="none" spc="0" normalizeH="0" baseline="0" noProof="0" dirty="0" smtClean="0">
                <a:ln>
                  <a:noFill/>
                </a:ln>
                <a:solidFill>
                  <a:srgbClr val="FF0000"/>
                </a:solidFill>
                <a:effectLst/>
                <a:uLnTx/>
                <a:uFillTx/>
                <a:latin typeface="+mn-lt"/>
                <a:ea typeface="+mn-ea"/>
                <a:cs typeface="+mn-cs"/>
              </a:rPr>
              <a:t>确定源和宿</a:t>
            </a:r>
            <a:endParaRPr kumimoji="0" lang="zh-CN" altLang="en-US" sz="2600" b="1" i="0" u="none" strike="noStrike" kern="1200" cap="none" spc="0" normalizeH="0" baseline="0" noProof="0" dirty="0" smtClean="0">
              <a:ln>
                <a:noFill/>
              </a:ln>
              <a:solidFill>
                <a:srgbClr val="FF0000"/>
              </a:solidFill>
              <a:effectLst/>
              <a:uLnTx/>
              <a:uFillTx/>
              <a:latin typeface="+mn-lt"/>
              <a:ea typeface="+mn-ea"/>
              <a:cs typeface="+mn-cs"/>
            </a:endParaRPr>
          </a:p>
          <a:p>
            <a:pPr marL="640080" marR="0" lvl="1" indent="-246380" algn="l" defTabSz="914400" rtl="0" eaLnBrk="1" fontAlgn="base" latinLnBrk="0" hangingPunct="1">
              <a:lnSpc>
                <a:spcPct val="100000"/>
              </a:lnSpc>
              <a:spcBef>
                <a:spcPct val="20000"/>
              </a:spcBef>
              <a:spcAft>
                <a:spcPct val="0"/>
              </a:spcAft>
              <a:buClr>
                <a:schemeClr val="accent1"/>
              </a:buClr>
              <a:buSzPct val="85000"/>
              <a:buFont typeface="Wingdings" panose="05000000000000000000" pitchFamily="2" charset="2"/>
              <a:buChar char="ü"/>
              <a:defRPr/>
            </a:pPr>
            <a:r>
              <a:rPr kumimoji="0" lang="en-US" altLang="zh-CN" sz="2200" b="0" i="0" u="none" strike="noStrike" kern="1200" cap="none" spc="0" normalizeH="0" baseline="0" noProof="0" dirty="0" smtClean="0">
                <a:ln>
                  <a:noFill/>
                </a:ln>
                <a:solidFill>
                  <a:schemeClr val="tx1"/>
                </a:solidFill>
                <a:effectLst/>
                <a:uLnTx/>
                <a:uFillTx/>
                <a:latin typeface="+mn-lt"/>
                <a:ea typeface="+mn-ea"/>
                <a:cs typeface="+mn-cs"/>
              </a:rPr>
              <a:t>1</a:t>
            </a:r>
            <a:r>
              <a:rPr kumimoji="0" lang="zh-CN" altLang="en-US" sz="2200" b="0" i="0" u="none" strike="noStrike" kern="1200" cap="none" spc="0" normalizeH="0" baseline="0" noProof="0" dirty="0" smtClean="0">
                <a:ln>
                  <a:noFill/>
                </a:ln>
                <a:solidFill>
                  <a:schemeClr val="tx1"/>
                </a:solidFill>
                <a:effectLst/>
                <a:uLnTx/>
                <a:uFillTx/>
                <a:latin typeface="+mn-lt"/>
                <a:ea typeface="+mn-ea"/>
                <a:cs typeface="+mn-cs"/>
              </a:rPr>
              <a:t>层图和其它子图中通常不必画出源和宿</a:t>
            </a:r>
            <a:endParaRPr kumimoji="0" lang="zh-CN" altLang="en-US" sz="2200" b="0" i="0" u="none" strike="noStrike" kern="1200" cap="none" spc="0" normalizeH="0" baseline="0" noProof="0" dirty="0" smtClean="0">
              <a:ln>
                <a:noFill/>
              </a:ln>
              <a:solidFill>
                <a:schemeClr val="tx1"/>
              </a:solidFill>
              <a:effectLst/>
              <a:uLnTx/>
              <a:uFillTx/>
              <a:latin typeface="+mn-lt"/>
              <a:ea typeface="+mn-ea"/>
              <a:cs typeface="+mn-cs"/>
            </a:endParaRPr>
          </a:p>
          <a:p>
            <a:pPr marL="640080" marR="0" lvl="1" indent="-246380" algn="l" defTabSz="914400" rtl="0" eaLnBrk="1" fontAlgn="base" latinLnBrk="0" hangingPunct="1">
              <a:lnSpc>
                <a:spcPct val="100000"/>
              </a:lnSpc>
              <a:spcBef>
                <a:spcPct val="20000"/>
              </a:spcBef>
              <a:spcAft>
                <a:spcPct val="0"/>
              </a:spcAft>
              <a:buClr>
                <a:schemeClr val="accent1"/>
              </a:buClr>
              <a:buSzPct val="85000"/>
              <a:buFont typeface="Wingdings" panose="05000000000000000000" pitchFamily="2" charset="2"/>
              <a:buChar char="ü"/>
              <a:defRPr/>
            </a:pPr>
            <a:r>
              <a:rPr kumimoji="0" lang="zh-CN" altLang="en-US" sz="2200" b="0" i="0" u="none" strike="noStrike" kern="1200" cap="none" spc="0" normalizeH="0" baseline="0" noProof="0" dirty="0" smtClean="0">
                <a:ln>
                  <a:noFill/>
                </a:ln>
                <a:solidFill>
                  <a:schemeClr val="tx1"/>
                </a:solidFill>
                <a:effectLst/>
                <a:uLnTx/>
                <a:uFillTx/>
                <a:latin typeface="+mn-lt"/>
                <a:ea typeface="+mn-ea"/>
                <a:cs typeface="+mn-cs"/>
              </a:rPr>
              <a:t>有时为了提高可读性，可以将</a:t>
            </a:r>
            <a:r>
              <a:rPr kumimoji="0" lang="en-US" altLang="zh-CN" sz="2200" b="0" i="0" u="none" strike="noStrike" kern="1200" cap="none" spc="0" normalizeH="0" baseline="0" noProof="0" dirty="0" smtClean="0">
                <a:ln>
                  <a:noFill/>
                </a:ln>
                <a:solidFill>
                  <a:schemeClr val="tx1"/>
                </a:solidFill>
                <a:effectLst/>
                <a:uLnTx/>
                <a:uFillTx/>
                <a:latin typeface="+mn-lt"/>
                <a:ea typeface="+mn-ea"/>
                <a:cs typeface="+mn-cs"/>
              </a:rPr>
              <a:t>0</a:t>
            </a:r>
            <a:r>
              <a:rPr kumimoji="0" lang="zh-CN" altLang="en-US" sz="2200" b="0" i="0" u="none" strike="noStrike" kern="1200" cap="none" spc="0" normalizeH="0" baseline="0" noProof="0" dirty="0" smtClean="0">
                <a:ln>
                  <a:noFill/>
                </a:ln>
                <a:solidFill>
                  <a:schemeClr val="tx1"/>
                </a:solidFill>
                <a:effectLst/>
                <a:uLnTx/>
                <a:uFillTx/>
                <a:latin typeface="+mn-lt"/>
                <a:ea typeface="+mn-ea"/>
                <a:cs typeface="+mn-cs"/>
              </a:rPr>
              <a:t>层图中的源和宿画在</a:t>
            </a:r>
            <a:r>
              <a:rPr kumimoji="0" lang="en-US" altLang="zh-CN" sz="2200" b="0" i="0" u="none" strike="noStrike" kern="1200" cap="none" spc="0" normalizeH="0" baseline="0" noProof="0" dirty="0" smtClean="0">
                <a:ln>
                  <a:noFill/>
                </a:ln>
                <a:solidFill>
                  <a:schemeClr val="tx1"/>
                </a:solidFill>
                <a:effectLst/>
                <a:uLnTx/>
                <a:uFillTx/>
                <a:latin typeface="+mn-lt"/>
                <a:ea typeface="+mn-ea"/>
                <a:cs typeface="+mn-cs"/>
              </a:rPr>
              <a:t>1</a:t>
            </a:r>
            <a:r>
              <a:rPr kumimoji="0" lang="zh-CN" altLang="en-US" sz="2200" b="0" i="0" u="none" strike="noStrike" kern="1200" cap="none" spc="0" normalizeH="0" baseline="0" noProof="0" dirty="0" smtClean="0">
                <a:ln>
                  <a:noFill/>
                </a:ln>
                <a:solidFill>
                  <a:schemeClr val="tx1"/>
                </a:solidFill>
                <a:effectLst/>
                <a:uLnTx/>
                <a:uFillTx/>
                <a:latin typeface="+mn-lt"/>
                <a:ea typeface="+mn-ea"/>
                <a:cs typeface="+mn-cs"/>
              </a:rPr>
              <a:t>层图中</a:t>
            </a:r>
            <a:endParaRPr kumimoji="0" lang="zh-CN" altLang="en-US" sz="2200" b="0" i="0" u="none" strike="noStrike" kern="1200" cap="none" spc="0" normalizeH="0" baseline="0" noProof="0" dirty="0" smtClean="0">
              <a:ln>
                <a:noFill/>
              </a:ln>
              <a:solidFill>
                <a:schemeClr val="tx1"/>
              </a:solidFill>
              <a:effectLst/>
              <a:uLnTx/>
              <a:uFillTx/>
              <a:latin typeface="+mn-lt"/>
              <a:ea typeface="+mn-ea"/>
              <a:cs typeface="+mn-cs"/>
            </a:endParaRPr>
          </a:p>
          <a:p>
            <a:pPr marL="393700" marR="0" lvl="1" indent="0" algn="l" defTabSz="914400" rtl="0" eaLnBrk="1" fontAlgn="base" latinLnBrk="0" hangingPunct="1">
              <a:lnSpc>
                <a:spcPct val="100000"/>
              </a:lnSpc>
              <a:spcBef>
                <a:spcPct val="20000"/>
              </a:spcBef>
              <a:spcAft>
                <a:spcPct val="0"/>
              </a:spcAft>
              <a:buClr>
                <a:schemeClr val="accent1"/>
              </a:buClr>
              <a:buSzPct val="85000"/>
              <a:buFont typeface="Wingdings 2" panose="05020102010507070707" pitchFamily="18" charset="2"/>
              <a:buNone/>
              <a:defRPr/>
            </a:pPr>
            <a:endParaRPr kumimoji="0" lang="en-US" altLang="zh-CN" sz="2200" b="0" i="0" u="none" strike="noStrike" kern="1200" cap="none" spc="0" normalizeH="0" baseline="0" noProof="0" dirty="0" smtClean="0">
              <a:ln>
                <a:noFill/>
              </a:ln>
              <a:solidFill>
                <a:schemeClr val="tx1"/>
              </a:solidFill>
              <a:effectLst/>
              <a:uLnTx/>
              <a:uFillTx/>
              <a:latin typeface="+mn-lt"/>
              <a:ea typeface="+mn-ea"/>
              <a:cs typeface="+mn-cs"/>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6562" name="Rectangle 2"/>
          <p:cNvSpPr>
            <a:spLocks noGrp="1"/>
          </p:cNvSpPr>
          <p:nvPr>
            <p:ph type="title"/>
          </p:nvPr>
        </p:nvSpPr>
        <p:spPr>
          <a:xfrm>
            <a:off x="457200" y="304800"/>
            <a:ext cx="8229600" cy="1143000"/>
          </a:xfrm>
        </p:spPr>
        <p:txBody>
          <a:bodyPr vert="horz" wrap="square" lIns="0" tIns="45720" rIns="0" bIns="0" anchor="b" anchorCtr="0"/>
          <a:p>
            <a:pPr eaLnBrk="1" hangingPunct="1"/>
            <a:r>
              <a:rPr lang="zh-CN" altLang="en-US" b="1" dirty="0">
                <a:latin typeface="微软雅黑" panose="020B0503020204020204" pitchFamily="34" charset="-122"/>
                <a:ea typeface="微软雅黑" panose="020B0503020204020204" pitchFamily="34" charset="-122"/>
              </a:rPr>
              <a:t>考务处理系统</a:t>
            </a:r>
            <a:r>
              <a:rPr lang="en-US" altLang="zh-CN" b="1" dirty="0">
                <a:latin typeface="微软雅黑" panose="020B0503020204020204" pitchFamily="34" charset="-122"/>
                <a:ea typeface="微软雅黑" panose="020B0503020204020204" pitchFamily="34" charset="-122"/>
              </a:rPr>
              <a:t>1</a:t>
            </a:r>
            <a:r>
              <a:rPr lang="zh-CN" altLang="en-US" b="1" dirty="0">
                <a:latin typeface="微软雅黑" panose="020B0503020204020204" pitchFamily="34" charset="-122"/>
                <a:ea typeface="微软雅黑" panose="020B0503020204020204" pitchFamily="34" charset="-122"/>
              </a:rPr>
              <a:t>层图</a:t>
            </a:r>
            <a:endParaRPr lang="zh-CN" altLang="en-US" b="1" dirty="0">
              <a:latin typeface="微软雅黑" panose="020B0503020204020204" pitchFamily="34" charset="-122"/>
              <a:ea typeface="微软雅黑" panose="020B0503020204020204" pitchFamily="34" charset="-122"/>
            </a:endParaRPr>
          </a:p>
        </p:txBody>
      </p:sp>
      <p:grpSp>
        <p:nvGrpSpPr>
          <p:cNvPr id="66563" name="Group 9"/>
          <p:cNvGrpSpPr/>
          <p:nvPr/>
        </p:nvGrpSpPr>
        <p:grpSpPr>
          <a:xfrm>
            <a:off x="3636963" y="5014913"/>
            <a:ext cx="1200150" cy="576262"/>
            <a:chOff x="4596" y="3735"/>
            <a:chExt cx="1306" cy="360"/>
          </a:xfrm>
        </p:grpSpPr>
        <p:sp>
          <p:nvSpPr>
            <p:cNvPr id="66598" name="Line 10"/>
            <p:cNvSpPr/>
            <p:nvPr/>
          </p:nvSpPr>
          <p:spPr>
            <a:xfrm>
              <a:off x="4596" y="3735"/>
              <a:ext cx="1290" cy="0"/>
            </a:xfrm>
            <a:prstGeom prst="line">
              <a:avLst/>
            </a:prstGeom>
            <a:ln w="9525" cap="flat" cmpd="sng">
              <a:solidFill>
                <a:srgbClr val="000000"/>
              </a:solidFill>
              <a:prstDash val="solid"/>
              <a:headEnd type="none" w="med" len="med"/>
              <a:tailEnd type="none" w="med" len="med"/>
            </a:ln>
          </p:spPr>
        </p:sp>
        <p:sp>
          <p:nvSpPr>
            <p:cNvPr id="66599" name="Line 11"/>
            <p:cNvSpPr/>
            <p:nvPr/>
          </p:nvSpPr>
          <p:spPr>
            <a:xfrm>
              <a:off x="4612" y="4095"/>
              <a:ext cx="1290" cy="0"/>
            </a:xfrm>
            <a:prstGeom prst="line">
              <a:avLst/>
            </a:prstGeom>
            <a:ln w="9525" cap="flat" cmpd="sng">
              <a:solidFill>
                <a:srgbClr val="000000"/>
              </a:solidFill>
              <a:prstDash val="solid"/>
              <a:headEnd type="none" w="med" len="med"/>
              <a:tailEnd type="none" w="med" len="med"/>
            </a:ln>
          </p:spPr>
        </p:sp>
      </p:grpSp>
      <p:sp>
        <p:nvSpPr>
          <p:cNvPr id="66564" name="Rectangle 12"/>
          <p:cNvSpPr/>
          <p:nvPr/>
        </p:nvSpPr>
        <p:spPr>
          <a:xfrm>
            <a:off x="3621088" y="5070475"/>
            <a:ext cx="1216025" cy="720725"/>
          </a:xfrm>
          <a:prstGeom prst="rect">
            <a:avLst/>
          </a:prstGeom>
          <a:noFill/>
          <a:ln w="9525">
            <a:noFill/>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algn="ctr" eaLnBrk="1" hangingPunct="1">
              <a:spcBef>
                <a:spcPct val="0"/>
              </a:spcBef>
              <a:buClrTx/>
              <a:buSzTx/>
              <a:buFontTx/>
              <a:buNone/>
            </a:pPr>
            <a:r>
              <a:rPr lang="zh-CN" altLang="en-US" sz="1800" dirty="0">
                <a:latin typeface="黑体" panose="02010609060101010101" pitchFamily="49" charset="-122"/>
                <a:ea typeface="黑体" panose="02010609060101010101" pitchFamily="49" charset="-122"/>
              </a:rPr>
              <a:t>考生名册</a:t>
            </a:r>
            <a:endParaRPr lang="zh-CN" altLang="en-US" sz="1800" b="1" dirty="0">
              <a:latin typeface="黑体" panose="02010609060101010101" pitchFamily="49" charset="-122"/>
              <a:ea typeface="黑体" panose="02010609060101010101" pitchFamily="49" charset="-122"/>
            </a:endParaRPr>
          </a:p>
        </p:txBody>
      </p:sp>
      <p:sp>
        <p:nvSpPr>
          <p:cNvPr id="66565" name="Arc 13"/>
          <p:cNvSpPr/>
          <p:nvPr/>
        </p:nvSpPr>
        <p:spPr>
          <a:xfrm rot="10800000" flipH="1" flipV="1">
            <a:off x="3363913" y="3957638"/>
            <a:ext cx="625475" cy="1057275"/>
          </a:xfrm>
          <a:custGeom>
            <a:avLst/>
            <a:gdLst/>
            <a:ahLst/>
            <a:cxnLst>
              <a:cxn ang="0">
                <a:pos x="0" y="0"/>
              </a:cxn>
              <a:cxn ang="0">
                <a:pos x="2147483646" y="2147483646"/>
              </a:cxn>
              <a:cxn ang="0">
                <a:pos x="0" y="2147483646"/>
              </a:cxn>
            </a:cxnLst>
            <a:pathLst>
              <a:path w="21600" h="21600" fill="none">
                <a:moveTo>
                  <a:pt x="-1" y="0"/>
                </a:moveTo>
                <a:cubicBezTo>
                  <a:pt x="11929" y="0"/>
                  <a:pt x="21600" y="9670"/>
                  <a:pt x="21600" y="21600"/>
                </a:cubicBezTo>
              </a:path>
              <a:path w="21600" h="21600" stroke="0">
                <a:moveTo>
                  <a:pt x="-1" y="0"/>
                </a:moveTo>
                <a:cubicBezTo>
                  <a:pt x="11929" y="0"/>
                  <a:pt x="21600" y="9670"/>
                  <a:pt x="21600" y="21600"/>
                </a:cubicBezTo>
                <a:lnTo>
                  <a:pt x="0" y="21600"/>
                </a:lnTo>
                <a:lnTo>
                  <a:pt x="-1" y="0"/>
                </a:lnTo>
                <a:close/>
              </a:path>
            </a:pathLst>
          </a:custGeom>
          <a:noFill/>
          <a:ln w="9525" cap="flat" cmpd="sng">
            <a:solidFill>
              <a:srgbClr val="000000">
                <a:alpha val="100000"/>
              </a:srgbClr>
            </a:solidFill>
            <a:prstDash val="solid"/>
            <a:round/>
            <a:headEnd type="none" w="med" len="med"/>
            <a:tailEnd type="triangle" w="sm" len="med"/>
          </a:ln>
        </p:spPr>
        <p:txBody>
          <a:bodyPr/>
          <a:p>
            <a:endParaRPr lang="zh-CN" altLang="en-US"/>
          </a:p>
        </p:txBody>
      </p:sp>
      <p:sp>
        <p:nvSpPr>
          <p:cNvPr id="66566" name="Arc 14"/>
          <p:cNvSpPr/>
          <p:nvPr/>
        </p:nvSpPr>
        <p:spPr>
          <a:xfrm rot="-10800000" flipV="1">
            <a:off x="4545013" y="3962400"/>
            <a:ext cx="625475" cy="1057275"/>
          </a:xfrm>
          <a:custGeom>
            <a:avLst/>
            <a:gdLst/>
            <a:ahLst/>
            <a:cxnLst>
              <a:cxn ang="0">
                <a:pos x="0" y="0"/>
              </a:cxn>
              <a:cxn ang="0">
                <a:pos x="2147483646" y="2147483646"/>
              </a:cxn>
              <a:cxn ang="0">
                <a:pos x="0" y="2147483646"/>
              </a:cxn>
            </a:cxnLst>
            <a:pathLst>
              <a:path w="21600" h="21600" fill="none">
                <a:moveTo>
                  <a:pt x="-1" y="0"/>
                </a:moveTo>
                <a:cubicBezTo>
                  <a:pt x="11929" y="0"/>
                  <a:pt x="21600" y="9670"/>
                  <a:pt x="21600" y="21600"/>
                </a:cubicBezTo>
              </a:path>
              <a:path w="21600" h="21600" stroke="0">
                <a:moveTo>
                  <a:pt x="-1" y="0"/>
                </a:moveTo>
                <a:cubicBezTo>
                  <a:pt x="11929" y="0"/>
                  <a:pt x="21600" y="9670"/>
                  <a:pt x="21600" y="21600"/>
                </a:cubicBezTo>
                <a:lnTo>
                  <a:pt x="0" y="21600"/>
                </a:lnTo>
                <a:lnTo>
                  <a:pt x="-1" y="0"/>
                </a:lnTo>
                <a:close/>
              </a:path>
            </a:pathLst>
          </a:custGeom>
          <a:noFill/>
          <a:ln w="9525" cap="flat" cmpd="sng">
            <a:solidFill>
              <a:srgbClr val="000000">
                <a:alpha val="100000"/>
              </a:srgbClr>
            </a:solidFill>
            <a:prstDash val="solid"/>
            <a:round/>
            <a:headEnd type="triangle" w="sm" len="med"/>
            <a:tailEnd type="none" w="med" len="med"/>
          </a:ln>
        </p:spPr>
        <p:txBody>
          <a:bodyPr/>
          <a:p>
            <a:endParaRPr lang="zh-CN" altLang="en-US"/>
          </a:p>
        </p:txBody>
      </p:sp>
      <p:grpSp>
        <p:nvGrpSpPr>
          <p:cNvPr id="66567" name="Group 16"/>
          <p:cNvGrpSpPr/>
          <p:nvPr/>
        </p:nvGrpSpPr>
        <p:grpSpPr>
          <a:xfrm>
            <a:off x="2362200" y="2817813"/>
            <a:ext cx="1238250" cy="1362075"/>
            <a:chOff x="4154" y="12570"/>
            <a:chExt cx="974" cy="850"/>
          </a:xfrm>
        </p:grpSpPr>
        <p:sp>
          <p:nvSpPr>
            <p:cNvPr id="66596" name="Oval 17"/>
            <p:cNvSpPr/>
            <p:nvPr/>
          </p:nvSpPr>
          <p:spPr>
            <a:xfrm>
              <a:off x="4214" y="12570"/>
              <a:ext cx="850" cy="850"/>
            </a:xfrm>
            <a:prstGeom prst="ellipse">
              <a:avLst/>
            </a:prstGeom>
            <a:noFill/>
            <a:ln w="9525" cap="flat" cmpd="sng">
              <a:solidFill>
                <a:srgbClr val="000000"/>
              </a:solidFill>
              <a:prstDash val="solid"/>
              <a:headEnd type="none" w="med" len="med"/>
              <a:tailEnd type="none" w="med" len="med"/>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eaLnBrk="1" hangingPunct="1">
                <a:spcBef>
                  <a:spcPct val="0"/>
                </a:spcBef>
                <a:buClrTx/>
                <a:buSzTx/>
                <a:buFontTx/>
                <a:buNone/>
              </a:pPr>
              <a:endParaRPr lang="zh-CN" altLang="en-US" sz="1600" b="1" dirty="0">
                <a:latin typeface="Comic Sans MS" panose="030F0702030302020204" pitchFamily="66" charset="0"/>
              </a:endParaRPr>
            </a:p>
          </p:txBody>
        </p:sp>
        <p:sp>
          <p:nvSpPr>
            <p:cNvPr id="66597" name="Rectangle 18"/>
            <p:cNvSpPr/>
            <p:nvPr/>
          </p:nvSpPr>
          <p:spPr>
            <a:xfrm>
              <a:off x="4154" y="12630"/>
              <a:ext cx="974" cy="780"/>
            </a:xfrm>
            <a:prstGeom prst="rect">
              <a:avLst/>
            </a:prstGeom>
            <a:noFill/>
            <a:ln w="9525">
              <a:noFill/>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algn="ctr" eaLnBrk="1" hangingPunct="1">
                <a:spcBef>
                  <a:spcPct val="0"/>
                </a:spcBef>
                <a:buClrTx/>
                <a:buSzTx/>
                <a:buFontTx/>
                <a:buNone/>
              </a:pPr>
              <a:r>
                <a:rPr lang="en-US" altLang="zh-CN" sz="1800" dirty="0">
                  <a:latin typeface="黑体" panose="02010609060101010101" pitchFamily="49" charset="-122"/>
                  <a:ea typeface="黑体" panose="02010609060101010101" pitchFamily="49" charset="-122"/>
                </a:rPr>
                <a:t>1</a:t>
              </a:r>
              <a:endParaRPr lang="en-US" altLang="zh-CN" sz="1800" dirty="0">
                <a:latin typeface="黑体" panose="02010609060101010101" pitchFamily="49" charset="-122"/>
                <a:ea typeface="黑体" panose="02010609060101010101" pitchFamily="49" charset="-122"/>
              </a:endParaRPr>
            </a:p>
            <a:p>
              <a:pPr marL="0" lvl="0" indent="0" algn="ctr" eaLnBrk="1" hangingPunct="1">
                <a:spcBef>
                  <a:spcPct val="0"/>
                </a:spcBef>
                <a:buClrTx/>
                <a:buSzTx/>
                <a:buFontTx/>
                <a:buNone/>
              </a:pPr>
              <a:r>
                <a:rPr lang="zh-CN" altLang="en-US" sz="1800" dirty="0">
                  <a:latin typeface="黑体" panose="02010609060101010101" pitchFamily="49" charset="-122"/>
                  <a:ea typeface="黑体" panose="02010609060101010101" pitchFamily="49" charset="-122"/>
                </a:rPr>
                <a:t>考试</a:t>
              </a:r>
              <a:endParaRPr lang="zh-CN" altLang="en-US" sz="1800" dirty="0">
                <a:latin typeface="黑体" panose="02010609060101010101" pitchFamily="49" charset="-122"/>
                <a:ea typeface="黑体" panose="02010609060101010101" pitchFamily="49" charset="-122"/>
              </a:endParaRPr>
            </a:p>
            <a:p>
              <a:pPr marL="0" lvl="0" indent="0" algn="ctr" eaLnBrk="1" hangingPunct="1">
                <a:spcBef>
                  <a:spcPct val="0"/>
                </a:spcBef>
                <a:buClrTx/>
                <a:buSzTx/>
                <a:buFontTx/>
                <a:buNone/>
              </a:pPr>
              <a:r>
                <a:rPr lang="zh-CN" altLang="en-US" sz="1800" dirty="0">
                  <a:latin typeface="黑体" panose="02010609060101010101" pitchFamily="49" charset="-122"/>
                  <a:ea typeface="黑体" panose="02010609060101010101" pitchFamily="49" charset="-122"/>
                </a:rPr>
                <a:t>报名</a:t>
              </a:r>
              <a:endParaRPr lang="zh-CN" altLang="en-US" sz="1800" b="1" dirty="0">
                <a:latin typeface="黑体" panose="02010609060101010101" pitchFamily="49" charset="-122"/>
                <a:ea typeface="黑体" panose="02010609060101010101" pitchFamily="49" charset="-122"/>
              </a:endParaRPr>
            </a:p>
          </p:txBody>
        </p:sp>
      </p:grpSp>
      <p:grpSp>
        <p:nvGrpSpPr>
          <p:cNvPr id="66568" name="Group 19"/>
          <p:cNvGrpSpPr/>
          <p:nvPr/>
        </p:nvGrpSpPr>
        <p:grpSpPr>
          <a:xfrm>
            <a:off x="777875" y="2895600"/>
            <a:ext cx="1660525" cy="746125"/>
            <a:chOff x="3292" y="10215"/>
            <a:chExt cx="1308" cy="465"/>
          </a:xfrm>
        </p:grpSpPr>
        <p:sp>
          <p:nvSpPr>
            <p:cNvPr id="66594" name="Line 20"/>
            <p:cNvSpPr/>
            <p:nvPr/>
          </p:nvSpPr>
          <p:spPr>
            <a:xfrm flipV="1">
              <a:off x="3292" y="10575"/>
              <a:ext cx="1308" cy="0"/>
            </a:xfrm>
            <a:prstGeom prst="line">
              <a:avLst/>
            </a:prstGeom>
            <a:ln w="9525" cap="flat" cmpd="sng">
              <a:solidFill>
                <a:srgbClr val="000000"/>
              </a:solidFill>
              <a:prstDash val="solid"/>
              <a:headEnd type="none" w="sm" len="med"/>
              <a:tailEnd type="triangle" w="sm" len="med"/>
            </a:ln>
          </p:spPr>
        </p:sp>
        <p:sp>
          <p:nvSpPr>
            <p:cNvPr id="66595" name="Rectangle 21"/>
            <p:cNvSpPr/>
            <p:nvPr/>
          </p:nvSpPr>
          <p:spPr>
            <a:xfrm>
              <a:off x="3444" y="10215"/>
              <a:ext cx="944" cy="465"/>
            </a:xfrm>
            <a:prstGeom prst="rect">
              <a:avLst/>
            </a:prstGeom>
            <a:noFill/>
            <a:ln w="9525">
              <a:noFill/>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algn="ctr" eaLnBrk="1" hangingPunct="1">
                <a:spcBef>
                  <a:spcPct val="0"/>
                </a:spcBef>
                <a:buClrTx/>
                <a:buSzTx/>
                <a:buFontTx/>
                <a:buNone/>
              </a:pPr>
              <a:r>
                <a:rPr lang="zh-CN" altLang="en-US" sz="1800" dirty="0">
                  <a:latin typeface="黑体" panose="02010609060101010101" pitchFamily="49" charset="-122"/>
                  <a:ea typeface="黑体" panose="02010609060101010101" pitchFamily="49" charset="-122"/>
                </a:rPr>
                <a:t>报名单</a:t>
              </a:r>
              <a:endParaRPr lang="zh-CN" altLang="en-US" sz="1800" b="1" dirty="0">
                <a:latin typeface="黑体" panose="02010609060101010101" pitchFamily="49" charset="-122"/>
                <a:ea typeface="黑体" panose="02010609060101010101" pitchFamily="49" charset="-122"/>
              </a:endParaRPr>
            </a:p>
          </p:txBody>
        </p:sp>
      </p:grpSp>
      <p:grpSp>
        <p:nvGrpSpPr>
          <p:cNvPr id="66569" name="Group 22"/>
          <p:cNvGrpSpPr/>
          <p:nvPr/>
        </p:nvGrpSpPr>
        <p:grpSpPr>
          <a:xfrm>
            <a:off x="2741613" y="4187825"/>
            <a:ext cx="765175" cy="1682750"/>
            <a:chOff x="2454" y="2850"/>
            <a:chExt cx="602" cy="1050"/>
          </a:xfrm>
        </p:grpSpPr>
        <p:sp>
          <p:nvSpPr>
            <p:cNvPr id="66592" name="Line 23"/>
            <p:cNvSpPr/>
            <p:nvPr/>
          </p:nvSpPr>
          <p:spPr>
            <a:xfrm flipH="1">
              <a:off x="2636" y="2850"/>
              <a:ext cx="2" cy="1050"/>
            </a:xfrm>
            <a:prstGeom prst="line">
              <a:avLst/>
            </a:prstGeom>
            <a:ln w="9525" cap="flat" cmpd="sng">
              <a:solidFill>
                <a:srgbClr val="000000"/>
              </a:solidFill>
              <a:prstDash val="solid"/>
              <a:headEnd type="none" w="sm" len="med"/>
              <a:tailEnd type="triangle" w="sm" len="med"/>
            </a:ln>
          </p:spPr>
        </p:sp>
        <p:sp>
          <p:nvSpPr>
            <p:cNvPr id="66593" name="Rectangle 24"/>
            <p:cNvSpPr/>
            <p:nvPr/>
          </p:nvSpPr>
          <p:spPr>
            <a:xfrm>
              <a:off x="2454" y="2850"/>
              <a:ext cx="602" cy="1008"/>
            </a:xfrm>
            <a:prstGeom prst="rect">
              <a:avLst/>
            </a:prstGeom>
            <a:noFill/>
            <a:ln w="9525">
              <a:noFill/>
            </a:ln>
          </p:spPr>
          <p:txBody>
            <a:bodyPr vert="eaVert"/>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algn="just" eaLnBrk="1" hangingPunct="1">
                <a:spcBef>
                  <a:spcPct val="0"/>
                </a:spcBef>
                <a:buClrTx/>
                <a:buSzTx/>
                <a:buFontTx/>
                <a:buNone/>
              </a:pPr>
              <a:r>
                <a:rPr lang="zh-CN" altLang="en-US" sz="1800" dirty="0">
                  <a:latin typeface="黑体" panose="02010609060101010101" pitchFamily="49" charset="-122"/>
                  <a:ea typeface="黑体" panose="02010609060101010101" pitchFamily="49" charset="-122"/>
                </a:rPr>
                <a:t>考生名单</a:t>
              </a:r>
              <a:endParaRPr lang="zh-CN" altLang="en-US" sz="1800" b="1" dirty="0">
                <a:latin typeface="黑体" panose="02010609060101010101" pitchFamily="49" charset="-122"/>
                <a:ea typeface="黑体" panose="02010609060101010101" pitchFamily="49" charset="-122"/>
              </a:endParaRPr>
            </a:p>
          </p:txBody>
        </p:sp>
      </p:grpSp>
      <p:sp>
        <p:nvSpPr>
          <p:cNvPr id="66570" name="Rectangle 26"/>
          <p:cNvSpPr/>
          <p:nvPr/>
        </p:nvSpPr>
        <p:spPr>
          <a:xfrm>
            <a:off x="609600" y="2057400"/>
            <a:ext cx="2057400" cy="744538"/>
          </a:xfrm>
          <a:prstGeom prst="rect">
            <a:avLst/>
          </a:prstGeom>
          <a:noFill/>
          <a:ln w="9525">
            <a:noFill/>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algn="ctr" eaLnBrk="1" hangingPunct="1">
              <a:spcBef>
                <a:spcPct val="0"/>
              </a:spcBef>
              <a:buClrTx/>
              <a:buSzTx/>
              <a:buFontTx/>
              <a:buNone/>
            </a:pPr>
            <a:r>
              <a:rPr lang="zh-CN" altLang="en-US" sz="1800" dirty="0">
                <a:latin typeface="黑体" panose="02010609060101010101" pitchFamily="49" charset="-122"/>
                <a:ea typeface="黑体" panose="02010609060101010101" pitchFamily="49" charset="-122"/>
              </a:rPr>
              <a:t>不合格报名单</a:t>
            </a:r>
            <a:endParaRPr lang="zh-CN" altLang="en-US" sz="1800" b="1" dirty="0">
              <a:latin typeface="黑体" panose="02010609060101010101" pitchFamily="49" charset="-122"/>
              <a:ea typeface="黑体" panose="02010609060101010101" pitchFamily="49" charset="-122"/>
            </a:endParaRPr>
          </a:p>
        </p:txBody>
      </p:sp>
      <p:sp>
        <p:nvSpPr>
          <p:cNvPr id="66571" name="Arc 27"/>
          <p:cNvSpPr/>
          <p:nvPr/>
        </p:nvSpPr>
        <p:spPr>
          <a:xfrm rot="-5688898" flipV="1">
            <a:off x="1185863" y="1933575"/>
            <a:ext cx="908050" cy="1712913"/>
          </a:xfrm>
          <a:custGeom>
            <a:avLst/>
            <a:gdLst/>
            <a:ahLst/>
            <a:cxnLst>
              <a:cxn ang="0">
                <a:pos x="0" y="0"/>
              </a:cxn>
              <a:cxn ang="0">
                <a:pos x="2147483646" y="2147483646"/>
              </a:cxn>
              <a:cxn ang="0">
                <a:pos x="0" y="2147483646"/>
              </a:cxn>
            </a:cxnLst>
            <a:pathLst>
              <a:path w="21600" h="21600" fill="none">
                <a:moveTo>
                  <a:pt x="-1" y="0"/>
                </a:moveTo>
                <a:cubicBezTo>
                  <a:pt x="11929" y="0"/>
                  <a:pt x="21600" y="9670"/>
                  <a:pt x="21600" y="21600"/>
                </a:cubicBezTo>
              </a:path>
              <a:path w="21600" h="21600" stroke="0">
                <a:moveTo>
                  <a:pt x="-1" y="0"/>
                </a:moveTo>
                <a:cubicBezTo>
                  <a:pt x="11929" y="0"/>
                  <a:pt x="21600" y="9670"/>
                  <a:pt x="21600" y="21600"/>
                </a:cubicBezTo>
                <a:lnTo>
                  <a:pt x="0" y="21600"/>
                </a:lnTo>
                <a:lnTo>
                  <a:pt x="-1" y="0"/>
                </a:lnTo>
                <a:close/>
              </a:path>
            </a:pathLst>
          </a:custGeom>
          <a:noFill/>
          <a:ln w="9525" cap="flat" cmpd="sng">
            <a:solidFill>
              <a:srgbClr val="000000">
                <a:alpha val="100000"/>
              </a:srgbClr>
            </a:solidFill>
            <a:prstDash val="solid"/>
            <a:round/>
            <a:headEnd type="none" w="sm" len="med"/>
            <a:tailEnd type="triangle" w="sm" len="med"/>
          </a:ln>
        </p:spPr>
        <p:txBody>
          <a:bodyPr/>
          <a:p>
            <a:endParaRPr lang="zh-CN" altLang="en-US"/>
          </a:p>
        </p:txBody>
      </p:sp>
      <p:grpSp>
        <p:nvGrpSpPr>
          <p:cNvPr id="66572" name="Group 28"/>
          <p:cNvGrpSpPr/>
          <p:nvPr/>
        </p:nvGrpSpPr>
        <p:grpSpPr>
          <a:xfrm>
            <a:off x="746125" y="3706813"/>
            <a:ext cx="1711325" cy="909637"/>
            <a:chOff x="3268" y="10725"/>
            <a:chExt cx="1347" cy="567"/>
          </a:xfrm>
        </p:grpSpPr>
        <p:sp>
          <p:nvSpPr>
            <p:cNvPr id="66590" name="Arc 29"/>
            <p:cNvSpPr/>
            <p:nvPr/>
          </p:nvSpPr>
          <p:spPr>
            <a:xfrm rot="5912274">
              <a:off x="3658" y="10335"/>
              <a:ext cx="567" cy="1347"/>
            </a:xfrm>
            <a:custGeom>
              <a:avLst/>
              <a:gdLst/>
              <a:ahLst/>
              <a:cxnLst>
                <a:cxn ang="0">
                  <a:pos x="0" y="0"/>
                </a:cxn>
                <a:cxn ang="0">
                  <a:pos x="0" y="0"/>
                </a:cxn>
                <a:cxn ang="0">
                  <a:pos x="0" y="0"/>
                </a:cxn>
              </a:cxnLst>
              <a:pathLst>
                <a:path w="21600" h="21600" fill="none">
                  <a:moveTo>
                    <a:pt x="-1" y="0"/>
                  </a:moveTo>
                  <a:cubicBezTo>
                    <a:pt x="11929" y="0"/>
                    <a:pt x="21600" y="9670"/>
                    <a:pt x="21600" y="21600"/>
                  </a:cubicBezTo>
                </a:path>
                <a:path w="21600" h="21600" stroke="0">
                  <a:moveTo>
                    <a:pt x="-1" y="0"/>
                  </a:moveTo>
                  <a:cubicBezTo>
                    <a:pt x="11929" y="0"/>
                    <a:pt x="21600" y="9670"/>
                    <a:pt x="21600" y="21600"/>
                  </a:cubicBezTo>
                  <a:lnTo>
                    <a:pt x="0" y="21600"/>
                  </a:lnTo>
                  <a:lnTo>
                    <a:pt x="-1" y="0"/>
                  </a:lnTo>
                  <a:close/>
                </a:path>
              </a:pathLst>
            </a:custGeom>
            <a:noFill/>
            <a:ln w="9525" cap="flat" cmpd="sng">
              <a:solidFill>
                <a:srgbClr val="000000">
                  <a:alpha val="100000"/>
                </a:srgbClr>
              </a:solidFill>
              <a:prstDash val="solid"/>
              <a:round/>
              <a:headEnd type="none" w="sm" len="med"/>
              <a:tailEnd type="triangle" w="sm" len="med"/>
            </a:ln>
          </p:spPr>
          <p:txBody>
            <a:bodyPr/>
            <a:p>
              <a:endParaRPr lang="zh-CN" altLang="en-US"/>
            </a:p>
          </p:txBody>
        </p:sp>
        <p:sp>
          <p:nvSpPr>
            <p:cNvPr id="66591" name="Rectangle 30"/>
            <p:cNvSpPr/>
            <p:nvPr/>
          </p:nvSpPr>
          <p:spPr>
            <a:xfrm>
              <a:off x="3384" y="10815"/>
              <a:ext cx="944" cy="465"/>
            </a:xfrm>
            <a:prstGeom prst="rect">
              <a:avLst/>
            </a:prstGeom>
            <a:noFill/>
            <a:ln w="9525">
              <a:noFill/>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algn="ctr" eaLnBrk="1" hangingPunct="1">
                <a:spcBef>
                  <a:spcPct val="0"/>
                </a:spcBef>
                <a:buClrTx/>
                <a:buSzTx/>
                <a:buFontTx/>
                <a:buNone/>
              </a:pPr>
              <a:r>
                <a:rPr lang="zh-CN" altLang="en-US" sz="1800" dirty="0">
                  <a:latin typeface="黑体" panose="02010609060101010101" pitchFamily="49" charset="-122"/>
                  <a:ea typeface="黑体" panose="02010609060101010101" pitchFamily="49" charset="-122"/>
                </a:rPr>
                <a:t>准考证</a:t>
              </a:r>
              <a:endParaRPr lang="zh-CN" altLang="en-US" sz="1800" b="1" dirty="0">
                <a:latin typeface="黑体" panose="02010609060101010101" pitchFamily="49" charset="-122"/>
                <a:ea typeface="黑体" panose="02010609060101010101" pitchFamily="49" charset="-122"/>
              </a:endParaRPr>
            </a:p>
          </p:txBody>
        </p:sp>
      </p:grpSp>
      <p:grpSp>
        <p:nvGrpSpPr>
          <p:cNvPr id="66573" name="Group 32"/>
          <p:cNvGrpSpPr/>
          <p:nvPr/>
        </p:nvGrpSpPr>
        <p:grpSpPr>
          <a:xfrm>
            <a:off x="4857750" y="2794000"/>
            <a:ext cx="1238250" cy="1362075"/>
            <a:chOff x="4154" y="12570"/>
            <a:chExt cx="974" cy="850"/>
          </a:xfrm>
        </p:grpSpPr>
        <p:sp>
          <p:nvSpPr>
            <p:cNvPr id="66588" name="Oval 33"/>
            <p:cNvSpPr/>
            <p:nvPr/>
          </p:nvSpPr>
          <p:spPr>
            <a:xfrm>
              <a:off x="4214" y="12570"/>
              <a:ext cx="850" cy="850"/>
            </a:xfrm>
            <a:prstGeom prst="ellipse">
              <a:avLst/>
            </a:prstGeom>
            <a:noFill/>
            <a:ln w="9525" cap="flat" cmpd="sng">
              <a:solidFill>
                <a:srgbClr val="000000"/>
              </a:solidFill>
              <a:prstDash val="solid"/>
              <a:headEnd type="none" w="med" len="med"/>
              <a:tailEnd type="none" w="med" len="med"/>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eaLnBrk="1" hangingPunct="1">
                <a:spcBef>
                  <a:spcPct val="0"/>
                </a:spcBef>
                <a:buClrTx/>
                <a:buSzTx/>
                <a:buFontTx/>
                <a:buNone/>
              </a:pPr>
              <a:endParaRPr lang="zh-CN" altLang="en-US" sz="1600" b="1" dirty="0">
                <a:latin typeface="Comic Sans MS" panose="030F0702030302020204" pitchFamily="66" charset="0"/>
              </a:endParaRPr>
            </a:p>
          </p:txBody>
        </p:sp>
        <p:sp>
          <p:nvSpPr>
            <p:cNvPr id="66589" name="Rectangle 34"/>
            <p:cNvSpPr/>
            <p:nvPr/>
          </p:nvSpPr>
          <p:spPr>
            <a:xfrm>
              <a:off x="4154" y="12630"/>
              <a:ext cx="974" cy="780"/>
            </a:xfrm>
            <a:prstGeom prst="rect">
              <a:avLst/>
            </a:prstGeom>
            <a:noFill/>
            <a:ln w="9525">
              <a:noFill/>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algn="ctr" eaLnBrk="1" hangingPunct="1">
                <a:spcBef>
                  <a:spcPct val="0"/>
                </a:spcBef>
                <a:buClrTx/>
                <a:buSzTx/>
                <a:buFontTx/>
                <a:buNone/>
              </a:pPr>
              <a:r>
                <a:rPr lang="en-US" altLang="zh-CN" sz="1800" dirty="0">
                  <a:latin typeface="黑体" panose="02010609060101010101" pitchFamily="49" charset="-122"/>
                  <a:ea typeface="黑体" panose="02010609060101010101" pitchFamily="49" charset="-122"/>
                </a:rPr>
                <a:t>2</a:t>
              </a:r>
              <a:endParaRPr lang="en-US" altLang="zh-CN" sz="1800" dirty="0">
                <a:latin typeface="黑体" panose="02010609060101010101" pitchFamily="49" charset="-122"/>
                <a:ea typeface="黑体" panose="02010609060101010101" pitchFamily="49" charset="-122"/>
              </a:endParaRPr>
            </a:p>
            <a:p>
              <a:pPr marL="0" lvl="0" indent="0" algn="ctr" eaLnBrk="1" hangingPunct="1">
                <a:spcBef>
                  <a:spcPct val="0"/>
                </a:spcBef>
                <a:buClrTx/>
                <a:buSzTx/>
                <a:buFontTx/>
                <a:buNone/>
              </a:pPr>
              <a:r>
                <a:rPr lang="zh-CN" altLang="en-US" sz="1800" dirty="0">
                  <a:latin typeface="黑体" panose="02010609060101010101" pitchFamily="49" charset="-122"/>
                  <a:ea typeface="黑体" panose="02010609060101010101" pitchFamily="49" charset="-122"/>
                </a:rPr>
                <a:t>统计</a:t>
              </a:r>
              <a:endParaRPr lang="zh-CN" altLang="en-US" sz="1800" dirty="0">
                <a:latin typeface="黑体" panose="02010609060101010101" pitchFamily="49" charset="-122"/>
                <a:ea typeface="黑体" panose="02010609060101010101" pitchFamily="49" charset="-122"/>
              </a:endParaRPr>
            </a:p>
            <a:p>
              <a:pPr marL="0" lvl="0" indent="0" algn="ctr" eaLnBrk="1" hangingPunct="1">
                <a:spcBef>
                  <a:spcPct val="0"/>
                </a:spcBef>
                <a:buClrTx/>
                <a:buSzTx/>
                <a:buFontTx/>
                <a:buNone/>
              </a:pPr>
              <a:r>
                <a:rPr lang="zh-CN" altLang="en-US" sz="1800" dirty="0">
                  <a:latin typeface="黑体" panose="02010609060101010101" pitchFamily="49" charset="-122"/>
                  <a:ea typeface="黑体" panose="02010609060101010101" pitchFamily="49" charset="-122"/>
                </a:rPr>
                <a:t>成绩</a:t>
              </a:r>
              <a:endParaRPr lang="zh-CN" altLang="en-US" sz="1800" b="1" dirty="0">
                <a:latin typeface="黑体" panose="02010609060101010101" pitchFamily="49" charset="-122"/>
                <a:ea typeface="黑体" panose="02010609060101010101" pitchFamily="49" charset="-122"/>
              </a:endParaRPr>
            </a:p>
          </p:txBody>
        </p:sp>
      </p:grpSp>
      <p:grpSp>
        <p:nvGrpSpPr>
          <p:cNvPr id="66574" name="Group 35"/>
          <p:cNvGrpSpPr/>
          <p:nvPr/>
        </p:nvGrpSpPr>
        <p:grpSpPr>
          <a:xfrm>
            <a:off x="6000750" y="2914650"/>
            <a:ext cx="1622425" cy="744538"/>
            <a:chOff x="7918" y="3720"/>
            <a:chExt cx="1276" cy="465"/>
          </a:xfrm>
        </p:grpSpPr>
        <p:sp>
          <p:nvSpPr>
            <p:cNvPr id="66586" name="Line 36"/>
            <p:cNvSpPr/>
            <p:nvPr/>
          </p:nvSpPr>
          <p:spPr>
            <a:xfrm>
              <a:off x="7918" y="4065"/>
              <a:ext cx="1276" cy="0"/>
            </a:xfrm>
            <a:prstGeom prst="line">
              <a:avLst/>
            </a:prstGeom>
            <a:ln w="9525" cap="flat" cmpd="sng">
              <a:solidFill>
                <a:srgbClr val="000000"/>
              </a:solidFill>
              <a:prstDash val="solid"/>
              <a:headEnd type="none" w="sm" len="med"/>
              <a:tailEnd type="triangle" w="sm" len="med"/>
            </a:ln>
          </p:spPr>
        </p:sp>
        <p:sp>
          <p:nvSpPr>
            <p:cNvPr id="66587" name="Rectangle 37"/>
            <p:cNvSpPr/>
            <p:nvPr/>
          </p:nvSpPr>
          <p:spPr>
            <a:xfrm>
              <a:off x="7934" y="3720"/>
              <a:ext cx="1214" cy="465"/>
            </a:xfrm>
            <a:prstGeom prst="rect">
              <a:avLst/>
            </a:prstGeom>
            <a:noFill/>
            <a:ln w="9525">
              <a:noFill/>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algn="ctr" eaLnBrk="1" hangingPunct="1">
                <a:spcBef>
                  <a:spcPct val="0"/>
                </a:spcBef>
                <a:buClrTx/>
                <a:buSzTx/>
                <a:buFontTx/>
                <a:buNone/>
              </a:pPr>
              <a:r>
                <a:rPr lang="zh-CN" altLang="en-US" sz="1800" dirty="0">
                  <a:latin typeface="黑体" panose="02010609060101010101" pitchFamily="49" charset="-122"/>
                  <a:ea typeface="黑体" panose="02010609060101010101" pitchFamily="49" charset="-122"/>
                </a:rPr>
                <a:t>统计分析表</a:t>
              </a:r>
              <a:endParaRPr lang="zh-CN" altLang="en-US" sz="1800" b="1" dirty="0">
                <a:latin typeface="黑体" panose="02010609060101010101" pitchFamily="49" charset="-122"/>
                <a:ea typeface="黑体" panose="02010609060101010101" pitchFamily="49" charset="-122"/>
              </a:endParaRPr>
            </a:p>
          </p:txBody>
        </p:sp>
      </p:grpSp>
      <p:grpSp>
        <p:nvGrpSpPr>
          <p:cNvPr id="66575" name="Group 38"/>
          <p:cNvGrpSpPr/>
          <p:nvPr/>
        </p:nvGrpSpPr>
        <p:grpSpPr>
          <a:xfrm>
            <a:off x="5276850" y="4164013"/>
            <a:ext cx="765175" cy="1855787"/>
            <a:chOff x="6834" y="11010"/>
            <a:chExt cx="602" cy="1158"/>
          </a:xfrm>
        </p:grpSpPr>
        <p:sp>
          <p:nvSpPr>
            <p:cNvPr id="66584" name="Line 39"/>
            <p:cNvSpPr/>
            <p:nvPr/>
          </p:nvSpPr>
          <p:spPr>
            <a:xfrm flipH="1">
              <a:off x="7016" y="11010"/>
              <a:ext cx="2" cy="1050"/>
            </a:xfrm>
            <a:prstGeom prst="line">
              <a:avLst/>
            </a:prstGeom>
            <a:ln w="9525" cap="flat" cmpd="sng">
              <a:solidFill>
                <a:srgbClr val="000000"/>
              </a:solidFill>
              <a:prstDash val="solid"/>
              <a:headEnd type="triangle" w="sm" len="med"/>
              <a:tailEnd type="none" w="med" len="med"/>
            </a:ln>
          </p:spPr>
        </p:sp>
        <p:sp>
          <p:nvSpPr>
            <p:cNvPr id="66585" name="Rectangle 40"/>
            <p:cNvSpPr/>
            <p:nvPr/>
          </p:nvSpPr>
          <p:spPr>
            <a:xfrm>
              <a:off x="6834" y="11160"/>
              <a:ext cx="602" cy="1008"/>
            </a:xfrm>
            <a:prstGeom prst="rect">
              <a:avLst/>
            </a:prstGeom>
            <a:noFill/>
            <a:ln w="9525">
              <a:noFill/>
            </a:ln>
          </p:spPr>
          <p:txBody>
            <a:bodyPr vert="eaVert"/>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algn="just" eaLnBrk="1" hangingPunct="1">
                <a:spcBef>
                  <a:spcPct val="0"/>
                </a:spcBef>
                <a:buClrTx/>
                <a:buSzTx/>
                <a:buFontTx/>
                <a:buNone/>
              </a:pPr>
              <a:r>
                <a:rPr lang="zh-CN" altLang="en-US" sz="1800" dirty="0">
                  <a:latin typeface="黑体" panose="02010609060101010101" pitchFamily="49" charset="-122"/>
                  <a:ea typeface="黑体" panose="02010609060101010101" pitchFamily="49" charset="-122"/>
                </a:rPr>
                <a:t>合格标准</a:t>
              </a:r>
              <a:endParaRPr lang="zh-CN" altLang="en-US" sz="1800" b="1" dirty="0">
                <a:latin typeface="黑体" panose="02010609060101010101" pitchFamily="49" charset="-122"/>
                <a:ea typeface="黑体" panose="02010609060101010101" pitchFamily="49" charset="-122"/>
              </a:endParaRPr>
            </a:p>
          </p:txBody>
        </p:sp>
      </p:grpSp>
      <p:sp>
        <p:nvSpPr>
          <p:cNvPr id="66576" name="Rectangle 42"/>
          <p:cNvSpPr/>
          <p:nvPr/>
        </p:nvSpPr>
        <p:spPr>
          <a:xfrm>
            <a:off x="6346825" y="2057400"/>
            <a:ext cx="1543050" cy="746125"/>
          </a:xfrm>
          <a:prstGeom prst="rect">
            <a:avLst/>
          </a:prstGeom>
          <a:noFill/>
          <a:ln w="9525">
            <a:noFill/>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algn="ctr" eaLnBrk="1" hangingPunct="1">
              <a:spcBef>
                <a:spcPct val="0"/>
              </a:spcBef>
              <a:buClrTx/>
              <a:buSzTx/>
              <a:buFontTx/>
              <a:buNone/>
            </a:pPr>
            <a:r>
              <a:rPr lang="zh-CN" altLang="en-US" sz="1800" dirty="0">
                <a:latin typeface="黑体" panose="02010609060101010101" pitchFamily="49" charset="-122"/>
                <a:ea typeface="黑体" panose="02010609060101010101" pitchFamily="49" charset="-122"/>
              </a:rPr>
              <a:t>考生通知单</a:t>
            </a:r>
            <a:endParaRPr lang="zh-CN" altLang="en-US" sz="1800" b="1" dirty="0">
              <a:latin typeface="黑体" panose="02010609060101010101" pitchFamily="49" charset="-122"/>
              <a:ea typeface="黑体" panose="02010609060101010101" pitchFamily="49" charset="-122"/>
            </a:endParaRPr>
          </a:p>
        </p:txBody>
      </p:sp>
      <p:sp>
        <p:nvSpPr>
          <p:cNvPr id="66577" name="Arc 43"/>
          <p:cNvSpPr/>
          <p:nvPr/>
        </p:nvSpPr>
        <p:spPr>
          <a:xfrm rot="5688898" flipH="1" flipV="1">
            <a:off x="6369050" y="1931988"/>
            <a:ext cx="909638" cy="1712912"/>
          </a:xfrm>
          <a:custGeom>
            <a:avLst/>
            <a:gdLst/>
            <a:ahLst/>
            <a:cxnLst>
              <a:cxn ang="0">
                <a:pos x="0" y="0"/>
              </a:cxn>
              <a:cxn ang="0">
                <a:pos x="2147483646" y="2147483646"/>
              </a:cxn>
              <a:cxn ang="0">
                <a:pos x="0" y="2147483646"/>
              </a:cxn>
            </a:cxnLst>
            <a:pathLst>
              <a:path w="21600" h="21600" fill="none">
                <a:moveTo>
                  <a:pt x="-1" y="0"/>
                </a:moveTo>
                <a:cubicBezTo>
                  <a:pt x="11929" y="0"/>
                  <a:pt x="21600" y="9670"/>
                  <a:pt x="21600" y="21600"/>
                </a:cubicBezTo>
              </a:path>
              <a:path w="21600" h="21600" stroke="0">
                <a:moveTo>
                  <a:pt x="-1" y="0"/>
                </a:moveTo>
                <a:cubicBezTo>
                  <a:pt x="11929" y="0"/>
                  <a:pt x="21600" y="9670"/>
                  <a:pt x="21600" y="21600"/>
                </a:cubicBezTo>
                <a:lnTo>
                  <a:pt x="0" y="21600"/>
                </a:lnTo>
                <a:lnTo>
                  <a:pt x="-1" y="0"/>
                </a:lnTo>
                <a:close/>
              </a:path>
            </a:pathLst>
          </a:custGeom>
          <a:noFill/>
          <a:ln w="9525" cap="flat" cmpd="sng">
            <a:solidFill>
              <a:srgbClr val="000000">
                <a:alpha val="100000"/>
              </a:srgbClr>
            </a:solidFill>
            <a:prstDash val="solid"/>
            <a:round/>
            <a:headEnd type="none" w="sm" len="med"/>
            <a:tailEnd type="triangle" w="sm" len="med"/>
          </a:ln>
        </p:spPr>
        <p:txBody>
          <a:bodyPr/>
          <a:p>
            <a:endParaRPr lang="zh-CN" altLang="en-US"/>
          </a:p>
        </p:txBody>
      </p:sp>
      <p:grpSp>
        <p:nvGrpSpPr>
          <p:cNvPr id="66578" name="Group 44"/>
          <p:cNvGrpSpPr/>
          <p:nvPr/>
        </p:nvGrpSpPr>
        <p:grpSpPr>
          <a:xfrm>
            <a:off x="5988050" y="3635375"/>
            <a:ext cx="2012950" cy="908050"/>
            <a:chOff x="7394" y="10680"/>
            <a:chExt cx="1584" cy="567"/>
          </a:xfrm>
        </p:grpSpPr>
        <p:sp>
          <p:nvSpPr>
            <p:cNvPr id="66582" name="Arc 45"/>
            <p:cNvSpPr/>
            <p:nvPr/>
          </p:nvSpPr>
          <p:spPr>
            <a:xfrm rot="-5912274" flipH="1">
              <a:off x="7784" y="10290"/>
              <a:ext cx="567" cy="1347"/>
            </a:xfrm>
            <a:custGeom>
              <a:avLst/>
              <a:gdLst/>
              <a:ahLst/>
              <a:cxnLst>
                <a:cxn ang="0">
                  <a:pos x="0" y="0"/>
                </a:cxn>
                <a:cxn ang="0">
                  <a:pos x="0" y="0"/>
                </a:cxn>
                <a:cxn ang="0">
                  <a:pos x="0" y="0"/>
                </a:cxn>
              </a:cxnLst>
              <a:pathLst>
                <a:path w="21600" h="21600" fill="none">
                  <a:moveTo>
                    <a:pt x="-1" y="0"/>
                  </a:moveTo>
                  <a:cubicBezTo>
                    <a:pt x="11929" y="0"/>
                    <a:pt x="21600" y="9670"/>
                    <a:pt x="21600" y="21600"/>
                  </a:cubicBezTo>
                </a:path>
                <a:path w="21600" h="21600" stroke="0">
                  <a:moveTo>
                    <a:pt x="-1" y="0"/>
                  </a:moveTo>
                  <a:cubicBezTo>
                    <a:pt x="11929" y="0"/>
                    <a:pt x="21600" y="9670"/>
                    <a:pt x="21600" y="21600"/>
                  </a:cubicBezTo>
                  <a:lnTo>
                    <a:pt x="0" y="21600"/>
                  </a:lnTo>
                  <a:lnTo>
                    <a:pt x="-1" y="0"/>
                  </a:lnTo>
                  <a:close/>
                </a:path>
              </a:pathLst>
            </a:custGeom>
            <a:noFill/>
            <a:ln w="9525" cap="flat" cmpd="sng">
              <a:solidFill>
                <a:srgbClr val="000000">
                  <a:alpha val="100000"/>
                </a:srgbClr>
              </a:solidFill>
              <a:prstDash val="solid"/>
              <a:round/>
              <a:headEnd type="none" w="sm" len="med"/>
              <a:tailEnd type="triangle" w="sm" len="med"/>
            </a:ln>
          </p:spPr>
          <p:txBody>
            <a:bodyPr/>
            <a:p>
              <a:endParaRPr lang="zh-CN" altLang="en-US"/>
            </a:p>
          </p:txBody>
        </p:sp>
        <p:sp>
          <p:nvSpPr>
            <p:cNvPr id="66583" name="Rectangle 46"/>
            <p:cNvSpPr/>
            <p:nvPr/>
          </p:nvSpPr>
          <p:spPr>
            <a:xfrm>
              <a:off x="7524" y="10830"/>
              <a:ext cx="1454" cy="390"/>
            </a:xfrm>
            <a:prstGeom prst="rect">
              <a:avLst/>
            </a:prstGeom>
            <a:noFill/>
            <a:ln w="9525">
              <a:noFill/>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algn="ctr" eaLnBrk="1" hangingPunct="1">
                <a:lnSpc>
                  <a:spcPct val="64000"/>
                </a:lnSpc>
                <a:spcBef>
                  <a:spcPct val="0"/>
                </a:spcBef>
                <a:buClrTx/>
                <a:buSzTx/>
                <a:buFontTx/>
                <a:buNone/>
              </a:pPr>
              <a:r>
                <a:rPr lang="zh-CN" altLang="en-US" sz="1800" dirty="0">
                  <a:latin typeface="黑体" panose="02010609060101010101" pitchFamily="49" charset="-122"/>
                  <a:ea typeface="黑体" panose="02010609060101010101" pitchFamily="49" charset="-122"/>
                </a:rPr>
                <a:t>错误成绩清单</a:t>
              </a:r>
              <a:endParaRPr lang="zh-CN" altLang="en-US" sz="1800" b="1" dirty="0">
                <a:latin typeface="黑体" panose="02010609060101010101" pitchFamily="49" charset="-122"/>
                <a:ea typeface="黑体" panose="02010609060101010101" pitchFamily="49" charset="-122"/>
              </a:endParaRPr>
            </a:p>
          </p:txBody>
        </p:sp>
      </p:grpSp>
      <p:grpSp>
        <p:nvGrpSpPr>
          <p:cNvPr id="66579" name="Group 47"/>
          <p:cNvGrpSpPr/>
          <p:nvPr/>
        </p:nvGrpSpPr>
        <p:grpSpPr>
          <a:xfrm>
            <a:off x="5761038" y="4108450"/>
            <a:ext cx="2143125" cy="1112838"/>
            <a:chOff x="7215" y="10975"/>
            <a:chExt cx="1687" cy="695"/>
          </a:xfrm>
        </p:grpSpPr>
        <p:sp>
          <p:nvSpPr>
            <p:cNvPr id="66580" name="Arc 48"/>
            <p:cNvSpPr/>
            <p:nvPr/>
          </p:nvSpPr>
          <p:spPr>
            <a:xfrm rot="-5227353" flipH="1">
              <a:off x="7631" y="10559"/>
              <a:ext cx="637" cy="1469"/>
            </a:xfrm>
            <a:custGeom>
              <a:avLst/>
              <a:gdLst/>
              <a:ahLst/>
              <a:cxnLst>
                <a:cxn ang="0">
                  <a:pos x="0" y="0"/>
                </a:cxn>
                <a:cxn ang="0">
                  <a:pos x="0" y="0"/>
                </a:cxn>
                <a:cxn ang="0">
                  <a:pos x="0" y="0"/>
                </a:cxn>
              </a:cxnLst>
              <a:pathLst>
                <a:path w="21600" h="21600" fill="none">
                  <a:moveTo>
                    <a:pt x="-1" y="0"/>
                  </a:moveTo>
                  <a:cubicBezTo>
                    <a:pt x="11929" y="0"/>
                    <a:pt x="21600" y="9670"/>
                    <a:pt x="21600" y="21600"/>
                  </a:cubicBezTo>
                </a:path>
                <a:path w="21600" h="21600" stroke="0">
                  <a:moveTo>
                    <a:pt x="-1" y="0"/>
                  </a:moveTo>
                  <a:cubicBezTo>
                    <a:pt x="11929" y="0"/>
                    <a:pt x="21600" y="9670"/>
                    <a:pt x="21600" y="21600"/>
                  </a:cubicBezTo>
                  <a:lnTo>
                    <a:pt x="0" y="21600"/>
                  </a:lnTo>
                  <a:lnTo>
                    <a:pt x="-1" y="0"/>
                  </a:lnTo>
                  <a:close/>
                </a:path>
              </a:pathLst>
            </a:custGeom>
            <a:noFill/>
            <a:ln w="9525" cap="flat" cmpd="sng">
              <a:solidFill>
                <a:srgbClr val="000000">
                  <a:alpha val="100000"/>
                </a:srgbClr>
              </a:solidFill>
              <a:prstDash val="solid"/>
              <a:round/>
              <a:headEnd type="triangle" w="sm" len="med"/>
              <a:tailEnd type="none" w="med" len="med"/>
            </a:ln>
          </p:spPr>
          <p:txBody>
            <a:bodyPr/>
            <a:p>
              <a:endParaRPr lang="zh-CN" altLang="en-US"/>
            </a:p>
          </p:txBody>
        </p:sp>
        <p:sp>
          <p:nvSpPr>
            <p:cNvPr id="66581" name="Rectangle 49"/>
            <p:cNvSpPr/>
            <p:nvPr/>
          </p:nvSpPr>
          <p:spPr>
            <a:xfrm>
              <a:off x="7778" y="11280"/>
              <a:ext cx="1124" cy="390"/>
            </a:xfrm>
            <a:prstGeom prst="rect">
              <a:avLst/>
            </a:prstGeom>
            <a:noFill/>
            <a:ln w="9525">
              <a:noFill/>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algn="ctr" eaLnBrk="1" hangingPunct="1">
                <a:lnSpc>
                  <a:spcPct val="64000"/>
                </a:lnSpc>
                <a:spcBef>
                  <a:spcPct val="0"/>
                </a:spcBef>
                <a:buClrTx/>
                <a:buSzTx/>
                <a:buFontTx/>
                <a:buNone/>
              </a:pPr>
              <a:r>
                <a:rPr lang="zh-CN" altLang="en-US" sz="1800" dirty="0">
                  <a:latin typeface="黑体" panose="02010609060101010101" pitchFamily="49" charset="-122"/>
                  <a:ea typeface="黑体" panose="02010609060101010101" pitchFamily="49" charset="-122"/>
                </a:rPr>
                <a:t>成绩清单</a:t>
              </a:r>
              <a:endParaRPr lang="zh-CN" altLang="en-US" sz="1800" b="1" dirty="0">
                <a:latin typeface="黑体" panose="02010609060101010101" pitchFamily="49" charset="-122"/>
                <a:ea typeface="黑体" panose="02010609060101010101" pitchFamily="49" charset="-122"/>
              </a:endParaRPr>
            </a:p>
          </p:txBody>
        </p:sp>
      </p:gr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8610" name="Rectangle 2"/>
          <p:cNvSpPr>
            <a:spLocks noGrp="1"/>
          </p:cNvSpPr>
          <p:nvPr>
            <p:ph type="title"/>
          </p:nvPr>
        </p:nvSpPr>
        <p:spPr>
          <a:xfrm>
            <a:off x="457200" y="457200"/>
            <a:ext cx="8229600" cy="1143000"/>
          </a:xfrm>
        </p:spPr>
        <p:txBody>
          <a:bodyPr vert="horz" wrap="square" lIns="0" tIns="45720" rIns="0" bIns="0" anchor="b" anchorCtr="0"/>
          <a:p>
            <a:pPr eaLnBrk="1" hangingPunct="1"/>
            <a:r>
              <a:rPr lang="zh-CN" altLang="en-US" b="1" dirty="0">
                <a:latin typeface="微软雅黑" panose="020B0503020204020204" pitchFamily="34" charset="-122"/>
                <a:ea typeface="微软雅黑" panose="020B0503020204020204" pitchFamily="34" charset="-122"/>
              </a:rPr>
              <a:t>加工内部</a:t>
            </a:r>
            <a:r>
              <a:rPr lang="en-US" altLang="zh-CN" b="1" dirty="0">
                <a:latin typeface="微软雅黑" panose="020B0503020204020204" pitchFamily="34" charset="-122"/>
                <a:ea typeface="微软雅黑" panose="020B0503020204020204" pitchFamily="34" charset="-122"/>
              </a:rPr>
              <a:t>(2…n</a:t>
            </a:r>
            <a:r>
              <a:rPr lang="zh-CN" altLang="en-US" b="1" dirty="0">
                <a:latin typeface="微软雅黑" panose="020B0503020204020204" pitchFamily="34" charset="-122"/>
                <a:ea typeface="微软雅黑" panose="020B0503020204020204" pitchFamily="34" charset="-122"/>
              </a:rPr>
              <a:t>层图</a:t>
            </a:r>
            <a:r>
              <a:rPr lang="en-US" altLang="zh-CN" b="1" dirty="0">
                <a:latin typeface="微软雅黑" panose="020B0503020204020204" pitchFamily="34" charset="-122"/>
                <a:ea typeface="微软雅黑" panose="020B0503020204020204" pitchFamily="34" charset="-122"/>
              </a:rPr>
              <a:t>)-1</a:t>
            </a:r>
            <a:endParaRPr lang="en-US" altLang="zh-CN" b="1" dirty="0">
              <a:latin typeface="微软雅黑" panose="020B0503020204020204" pitchFamily="34" charset="-122"/>
              <a:ea typeface="微软雅黑" panose="020B0503020204020204" pitchFamily="34" charset="-122"/>
            </a:endParaRPr>
          </a:p>
        </p:txBody>
      </p:sp>
      <p:sp>
        <p:nvSpPr>
          <p:cNvPr id="68611" name="Rectangle 3"/>
          <p:cNvSpPr>
            <a:spLocks noGrp="1"/>
          </p:cNvSpPr>
          <p:nvPr>
            <p:ph idx="1"/>
          </p:nvPr>
        </p:nvSpPr>
        <p:spPr/>
        <p:txBody>
          <a:bodyPr vert="horz" wrap="square" lIns="91440" tIns="45720" rIns="91440" bIns="45720" anchor="t" anchorCtr="0"/>
          <a:p>
            <a:pPr eaLnBrk="1" hangingPunct="1">
              <a:buFont typeface="Wingdings" panose="05000000000000000000" pitchFamily="2" charset="2"/>
              <a:buChar char="p"/>
            </a:pPr>
            <a:r>
              <a:rPr lang="zh-CN" altLang="en-US" sz="3000" dirty="0"/>
              <a:t>将复杂的加工可以继续分解成</a:t>
            </a:r>
            <a:r>
              <a:rPr lang="en-US" altLang="zh-CN" sz="3000" dirty="0"/>
              <a:t>1</a:t>
            </a:r>
            <a:r>
              <a:rPr lang="zh-CN" altLang="en-US" sz="3000" dirty="0"/>
              <a:t>张</a:t>
            </a:r>
            <a:r>
              <a:rPr lang="en-US" altLang="zh-CN" sz="3000" dirty="0"/>
              <a:t>DFD</a:t>
            </a:r>
            <a:r>
              <a:rPr lang="zh-CN" altLang="en-US" sz="3000" dirty="0"/>
              <a:t>子图</a:t>
            </a:r>
            <a:endParaRPr lang="zh-CN" altLang="en-US" sz="3000" dirty="0"/>
          </a:p>
          <a:p>
            <a:pPr eaLnBrk="1" hangingPunct="1">
              <a:buFont typeface="Wingdings" panose="05000000000000000000" pitchFamily="2" charset="2"/>
              <a:buChar char="p"/>
            </a:pPr>
            <a:r>
              <a:rPr lang="zh-CN" altLang="en-US" sz="3000" dirty="0"/>
              <a:t>分解方法</a:t>
            </a:r>
            <a:endParaRPr lang="zh-CN" altLang="en-US" sz="3000" dirty="0"/>
          </a:p>
          <a:p>
            <a:pPr lvl="1" eaLnBrk="1" hangingPunct="1">
              <a:buFont typeface="Wingdings" panose="05000000000000000000" pitchFamily="2" charset="2"/>
              <a:buChar char="ü"/>
            </a:pPr>
            <a:r>
              <a:rPr lang="zh-CN" altLang="en-US" sz="2200" dirty="0"/>
              <a:t>将该加工看作一个小系统，该加工的输入</a:t>
            </a:r>
            <a:r>
              <a:rPr lang="en-US" altLang="zh-CN" sz="2200" dirty="0"/>
              <a:t>/</a:t>
            </a:r>
            <a:r>
              <a:rPr lang="zh-CN" altLang="en-US" sz="2200" dirty="0"/>
              <a:t>输出数据流就是这个假设的小系统的输入</a:t>
            </a:r>
            <a:r>
              <a:rPr lang="en-US" altLang="zh-CN" sz="2200" dirty="0"/>
              <a:t>/</a:t>
            </a:r>
            <a:r>
              <a:rPr lang="zh-CN" altLang="en-US" sz="2200" dirty="0"/>
              <a:t>输出数据流</a:t>
            </a:r>
            <a:endParaRPr lang="zh-CN" altLang="en-US" sz="2200" dirty="0"/>
          </a:p>
          <a:p>
            <a:pPr lvl="1" eaLnBrk="1" hangingPunct="1">
              <a:buFont typeface="Wingdings" panose="05000000000000000000" pitchFamily="2" charset="2"/>
              <a:buChar char="ü"/>
            </a:pPr>
            <a:r>
              <a:rPr lang="zh-CN" altLang="en-US" sz="2200" dirty="0"/>
              <a:t>然后采用</a:t>
            </a:r>
            <a:r>
              <a:rPr lang="zh-CN" altLang="en-US" sz="2200" b="1" dirty="0">
                <a:solidFill>
                  <a:srgbClr val="FF0000"/>
                </a:solidFill>
              </a:rPr>
              <a:t>画</a:t>
            </a:r>
            <a:r>
              <a:rPr lang="en-US" altLang="zh-CN" sz="2200" b="1" dirty="0">
                <a:solidFill>
                  <a:srgbClr val="FF0000"/>
                </a:solidFill>
              </a:rPr>
              <a:t>1</a:t>
            </a:r>
            <a:r>
              <a:rPr lang="zh-CN" altLang="en-US" sz="2200" b="1" dirty="0">
                <a:solidFill>
                  <a:srgbClr val="FF0000"/>
                </a:solidFill>
              </a:rPr>
              <a:t>层图的方法</a:t>
            </a:r>
            <a:r>
              <a:rPr lang="zh-CN" altLang="en-US" sz="2200" dirty="0"/>
              <a:t>，画出该加工的子图</a:t>
            </a:r>
            <a:endParaRPr lang="zh-CN" altLang="en-US" sz="22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0658" name="Rectangle 2"/>
          <p:cNvSpPr>
            <a:spLocks noGrp="1"/>
          </p:cNvSpPr>
          <p:nvPr>
            <p:ph type="title"/>
          </p:nvPr>
        </p:nvSpPr>
        <p:spPr>
          <a:xfrm>
            <a:off x="457200" y="457200"/>
            <a:ext cx="8229600" cy="1143000"/>
          </a:xfrm>
        </p:spPr>
        <p:txBody>
          <a:bodyPr vert="horz" wrap="square" lIns="0" tIns="45720" rIns="0" bIns="0" anchor="b" anchorCtr="0"/>
          <a:p>
            <a:pPr eaLnBrk="1" hangingPunct="1"/>
            <a:r>
              <a:rPr lang="zh-CN" altLang="en-US" b="1" dirty="0">
                <a:latin typeface="微软雅黑" panose="020B0503020204020204" pitchFamily="34" charset="-122"/>
                <a:ea typeface="微软雅黑" panose="020B0503020204020204" pitchFamily="34" charset="-122"/>
              </a:rPr>
              <a:t>加工内部</a:t>
            </a:r>
            <a:r>
              <a:rPr lang="en-US" altLang="zh-CN" b="1" dirty="0">
                <a:latin typeface="微软雅黑" panose="020B0503020204020204" pitchFamily="34" charset="-122"/>
                <a:ea typeface="微软雅黑" panose="020B0503020204020204" pitchFamily="34" charset="-122"/>
              </a:rPr>
              <a:t>(2…n</a:t>
            </a:r>
            <a:r>
              <a:rPr lang="zh-CN" altLang="en-US" b="1" dirty="0">
                <a:latin typeface="微软雅黑" panose="020B0503020204020204" pitchFamily="34" charset="-122"/>
                <a:ea typeface="微软雅黑" panose="020B0503020204020204" pitchFamily="34" charset="-122"/>
              </a:rPr>
              <a:t>层图</a:t>
            </a:r>
            <a:r>
              <a:rPr lang="en-US" altLang="zh-CN" b="1" dirty="0">
                <a:latin typeface="微软雅黑" panose="020B0503020204020204" pitchFamily="34" charset="-122"/>
                <a:ea typeface="微软雅黑" panose="020B0503020204020204" pitchFamily="34" charset="-122"/>
              </a:rPr>
              <a:t>)-2</a:t>
            </a:r>
            <a:endParaRPr lang="en-US" altLang="zh-CN" b="1" dirty="0">
              <a:latin typeface="微软雅黑" panose="020B0503020204020204" pitchFamily="34" charset="-122"/>
              <a:ea typeface="微软雅黑" panose="020B0503020204020204" pitchFamily="34" charset="-122"/>
            </a:endParaRPr>
          </a:p>
        </p:txBody>
      </p:sp>
      <p:sp>
        <p:nvSpPr>
          <p:cNvPr id="33795" name="Rectangle 3"/>
          <p:cNvSpPr>
            <a:spLocks noGrp="1" noChangeArrowheads="1"/>
          </p:cNvSpPr>
          <p:nvPr>
            <p:ph idx="1"/>
          </p:nvPr>
        </p:nvSpPr>
        <p:spPr>
          <a:xfrm>
            <a:off x="457200" y="1935163"/>
            <a:ext cx="8229600" cy="4389438"/>
          </a:xfrm>
        </p:spPr>
        <p:txBody>
          <a:bodyPr vert="horz" wrap="square" lIns="91440" tIns="45720" rIns="91440" bIns="45720" numCol="1" anchor="t" anchorCtr="0" compatLnSpc="1"/>
          <a:lstStyle/>
          <a:p>
            <a:pPr marL="273050" marR="0" lvl="0" indent="-273050" algn="l" defTabSz="914400" rtl="0" eaLnBrk="1" fontAlgn="base" latinLnBrk="0" hangingPunct="1">
              <a:lnSpc>
                <a:spcPct val="100000"/>
              </a:lnSpc>
              <a:spcBef>
                <a:spcPct val="20000"/>
              </a:spcBef>
              <a:spcAft>
                <a:spcPct val="0"/>
              </a:spcAft>
              <a:buClr>
                <a:srgbClr val="0BD0D9"/>
              </a:buClr>
              <a:buSzPct val="95000"/>
              <a:buFont typeface="Wingdings" panose="05000000000000000000" pitchFamily="2" charset="2"/>
              <a:buChar char="p"/>
              <a:defRPr/>
            </a:pPr>
            <a:r>
              <a:rPr kumimoji="0" lang="zh-CN" altLang="en-US" sz="3000" b="0" i="0" u="none" strike="noStrike" kern="1200" cap="none" spc="0" normalizeH="0" baseline="0" noProof="0" dirty="0" smtClean="0">
                <a:ln>
                  <a:noFill/>
                </a:ln>
                <a:solidFill>
                  <a:schemeClr val="tx1"/>
                </a:solidFill>
                <a:effectLst/>
                <a:uLnTx/>
                <a:uFillTx/>
                <a:latin typeface="+mn-lt"/>
                <a:ea typeface="+mn-ea"/>
                <a:cs typeface="+mn-cs"/>
              </a:rPr>
              <a:t>以</a:t>
            </a:r>
            <a:r>
              <a:rPr kumimoji="0" lang="en-US" altLang="zh-CN" sz="3000" b="0" i="0" u="none" strike="noStrike" kern="1200" cap="none" spc="0" normalizeH="0" baseline="0" noProof="0" dirty="0" smtClean="0">
                <a:ln>
                  <a:noFill/>
                </a:ln>
                <a:solidFill>
                  <a:schemeClr val="tx1"/>
                </a:solidFill>
                <a:effectLst/>
                <a:uLnTx/>
                <a:uFillTx/>
                <a:latin typeface="+mn-lt"/>
                <a:ea typeface="+mn-ea"/>
                <a:cs typeface="+mn-cs"/>
              </a:rPr>
              <a:t>1</a:t>
            </a:r>
            <a:r>
              <a:rPr kumimoji="0" lang="zh-CN" altLang="en-US" sz="3000" b="0" i="0" u="none" strike="noStrike" kern="1200" cap="none" spc="0" normalizeH="0" baseline="0" noProof="0" dirty="0" smtClean="0">
                <a:ln>
                  <a:noFill/>
                </a:ln>
                <a:solidFill>
                  <a:schemeClr val="tx1"/>
                </a:solidFill>
                <a:effectLst/>
                <a:uLnTx/>
                <a:uFillTx/>
                <a:latin typeface="+mn-lt"/>
                <a:ea typeface="+mn-ea"/>
                <a:cs typeface="+mn-cs"/>
              </a:rPr>
              <a:t>层图中加工</a:t>
            </a:r>
            <a:r>
              <a:rPr kumimoji="0" lang="en-US" altLang="zh-CN" sz="3000" b="0" i="0" u="none" strike="noStrike" kern="1200" cap="none" spc="0" normalizeH="0" baseline="0" noProof="0" dirty="0" smtClean="0">
                <a:ln>
                  <a:noFill/>
                </a:ln>
                <a:solidFill>
                  <a:schemeClr val="tx1"/>
                </a:solidFill>
                <a:effectLst/>
                <a:uLnTx/>
                <a:uFillTx/>
                <a:latin typeface="+mn-lt"/>
                <a:ea typeface="+mn-ea"/>
                <a:cs typeface="+mn-cs"/>
              </a:rPr>
              <a:t>1(</a:t>
            </a:r>
            <a:r>
              <a:rPr kumimoji="0" lang="zh-CN" altLang="en-US" sz="3000" b="0" i="0" u="none" strike="noStrike" kern="1200" cap="none" spc="0" normalizeH="0" baseline="0" noProof="0" dirty="0" smtClean="0">
                <a:ln>
                  <a:noFill/>
                </a:ln>
                <a:solidFill>
                  <a:schemeClr val="tx1"/>
                </a:solidFill>
                <a:effectLst/>
                <a:uLnTx/>
                <a:uFillTx/>
                <a:latin typeface="+mn-lt"/>
                <a:ea typeface="+mn-ea"/>
                <a:cs typeface="+mn-cs"/>
              </a:rPr>
              <a:t>考试报名</a:t>
            </a:r>
            <a:r>
              <a:rPr kumimoji="0" lang="en-US" altLang="zh-CN" sz="3000" b="0" i="0" u="none" strike="noStrike" kern="1200" cap="none" spc="0" normalizeH="0" baseline="0" noProof="0" dirty="0" smtClean="0">
                <a:ln>
                  <a:noFill/>
                </a:ln>
                <a:solidFill>
                  <a:schemeClr val="tx1"/>
                </a:solidFill>
                <a:effectLst/>
                <a:uLnTx/>
                <a:uFillTx/>
                <a:latin typeface="+mn-lt"/>
                <a:ea typeface="+mn-ea"/>
                <a:cs typeface="+mn-cs"/>
              </a:rPr>
              <a:t>)</a:t>
            </a:r>
            <a:r>
              <a:rPr kumimoji="0" lang="zh-CN" altLang="en-US" sz="3000" b="0" i="0" u="none" strike="noStrike" kern="1200" cap="none" spc="0" normalizeH="0" baseline="0" noProof="0" dirty="0" smtClean="0">
                <a:ln>
                  <a:noFill/>
                </a:ln>
                <a:solidFill>
                  <a:schemeClr val="tx1"/>
                </a:solidFill>
                <a:effectLst/>
                <a:uLnTx/>
                <a:uFillTx/>
                <a:latin typeface="+mn-lt"/>
                <a:ea typeface="+mn-ea"/>
                <a:cs typeface="+mn-cs"/>
              </a:rPr>
              <a:t>为例</a:t>
            </a:r>
            <a:endParaRPr kumimoji="0" lang="zh-CN" altLang="en-US" sz="3000" b="0" i="0" u="none" strike="noStrike" kern="1200" cap="none" spc="0" normalizeH="0" baseline="0" noProof="0" dirty="0" smtClean="0">
              <a:ln>
                <a:noFill/>
              </a:ln>
              <a:solidFill>
                <a:schemeClr val="tx1"/>
              </a:solidFill>
              <a:effectLst/>
              <a:uLnTx/>
              <a:uFillTx/>
              <a:latin typeface="+mn-lt"/>
              <a:ea typeface="+mn-ea"/>
              <a:cs typeface="+mn-cs"/>
            </a:endParaRPr>
          </a:p>
          <a:p>
            <a:pPr marL="640080" marR="0" lvl="1" indent="-246380" algn="l" defTabSz="914400" rtl="0" eaLnBrk="1" fontAlgn="base" latinLnBrk="0" hangingPunct="1">
              <a:lnSpc>
                <a:spcPct val="100000"/>
              </a:lnSpc>
              <a:spcBef>
                <a:spcPct val="20000"/>
              </a:spcBef>
              <a:spcAft>
                <a:spcPct val="0"/>
              </a:spcAft>
              <a:buClr>
                <a:schemeClr val="accent1"/>
              </a:buClr>
              <a:buSzPct val="85000"/>
              <a:buFont typeface="Wingdings" panose="05000000000000000000" pitchFamily="2" charset="2"/>
              <a:buChar char="ü"/>
              <a:defRPr/>
            </a:pPr>
            <a:r>
              <a:rPr kumimoji="0" lang="zh-CN" altLang="en-US" sz="2200" b="0" i="0" u="none" strike="noStrike" kern="1200" cap="none" spc="0" normalizeH="0" baseline="0" noProof="0" dirty="0" smtClean="0">
                <a:ln>
                  <a:noFill/>
                </a:ln>
                <a:solidFill>
                  <a:schemeClr val="tx1"/>
                </a:solidFill>
                <a:effectLst/>
                <a:uLnTx/>
                <a:uFillTx/>
                <a:latin typeface="+mn-lt"/>
                <a:ea typeface="+mn-ea"/>
                <a:cs typeface="+mn-cs"/>
              </a:rPr>
              <a:t>根据</a:t>
            </a:r>
            <a:r>
              <a:rPr kumimoji="0" lang="zh-CN" altLang="en-US" sz="2200" b="1" i="0" u="none" strike="noStrike" kern="1200" cap="none" spc="0" normalizeH="0" baseline="0" noProof="0" dirty="0" smtClean="0">
                <a:ln>
                  <a:noFill/>
                </a:ln>
                <a:solidFill>
                  <a:srgbClr val="FF0000"/>
                </a:solidFill>
                <a:effectLst/>
                <a:uLnTx/>
                <a:uFillTx/>
                <a:latin typeface="+mn-lt"/>
                <a:ea typeface="+mn-ea"/>
                <a:cs typeface="+mn-cs"/>
              </a:rPr>
              <a:t>业务处理流程</a:t>
            </a:r>
            <a:r>
              <a:rPr kumimoji="0" lang="zh-CN" altLang="en-US" sz="2200" b="0" i="0" u="none" strike="noStrike" kern="1200" cap="none" spc="0" normalizeH="0" baseline="0" noProof="0" dirty="0" smtClean="0">
                <a:ln>
                  <a:noFill/>
                </a:ln>
                <a:solidFill>
                  <a:schemeClr val="tx1"/>
                </a:solidFill>
                <a:effectLst/>
                <a:uLnTx/>
                <a:uFillTx/>
                <a:latin typeface="+mn-lt"/>
                <a:ea typeface="+mn-ea"/>
                <a:cs typeface="+mn-cs"/>
              </a:rPr>
              <a:t>来确定由加工</a:t>
            </a:r>
            <a:r>
              <a:rPr kumimoji="0" lang="en-US" altLang="zh-CN" sz="2200" b="0" i="0" u="none" strike="noStrike" kern="1200" cap="none" spc="0" normalizeH="0" baseline="0" noProof="0" dirty="0" smtClean="0">
                <a:ln>
                  <a:noFill/>
                </a:ln>
                <a:solidFill>
                  <a:schemeClr val="tx1"/>
                </a:solidFill>
                <a:effectLst/>
                <a:uLnTx/>
                <a:uFillTx/>
                <a:latin typeface="+mn-lt"/>
                <a:ea typeface="+mn-ea"/>
                <a:cs typeface="+mn-cs"/>
              </a:rPr>
              <a:t>1</a:t>
            </a:r>
            <a:r>
              <a:rPr kumimoji="0" lang="zh-CN" altLang="en-US" sz="2200" b="0" i="0" u="none" strike="noStrike" kern="1200" cap="none" spc="0" normalizeH="0" baseline="0" noProof="0" dirty="0" smtClean="0">
                <a:ln>
                  <a:noFill/>
                </a:ln>
                <a:solidFill>
                  <a:schemeClr val="tx1"/>
                </a:solidFill>
                <a:effectLst/>
                <a:uLnTx/>
                <a:uFillTx/>
                <a:latin typeface="+mn-lt"/>
                <a:ea typeface="+mn-ea"/>
                <a:cs typeface="+mn-cs"/>
              </a:rPr>
              <a:t>的分解</a:t>
            </a:r>
            <a:endParaRPr kumimoji="0" lang="zh-CN" altLang="en-US" sz="2200" b="0" i="0" u="none" strike="noStrike" kern="1200" cap="none" spc="0" normalizeH="0" baseline="0" noProof="0" dirty="0" smtClean="0">
              <a:ln>
                <a:noFill/>
              </a:ln>
              <a:solidFill>
                <a:schemeClr val="tx1"/>
              </a:solidFill>
              <a:effectLst/>
              <a:uLnTx/>
              <a:uFillTx/>
              <a:latin typeface="+mn-lt"/>
              <a:ea typeface="+mn-ea"/>
              <a:cs typeface="+mn-cs"/>
            </a:endParaRPr>
          </a:p>
          <a:p>
            <a:pPr marL="640080" marR="0" lvl="1" indent="-246380" algn="l" defTabSz="914400" rtl="0" eaLnBrk="1" fontAlgn="base" latinLnBrk="0" hangingPunct="1">
              <a:lnSpc>
                <a:spcPct val="100000"/>
              </a:lnSpc>
              <a:spcBef>
                <a:spcPct val="20000"/>
              </a:spcBef>
              <a:spcAft>
                <a:spcPct val="0"/>
              </a:spcAft>
              <a:buClr>
                <a:schemeClr val="accent1"/>
              </a:buClr>
              <a:buSzPct val="85000"/>
              <a:buFont typeface="Wingdings" panose="05000000000000000000" pitchFamily="2" charset="2"/>
              <a:buChar char="ü"/>
              <a:defRPr/>
            </a:pPr>
            <a:r>
              <a:rPr kumimoji="0" lang="zh-CN" altLang="en-US" sz="2200" b="0" i="0" u="none" strike="noStrike" kern="1200" cap="none" spc="0" normalizeH="0" baseline="0" noProof="0" dirty="0" smtClean="0">
                <a:ln>
                  <a:noFill/>
                </a:ln>
                <a:solidFill>
                  <a:schemeClr val="tx1"/>
                </a:solidFill>
                <a:effectLst/>
                <a:uLnTx/>
                <a:uFillTx/>
                <a:latin typeface="+mn-lt"/>
                <a:ea typeface="+mn-ea"/>
                <a:cs typeface="+mn-cs"/>
              </a:rPr>
              <a:t>与加工</a:t>
            </a:r>
            <a:r>
              <a:rPr kumimoji="0" lang="en-US" altLang="zh-CN" sz="2200" b="0" i="0" u="none" strike="noStrike" kern="1200" cap="none" spc="0" normalizeH="0" baseline="0" noProof="0" dirty="0" smtClean="0">
                <a:ln>
                  <a:noFill/>
                </a:ln>
                <a:solidFill>
                  <a:schemeClr val="tx1"/>
                </a:solidFill>
                <a:effectLst/>
                <a:uLnTx/>
                <a:uFillTx/>
                <a:latin typeface="+mn-lt"/>
                <a:ea typeface="+mn-ea"/>
                <a:cs typeface="+mn-cs"/>
              </a:rPr>
              <a:t>1</a:t>
            </a:r>
            <a:r>
              <a:rPr kumimoji="0" lang="zh-CN" altLang="en-US" sz="2200" b="0" i="0" u="none" strike="noStrike" kern="1200" cap="none" spc="0" normalizeH="0" baseline="0" noProof="0" dirty="0" smtClean="0">
                <a:ln>
                  <a:noFill/>
                </a:ln>
                <a:solidFill>
                  <a:schemeClr val="tx1"/>
                </a:solidFill>
                <a:effectLst/>
                <a:uLnTx/>
                <a:uFillTx/>
                <a:latin typeface="+mn-lt"/>
                <a:ea typeface="+mn-ea"/>
                <a:cs typeface="+mn-cs"/>
              </a:rPr>
              <a:t>（考试报名）相关的业务流程：</a:t>
            </a:r>
            <a:endParaRPr kumimoji="0" lang="en-US" altLang="zh-CN" sz="2200" b="0" i="0" u="none" strike="noStrike" kern="1200" cap="none" spc="0" normalizeH="0" baseline="0" noProof="0" dirty="0" smtClean="0">
              <a:ln>
                <a:noFill/>
              </a:ln>
              <a:solidFill>
                <a:schemeClr val="tx1"/>
              </a:solidFill>
              <a:effectLst/>
              <a:uLnTx/>
              <a:uFillTx/>
              <a:latin typeface="+mn-lt"/>
              <a:ea typeface="+mn-ea"/>
              <a:cs typeface="+mn-cs"/>
            </a:endParaRPr>
          </a:p>
          <a:p>
            <a:pPr marL="393700" marR="0" lvl="1" indent="0" algn="l" defTabSz="914400" rtl="0" eaLnBrk="1" fontAlgn="base" latinLnBrk="0" hangingPunct="1">
              <a:lnSpc>
                <a:spcPct val="100000"/>
              </a:lnSpc>
              <a:spcBef>
                <a:spcPct val="20000"/>
              </a:spcBef>
              <a:spcAft>
                <a:spcPct val="0"/>
              </a:spcAft>
              <a:buClr>
                <a:schemeClr val="accent1"/>
              </a:buClr>
              <a:buSzPct val="85000"/>
              <a:buFont typeface="Wingdings 2" panose="05020102010507070707" pitchFamily="18" charset="2"/>
              <a:buNone/>
              <a:defRPr/>
            </a:pPr>
            <a:r>
              <a:rPr kumimoji="0" lang="en-US" altLang="zh-CN" sz="2200" b="0" i="0" u="none" strike="noStrike" kern="1200" cap="none" spc="0" normalizeH="0" baseline="0" noProof="0" dirty="0">
                <a:ln>
                  <a:noFill/>
                </a:ln>
                <a:solidFill>
                  <a:schemeClr val="tx1"/>
                </a:solidFill>
                <a:effectLst/>
                <a:uLnTx/>
                <a:uFillTx/>
                <a:latin typeface="+mn-lt"/>
                <a:ea typeface="+mn-ea"/>
                <a:cs typeface="+mn-cs"/>
              </a:rPr>
              <a:t> </a:t>
            </a:r>
            <a:r>
              <a:rPr kumimoji="0" lang="en-US" altLang="zh-CN" sz="2200" b="0" i="0" u="none" strike="noStrike" kern="1200" cap="none" spc="0" normalizeH="0" baseline="0" noProof="0" dirty="0" smtClean="0">
                <a:ln>
                  <a:noFill/>
                </a:ln>
                <a:solidFill>
                  <a:schemeClr val="tx1"/>
                </a:solidFill>
                <a:effectLst/>
                <a:uLnTx/>
                <a:uFillTx/>
                <a:latin typeface="+mn-lt"/>
                <a:ea typeface="+mn-ea"/>
                <a:cs typeface="+mn-cs"/>
              </a:rPr>
              <a:t>    </a:t>
            </a:r>
            <a:r>
              <a:rPr kumimoji="0" lang="zh-CN" altLang="en-US" sz="2200" b="0" i="0" u="none" strike="noStrike" kern="1200" cap="none" spc="0" normalizeH="0" baseline="0" noProof="0" dirty="0" smtClean="0">
                <a:ln>
                  <a:noFill/>
                </a:ln>
                <a:solidFill>
                  <a:schemeClr val="tx1"/>
                </a:solidFill>
                <a:effectLst/>
                <a:uLnTx/>
                <a:uFillTx/>
                <a:latin typeface="+mn-lt"/>
                <a:ea typeface="+mn-ea"/>
                <a:cs typeface="+mn-cs"/>
              </a:rPr>
              <a:t>首先检查考生送来的报名单，然后编准考证号，并产生准考证，最后产生考生名单和考生名册</a:t>
            </a:r>
            <a:r>
              <a:rPr kumimoji="0" lang="en-US" altLang="zh-CN" sz="2200" b="0" i="0" u="none" strike="noStrike" kern="1200" cap="none" spc="0" normalizeH="0" baseline="0" noProof="0" dirty="0" smtClean="0">
                <a:ln>
                  <a:noFill/>
                </a:ln>
                <a:solidFill>
                  <a:schemeClr val="tx1"/>
                </a:solidFill>
                <a:effectLst/>
                <a:uLnTx/>
                <a:uFillTx/>
                <a:latin typeface="+mn-lt"/>
                <a:ea typeface="+mn-ea"/>
                <a:cs typeface="+mn-cs"/>
              </a:rPr>
              <a:t>(</a:t>
            </a:r>
            <a:r>
              <a:rPr kumimoji="0" lang="zh-CN" altLang="en-US" sz="2200" b="0" i="0" u="none" strike="noStrike" kern="1200" cap="none" spc="0" normalizeH="0" baseline="0" noProof="0" dirty="0" smtClean="0">
                <a:ln>
                  <a:noFill/>
                </a:ln>
                <a:solidFill>
                  <a:schemeClr val="tx1"/>
                </a:solidFill>
                <a:effectLst/>
                <a:uLnTx/>
                <a:uFillTx/>
                <a:latin typeface="+mn-lt"/>
                <a:ea typeface="+mn-ea"/>
                <a:cs typeface="+mn-cs"/>
              </a:rPr>
              <a:t>文件</a:t>
            </a:r>
            <a:r>
              <a:rPr kumimoji="0" lang="en-US" altLang="zh-CN" sz="2200" b="0" i="0" u="none" strike="noStrike" kern="1200" cap="none" spc="0" normalizeH="0" baseline="0" noProof="0" dirty="0" smtClean="0">
                <a:ln>
                  <a:noFill/>
                </a:ln>
                <a:solidFill>
                  <a:schemeClr val="tx1"/>
                </a:solidFill>
                <a:effectLst/>
                <a:uLnTx/>
                <a:uFillTx/>
                <a:latin typeface="+mn-lt"/>
                <a:ea typeface="+mn-ea"/>
                <a:cs typeface="+mn-cs"/>
              </a:rPr>
              <a:t>)</a:t>
            </a:r>
            <a:endParaRPr kumimoji="0" lang="en-US" altLang="zh-CN" sz="2200" b="0" i="0" u="none" strike="noStrike" kern="1200" cap="none" spc="0" normalizeH="0" baseline="0" noProof="0" dirty="0" smtClean="0">
              <a:ln>
                <a:noFill/>
              </a:ln>
              <a:solidFill>
                <a:schemeClr val="tx1"/>
              </a:solidFill>
              <a:effectLst/>
              <a:uLnTx/>
              <a:uFillTx/>
              <a:latin typeface="+mn-lt"/>
              <a:ea typeface="+mn-ea"/>
              <a:cs typeface="+mn-cs"/>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2706" name="Rectangle 2"/>
          <p:cNvSpPr>
            <a:spLocks noGrp="1"/>
          </p:cNvSpPr>
          <p:nvPr>
            <p:ph type="title"/>
          </p:nvPr>
        </p:nvSpPr>
        <p:spPr>
          <a:xfrm>
            <a:off x="457200" y="304800"/>
            <a:ext cx="8229600" cy="1143000"/>
          </a:xfrm>
        </p:spPr>
        <p:txBody>
          <a:bodyPr vert="horz" wrap="square" lIns="0" tIns="45720" rIns="0" bIns="0" anchor="b" anchorCtr="0"/>
          <a:p>
            <a:pPr eaLnBrk="1" hangingPunct="1"/>
            <a:r>
              <a:rPr lang="zh-CN" altLang="en-US" b="1" dirty="0">
                <a:latin typeface="微软雅黑" panose="020B0503020204020204" pitchFamily="34" charset="-122"/>
                <a:ea typeface="微软雅黑" panose="020B0503020204020204" pitchFamily="34" charset="-122"/>
              </a:rPr>
              <a:t>考务处理系统</a:t>
            </a:r>
            <a:r>
              <a:rPr lang="en-US" altLang="zh-CN" b="1" dirty="0">
                <a:latin typeface="微软雅黑" panose="020B0503020204020204" pitchFamily="34" charset="-122"/>
                <a:ea typeface="微软雅黑" panose="020B0503020204020204" pitchFamily="34" charset="-122"/>
              </a:rPr>
              <a:t>1</a:t>
            </a:r>
            <a:r>
              <a:rPr lang="zh-CN" altLang="en-US" b="1" dirty="0">
                <a:latin typeface="微软雅黑" panose="020B0503020204020204" pitchFamily="34" charset="-122"/>
                <a:ea typeface="微软雅黑" panose="020B0503020204020204" pitchFamily="34" charset="-122"/>
              </a:rPr>
              <a:t>层图</a:t>
            </a:r>
            <a:endParaRPr lang="zh-CN" altLang="en-US" b="1" dirty="0">
              <a:latin typeface="微软雅黑" panose="020B0503020204020204" pitchFamily="34" charset="-122"/>
              <a:ea typeface="微软雅黑" panose="020B0503020204020204" pitchFamily="34" charset="-122"/>
            </a:endParaRPr>
          </a:p>
        </p:txBody>
      </p:sp>
      <p:grpSp>
        <p:nvGrpSpPr>
          <p:cNvPr id="72707" name="Group 9"/>
          <p:cNvGrpSpPr/>
          <p:nvPr/>
        </p:nvGrpSpPr>
        <p:grpSpPr>
          <a:xfrm>
            <a:off x="3636963" y="5014913"/>
            <a:ext cx="1200150" cy="576262"/>
            <a:chOff x="4596" y="3735"/>
            <a:chExt cx="1306" cy="360"/>
          </a:xfrm>
        </p:grpSpPr>
        <p:sp>
          <p:nvSpPr>
            <p:cNvPr id="72742" name="Line 10"/>
            <p:cNvSpPr/>
            <p:nvPr/>
          </p:nvSpPr>
          <p:spPr>
            <a:xfrm>
              <a:off x="4596" y="3735"/>
              <a:ext cx="1290" cy="0"/>
            </a:xfrm>
            <a:prstGeom prst="line">
              <a:avLst/>
            </a:prstGeom>
            <a:ln w="9525" cap="flat" cmpd="sng">
              <a:solidFill>
                <a:srgbClr val="000000"/>
              </a:solidFill>
              <a:prstDash val="solid"/>
              <a:headEnd type="none" w="med" len="med"/>
              <a:tailEnd type="none" w="med" len="med"/>
            </a:ln>
          </p:spPr>
        </p:sp>
        <p:sp>
          <p:nvSpPr>
            <p:cNvPr id="72743" name="Line 11"/>
            <p:cNvSpPr/>
            <p:nvPr/>
          </p:nvSpPr>
          <p:spPr>
            <a:xfrm>
              <a:off x="4612" y="4095"/>
              <a:ext cx="1290" cy="0"/>
            </a:xfrm>
            <a:prstGeom prst="line">
              <a:avLst/>
            </a:prstGeom>
            <a:ln w="9525" cap="flat" cmpd="sng">
              <a:solidFill>
                <a:srgbClr val="000000"/>
              </a:solidFill>
              <a:prstDash val="solid"/>
              <a:headEnd type="none" w="med" len="med"/>
              <a:tailEnd type="none" w="med" len="med"/>
            </a:ln>
          </p:spPr>
        </p:sp>
      </p:grpSp>
      <p:sp>
        <p:nvSpPr>
          <p:cNvPr id="72708" name="Rectangle 12"/>
          <p:cNvSpPr/>
          <p:nvPr/>
        </p:nvSpPr>
        <p:spPr>
          <a:xfrm>
            <a:off x="3621088" y="5070475"/>
            <a:ext cx="1216025" cy="720725"/>
          </a:xfrm>
          <a:prstGeom prst="rect">
            <a:avLst/>
          </a:prstGeom>
          <a:noFill/>
          <a:ln w="9525">
            <a:noFill/>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algn="ctr" eaLnBrk="1" hangingPunct="1">
              <a:spcBef>
                <a:spcPct val="0"/>
              </a:spcBef>
              <a:buClrTx/>
              <a:buSzTx/>
              <a:buFontTx/>
              <a:buNone/>
            </a:pPr>
            <a:r>
              <a:rPr lang="zh-CN" altLang="en-US" sz="1800" dirty="0">
                <a:latin typeface="黑体" panose="02010609060101010101" pitchFamily="49" charset="-122"/>
                <a:ea typeface="黑体" panose="02010609060101010101" pitchFamily="49" charset="-122"/>
              </a:rPr>
              <a:t>考生名册</a:t>
            </a:r>
            <a:endParaRPr lang="zh-CN" altLang="en-US" sz="1800" b="1" dirty="0">
              <a:latin typeface="黑体" panose="02010609060101010101" pitchFamily="49" charset="-122"/>
              <a:ea typeface="黑体" panose="02010609060101010101" pitchFamily="49" charset="-122"/>
            </a:endParaRPr>
          </a:p>
        </p:txBody>
      </p:sp>
      <p:sp>
        <p:nvSpPr>
          <p:cNvPr id="72709" name="Arc 13"/>
          <p:cNvSpPr/>
          <p:nvPr/>
        </p:nvSpPr>
        <p:spPr>
          <a:xfrm rot="10800000" flipH="1" flipV="1">
            <a:off x="3363913" y="3957638"/>
            <a:ext cx="625475" cy="1057275"/>
          </a:xfrm>
          <a:custGeom>
            <a:avLst/>
            <a:gdLst/>
            <a:ahLst/>
            <a:cxnLst>
              <a:cxn ang="0">
                <a:pos x="0" y="0"/>
              </a:cxn>
              <a:cxn ang="0">
                <a:pos x="2147483646" y="2147483646"/>
              </a:cxn>
              <a:cxn ang="0">
                <a:pos x="0" y="2147483646"/>
              </a:cxn>
            </a:cxnLst>
            <a:pathLst>
              <a:path w="21600" h="21600" fill="none">
                <a:moveTo>
                  <a:pt x="-1" y="0"/>
                </a:moveTo>
                <a:cubicBezTo>
                  <a:pt x="11929" y="0"/>
                  <a:pt x="21600" y="9670"/>
                  <a:pt x="21600" y="21600"/>
                </a:cubicBezTo>
              </a:path>
              <a:path w="21600" h="21600" stroke="0">
                <a:moveTo>
                  <a:pt x="-1" y="0"/>
                </a:moveTo>
                <a:cubicBezTo>
                  <a:pt x="11929" y="0"/>
                  <a:pt x="21600" y="9670"/>
                  <a:pt x="21600" y="21600"/>
                </a:cubicBezTo>
                <a:lnTo>
                  <a:pt x="0" y="21600"/>
                </a:lnTo>
                <a:lnTo>
                  <a:pt x="-1" y="0"/>
                </a:lnTo>
                <a:close/>
              </a:path>
            </a:pathLst>
          </a:custGeom>
          <a:noFill/>
          <a:ln w="9525" cap="flat" cmpd="sng">
            <a:solidFill>
              <a:srgbClr val="000000">
                <a:alpha val="100000"/>
              </a:srgbClr>
            </a:solidFill>
            <a:prstDash val="solid"/>
            <a:round/>
            <a:headEnd type="none" w="med" len="med"/>
            <a:tailEnd type="triangle" w="sm" len="med"/>
          </a:ln>
        </p:spPr>
        <p:txBody>
          <a:bodyPr/>
          <a:p>
            <a:endParaRPr lang="zh-CN" altLang="en-US"/>
          </a:p>
        </p:txBody>
      </p:sp>
      <p:sp>
        <p:nvSpPr>
          <p:cNvPr id="72710" name="Arc 14"/>
          <p:cNvSpPr/>
          <p:nvPr/>
        </p:nvSpPr>
        <p:spPr>
          <a:xfrm rot="-10800000" flipV="1">
            <a:off x="4545013" y="3962400"/>
            <a:ext cx="625475" cy="1057275"/>
          </a:xfrm>
          <a:custGeom>
            <a:avLst/>
            <a:gdLst/>
            <a:ahLst/>
            <a:cxnLst>
              <a:cxn ang="0">
                <a:pos x="0" y="0"/>
              </a:cxn>
              <a:cxn ang="0">
                <a:pos x="2147483646" y="2147483646"/>
              </a:cxn>
              <a:cxn ang="0">
                <a:pos x="0" y="2147483646"/>
              </a:cxn>
            </a:cxnLst>
            <a:pathLst>
              <a:path w="21600" h="21600" fill="none">
                <a:moveTo>
                  <a:pt x="-1" y="0"/>
                </a:moveTo>
                <a:cubicBezTo>
                  <a:pt x="11929" y="0"/>
                  <a:pt x="21600" y="9670"/>
                  <a:pt x="21600" y="21600"/>
                </a:cubicBezTo>
              </a:path>
              <a:path w="21600" h="21600" stroke="0">
                <a:moveTo>
                  <a:pt x="-1" y="0"/>
                </a:moveTo>
                <a:cubicBezTo>
                  <a:pt x="11929" y="0"/>
                  <a:pt x="21600" y="9670"/>
                  <a:pt x="21600" y="21600"/>
                </a:cubicBezTo>
                <a:lnTo>
                  <a:pt x="0" y="21600"/>
                </a:lnTo>
                <a:lnTo>
                  <a:pt x="-1" y="0"/>
                </a:lnTo>
                <a:close/>
              </a:path>
            </a:pathLst>
          </a:custGeom>
          <a:noFill/>
          <a:ln w="9525" cap="flat" cmpd="sng">
            <a:solidFill>
              <a:srgbClr val="000000">
                <a:alpha val="100000"/>
              </a:srgbClr>
            </a:solidFill>
            <a:prstDash val="solid"/>
            <a:round/>
            <a:headEnd type="triangle" w="sm" len="med"/>
            <a:tailEnd type="none" w="med" len="med"/>
          </a:ln>
        </p:spPr>
        <p:txBody>
          <a:bodyPr/>
          <a:p>
            <a:endParaRPr lang="zh-CN" altLang="en-US"/>
          </a:p>
        </p:txBody>
      </p:sp>
      <p:grpSp>
        <p:nvGrpSpPr>
          <p:cNvPr id="72711" name="Group 16"/>
          <p:cNvGrpSpPr/>
          <p:nvPr/>
        </p:nvGrpSpPr>
        <p:grpSpPr>
          <a:xfrm>
            <a:off x="2362200" y="2817813"/>
            <a:ext cx="1238250" cy="1362075"/>
            <a:chOff x="4154" y="12570"/>
            <a:chExt cx="974" cy="850"/>
          </a:xfrm>
        </p:grpSpPr>
        <p:sp>
          <p:nvSpPr>
            <p:cNvPr id="72740" name="Oval 17"/>
            <p:cNvSpPr/>
            <p:nvPr/>
          </p:nvSpPr>
          <p:spPr>
            <a:xfrm>
              <a:off x="4214" y="12570"/>
              <a:ext cx="850" cy="850"/>
            </a:xfrm>
            <a:prstGeom prst="ellipse">
              <a:avLst/>
            </a:prstGeom>
            <a:noFill/>
            <a:ln w="9525" cap="flat" cmpd="sng">
              <a:solidFill>
                <a:srgbClr val="000000"/>
              </a:solidFill>
              <a:prstDash val="solid"/>
              <a:headEnd type="none" w="med" len="med"/>
              <a:tailEnd type="none" w="med" len="med"/>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eaLnBrk="1" hangingPunct="1">
                <a:spcBef>
                  <a:spcPct val="0"/>
                </a:spcBef>
                <a:buClrTx/>
                <a:buSzTx/>
                <a:buFontTx/>
                <a:buNone/>
              </a:pPr>
              <a:endParaRPr lang="zh-CN" altLang="en-US" sz="1600" b="1" dirty="0">
                <a:latin typeface="Comic Sans MS" panose="030F0702030302020204" pitchFamily="66" charset="0"/>
              </a:endParaRPr>
            </a:p>
          </p:txBody>
        </p:sp>
        <p:sp>
          <p:nvSpPr>
            <p:cNvPr id="72741" name="Rectangle 18"/>
            <p:cNvSpPr/>
            <p:nvPr/>
          </p:nvSpPr>
          <p:spPr>
            <a:xfrm>
              <a:off x="4154" y="12630"/>
              <a:ext cx="974" cy="780"/>
            </a:xfrm>
            <a:prstGeom prst="rect">
              <a:avLst/>
            </a:prstGeom>
            <a:noFill/>
            <a:ln w="9525">
              <a:noFill/>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algn="ctr" eaLnBrk="1" hangingPunct="1">
                <a:spcBef>
                  <a:spcPct val="0"/>
                </a:spcBef>
                <a:buClrTx/>
                <a:buSzTx/>
                <a:buFontTx/>
                <a:buNone/>
              </a:pPr>
              <a:r>
                <a:rPr lang="en-US" altLang="zh-CN" sz="1800" dirty="0">
                  <a:latin typeface="黑体" panose="02010609060101010101" pitchFamily="49" charset="-122"/>
                  <a:ea typeface="黑体" panose="02010609060101010101" pitchFamily="49" charset="-122"/>
                </a:rPr>
                <a:t>1</a:t>
              </a:r>
              <a:endParaRPr lang="en-US" altLang="zh-CN" sz="1800" dirty="0">
                <a:latin typeface="黑体" panose="02010609060101010101" pitchFamily="49" charset="-122"/>
                <a:ea typeface="黑体" panose="02010609060101010101" pitchFamily="49" charset="-122"/>
              </a:endParaRPr>
            </a:p>
            <a:p>
              <a:pPr marL="0" lvl="0" indent="0" algn="ctr" eaLnBrk="1" hangingPunct="1">
                <a:spcBef>
                  <a:spcPct val="0"/>
                </a:spcBef>
                <a:buClrTx/>
                <a:buSzTx/>
                <a:buFontTx/>
                <a:buNone/>
              </a:pPr>
              <a:r>
                <a:rPr lang="zh-CN" altLang="en-US" sz="1800" dirty="0">
                  <a:latin typeface="黑体" panose="02010609060101010101" pitchFamily="49" charset="-122"/>
                  <a:ea typeface="黑体" panose="02010609060101010101" pitchFamily="49" charset="-122"/>
                </a:rPr>
                <a:t>考试</a:t>
              </a:r>
              <a:endParaRPr lang="zh-CN" altLang="en-US" sz="1800" dirty="0">
                <a:latin typeface="黑体" panose="02010609060101010101" pitchFamily="49" charset="-122"/>
                <a:ea typeface="黑体" panose="02010609060101010101" pitchFamily="49" charset="-122"/>
              </a:endParaRPr>
            </a:p>
            <a:p>
              <a:pPr marL="0" lvl="0" indent="0" algn="ctr" eaLnBrk="1" hangingPunct="1">
                <a:spcBef>
                  <a:spcPct val="0"/>
                </a:spcBef>
                <a:buClrTx/>
                <a:buSzTx/>
                <a:buFontTx/>
                <a:buNone/>
              </a:pPr>
              <a:r>
                <a:rPr lang="zh-CN" altLang="en-US" sz="1800" dirty="0">
                  <a:latin typeface="黑体" panose="02010609060101010101" pitchFamily="49" charset="-122"/>
                  <a:ea typeface="黑体" panose="02010609060101010101" pitchFamily="49" charset="-122"/>
                </a:rPr>
                <a:t>报名</a:t>
              </a:r>
              <a:endParaRPr lang="zh-CN" altLang="en-US" sz="1800" b="1" dirty="0">
                <a:latin typeface="黑体" panose="02010609060101010101" pitchFamily="49" charset="-122"/>
                <a:ea typeface="黑体" panose="02010609060101010101" pitchFamily="49" charset="-122"/>
              </a:endParaRPr>
            </a:p>
          </p:txBody>
        </p:sp>
      </p:grpSp>
      <p:grpSp>
        <p:nvGrpSpPr>
          <p:cNvPr id="72712" name="Group 19"/>
          <p:cNvGrpSpPr/>
          <p:nvPr/>
        </p:nvGrpSpPr>
        <p:grpSpPr>
          <a:xfrm>
            <a:off x="777875" y="2895600"/>
            <a:ext cx="1660525" cy="746125"/>
            <a:chOff x="3292" y="10215"/>
            <a:chExt cx="1308" cy="465"/>
          </a:xfrm>
        </p:grpSpPr>
        <p:sp>
          <p:nvSpPr>
            <p:cNvPr id="72738" name="Line 20"/>
            <p:cNvSpPr/>
            <p:nvPr/>
          </p:nvSpPr>
          <p:spPr>
            <a:xfrm flipV="1">
              <a:off x="3292" y="10575"/>
              <a:ext cx="1308" cy="0"/>
            </a:xfrm>
            <a:prstGeom prst="line">
              <a:avLst/>
            </a:prstGeom>
            <a:ln w="9525" cap="flat" cmpd="sng">
              <a:solidFill>
                <a:srgbClr val="000000"/>
              </a:solidFill>
              <a:prstDash val="solid"/>
              <a:headEnd type="none" w="sm" len="med"/>
              <a:tailEnd type="triangle" w="sm" len="med"/>
            </a:ln>
          </p:spPr>
        </p:sp>
        <p:sp>
          <p:nvSpPr>
            <p:cNvPr id="72739" name="Rectangle 21"/>
            <p:cNvSpPr/>
            <p:nvPr/>
          </p:nvSpPr>
          <p:spPr>
            <a:xfrm>
              <a:off x="3444" y="10215"/>
              <a:ext cx="944" cy="465"/>
            </a:xfrm>
            <a:prstGeom prst="rect">
              <a:avLst/>
            </a:prstGeom>
            <a:noFill/>
            <a:ln w="9525">
              <a:noFill/>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algn="ctr" eaLnBrk="1" hangingPunct="1">
                <a:spcBef>
                  <a:spcPct val="0"/>
                </a:spcBef>
                <a:buClrTx/>
                <a:buSzTx/>
                <a:buFontTx/>
                <a:buNone/>
              </a:pPr>
              <a:r>
                <a:rPr lang="zh-CN" altLang="en-US" sz="1800" dirty="0">
                  <a:latin typeface="黑体" panose="02010609060101010101" pitchFamily="49" charset="-122"/>
                  <a:ea typeface="黑体" panose="02010609060101010101" pitchFamily="49" charset="-122"/>
                </a:rPr>
                <a:t>报名单</a:t>
              </a:r>
              <a:endParaRPr lang="zh-CN" altLang="en-US" sz="1800" b="1" dirty="0">
                <a:latin typeface="黑体" panose="02010609060101010101" pitchFamily="49" charset="-122"/>
                <a:ea typeface="黑体" panose="02010609060101010101" pitchFamily="49" charset="-122"/>
              </a:endParaRPr>
            </a:p>
          </p:txBody>
        </p:sp>
      </p:grpSp>
      <p:grpSp>
        <p:nvGrpSpPr>
          <p:cNvPr id="72713" name="Group 22"/>
          <p:cNvGrpSpPr/>
          <p:nvPr/>
        </p:nvGrpSpPr>
        <p:grpSpPr>
          <a:xfrm>
            <a:off x="2741613" y="4187825"/>
            <a:ext cx="765175" cy="1682750"/>
            <a:chOff x="2454" y="2850"/>
            <a:chExt cx="602" cy="1050"/>
          </a:xfrm>
        </p:grpSpPr>
        <p:sp>
          <p:nvSpPr>
            <p:cNvPr id="72736" name="Line 23"/>
            <p:cNvSpPr/>
            <p:nvPr/>
          </p:nvSpPr>
          <p:spPr>
            <a:xfrm flipH="1">
              <a:off x="2636" y="2850"/>
              <a:ext cx="2" cy="1050"/>
            </a:xfrm>
            <a:prstGeom prst="line">
              <a:avLst/>
            </a:prstGeom>
            <a:ln w="9525" cap="flat" cmpd="sng">
              <a:solidFill>
                <a:srgbClr val="000000"/>
              </a:solidFill>
              <a:prstDash val="solid"/>
              <a:headEnd type="none" w="sm" len="med"/>
              <a:tailEnd type="triangle" w="sm" len="med"/>
            </a:ln>
          </p:spPr>
        </p:sp>
        <p:sp>
          <p:nvSpPr>
            <p:cNvPr id="72737" name="Rectangle 24"/>
            <p:cNvSpPr/>
            <p:nvPr/>
          </p:nvSpPr>
          <p:spPr>
            <a:xfrm>
              <a:off x="2454" y="2850"/>
              <a:ext cx="602" cy="1008"/>
            </a:xfrm>
            <a:prstGeom prst="rect">
              <a:avLst/>
            </a:prstGeom>
            <a:noFill/>
            <a:ln w="9525">
              <a:noFill/>
            </a:ln>
          </p:spPr>
          <p:txBody>
            <a:bodyPr vert="eaVert"/>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algn="just" eaLnBrk="1" hangingPunct="1">
                <a:spcBef>
                  <a:spcPct val="0"/>
                </a:spcBef>
                <a:buClrTx/>
                <a:buSzTx/>
                <a:buFontTx/>
                <a:buNone/>
              </a:pPr>
              <a:r>
                <a:rPr lang="zh-CN" altLang="en-US" sz="1800" dirty="0">
                  <a:latin typeface="黑体" panose="02010609060101010101" pitchFamily="49" charset="-122"/>
                  <a:ea typeface="黑体" panose="02010609060101010101" pitchFamily="49" charset="-122"/>
                </a:rPr>
                <a:t>考生名单</a:t>
              </a:r>
              <a:endParaRPr lang="zh-CN" altLang="en-US" sz="1800" b="1" dirty="0">
                <a:latin typeface="黑体" panose="02010609060101010101" pitchFamily="49" charset="-122"/>
                <a:ea typeface="黑体" panose="02010609060101010101" pitchFamily="49" charset="-122"/>
              </a:endParaRPr>
            </a:p>
          </p:txBody>
        </p:sp>
      </p:grpSp>
      <p:sp>
        <p:nvSpPr>
          <p:cNvPr id="72714" name="Rectangle 26"/>
          <p:cNvSpPr/>
          <p:nvPr/>
        </p:nvSpPr>
        <p:spPr>
          <a:xfrm>
            <a:off x="609600" y="2057400"/>
            <a:ext cx="2057400" cy="744538"/>
          </a:xfrm>
          <a:prstGeom prst="rect">
            <a:avLst/>
          </a:prstGeom>
          <a:noFill/>
          <a:ln w="9525">
            <a:noFill/>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algn="ctr" eaLnBrk="1" hangingPunct="1">
              <a:spcBef>
                <a:spcPct val="0"/>
              </a:spcBef>
              <a:buClrTx/>
              <a:buSzTx/>
              <a:buFontTx/>
              <a:buNone/>
            </a:pPr>
            <a:r>
              <a:rPr lang="zh-CN" altLang="en-US" sz="1800" dirty="0">
                <a:latin typeface="黑体" panose="02010609060101010101" pitchFamily="49" charset="-122"/>
                <a:ea typeface="黑体" panose="02010609060101010101" pitchFamily="49" charset="-122"/>
              </a:rPr>
              <a:t>不合格报名单</a:t>
            </a:r>
            <a:endParaRPr lang="zh-CN" altLang="en-US" sz="1800" b="1" dirty="0">
              <a:latin typeface="黑体" panose="02010609060101010101" pitchFamily="49" charset="-122"/>
              <a:ea typeface="黑体" panose="02010609060101010101" pitchFamily="49" charset="-122"/>
            </a:endParaRPr>
          </a:p>
        </p:txBody>
      </p:sp>
      <p:sp>
        <p:nvSpPr>
          <p:cNvPr id="72715" name="Arc 27"/>
          <p:cNvSpPr/>
          <p:nvPr/>
        </p:nvSpPr>
        <p:spPr>
          <a:xfrm rot="-5688898" flipV="1">
            <a:off x="1185863" y="1933575"/>
            <a:ext cx="908050" cy="1712913"/>
          </a:xfrm>
          <a:custGeom>
            <a:avLst/>
            <a:gdLst/>
            <a:ahLst/>
            <a:cxnLst>
              <a:cxn ang="0">
                <a:pos x="0" y="0"/>
              </a:cxn>
              <a:cxn ang="0">
                <a:pos x="2147483646" y="2147483646"/>
              </a:cxn>
              <a:cxn ang="0">
                <a:pos x="0" y="2147483646"/>
              </a:cxn>
            </a:cxnLst>
            <a:pathLst>
              <a:path w="21600" h="21600" fill="none">
                <a:moveTo>
                  <a:pt x="-1" y="0"/>
                </a:moveTo>
                <a:cubicBezTo>
                  <a:pt x="11929" y="0"/>
                  <a:pt x="21600" y="9670"/>
                  <a:pt x="21600" y="21600"/>
                </a:cubicBezTo>
              </a:path>
              <a:path w="21600" h="21600" stroke="0">
                <a:moveTo>
                  <a:pt x="-1" y="0"/>
                </a:moveTo>
                <a:cubicBezTo>
                  <a:pt x="11929" y="0"/>
                  <a:pt x="21600" y="9670"/>
                  <a:pt x="21600" y="21600"/>
                </a:cubicBezTo>
                <a:lnTo>
                  <a:pt x="0" y="21600"/>
                </a:lnTo>
                <a:lnTo>
                  <a:pt x="-1" y="0"/>
                </a:lnTo>
                <a:close/>
              </a:path>
            </a:pathLst>
          </a:custGeom>
          <a:noFill/>
          <a:ln w="9525" cap="flat" cmpd="sng">
            <a:solidFill>
              <a:srgbClr val="000000">
                <a:alpha val="100000"/>
              </a:srgbClr>
            </a:solidFill>
            <a:prstDash val="solid"/>
            <a:round/>
            <a:headEnd type="none" w="sm" len="med"/>
            <a:tailEnd type="triangle" w="sm" len="med"/>
          </a:ln>
        </p:spPr>
        <p:txBody>
          <a:bodyPr/>
          <a:p>
            <a:endParaRPr lang="zh-CN" altLang="en-US"/>
          </a:p>
        </p:txBody>
      </p:sp>
      <p:grpSp>
        <p:nvGrpSpPr>
          <p:cNvPr id="72716" name="Group 28"/>
          <p:cNvGrpSpPr/>
          <p:nvPr/>
        </p:nvGrpSpPr>
        <p:grpSpPr>
          <a:xfrm>
            <a:off x="746125" y="3706813"/>
            <a:ext cx="1711325" cy="909637"/>
            <a:chOff x="3268" y="10725"/>
            <a:chExt cx="1347" cy="567"/>
          </a:xfrm>
        </p:grpSpPr>
        <p:sp>
          <p:nvSpPr>
            <p:cNvPr id="72734" name="Arc 29"/>
            <p:cNvSpPr/>
            <p:nvPr/>
          </p:nvSpPr>
          <p:spPr>
            <a:xfrm rot="5912274">
              <a:off x="3658" y="10335"/>
              <a:ext cx="567" cy="1347"/>
            </a:xfrm>
            <a:custGeom>
              <a:avLst/>
              <a:gdLst/>
              <a:ahLst/>
              <a:cxnLst>
                <a:cxn ang="0">
                  <a:pos x="0" y="0"/>
                </a:cxn>
                <a:cxn ang="0">
                  <a:pos x="0" y="0"/>
                </a:cxn>
                <a:cxn ang="0">
                  <a:pos x="0" y="0"/>
                </a:cxn>
              </a:cxnLst>
              <a:pathLst>
                <a:path w="21600" h="21600" fill="none">
                  <a:moveTo>
                    <a:pt x="-1" y="0"/>
                  </a:moveTo>
                  <a:cubicBezTo>
                    <a:pt x="11929" y="0"/>
                    <a:pt x="21600" y="9670"/>
                    <a:pt x="21600" y="21600"/>
                  </a:cubicBezTo>
                </a:path>
                <a:path w="21600" h="21600" stroke="0">
                  <a:moveTo>
                    <a:pt x="-1" y="0"/>
                  </a:moveTo>
                  <a:cubicBezTo>
                    <a:pt x="11929" y="0"/>
                    <a:pt x="21600" y="9670"/>
                    <a:pt x="21600" y="21600"/>
                  </a:cubicBezTo>
                  <a:lnTo>
                    <a:pt x="0" y="21600"/>
                  </a:lnTo>
                  <a:lnTo>
                    <a:pt x="-1" y="0"/>
                  </a:lnTo>
                  <a:close/>
                </a:path>
              </a:pathLst>
            </a:custGeom>
            <a:noFill/>
            <a:ln w="9525" cap="flat" cmpd="sng">
              <a:solidFill>
                <a:srgbClr val="000000">
                  <a:alpha val="100000"/>
                </a:srgbClr>
              </a:solidFill>
              <a:prstDash val="solid"/>
              <a:round/>
              <a:headEnd type="none" w="sm" len="med"/>
              <a:tailEnd type="triangle" w="sm" len="med"/>
            </a:ln>
          </p:spPr>
          <p:txBody>
            <a:bodyPr/>
            <a:p>
              <a:endParaRPr lang="zh-CN" altLang="en-US"/>
            </a:p>
          </p:txBody>
        </p:sp>
        <p:sp>
          <p:nvSpPr>
            <p:cNvPr id="72735" name="Rectangle 30"/>
            <p:cNvSpPr/>
            <p:nvPr/>
          </p:nvSpPr>
          <p:spPr>
            <a:xfrm>
              <a:off x="3384" y="10815"/>
              <a:ext cx="944" cy="465"/>
            </a:xfrm>
            <a:prstGeom prst="rect">
              <a:avLst/>
            </a:prstGeom>
            <a:noFill/>
            <a:ln w="9525">
              <a:noFill/>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algn="ctr" eaLnBrk="1" hangingPunct="1">
                <a:spcBef>
                  <a:spcPct val="0"/>
                </a:spcBef>
                <a:buClrTx/>
                <a:buSzTx/>
                <a:buFontTx/>
                <a:buNone/>
              </a:pPr>
              <a:r>
                <a:rPr lang="zh-CN" altLang="en-US" sz="1800" dirty="0">
                  <a:latin typeface="黑体" panose="02010609060101010101" pitchFamily="49" charset="-122"/>
                  <a:ea typeface="黑体" panose="02010609060101010101" pitchFamily="49" charset="-122"/>
                </a:rPr>
                <a:t>准考证</a:t>
              </a:r>
              <a:endParaRPr lang="zh-CN" altLang="en-US" sz="1800" b="1" dirty="0">
                <a:latin typeface="黑体" panose="02010609060101010101" pitchFamily="49" charset="-122"/>
                <a:ea typeface="黑体" panose="02010609060101010101" pitchFamily="49" charset="-122"/>
              </a:endParaRPr>
            </a:p>
          </p:txBody>
        </p:sp>
      </p:grpSp>
      <p:grpSp>
        <p:nvGrpSpPr>
          <p:cNvPr id="72717" name="Group 32"/>
          <p:cNvGrpSpPr/>
          <p:nvPr/>
        </p:nvGrpSpPr>
        <p:grpSpPr>
          <a:xfrm>
            <a:off x="4857750" y="2794000"/>
            <a:ext cx="1238250" cy="1362075"/>
            <a:chOff x="4154" y="12570"/>
            <a:chExt cx="974" cy="850"/>
          </a:xfrm>
        </p:grpSpPr>
        <p:sp>
          <p:nvSpPr>
            <p:cNvPr id="72732" name="Oval 33"/>
            <p:cNvSpPr/>
            <p:nvPr/>
          </p:nvSpPr>
          <p:spPr>
            <a:xfrm>
              <a:off x="4214" y="12570"/>
              <a:ext cx="850" cy="850"/>
            </a:xfrm>
            <a:prstGeom prst="ellipse">
              <a:avLst/>
            </a:prstGeom>
            <a:noFill/>
            <a:ln w="9525" cap="flat" cmpd="sng">
              <a:solidFill>
                <a:srgbClr val="000000"/>
              </a:solidFill>
              <a:prstDash val="solid"/>
              <a:headEnd type="none" w="med" len="med"/>
              <a:tailEnd type="none" w="med" len="med"/>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eaLnBrk="1" hangingPunct="1">
                <a:spcBef>
                  <a:spcPct val="0"/>
                </a:spcBef>
                <a:buClrTx/>
                <a:buSzTx/>
                <a:buFontTx/>
                <a:buNone/>
              </a:pPr>
              <a:endParaRPr lang="zh-CN" altLang="en-US" sz="1600" b="1" dirty="0">
                <a:latin typeface="Comic Sans MS" panose="030F0702030302020204" pitchFamily="66" charset="0"/>
              </a:endParaRPr>
            </a:p>
          </p:txBody>
        </p:sp>
        <p:sp>
          <p:nvSpPr>
            <p:cNvPr id="72733" name="Rectangle 34"/>
            <p:cNvSpPr/>
            <p:nvPr/>
          </p:nvSpPr>
          <p:spPr>
            <a:xfrm>
              <a:off x="4154" y="12630"/>
              <a:ext cx="974" cy="780"/>
            </a:xfrm>
            <a:prstGeom prst="rect">
              <a:avLst/>
            </a:prstGeom>
            <a:noFill/>
            <a:ln w="9525">
              <a:noFill/>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algn="ctr" eaLnBrk="1" hangingPunct="1">
                <a:spcBef>
                  <a:spcPct val="0"/>
                </a:spcBef>
                <a:buClrTx/>
                <a:buSzTx/>
                <a:buFontTx/>
                <a:buNone/>
              </a:pPr>
              <a:r>
                <a:rPr lang="en-US" altLang="zh-CN" sz="1800" dirty="0">
                  <a:latin typeface="黑体" panose="02010609060101010101" pitchFamily="49" charset="-122"/>
                  <a:ea typeface="黑体" panose="02010609060101010101" pitchFamily="49" charset="-122"/>
                </a:rPr>
                <a:t>2</a:t>
              </a:r>
              <a:endParaRPr lang="en-US" altLang="zh-CN" sz="1800" dirty="0">
                <a:latin typeface="黑体" panose="02010609060101010101" pitchFamily="49" charset="-122"/>
                <a:ea typeface="黑体" panose="02010609060101010101" pitchFamily="49" charset="-122"/>
              </a:endParaRPr>
            </a:p>
            <a:p>
              <a:pPr marL="0" lvl="0" indent="0" algn="ctr" eaLnBrk="1" hangingPunct="1">
                <a:spcBef>
                  <a:spcPct val="0"/>
                </a:spcBef>
                <a:buClrTx/>
                <a:buSzTx/>
                <a:buFontTx/>
                <a:buNone/>
              </a:pPr>
              <a:r>
                <a:rPr lang="zh-CN" altLang="en-US" sz="1800" dirty="0">
                  <a:latin typeface="黑体" panose="02010609060101010101" pitchFamily="49" charset="-122"/>
                  <a:ea typeface="黑体" panose="02010609060101010101" pitchFamily="49" charset="-122"/>
                </a:rPr>
                <a:t>统计</a:t>
              </a:r>
              <a:endParaRPr lang="zh-CN" altLang="en-US" sz="1800" dirty="0">
                <a:latin typeface="黑体" panose="02010609060101010101" pitchFamily="49" charset="-122"/>
                <a:ea typeface="黑体" panose="02010609060101010101" pitchFamily="49" charset="-122"/>
              </a:endParaRPr>
            </a:p>
            <a:p>
              <a:pPr marL="0" lvl="0" indent="0" algn="ctr" eaLnBrk="1" hangingPunct="1">
                <a:spcBef>
                  <a:spcPct val="0"/>
                </a:spcBef>
                <a:buClrTx/>
                <a:buSzTx/>
                <a:buFontTx/>
                <a:buNone/>
              </a:pPr>
              <a:r>
                <a:rPr lang="zh-CN" altLang="en-US" sz="1800" dirty="0">
                  <a:latin typeface="黑体" panose="02010609060101010101" pitchFamily="49" charset="-122"/>
                  <a:ea typeface="黑体" panose="02010609060101010101" pitchFamily="49" charset="-122"/>
                </a:rPr>
                <a:t>成绩</a:t>
              </a:r>
              <a:endParaRPr lang="zh-CN" altLang="en-US" sz="1800" b="1" dirty="0">
                <a:latin typeface="黑体" panose="02010609060101010101" pitchFamily="49" charset="-122"/>
                <a:ea typeface="黑体" panose="02010609060101010101" pitchFamily="49" charset="-122"/>
              </a:endParaRPr>
            </a:p>
          </p:txBody>
        </p:sp>
      </p:grpSp>
      <p:grpSp>
        <p:nvGrpSpPr>
          <p:cNvPr id="72718" name="Group 35"/>
          <p:cNvGrpSpPr/>
          <p:nvPr/>
        </p:nvGrpSpPr>
        <p:grpSpPr>
          <a:xfrm>
            <a:off x="6000750" y="2914650"/>
            <a:ext cx="1622425" cy="744538"/>
            <a:chOff x="7918" y="3720"/>
            <a:chExt cx="1276" cy="465"/>
          </a:xfrm>
        </p:grpSpPr>
        <p:sp>
          <p:nvSpPr>
            <p:cNvPr id="72730" name="Line 36"/>
            <p:cNvSpPr/>
            <p:nvPr/>
          </p:nvSpPr>
          <p:spPr>
            <a:xfrm>
              <a:off x="7918" y="4065"/>
              <a:ext cx="1276" cy="0"/>
            </a:xfrm>
            <a:prstGeom prst="line">
              <a:avLst/>
            </a:prstGeom>
            <a:ln w="9525" cap="flat" cmpd="sng">
              <a:solidFill>
                <a:srgbClr val="000000"/>
              </a:solidFill>
              <a:prstDash val="solid"/>
              <a:headEnd type="none" w="sm" len="med"/>
              <a:tailEnd type="triangle" w="sm" len="med"/>
            </a:ln>
          </p:spPr>
        </p:sp>
        <p:sp>
          <p:nvSpPr>
            <p:cNvPr id="72731" name="Rectangle 37"/>
            <p:cNvSpPr/>
            <p:nvPr/>
          </p:nvSpPr>
          <p:spPr>
            <a:xfrm>
              <a:off x="7934" y="3720"/>
              <a:ext cx="1214" cy="465"/>
            </a:xfrm>
            <a:prstGeom prst="rect">
              <a:avLst/>
            </a:prstGeom>
            <a:noFill/>
            <a:ln w="9525">
              <a:noFill/>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algn="ctr" eaLnBrk="1" hangingPunct="1">
                <a:spcBef>
                  <a:spcPct val="0"/>
                </a:spcBef>
                <a:buClrTx/>
                <a:buSzTx/>
                <a:buFontTx/>
                <a:buNone/>
              </a:pPr>
              <a:r>
                <a:rPr lang="zh-CN" altLang="en-US" sz="1800" dirty="0">
                  <a:latin typeface="黑体" panose="02010609060101010101" pitchFamily="49" charset="-122"/>
                  <a:ea typeface="黑体" panose="02010609060101010101" pitchFamily="49" charset="-122"/>
                </a:rPr>
                <a:t>统计分析表</a:t>
              </a:r>
              <a:endParaRPr lang="zh-CN" altLang="en-US" sz="1800" b="1" dirty="0">
                <a:latin typeface="黑体" panose="02010609060101010101" pitchFamily="49" charset="-122"/>
                <a:ea typeface="黑体" panose="02010609060101010101" pitchFamily="49" charset="-122"/>
              </a:endParaRPr>
            </a:p>
          </p:txBody>
        </p:sp>
      </p:grpSp>
      <p:grpSp>
        <p:nvGrpSpPr>
          <p:cNvPr id="72719" name="Group 38"/>
          <p:cNvGrpSpPr/>
          <p:nvPr/>
        </p:nvGrpSpPr>
        <p:grpSpPr>
          <a:xfrm>
            <a:off x="5276850" y="4164013"/>
            <a:ext cx="765175" cy="1855787"/>
            <a:chOff x="6834" y="11010"/>
            <a:chExt cx="602" cy="1158"/>
          </a:xfrm>
        </p:grpSpPr>
        <p:sp>
          <p:nvSpPr>
            <p:cNvPr id="72728" name="Line 39"/>
            <p:cNvSpPr/>
            <p:nvPr/>
          </p:nvSpPr>
          <p:spPr>
            <a:xfrm flipH="1">
              <a:off x="7016" y="11010"/>
              <a:ext cx="2" cy="1050"/>
            </a:xfrm>
            <a:prstGeom prst="line">
              <a:avLst/>
            </a:prstGeom>
            <a:ln w="9525" cap="flat" cmpd="sng">
              <a:solidFill>
                <a:srgbClr val="000000"/>
              </a:solidFill>
              <a:prstDash val="solid"/>
              <a:headEnd type="triangle" w="sm" len="med"/>
              <a:tailEnd type="none" w="med" len="med"/>
            </a:ln>
          </p:spPr>
        </p:sp>
        <p:sp>
          <p:nvSpPr>
            <p:cNvPr id="72729" name="Rectangle 40"/>
            <p:cNvSpPr/>
            <p:nvPr/>
          </p:nvSpPr>
          <p:spPr>
            <a:xfrm>
              <a:off x="6834" y="11160"/>
              <a:ext cx="602" cy="1008"/>
            </a:xfrm>
            <a:prstGeom prst="rect">
              <a:avLst/>
            </a:prstGeom>
            <a:noFill/>
            <a:ln w="9525">
              <a:noFill/>
            </a:ln>
          </p:spPr>
          <p:txBody>
            <a:bodyPr vert="eaVert"/>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algn="just" eaLnBrk="1" hangingPunct="1">
                <a:spcBef>
                  <a:spcPct val="0"/>
                </a:spcBef>
                <a:buClrTx/>
                <a:buSzTx/>
                <a:buFontTx/>
                <a:buNone/>
              </a:pPr>
              <a:r>
                <a:rPr lang="zh-CN" altLang="en-US" sz="1800" dirty="0">
                  <a:latin typeface="黑体" panose="02010609060101010101" pitchFamily="49" charset="-122"/>
                  <a:ea typeface="黑体" panose="02010609060101010101" pitchFamily="49" charset="-122"/>
                </a:rPr>
                <a:t>合格标准</a:t>
              </a:r>
              <a:endParaRPr lang="zh-CN" altLang="en-US" sz="1800" b="1" dirty="0">
                <a:latin typeface="黑体" panose="02010609060101010101" pitchFamily="49" charset="-122"/>
                <a:ea typeface="黑体" panose="02010609060101010101" pitchFamily="49" charset="-122"/>
              </a:endParaRPr>
            </a:p>
          </p:txBody>
        </p:sp>
      </p:grpSp>
      <p:sp>
        <p:nvSpPr>
          <p:cNvPr id="72720" name="Rectangle 42"/>
          <p:cNvSpPr/>
          <p:nvPr/>
        </p:nvSpPr>
        <p:spPr>
          <a:xfrm>
            <a:off x="6346825" y="2057400"/>
            <a:ext cx="1543050" cy="746125"/>
          </a:xfrm>
          <a:prstGeom prst="rect">
            <a:avLst/>
          </a:prstGeom>
          <a:noFill/>
          <a:ln w="9525">
            <a:noFill/>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algn="ctr" eaLnBrk="1" hangingPunct="1">
              <a:spcBef>
                <a:spcPct val="0"/>
              </a:spcBef>
              <a:buClrTx/>
              <a:buSzTx/>
              <a:buFontTx/>
              <a:buNone/>
            </a:pPr>
            <a:r>
              <a:rPr lang="zh-CN" altLang="en-US" sz="1800" dirty="0">
                <a:latin typeface="黑体" panose="02010609060101010101" pitchFamily="49" charset="-122"/>
                <a:ea typeface="黑体" panose="02010609060101010101" pitchFamily="49" charset="-122"/>
              </a:rPr>
              <a:t>考生通知单</a:t>
            </a:r>
            <a:endParaRPr lang="zh-CN" altLang="en-US" sz="1800" b="1" dirty="0">
              <a:latin typeface="黑体" panose="02010609060101010101" pitchFamily="49" charset="-122"/>
              <a:ea typeface="黑体" panose="02010609060101010101" pitchFamily="49" charset="-122"/>
            </a:endParaRPr>
          </a:p>
        </p:txBody>
      </p:sp>
      <p:sp>
        <p:nvSpPr>
          <p:cNvPr id="72721" name="Arc 43"/>
          <p:cNvSpPr/>
          <p:nvPr/>
        </p:nvSpPr>
        <p:spPr>
          <a:xfrm rot="5688898" flipH="1" flipV="1">
            <a:off x="6369050" y="1931988"/>
            <a:ext cx="909638" cy="1712912"/>
          </a:xfrm>
          <a:custGeom>
            <a:avLst/>
            <a:gdLst/>
            <a:ahLst/>
            <a:cxnLst>
              <a:cxn ang="0">
                <a:pos x="0" y="0"/>
              </a:cxn>
              <a:cxn ang="0">
                <a:pos x="2147483646" y="2147483646"/>
              </a:cxn>
              <a:cxn ang="0">
                <a:pos x="0" y="2147483646"/>
              </a:cxn>
            </a:cxnLst>
            <a:pathLst>
              <a:path w="21600" h="21600" fill="none">
                <a:moveTo>
                  <a:pt x="-1" y="0"/>
                </a:moveTo>
                <a:cubicBezTo>
                  <a:pt x="11929" y="0"/>
                  <a:pt x="21600" y="9670"/>
                  <a:pt x="21600" y="21600"/>
                </a:cubicBezTo>
              </a:path>
              <a:path w="21600" h="21600" stroke="0">
                <a:moveTo>
                  <a:pt x="-1" y="0"/>
                </a:moveTo>
                <a:cubicBezTo>
                  <a:pt x="11929" y="0"/>
                  <a:pt x="21600" y="9670"/>
                  <a:pt x="21600" y="21600"/>
                </a:cubicBezTo>
                <a:lnTo>
                  <a:pt x="0" y="21600"/>
                </a:lnTo>
                <a:lnTo>
                  <a:pt x="-1" y="0"/>
                </a:lnTo>
                <a:close/>
              </a:path>
            </a:pathLst>
          </a:custGeom>
          <a:noFill/>
          <a:ln w="9525" cap="flat" cmpd="sng">
            <a:solidFill>
              <a:srgbClr val="000000">
                <a:alpha val="100000"/>
              </a:srgbClr>
            </a:solidFill>
            <a:prstDash val="solid"/>
            <a:round/>
            <a:headEnd type="none" w="sm" len="med"/>
            <a:tailEnd type="triangle" w="sm" len="med"/>
          </a:ln>
        </p:spPr>
        <p:txBody>
          <a:bodyPr/>
          <a:p>
            <a:endParaRPr lang="zh-CN" altLang="en-US"/>
          </a:p>
        </p:txBody>
      </p:sp>
      <p:grpSp>
        <p:nvGrpSpPr>
          <p:cNvPr id="72722" name="Group 44"/>
          <p:cNvGrpSpPr/>
          <p:nvPr/>
        </p:nvGrpSpPr>
        <p:grpSpPr>
          <a:xfrm>
            <a:off x="5988050" y="3635375"/>
            <a:ext cx="2012950" cy="908050"/>
            <a:chOff x="7394" y="10680"/>
            <a:chExt cx="1584" cy="567"/>
          </a:xfrm>
        </p:grpSpPr>
        <p:sp>
          <p:nvSpPr>
            <p:cNvPr id="72726" name="Arc 45"/>
            <p:cNvSpPr/>
            <p:nvPr/>
          </p:nvSpPr>
          <p:spPr>
            <a:xfrm rot="-5912274" flipH="1">
              <a:off x="7784" y="10290"/>
              <a:ext cx="567" cy="1347"/>
            </a:xfrm>
            <a:custGeom>
              <a:avLst/>
              <a:gdLst/>
              <a:ahLst/>
              <a:cxnLst>
                <a:cxn ang="0">
                  <a:pos x="0" y="0"/>
                </a:cxn>
                <a:cxn ang="0">
                  <a:pos x="0" y="0"/>
                </a:cxn>
                <a:cxn ang="0">
                  <a:pos x="0" y="0"/>
                </a:cxn>
              </a:cxnLst>
              <a:pathLst>
                <a:path w="21600" h="21600" fill="none">
                  <a:moveTo>
                    <a:pt x="-1" y="0"/>
                  </a:moveTo>
                  <a:cubicBezTo>
                    <a:pt x="11929" y="0"/>
                    <a:pt x="21600" y="9670"/>
                    <a:pt x="21600" y="21600"/>
                  </a:cubicBezTo>
                </a:path>
                <a:path w="21600" h="21600" stroke="0">
                  <a:moveTo>
                    <a:pt x="-1" y="0"/>
                  </a:moveTo>
                  <a:cubicBezTo>
                    <a:pt x="11929" y="0"/>
                    <a:pt x="21600" y="9670"/>
                    <a:pt x="21600" y="21600"/>
                  </a:cubicBezTo>
                  <a:lnTo>
                    <a:pt x="0" y="21600"/>
                  </a:lnTo>
                  <a:lnTo>
                    <a:pt x="-1" y="0"/>
                  </a:lnTo>
                  <a:close/>
                </a:path>
              </a:pathLst>
            </a:custGeom>
            <a:noFill/>
            <a:ln w="9525" cap="flat" cmpd="sng">
              <a:solidFill>
                <a:srgbClr val="000000">
                  <a:alpha val="100000"/>
                </a:srgbClr>
              </a:solidFill>
              <a:prstDash val="solid"/>
              <a:round/>
              <a:headEnd type="none" w="sm" len="med"/>
              <a:tailEnd type="triangle" w="sm" len="med"/>
            </a:ln>
          </p:spPr>
          <p:txBody>
            <a:bodyPr/>
            <a:p>
              <a:endParaRPr lang="zh-CN" altLang="en-US"/>
            </a:p>
          </p:txBody>
        </p:sp>
        <p:sp>
          <p:nvSpPr>
            <p:cNvPr id="72727" name="Rectangle 46"/>
            <p:cNvSpPr/>
            <p:nvPr/>
          </p:nvSpPr>
          <p:spPr>
            <a:xfrm>
              <a:off x="7524" y="10830"/>
              <a:ext cx="1454" cy="390"/>
            </a:xfrm>
            <a:prstGeom prst="rect">
              <a:avLst/>
            </a:prstGeom>
            <a:noFill/>
            <a:ln w="9525">
              <a:noFill/>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algn="ctr" eaLnBrk="1" hangingPunct="1">
                <a:lnSpc>
                  <a:spcPct val="64000"/>
                </a:lnSpc>
                <a:spcBef>
                  <a:spcPct val="0"/>
                </a:spcBef>
                <a:buClrTx/>
                <a:buSzTx/>
                <a:buFontTx/>
                <a:buNone/>
              </a:pPr>
              <a:r>
                <a:rPr lang="zh-CN" altLang="en-US" sz="1800" dirty="0">
                  <a:latin typeface="黑体" panose="02010609060101010101" pitchFamily="49" charset="-122"/>
                  <a:ea typeface="黑体" panose="02010609060101010101" pitchFamily="49" charset="-122"/>
                </a:rPr>
                <a:t>错误成绩清单</a:t>
              </a:r>
              <a:endParaRPr lang="zh-CN" altLang="en-US" sz="1800" b="1" dirty="0">
                <a:latin typeface="黑体" panose="02010609060101010101" pitchFamily="49" charset="-122"/>
                <a:ea typeface="黑体" panose="02010609060101010101" pitchFamily="49" charset="-122"/>
              </a:endParaRPr>
            </a:p>
          </p:txBody>
        </p:sp>
      </p:grpSp>
      <p:grpSp>
        <p:nvGrpSpPr>
          <p:cNvPr id="72723" name="Group 47"/>
          <p:cNvGrpSpPr/>
          <p:nvPr/>
        </p:nvGrpSpPr>
        <p:grpSpPr>
          <a:xfrm>
            <a:off x="5761038" y="4108450"/>
            <a:ext cx="2143125" cy="1112838"/>
            <a:chOff x="7215" y="10975"/>
            <a:chExt cx="1687" cy="695"/>
          </a:xfrm>
        </p:grpSpPr>
        <p:sp>
          <p:nvSpPr>
            <p:cNvPr id="72724" name="Arc 48"/>
            <p:cNvSpPr/>
            <p:nvPr/>
          </p:nvSpPr>
          <p:spPr>
            <a:xfrm rot="-5227353" flipH="1">
              <a:off x="7631" y="10559"/>
              <a:ext cx="637" cy="1469"/>
            </a:xfrm>
            <a:custGeom>
              <a:avLst/>
              <a:gdLst/>
              <a:ahLst/>
              <a:cxnLst>
                <a:cxn ang="0">
                  <a:pos x="0" y="0"/>
                </a:cxn>
                <a:cxn ang="0">
                  <a:pos x="0" y="0"/>
                </a:cxn>
                <a:cxn ang="0">
                  <a:pos x="0" y="0"/>
                </a:cxn>
              </a:cxnLst>
              <a:pathLst>
                <a:path w="21600" h="21600" fill="none">
                  <a:moveTo>
                    <a:pt x="-1" y="0"/>
                  </a:moveTo>
                  <a:cubicBezTo>
                    <a:pt x="11929" y="0"/>
                    <a:pt x="21600" y="9670"/>
                    <a:pt x="21600" y="21600"/>
                  </a:cubicBezTo>
                </a:path>
                <a:path w="21600" h="21600" stroke="0">
                  <a:moveTo>
                    <a:pt x="-1" y="0"/>
                  </a:moveTo>
                  <a:cubicBezTo>
                    <a:pt x="11929" y="0"/>
                    <a:pt x="21600" y="9670"/>
                    <a:pt x="21600" y="21600"/>
                  </a:cubicBezTo>
                  <a:lnTo>
                    <a:pt x="0" y="21600"/>
                  </a:lnTo>
                  <a:lnTo>
                    <a:pt x="-1" y="0"/>
                  </a:lnTo>
                  <a:close/>
                </a:path>
              </a:pathLst>
            </a:custGeom>
            <a:noFill/>
            <a:ln w="9525" cap="flat" cmpd="sng">
              <a:solidFill>
                <a:srgbClr val="000000">
                  <a:alpha val="100000"/>
                </a:srgbClr>
              </a:solidFill>
              <a:prstDash val="solid"/>
              <a:round/>
              <a:headEnd type="triangle" w="sm" len="med"/>
              <a:tailEnd type="none" w="med" len="med"/>
            </a:ln>
          </p:spPr>
          <p:txBody>
            <a:bodyPr/>
            <a:p>
              <a:endParaRPr lang="zh-CN" altLang="en-US"/>
            </a:p>
          </p:txBody>
        </p:sp>
        <p:sp>
          <p:nvSpPr>
            <p:cNvPr id="72725" name="Rectangle 49"/>
            <p:cNvSpPr/>
            <p:nvPr/>
          </p:nvSpPr>
          <p:spPr>
            <a:xfrm>
              <a:off x="7778" y="11280"/>
              <a:ext cx="1124" cy="390"/>
            </a:xfrm>
            <a:prstGeom prst="rect">
              <a:avLst/>
            </a:prstGeom>
            <a:noFill/>
            <a:ln w="9525">
              <a:noFill/>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algn="ctr" eaLnBrk="1" hangingPunct="1">
                <a:lnSpc>
                  <a:spcPct val="64000"/>
                </a:lnSpc>
                <a:spcBef>
                  <a:spcPct val="0"/>
                </a:spcBef>
                <a:buClrTx/>
                <a:buSzTx/>
                <a:buFontTx/>
                <a:buNone/>
              </a:pPr>
              <a:r>
                <a:rPr lang="zh-CN" altLang="en-US" sz="1800" dirty="0">
                  <a:latin typeface="黑体" panose="02010609060101010101" pitchFamily="49" charset="-122"/>
                  <a:ea typeface="黑体" panose="02010609060101010101" pitchFamily="49" charset="-122"/>
                </a:rPr>
                <a:t>成绩清单</a:t>
              </a:r>
              <a:endParaRPr lang="zh-CN" altLang="en-US" sz="1800" b="1" dirty="0">
                <a:latin typeface="黑体" panose="02010609060101010101" pitchFamily="49" charset="-122"/>
                <a:ea typeface="黑体" panose="02010609060101010101" pitchFamily="49" charset="-122"/>
              </a:endParaRPr>
            </a:p>
          </p:txBody>
        </p:sp>
      </p:gr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4754" name="Rectangle 2"/>
          <p:cNvSpPr>
            <a:spLocks noGrp="1"/>
          </p:cNvSpPr>
          <p:nvPr>
            <p:ph type="title"/>
          </p:nvPr>
        </p:nvSpPr>
        <p:spPr>
          <a:xfrm>
            <a:off x="442913" y="304800"/>
            <a:ext cx="8229600" cy="1143000"/>
          </a:xfrm>
        </p:spPr>
        <p:txBody>
          <a:bodyPr vert="horz" wrap="square" lIns="0" tIns="45720" rIns="0" bIns="0" anchor="b" anchorCtr="0"/>
          <a:p>
            <a:pPr eaLnBrk="1" hangingPunct="1"/>
            <a:r>
              <a:rPr lang="zh-CN" altLang="en-US" b="1" dirty="0">
                <a:latin typeface="微软雅黑" panose="020B0503020204020204" pitchFamily="34" charset="-122"/>
                <a:ea typeface="微软雅黑" panose="020B0503020204020204" pitchFamily="34" charset="-122"/>
              </a:rPr>
              <a:t>考务处理系统加工</a:t>
            </a:r>
            <a:r>
              <a:rPr lang="en-US" altLang="zh-CN" b="1" dirty="0">
                <a:latin typeface="微软雅黑" panose="020B0503020204020204" pitchFamily="34" charset="-122"/>
                <a:ea typeface="微软雅黑" panose="020B0503020204020204" pitchFamily="34" charset="-122"/>
              </a:rPr>
              <a:t>1</a:t>
            </a:r>
            <a:r>
              <a:rPr lang="zh-CN" altLang="en-US" b="1" dirty="0">
                <a:latin typeface="微软雅黑" panose="020B0503020204020204" pitchFamily="34" charset="-122"/>
                <a:ea typeface="微软雅黑" panose="020B0503020204020204" pitchFamily="34" charset="-122"/>
              </a:rPr>
              <a:t>子图</a:t>
            </a:r>
            <a:endParaRPr lang="zh-CN" altLang="en-US" b="1" dirty="0">
              <a:latin typeface="微软雅黑" panose="020B0503020204020204" pitchFamily="34" charset="-122"/>
              <a:ea typeface="微软雅黑" panose="020B0503020204020204" pitchFamily="34" charset="-122"/>
            </a:endParaRPr>
          </a:p>
        </p:txBody>
      </p:sp>
      <p:sp>
        <p:nvSpPr>
          <p:cNvPr id="74755" name="Rectangle 3"/>
          <p:cNvSpPr>
            <a:spLocks noGrp="1"/>
          </p:cNvSpPr>
          <p:nvPr>
            <p:ph idx="1"/>
          </p:nvPr>
        </p:nvSpPr>
        <p:spPr>
          <a:xfrm>
            <a:off x="381000" y="1600200"/>
            <a:ext cx="7924800" cy="1752600"/>
          </a:xfrm>
        </p:spPr>
        <p:txBody>
          <a:bodyPr vert="horz" wrap="square" lIns="91440" tIns="45720" rIns="91440" bIns="45720" anchor="t" anchorCtr="0"/>
          <a:p>
            <a:pPr eaLnBrk="1" hangingPunct="1">
              <a:lnSpc>
                <a:spcPct val="90000"/>
              </a:lnSpc>
              <a:buFont typeface="Wingdings" panose="05000000000000000000" pitchFamily="2" charset="2"/>
              <a:buChar char="p"/>
            </a:pPr>
            <a:r>
              <a:rPr lang="en-US" altLang="zh-CN" sz="2400" b="1" dirty="0">
                <a:solidFill>
                  <a:srgbClr val="FF0000"/>
                </a:solidFill>
              </a:rPr>
              <a:t>3</a:t>
            </a:r>
            <a:r>
              <a:rPr lang="zh-CN" altLang="en-US" sz="2400" b="1" dirty="0">
                <a:solidFill>
                  <a:srgbClr val="FF0000"/>
                </a:solidFill>
              </a:rPr>
              <a:t>个子加工</a:t>
            </a:r>
            <a:r>
              <a:rPr lang="zh-CN" altLang="en-US" sz="2400" dirty="0"/>
              <a:t>：</a:t>
            </a:r>
            <a:r>
              <a:rPr lang="zh-CN" altLang="en-US" sz="2400" u="sng" dirty="0"/>
              <a:t>检查报名单</a:t>
            </a:r>
            <a:r>
              <a:rPr lang="zh-CN" altLang="en-US" sz="2400" dirty="0"/>
              <a:t>、</a:t>
            </a:r>
            <a:r>
              <a:rPr lang="zh-CN" altLang="en-US" sz="2400" u="sng" dirty="0"/>
              <a:t>编准考证号</a:t>
            </a:r>
            <a:r>
              <a:rPr lang="zh-CN" altLang="en-US" sz="2400" dirty="0"/>
              <a:t>、</a:t>
            </a:r>
            <a:r>
              <a:rPr lang="zh-CN" altLang="en-US" sz="2400" u="sng" dirty="0"/>
              <a:t>登记考生</a:t>
            </a:r>
            <a:endParaRPr lang="zh-CN" altLang="en-US" sz="2400" u="sng" dirty="0"/>
          </a:p>
          <a:p>
            <a:pPr eaLnBrk="1" hangingPunct="1">
              <a:lnSpc>
                <a:spcPct val="90000"/>
              </a:lnSpc>
              <a:buFont typeface="Wingdings" panose="05000000000000000000" pitchFamily="2" charset="2"/>
              <a:buChar char="p"/>
            </a:pPr>
            <a:r>
              <a:rPr lang="zh-CN" altLang="en-US" sz="2400" dirty="0">
                <a:latin typeface="Arial" panose="020B0604020202020204" pitchFamily="34" charset="0"/>
              </a:rPr>
              <a:t>“</a:t>
            </a:r>
            <a:r>
              <a:rPr lang="zh-CN" altLang="en-US" sz="2400" dirty="0"/>
              <a:t>合格报名单</a:t>
            </a:r>
            <a:r>
              <a:rPr lang="zh-CN" altLang="en-US" sz="2400" dirty="0">
                <a:latin typeface="Arial" panose="020B0604020202020204" pitchFamily="34" charset="0"/>
              </a:rPr>
              <a:t>”</a:t>
            </a:r>
            <a:r>
              <a:rPr lang="zh-CN" altLang="en-US" sz="2400" dirty="0"/>
              <a:t>和</a:t>
            </a:r>
            <a:r>
              <a:rPr lang="zh-CN" altLang="en-US" sz="2400" dirty="0">
                <a:latin typeface="Arial" panose="020B0604020202020204" pitchFamily="34" charset="0"/>
              </a:rPr>
              <a:t>“</a:t>
            </a:r>
            <a:r>
              <a:rPr lang="zh-CN" altLang="en-US" sz="2400" dirty="0"/>
              <a:t>正式报名单</a:t>
            </a:r>
            <a:r>
              <a:rPr lang="zh-CN" altLang="en-US" sz="2400" dirty="0">
                <a:latin typeface="Arial" panose="020B0604020202020204" pitchFamily="34" charset="0"/>
              </a:rPr>
              <a:t>”</a:t>
            </a:r>
            <a:r>
              <a:rPr lang="zh-CN" altLang="en-US" sz="2400" dirty="0"/>
              <a:t>是新增加的数据流，其它数据流都是加工</a:t>
            </a:r>
            <a:r>
              <a:rPr lang="en-US" altLang="zh-CN" sz="2400" dirty="0"/>
              <a:t>1</a:t>
            </a:r>
            <a:r>
              <a:rPr lang="zh-CN" altLang="en-US" sz="2400" dirty="0"/>
              <a:t>原有的</a:t>
            </a:r>
            <a:endParaRPr lang="zh-CN" altLang="en-US" sz="2800" dirty="0"/>
          </a:p>
          <a:p>
            <a:pPr eaLnBrk="1" hangingPunct="1">
              <a:lnSpc>
                <a:spcPct val="90000"/>
              </a:lnSpc>
              <a:buFont typeface="Wingdings 2" panose="05020102010507070707" pitchFamily="18" charset="2"/>
              <a:buChar char=""/>
            </a:pPr>
            <a:endParaRPr lang="zh-CN" altLang="en-US" sz="2800" dirty="0"/>
          </a:p>
          <a:p>
            <a:pPr eaLnBrk="1" hangingPunct="1">
              <a:lnSpc>
                <a:spcPct val="90000"/>
              </a:lnSpc>
              <a:buFont typeface="Wingdings 2" panose="05020102010507070707" pitchFamily="18" charset="2"/>
              <a:buChar char=""/>
            </a:pPr>
            <a:endParaRPr lang="en-US" altLang="zh-CN" sz="2800" dirty="0"/>
          </a:p>
        </p:txBody>
      </p:sp>
      <p:grpSp>
        <p:nvGrpSpPr>
          <p:cNvPr id="74756" name="Group 8"/>
          <p:cNvGrpSpPr/>
          <p:nvPr/>
        </p:nvGrpSpPr>
        <p:grpSpPr>
          <a:xfrm>
            <a:off x="5135563" y="5241925"/>
            <a:ext cx="2789237" cy="944563"/>
            <a:chOff x="5516" y="6465"/>
            <a:chExt cx="2206" cy="850"/>
          </a:xfrm>
        </p:grpSpPr>
        <p:grpSp>
          <p:nvGrpSpPr>
            <p:cNvPr id="74786" name="Group 9"/>
            <p:cNvGrpSpPr/>
            <p:nvPr/>
          </p:nvGrpSpPr>
          <p:grpSpPr>
            <a:xfrm>
              <a:off x="5516" y="6465"/>
              <a:ext cx="974" cy="850"/>
              <a:chOff x="4154" y="12570"/>
              <a:chExt cx="974" cy="850"/>
            </a:xfrm>
          </p:grpSpPr>
          <p:sp>
            <p:nvSpPr>
              <p:cNvPr id="74790" name="Oval 10"/>
              <p:cNvSpPr/>
              <p:nvPr/>
            </p:nvSpPr>
            <p:spPr>
              <a:xfrm>
                <a:off x="4214" y="12570"/>
                <a:ext cx="850" cy="850"/>
              </a:xfrm>
              <a:prstGeom prst="ellipse">
                <a:avLst/>
              </a:prstGeom>
              <a:noFill/>
              <a:ln w="9525" cap="flat" cmpd="sng">
                <a:solidFill>
                  <a:srgbClr val="000000"/>
                </a:solidFill>
                <a:prstDash val="solid"/>
                <a:headEnd type="none" w="med" len="med"/>
                <a:tailEnd type="none" w="med" len="med"/>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eaLnBrk="1" hangingPunct="1">
                  <a:spcBef>
                    <a:spcPct val="0"/>
                  </a:spcBef>
                  <a:buClrTx/>
                  <a:buSzTx/>
                  <a:buFontTx/>
                  <a:buNone/>
                </a:pPr>
                <a:endParaRPr lang="zh-CN" altLang="en-US" sz="1600" b="1" dirty="0">
                  <a:latin typeface="Comic Sans MS" panose="030F0702030302020204" pitchFamily="66" charset="0"/>
                </a:endParaRPr>
              </a:p>
            </p:txBody>
          </p:sp>
          <p:sp>
            <p:nvSpPr>
              <p:cNvPr id="74791" name="Rectangle 11"/>
              <p:cNvSpPr/>
              <p:nvPr/>
            </p:nvSpPr>
            <p:spPr>
              <a:xfrm>
                <a:off x="4154" y="12630"/>
                <a:ext cx="974" cy="780"/>
              </a:xfrm>
              <a:prstGeom prst="rect">
                <a:avLst/>
              </a:prstGeom>
              <a:noFill/>
              <a:ln w="9525">
                <a:noFill/>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algn="ctr" eaLnBrk="1" hangingPunct="1">
                  <a:spcBef>
                    <a:spcPct val="0"/>
                  </a:spcBef>
                  <a:buClrTx/>
                  <a:buSzTx/>
                  <a:buFontTx/>
                  <a:buNone/>
                </a:pPr>
                <a:r>
                  <a:rPr lang="en-US" altLang="zh-CN" sz="1800" dirty="0">
                    <a:latin typeface="黑体" panose="02010609060101010101" pitchFamily="49" charset="-122"/>
                    <a:ea typeface="黑体" panose="02010609060101010101" pitchFamily="49" charset="-122"/>
                  </a:rPr>
                  <a:t>1.3</a:t>
                </a:r>
                <a:endParaRPr lang="en-US" altLang="zh-CN" sz="1800" dirty="0">
                  <a:latin typeface="黑体" panose="02010609060101010101" pitchFamily="49" charset="-122"/>
                  <a:ea typeface="黑体" panose="02010609060101010101" pitchFamily="49" charset="-122"/>
                </a:endParaRPr>
              </a:p>
              <a:p>
                <a:pPr marL="0" lvl="0" indent="0" algn="ctr" eaLnBrk="1" hangingPunct="1">
                  <a:spcBef>
                    <a:spcPct val="0"/>
                  </a:spcBef>
                  <a:buClrTx/>
                  <a:buSzTx/>
                  <a:buFontTx/>
                  <a:buNone/>
                </a:pPr>
                <a:r>
                  <a:rPr lang="zh-CN" altLang="en-US" sz="1800" dirty="0">
                    <a:latin typeface="黑体" panose="02010609060101010101" pitchFamily="49" charset="-122"/>
                    <a:ea typeface="黑体" panose="02010609060101010101" pitchFamily="49" charset="-122"/>
                  </a:rPr>
                  <a:t>登记</a:t>
                </a:r>
                <a:endParaRPr lang="zh-CN" altLang="en-US" sz="1800" dirty="0">
                  <a:latin typeface="黑体" panose="02010609060101010101" pitchFamily="49" charset="-122"/>
                  <a:ea typeface="黑体" panose="02010609060101010101" pitchFamily="49" charset="-122"/>
                </a:endParaRPr>
              </a:p>
              <a:p>
                <a:pPr marL="0" lvl="0" indent="0" algn="ctr" eaLnBrk="1" hangingPunct="1">
                  <a:spcBef>
                    <a:spcPct val="0"/>
                  </a:spcBef>
                  <a:buClrTx/>
                  <a:buSzTx/>
                  <a:buFontTx/>
                  <a:buNone/>
                </a:pPr>
                <a:r>
                  <a:rPr lang="zh-CN" altLang="en-US" sz="1800" dirty="0">
                    <a:latin typeface="黑体" panose="02010609060101010101" pitchFamily="49" charset="-122"/>
                    <a:ea typeface="黑体" panose="02010609060101010101" pitchFamily="49" charset="-122"/>
                  </a:rPr>
                  <a:t>考生</a:t>
                </a:r>
                <a:endParaRPr lang="zh-CN" altLang="en-US" sz="1800" b="1" dirty="0">
                  <a:latin typeface="黑体" panose="02010609060101010101" pitchFamily="49" charset="-122"/>
                  <a:ea typeface="黑体" panose="02010609060101010101" pitchFamily="49" charset="-122"/>
                </a:endParaRPr>
              </a:p>
            </p:txBody>
          </p:sp>
        </p:grpSp>
        <p:grpSp>
          <p:nvGrpSpPr>
            <p:cNvPr id="74787" name="Group 12"/>
            <p:cNvGrpSpPr/>
            <p:nvPr/>
          </p:nvGrpSpPr>
          <p:grpSpPr>
            <a:xfrm>
              <a:off x="6446" y="6540"/>
              <a:ext cx="1276" cy="465"/>
              <a:chOff x="7918" y="3720"/>
              <a:chExt cx="1276" cy="465"/>
            </a:xfrm>
          </p:grpSpPr>
          <p:sp>
            <p:nvSpPr>
              <p:cNvPr id="74788" name="Line 13"/>
              <p:cNvSpPr/>
              <p:nvPr/>
            </p:nvSpPr>
            <p:spPr>
              <a:xfrm>
                <a:off x="7918" y="4065"/>
                <a:ext cx="1276" cy="0"/>
              </a:xfrm>
              <a:prstGeom prst="line">
                <a:avLst/>
              </a:prstGeom>
              <a:ln w="9525" cap="flat" cmpd="sng">
                <a:solidFill>
                  <a:srgbClr val="000000"/>
                </a:solidFill>
                <a:prstDash val="solid"/>
                <a:headEnd type="none" w="sm" len="med"/>
                <a:tailEnd type="triangle" w="sm" len="med"/>
              </a:ln>
            </p:spPr>
          </p:sp>
          <p:sp>
            <p:nvSpPr>
              <p:cNvPr id="74789" name="Rectangle 14"/>
              <p:cNvSpPr/>
              <p:nvPr/>
            </p:nvSpPr>
            <p:spPr>
              <a:xfrm>
                <a:off x="7934" y="3720"/>
                <a:ext cx="1214" cy="465"/>
              </a:xfrm>
              <a:prstGeom prst="rect">
                <a:avLst/>
              </a:prstGeom>
              <a:noFill/>
              <a:ln w="9525">
                <a:noFill/>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algn="ctr" eaLnBrk="1" hangingPunct="1">
                  <a:spcBef>
                    <a:spcPct val="0"/>
                  </a:spcBef>
                  <a:buClrTx/>
                  <a:buSzTx/>
                  <a:buFontTx/>
                  <a:buNone/>
                </a:pPr>
                <a:r>
                  <a:rPr lang="zh-CN" altLang="en-US" sz="1800" dirty="0">
                    <a:latin typeface="黑体" panose="02010609060101010101" pitchFamily="49" charset="-122"/>
                    <a:ea typeface="黑体" panose="02010609060101010101" pitchFamily="49" charset="-122"/>
                  </a:rPr>
                  <a:t>考生名单</a:t>
                </a:r>
                <a:endParaRPr lang="zh-CN" altLang="en-US" sz="1800" b="1" dirty="0">
                  <a:latin typeface="黑体" panose="02010609060101010101" pitchFamily="49" charset="-122"/>
                  <a:ea typeface="黑体" panose="02010609060101010101" pitchFamily="49" charset="-122"/>
                </a:endParaRPr>
              </a:p>
            </p:txBody>
          </p:sp>
        </p:grpSp>
      </p:grpSp>
      <p:grpSp>
        <p:nvGrpSpPr>
          <p:cNvPr id="74757" name="Group 15"/>
          <p:cNvGrpSpPr/>
          <p:nvPr/>
        </p:nvGrpSpPr>
        <p:grpSpPr>
          <a:xfrm>
            <a:off x="5132388" y="3124200"/>
            <a:ext cx="2789237" cy="944563"/>
            <a:chOff x="5680" y="9405"/>
            <a:chExt cx="2206" cy="850"/>
          </a:xfrm>
        </p:grpSpPr>
        <p:grpSp>
          <p:nvGrpSpPr>
            <p:cNvPr id="74780" name="Group 16"/>
            <p:cNvGrpSpPr/>
            <p:nvPr/>
          </p:nvGrpSpPr>
          <p:grpSpPr>
            <a:xfrm>
              <a:off x="5680" y="9405"/>
              <a:ext cx="974" cy="850"/>
              <a:chOff x="4154" y="12570"/>
              <a:chExt cx="974" cy="850"/>
            </a:xfrm>
          </p:grpSpPr>
          <p:sp>
            <p:nvSpPr>
              <p:cNvPr id="74784" name="Oval 17"/>
              <p:cNvSpPr/>
              <p:nvPr/>
            </p:nvSpPr>
            <p:spPr>
              <a:xfrm>
                <a:off x="4214" y="12570"/>
                <a:ext cx="850" cy="850"/>
              </a:xfrm>
              <a:prstGeom prst="ellipse">
                <a:avLst/>
              </a:prstGeom>
              <a:noFill/>
              <a:ln w="9525" cap="flat" cmpd="sng">
                <a:solidFill>
                  <a:srgbClr val="000000"/>
                </a:solidFill>
                <a:prstDash val="solid"/>
                <a:headEnd type="none" w="med" len="med"/>
                <a:tailEnd type="none" w="med" len="med"/>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eaLnBrk="1" hangingPunct="1">
                  <a:spcBef>
                    <a:spcPct val="0"/>
                  </a:spcBef>
                  <a:buClrTx/>
                  <a:buSzTx/>
                  <a:buFontTx/>
                  <a:buNone/>
                </a:pPr>
                <a:endParaRPr lang="zh-CN" altLang="en-US" sz="1600" b="1" dirty="0">
                  <a:latin typeface="Comic Sans MS" panose="030F0702030302020204" pitchFamily="66" charset="0"/>
                </a:endParaRPr>
              </a:p>
            </p:txBody>
          </p:sp>
          <p:sp>
            <p:nvSpPr>
              <p:cNvPr id="74785" name="Rectangle 18"/>
              <p:cNvSpPr/>
              <p:nvPr/>
            </p:nvSpPr>
            <p:spPr>
              <a:xfrm>
                <a:off x="4154" y="12630"/>
                <a:ext cx="974" cy="780"/>
              </a:xfrm>
              <a:prstGeom prst="rect">
                <a:avLst/>
              </a:prstGeom>
              <a:noFill/>
              <a:ln w="9525">
                <a:noFill/>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algn="ctr" eaLnBrk="1" hangingPunct="1">
                  <a:spcBef>
                    <a:spcPct val="0"/>
                  </a:spcBef>
                  <a:buClrTx/>
                  <a:buSzTx/>
                  <a:buFontTx/>
                  <a:buNone/>
                </a:pPr>
                <a:r>
                  <a:rPr lang="en-US" altLang="zh-CN" sz="1800" dirty="0">
                    <a:latin typeface="黑体" panose="02010609060101010101" pitchFamily="49" charset="-122"/>
                    <a:ea typeface="黑体" panose="02010609060101010101" pitchFamily="49" charset="-122"/>
                  </a:rPr>
                  <a:t>1.2</a:t>
                </a:r>
                <a:endParaRPr lang="en-US" altLang="zh-CN" sz="1800" dirty="0">
                  <a:latin typeface="黑体" panose="02010609060101010101" pitchFamily="49" charset="-122"/>
                  <a:ea typeface="黑体" panose="02010609060101010101" pitchFamily="49" charset="-122"/>
                </a:endParaRPr>
              </a:p>
              <a:p>
                <a:pPr marL="0" lvl="0" indent="0" algn="ctr" eaLnBrk="1" hangingPunct="1">
                  <a:spcBef>
                    <a:spcPct val="0"/>
                  </a:spcBef>
                  <a:buClrTx/>
                  <a:buSzTx/>
                  <a:buFontTx/>
                  <a:buNone/>
                </a:pPr>
                <a:r>
                  <a:rPr lang="zh-CN" altLang="en-US" sz="1800" dirty="0">
                    <a:latin typeface="黑体" panose="02010609060101010101" pitchFamily="49" charset="-122"/>
                    <a:ea typeface="黑体" panose="02010609060101010101" pitchFamily="49" charset="-122"/>
                  </a:rPr>
                  <a:t>编准考证号</a:t>
                </a:r>
                <a:endParaRPr lang="zh-CN" altLang="en-US" sz="1800" b="1" dirty="0">
                  <a:latin typeface="黑体" panose="02010609060101010101" pitchFamily="49" charset="-122"/>
                  <a:ea typeface="黑体" panose="02010609060101010101" pitchFamily="49" charset="-122"/>
                </a:endParaRPr>
              </a:p>
            </p:txBody>
          </p:sp>
        </p:grpSp>
        <p:grpSp>
          <p:nvGrpSpPr>
            <p:cNvPr id="74781" name="Group 19"/>
            <p:cNvGrpSpPr/>
            <p:nvPr/>
          </p:nvGrpSpPr>
          <p:grpSpPr>
            <a:xfrm>
              <a:off x="6610" y="9480"/>
              <a:ext cx="1276" cy="465"/>
              <a:chOff x="7918" y="3720"/>
              <a:chExt cx="1276" cy="465"/>
            </a:xfrm>
          </p:grpSpPr>
          <p:sp>
            <p:nvSpPr>
              <p:cNvPr id="74782" name="Line 20"/>
              <p:cNvSpPr/>
              <p:nvPr/>
            </p:nvSpPr>
            <p:spPr>
              <a:xfrm>
                <a:off x="7918" y="4065"/>
                <a:ext cx="1276" cy="0"/>
              </a:xfrm>
              <a:prstGeom prst="line">
                <a:avLst/>
              </a:prstGeom>
              <a:ln w="9525" cap="flat" cmpd="sng">
                <a:solidFill>
                  <a:srgbClr val="000000"/>
                </a:solidFill>
                <a:prstDash val="solid"/>
                <a:headEnd type="none" w="sm" len="med"/>
                <a:tailEnd type="triangle" w="sm" len="med"/>
              </a:ln>
            </p:spPr>
          </p:sp>
          <p:sp>
            <p:nvSpPr>
              <p:cNvPr id="74783" name="Rectangle 21"/>
              <p:cNvSpPr/>
              <p:nvPr/>
            </p:nvSpPr>
            <p:spPr>
              <a:xfrm>
                <a:off x="7934" y="3720"/>
                <a:ext cx="1214" cy="465"/>
              </a:xfrm>
              <a:prstGeom prst="rect">
                <a:avLst/>
              </a:prstGeom>
              <a:noFill/>
              <a:ln w="9525">
                <a:noFill/>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algn="ctr" eaLnBrk="1" hangingPunct="1">
                  <a:spcBef>
                    <a:spcPct val="0"/>
                  </a:spcBef>
                  <a:buClrTx/>
                  <a:buSzTx/>
                  <a:buFontTx/>
                  <a:buNone/>
                </a:pPr>
                <a:r>
                  <a:rPr lang="zh-CN" altLang="en-US" sz="1800" dirty="0">
                    <a:latin typeface="黑体" panose="02010609060101010101" pitchFamily="49" charset="-122"/>
                    <a:ea typeface="黑体" panose="02010609060101010101" pitchFamily="49" charset="-122"/>
                  </a:rPr>
                  <a:t>准考证</a:t>
                </a:r>
                <a:endParaRPr lang="zh-CN" altLang="en-US" sz="1800" b="1" dirty="0">
                  <a:latin typeface="黑体" panose="02010609060101010101" pitchFamily="49" charset="-122"/>
                  <a:ea typeface="黑体" panose="02010609060101010101" pitchFamily="49" charset="-122"/>
                </a:endParaRPr>
              </a:p>
            </p:txBody>
          </p:sp>
        </p:grpSp>
      </p:grpSp>
      <p:sp>
        <p:nvSpPr>
          <p:cNvPr id="74758" name="Line 23"/>
          <p:cNvSpPr/>
          <p:nvPr/>
        </p:nvSpPr>
        <p:spPr>
          <a:xfrm flipH="1">
            <a:off x="5788025" y="4057650"/>
            <a:ext cx="3175" cy="1166813"/>
          </a:xfrm>
          <a:prstGeom prst="line">
            <a:avLst/>
          </a:prstGeom>
          <a:ln w="9525" cap="flat" cmpd="sng">
            <a:solidFill>
              <a:srgbClr val="000000"/>
            </a:solidFill>
            <a:prstDash val="solid"/>
            <a:headEnd type="none" w="sm" len="med"/>
            <a:tailEnd type="triangle" w="sm" len="med"/>
          </a:ln>
        </p:spPr>
      </p:sp>
      <p:sp>
        <p:nvSpPr>
          <p:cNvPr id="74759" name="Rectangle 24"/>
          <p:cNvSpPr/>
          <p:nvPr/>
        </p:nvSpPr>
        <p:spPr>
          <a:xfrm>
            <a:off x="5511800" y="3905250"/>
            <a:ext cx="762000" cy="1447800"/>
          </a:xfrm>
          <a:prstGeom prst="rect">
            <a:avLst/>
          </a:prstGeom>
          <a:noFill/>
          <a:ln w="9525">
            <a:noFill/>
          </a:ln>
        </p:spPr>
        <p:txBody>
          <a:bodyPr vert="eaVert"/>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algn="just" eaLnBrk="1" hangingPunct="1">
              <a:spcBef>
                <a:spcPct val="0"/>
              </a:spcBef>
              <a:buClrTx/>
              <a:buSzTx/>
              <a:buFontTx/>
              <a:buNone/>
            </a:pPr>
            <a:r>
              <a:rPr lang="en-US" altLang="zh-CN" sz="1800" dirty="0">
                <a:latin typeface="黑体" panose="02010609060101010101" pitchFamily="49" charset="-122"/>
                <a:ea typeface="黑体" panose="02010609060101010101" pitchFamily="49" charset="-122"/>
              </a:rPr>
              <a:t> </a:t>
            </a:r>
            <a:r>
              <a:rPr lang="zh-CN" altLang="en-US" sz="1800" dirty="0">
                <a:latin typeface="黑体" panose="02010609060101010101" pitchFamily="49" charset="-122"/>
                <a:ea typeface="黑体" panose="02010609060101010101" pitchFamily="49" charset="-122"/>
              </a:rPr>
              <a:t>正式报名单</a:t>
            </a:r>
            <a:endParaRPr lang="zh-CN" altLang="en-US" sz="1800" b="1" dirty="0">
              <a:latin typeface="黑体" panose="02010609060101010101" pitchFamily="49" charset="-122"/>
              <a:ea typeface="黑体" panose="02010609060101010101" pitchFamily="49" charset="-122"/>
            </a:endParaRPr>
          </a:p>
        </p:txBody>
      </p:sp>
      <p:grpSp>
        <p:nvGrpSpPr>
          <p:cNvPr id="74760" name="Group 26"/>
          <p:cNvGrpSpPr/>
          <p:nvPr/>
        </p:nvGrpSpPr>
        <p:grpSpPr>
          <a:xfrm>
            <a:off x="1131888" y="3141663"/>
            <a:ext cx="4079875" cy="944562"/>
            <a:chOff x="2530" y="9420"/>
            <a:chExt cx="3226" cy="850"/>
          </a:xfrm>
        </p:grpSpPr>
        <p:grpSp>
          <p:nvGrpSpPr>
            <p:cNvPr id="74771" name="Group 27"/>
            <p:cNvGrpSpPr/>
            <p:nvPr/>
          </p:nvGrpSpPr>
          <p:grpSpPr>
            <a:xfrm>
              <a:off x="3460" y="9420"/>
              <a:ext cx="974" cy="850"/>
              <a:chOff x="4154" y="12570"/>
              <a:chExt cx="974" cy="850"/>
            </a:xfrm>
          </p:grpSpPr>
          <p:sp>
            <p:nvSpPr>
              <p:cNvPr id="74778" name="Oval 28"/>
              <p:cNvSpPr/>
              <p:nvPr/>
            </p:nvSpPr>
            <p:spPr>
              <a:xfrm>
                <a:off x="4214" y="12570"/>
                <a:ext cx="850" cy="850"/>
              </a:xfrm>
              <a:prstGeom prst="ellipse">
                <a:avLst/>
              </a:prstGeom>
              <a:noFill/>
              <a:ln w="9525" cap="flat" cmpd="sng">
                <a:solidFill>
                  <a:srgbClr val="000000"/>
                </a:solidFill>
                <a:prstDash val="solid"/>
                <a:headEnd type="none" w="med" len="med"/>
                <a:tailEnd type="none" w="med" len="med"/>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eaLnBrk="1" hangingPunct="1">
                  <a:spcBef>
                    <a:spcPct val="0"/>
                  </a:spcBef>
                  <a:buClrTx/>
                  <a:buSzTx/>
                  <a:buFontTx/>
                  <a:buNone/>
                </a:pPr>
                <a:endParaRPr lang="zh-CN" altLang="en-US" sz="1600" b="1" dirty="0">
                  <a:latin typeface="Comic Sans MS" panose="030F0702030302020204" pitchFamily="66" charset="0"/>
                </a:endParaRPr>
              </a:p>
            </p:txBody>
          </p:sp>
          <p:sp>
            <p:nvSpPr>
              <p:cNvPr id="74779" name="Rectangle 29"/>
              <p:cNvSpPr/>
              <p:nvPr/>
            </p:nvSpPr>
            <p:spPr>
              <a:xfrm>
                <a:off x="4154" y="12630"/>
                <a:ext cx="974" cy="780"/>
              </a:xfrm>
              <a:prstGeom prst="rect">
                <a:avLst/>
              </a:prstGeom>
              <a:noFill/>
              <a:ln w="9525">
                <a:noFill/>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algn="ctr" eaLnBrk="1" hangingPunct="1">
                  <a:spcBef>
                    <a:spcPct val="0"/>
                  </a:spcBef>
                  <a:buClrTx/>
                  <a:buSzTx/>
                  <a:buFontTx/>
                  <a:buNone/>
                </a:pPr>
                <a:r>
                  <a:rPr lang="en-US" altLang="zh-CN" sz="1800" dirty="0">
                    <a:latin typeface="黑体" panose="02010609060101010101" pitchFamily="49" charset="-122"/>
                    <a:ea typeface="黑体" panose="02010609060101010101" pitchFamily="49" charset="-122"/>
                  </a:rPr>
                  <a:t>1.1</a:t>
                </a:r>
                <a:endParaRPr lang="en-US" altLang="zh-CN" sz="1800" dirty="0">
                  <a:latin typeface="黑体" panose="02010609060101010101" pitchFamily="49" charset="-122"/>
                  <a:ea typeface="黑体" panose="02010609060101010101" pitchFamily="49" charset="-122"/>
                </a:endParaRPr>
              </a:p>
              <a:p>
                <a:pPr marL="0" lvl="0" indent="0" algn="ctr" eaLnBrk="1" hangingPunct="1">
                  <a:spcBef>
                    <a:spcPct val="0"/>
                  </a:spcBef>
                  <a:buClrTx/>
                  <a:buSzTx/>
                  <a:buFontTx/>
                  <a:buNone/>
                </a:pPr>
                <a:r>
                  <a:rPr lang="zh-CN" altLang="en-US" sz="1800" dirty="0">
                    <a:latin typeface="黑体" panose="02010609060101010101" pitchFamily="49" charset="-122"/>
                    <a:ea typeface="黑体" panose="02010609060101010101" pitchFamily="49" charset="-122"/>
                  </a:rPr>
                  <a:t>检查</a:t>
                </a:r>
                <a:endParaRPr lang="zh-CN" altLang="en-US" sz="1800" dirty="0">
                  <a:latin typeface="黑体" panose="02010609060101010101" pitchFamily="49" charset="-122"/>
                  <a:ea typeface="黑体" panose="02010609060101010101" pitchFamily="49" charset="-122"/>
                </a:endParaRPr>
              </a:p>
              <a:p>
                <a:pPr marL="0" lvl="0" indent="0" algn="ctr" eaLnBrk="1" hangingPunct="1">
                  <a:spcBef>
                    <a:spcPct val="0"/>
                  </a:spcBef>
                  <a:buClrTx/>
                  <a:buSzTx/>
                  <a:buFontTx/>
                  <a:buNone/>
                </a:pPr>
                <a:r>
                  <a:rPr lang="zh-CN" altLang="en-US" sz="1800" dirty="0">
                    <a:latin typeface="黑体" panose="02010609060101010101" pitchFamily="49" charset="-122"/>
                    <a:ea typeface="黑体" panose="02010609060101010101" pitchFamily="49" charset="-122"/>
                  </a:rPr>
                  <a:t>报名单</a:t>
                </a:r>
                <a:endParaRPr lang="zh-CN" altLang="en-US" sz="1800" b="1" dirty="0">
                  <a:latin typeface="黑体" panose="02010609060101010101" pitchFamily="49" charset="-122"/>
                  <a:ea typeface="黑体" panose="02010609060101010101" pitchFamily="49" charset="-122"/>
                </a:endParaRPr>
              </a:p>
            </p:txBody>
          </p:sp>
        </p:grpSp>
        <p:grpSp>
          <p:nvGrpSpPr>
            <p:cNvPr id="74772" name="Group 30"/>
            <p:cNvGrpSpPr/>
            <p:nvPr/>
          </p:nvGrpSpPr>
          <p:grpSpPr>
            <a:xfrm>
              <a:off x="4360" y="9495"/>
              <a:ext cx="1396" cy="465"/>
              <a:chOff x="4318" y="5310"/>
              <a:chExt cx="1396" cy="465"/>
            </a:xfrm>
          </p:grpSpPr>
          <p:sp>
            <p:nvSpPr>
              <p:cNvPr id="74776" name="Line 31"/>
              <p:cNvSpPr/>
              <p:nvPr/>
            </p:nvSpPr>
            <p:spPr>
              <a:xfrm>
                <a:off x="4318" y="5655"/>
                <a:ext cx="1396" cy="0"/>
              </a:xfrm>
              <a:prstGeom prst="line">
                <a:avLst/>
              </a:prstGeom>
              <a:ln w="9525" cap="flat" cmpd="sng">
                <a:solidFill>
                  <a:srgbClr val="000000"/>
                </a:solidFill>
                <a:prstDash val="solid"/>
                <a:headEnd type="none" w="sm" len="med"/>
                <a:tailEnd type="triangle" w="sm" len="med"/>
              </a:ln>
            </p:spPr>
          </p:sp>
          <p:sp>
            <p:nvSpPr>
              <p:cNvPr id="74777" name="Rectangle 32"/>
              <p:cNvSpPr/>
              <p:nvPr/>
            </p:nvSpPr>
            <p:spPr>
              <a:xfrm>
                <a:off x="4350" y="5310"/>
                <a:ext cx="1214" cy="465"/>
              </a:xfrm>
              <a:prstGeom prst="rect">
                <a:avLst/>
              </a:prstGeom>
              <a:noFill/>
              <a:ln w="9525">
                <a:noFill/>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algn="ctr" eaLnBrk="1" hangingPunct="1">
                  <a:spcBef>
                    <a:spcPct val="0"/>
                  </a:spcBef>
                  <a:buClrTx/>
                  <a:buSzTx/>
                  <a:buFontTx/>
                  <a:buNone/>
                </a:pPr>
                <a:r>
                  <a:rPr lang="zh-CN" altLang="en-US" sz="1800" dirty="0">
                    <a:latin typeface="黑体" panose="02010609060101010101" pitchFamily="49" charset="-122"/>
                    <a:ea typeface="黑体" panose="02010609060101010101" pitchFamily="49" charset="-122"/>
                  </a:rPr>
                  <a:t>合格报名单</a:t>
                </a:r>
                <a:endParaRPr lang="zh-CN" altLang="en-US" sz="1800" b="1" dirty="0">
                  <a:latin typeface="黑体" panose="02010609060101010101" pitchFamily="49" charset="-122"/>
                  <a:ea typeface="黑体" panose="02010609060101010101" pitchFamily="49" charset="-122"/>
                </a:endParaRPr>
              </a:p>
            </p:txBody>
          </p:sp>
        </p:grpSp>
        <p:grpSp>
          <p:nvGrpSpPr>
            <p:cNvPr id="74773" name="Group 33"/>
            <p:cNvGrpSpPr/>
            <p:nvPr/>
          </p:nvGrpSpPr>
          <p:grpSpPr>
            <a:xfrm>
              <a:off x="2530" y="9480"/>
              <a:ext cx="990" cy="465"/>
              <a:chOff x="2488" y="3600"/>
              <a:chExt cx="990" cy="465"/>
            </a:xfrm>
          </p:grpSpPr>
          <p:sp>
            <p:nvSpPr>
              <p:cNvPr id="74774" name="Line 34"/>
              <p:cNvSpPr/>
              <p:nvPr/>
            </p:nvSpPr>
            <p:spPr>
              <a:xfrm flipV="1">
                <a:off x="2546" y="3945"/>
                <a:ext cx="932" cy="0"/>
              </a:xfrm>
              <a:prstGeom prst="line">
                <a:avLst/>
              </a:prstGeom>
              <a:ln w="9525" cap="flat" cmpd="sng">
                <a:solidFill>
                  <a:srgbClr val="000000"/>
                </a:solidFill>
                <a:prstDash val="solid"/>
                <a:headEnd type="none" w="sm" len="med"/>
                <a:tailEnd type="triangle" w="sm" len="med"/>
              </a:ln>
            </p:spPr>
          </p:sp>
          <p:sp>
            <p:nvSpPr>
              <p:cNvPr id="74775" name="Rectangle 35"/>
              <p:cNvSpPr/>
              <p:nvPr/>
            </p:nvSpPr>
            <p:spPr>
              <a:xfrm>
                <a:off x="2488" y="3600"/>
                <a:ext cx="944" cy="465"/>
              </a:xfrm>
              <a:prstGeom prst="rect">
                <a:avLst/>
              </a:prstGeom>
              <a:noFill/>
              <a:ln w="9525">
                <a:noFill/>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algn="ctr" eaLnBrk="1" hangingPunct="1">
                  <a:spcBef>
                    <a:spcPct val="0"/>
                  </a:spcBef>
                  <a:buClrTx/>
                  <a:buSzTx/>
                  <a:buFontTx/>
                  <a:buNone/>
                </a:pPr>
                <a:r>
                  <a:rPr lang="zh-CN" altLang="en-US" sz="1800" dirty="0">
                    <a:latin typeface="黑体" panose="02010609060101010101" pitchFamily="49" charset="-122"/>
                    <a:ea typeface="黑体" panose="02010609060101010101" pitchFamily="49" charset="-122"/>
                  </a:rPr>
                  <a:t>报名单</a:t>
                </a:r>
                <a:endParaRPr lang="zh-CN" altLang="en-US" sz="1800" b="1" dirty="0">
                  <a:latin typeface="黑体" panose="02010609060101010101" pitchFamily="49" charset="-122"/>
                  <a:ea typeface="黑体" panose="02010609060101010101" pitchFamily="49" charset="-122"/>
                </a:endParaRPr>
              </a:p>
            </p:txBody>
          </p:sp>
        </p:grpSp>
      </p:grpSp>
      <p:grpSp>
        <p:nvGrpSpPr>
          <p:cNvPr id="74761" name="Group 36"/>
          <p:cNvGrpSpPr/>
          <p:nvPr/>
        </p:nvGrpSpPr>
        <p:grpSpPr>
          <a:xfrm>
            <a:off x="990600" y="4057650"/>
            <a:ext cx="2047875" cy="630238"/>
            <a:chOff x="3416" y="2625"/>
            <a:chExt cx="1379" cy="567"/>
          </a:xfrm>
        </p:grpSpPr>
        <p:sp>
          <p:nvSpPr>
            <p:cNvPr id="74769" name="Arc 37"/>
            <p:cNvSpPr/>
            <p:nvPr/>
          </p:nvSpPr>
          <p:spPr>
            <a:xfrm rot="5400000">
              <a:off x="3838" y="2235"/>
              <a:ext cx="567" cy="1347"/>
            </a:xfrm>
            <a:custGeom>
              <a:avLst/>
              <a:gdLst/>
              <a:ahLst/>
              <a:cxnLst>
                <a:cxn ang="0">
                  <a:pos x="0" y="0"/>
                </a:cxn>
                <a:cxn ang="0">
                  <a:pos x="0" y="0"/>
                </a:cxn>
                <a:cxn ang="0">
                  <a:pos x="0" y="0"/>
                </a:cxn>
              </a:cxnLst>
              <a:pathLst>
                <a:path w="21600" h="21600" fill="none">
                  <a:moveTo>
                    <a:pt x="-1" y="0"/>
                  </a:moveTo>
                  <a:cubicBezTo>
                    <a:pt x="11929" y="0"/>
                    <a:pt x="21600" y="9670"/>
                    <a:pt x="21600" y="21600"/>
                  </a:cubicBezTo>
                </a:path>
                <a:path w="21600" h="21600" stroke="0">
                  <a:moveTo>
                    <a:pt x="-1" y="0"/>
                  </a:moveTo>
                  <a:cubicBezTo>
                    <a:pt x="11929" y="0"/>
                    <a:pt x="21600" y="9670"/>
                    <a:pt x="21600" y="21600"/>
                  </a:cubicBezTo>
                  <a:lnTo>
                    <a:pt x="0" y="21600"/>
                  </a:lnTo>
                  <a:lnTo>
                    <a:pt x="-1" y="0"/>
                  </a:lnTo>
                  <a:close/>
                </a:path>
              </a:pathLst>
            </a:custGeom>
            <a:noFill/>
            <a:ln w="9525" cap="flat" cmpd="sng">
              <a:solidFill>
                <a:srgbClr val="000000">
                  <a:alpha val="100000"/>
                </a:srgbClr>
              </a:solidFill>
              <a:prstDash val="solid"/>
              <a:round/>
              <a:headEnd type="none" w="sm" len="med"/>
              <a:tailEnd type="triangle" w="sm" len="med"/>
            </a:ln>
          </p:spPr>
          <p:txBody>
            <a:bodyPr/>
            <a:p>
              <a:endParaRPr lang="zh-CN" altLang="en-US"/>
            </a:p>
          </p:txBody>
        </p:sp>
        <p:sp>
          <p:nvSpPr>
            <p:cNvPr id="74770" name="Rectangle 38"/>
            <p:cNvSpPr/>
            <p:nvPr/>
          </p:nvSpPr>
          <p:spPr>
            <a:xfrm>
              <a:off x="3416" y="2655"/>
              <a:ext cx="1214" cy="465"/>
            </a:xfrm>
            <a:prstGeom prst="rect">
              <a:avLst/>
            </a:prstGeom>
            <a:noFill/>
            <a:ln w="9525">
              <a:noFill/>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algn="ctr" eaLnBrk="1" hangingPunct="1">
                <a:spcBef>
                  <a:spcPct val="0"/>
                </a:spcBef>
                <a:buClrTx/>
                <a:buSzTx/>
                <a:buFontTx/>
                <a:buNone/>
              </a:pPr>
              <a:r>
                <a:rPr lang="zh-CN" altLang="en-US" sz="1800" dirty="0">
                  <a:latin typeface="黑体" panose="02010609060101010101" pitchFamily="49" charset="-122"/>
                  <a:ea typeface="黑体" panose="02010609060101010101" pitchFamily="49" charset="-122"/>
                </a:rPr>
                <a:t>不合格报名单</a:t>
              </a:r>
              <a:endParaRPr lang="zh-CN" altLang="en-US" sz="1800" b="1" dirty="0">
                <a:latin typeface="黑体" panose="02010609060101010101" pitchFamily="49" charset="-122"/>
                <a:ea typeface="黑体" panose="02010609060101010101" pitchFamily="49" charset="-122"/>
              </a:endParaRPr>
            </a:p>
          </p:txBody>
        </p:sp>
      </p:grpSp>
      <p:grpSp>
        <p:nvGrpSpPr>
          <p:cNvPr id="74762" name="Group 39"/>
          <p:cNvGrpSpPr/>
          <p:nvPr/>
        </p:nvGrpSpPr>
        <p:grpSpPr>
          <a:xfrm>
            <a:off x="3652838" y="5457825"/>
            <a:ext cx="1666875" cy="733425"/>
            <a:chOff x="5394" y="3825"/>
            <a:chExt cx="1318" cy="660"/>
          </a:xfrm>
        </p:grpSpPr>
        <p:grpSp>
          <p:nvGrpSpPr>
            <p:cNvPr id="74763" name="Group 40"/>
            <p:cNvGrpSpPr/>
            <p:nvPr/>
          </p:nvGrpSpPr>
          <p:grpSpPr>
            <a:xfrm>
              <a:off x="5394" y="4035"/>
              <a:ext cx="958" cy="450"/>
              <a:chOff x="3234" y="4065"/>
              <a:chExt cx="958" cy="450"/>
            </a:xfrm>
          </p:grpSpPr>
          <p:grpSp>
            <p:nvGrpSpPr>
              <p:cNvPr id="74765" name="Group 41"/>
              <p:cNvGrpSpPr/>
              <p:nvPr/>
            </p:nvGrpSpPr>
            <p:grpSpPr>
              <a:xfrm>
                <a:off x="3246" y="4125"/>
                <a:ext cx="946" cy="360"/>
                <a:chOff x="4596" y="3735"/>
                <a:chExt cx="1306" cy="360"/>
              </a:xfrm>
            </p:grpSpPr>
            <p:sp>
              <p:nvSpPr>
                <p:cNvPr id="74767" name="Line 42"/>
                <p:cNvSpPr/>
                <p:nvPr/>
              </p:nvSpPr>
              <p:spPr>
                <a:xfrm>
                  <a:off x="4596" y="3735"/>
                  <a:ext cx="1290" cy="0"/>
                </a:xfrm>
                <a:prstGeom prst="line">
                  <a:avLst/>
                </a:prstGeom>
                <a:ln w="9525" cap="flat" cmpd="sng">
                  <a:solidFill>
                    <a:srgbClr val="000000"/>
                  </a:solidFill>
                  <a:prstDash val="solid"/>
                  <a:headEnd type="none" w="sm" len="med"/>
                  <a:tailEnd type="none" w="sm" len="med"/>
                </a:ln>
              </p:spPr>
            </p:sp>
            <p:sp>
              <p:nvSpPr>
                <p:cNvPr id="74768" name="Line 43"/>
                <p:cNvSpPr/>
                <p:nvPr/>
              </p:nvSpPr>
              <p:spPr>
                <a:xfrm>
                  <a:off x="4612" y="4095"/>
                  <a:ext cx="1290" cy="0"/>
                </a:xfrm>
                <a:prstGeom prst="line">
                  <a:avLst/>
                </a:prstGeom>
                <a:ln w="9525" cap="flat" cmpd="sng">
                  <a:solidFill>
                    <a:srgbClr val="000000"/>
                  </a:solidFill>
                  <a:prstDash val="solid"/>
                  <a:headEnd type="none" w="sm" len="med"/>
                  <a:tailEnd type="none" w="sm" len="med"/>
                </a:ln>
              </p:spPr>
            </p:sp>
          </p:grpSp>
          <p:sp>
            <p:nvSpPr>
              <p:cNvPr id="74766" name="Rectangle 44"/>
              <p:cNvSpPr/>
              <p:nvPr/>
            </p:nvSpPr>
            <p:spPr>
              <a:xfrm>
                <a:off x="3234" y="4065"/>
                <a:ext cx="958" cy="450"/>
              </a:xfrm>
              <a:prstGeom prst="rect">
                <a:avLst/>
              </a:prstGeom>
              <a:noFill/>
              <a:ln w="9525">
                <a:noFill/>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algn="ctr" eaLnBrk="1" hangingPunct="1">
                  <a:spcBef>
                    <a:spcPct val="0"/>
                  </a:spcBef>
                  <a:buClrTx/>
                  <a:buSzTx/>
                  <a:buFontTx/>
                  <a:buNone/>
                </a:pPr>
                <a:r>
                  <a:rPr lang="zh-CN" altLang="en-US" sz="1800" dirty="0">
                    <a:latin typeface="黑体" panose="02010609060101010101" pitchFamily="49" charset="-122"/>
                    <a:ea typeface="黑体" panose="02010609060101010101" pitchFamily="49" charset="-122"/>
                  </a:rPr>
                  <a:t>考生名册</a:t>
                </a:r>
                <a:endParaRPr lang="zh-CN" altLang="en-US" sz="1800" b="1" dirty="0">
                  <a:latin typeface="黑体" panose="02010609060101010101" pitchFamily="49" charset="-122"/>
                  <a:ea typeface="黑体" panose="02010609060101010101" pitchFamily="49" charset="-122"/>
                </a:endParaRPr>
              </a:p>
            </p:txBody>
          </p:sp>
        </p:grpSp>
        <p:sp>
          <p:nvSpPr>
            <p:cNvPr id="74764" name="Arc 45"/>
            <p:cNvSpPr/>
            <p:nvPr/>
          </p:nvSpPr>
          <p:spPr>
            <a:xfrm rot="5400000" flipH="1" flipV="1">
              <a:off x="6241" y="3621"/>
              <a:ext cx="267" cy="674"/>
            </a:xfrm>
            <a:custGeom>
              <a:avLst/>
              <a:gdLst/>
              <a:ahLst/>
              <a:cxnLst>
                <a:cxn ang="0">
                  <a:pos x="0" y="0"/>
                </a:cxn>
                <a:cxn ang="0">
                  <a:pos x="0" y="0"/>
                </a:cxn>
                <a:cxn ang="0">
                  <a:pos x="0" y="0"/>
                </a:cxn>
              </a:cxnLst>
              <a:pathLst>
                <a:path w="21600" h="21600" fill="none">
                  <a:moveTo>
                    <a:pt x="-1" y="0"/>
                  </a:moveTo>
                  <a:cubicBezTo>
                    <a:pt x="11929" y="0"/>
                    <a:pt x="21600" y="9670"/>
                    <a:pt x="21600" y="21600"/>
                  </a:cubicBezTo>
                </a:path>
                <a:path w="21600" h="21600" stroke="0">
                  <a:moveTo>
                    <a:pt x="-1" y="0"/>
                  </a:moveTo>
                  <a:cubicBezTo>
                    <a:pt x="11929" y="0"/>
                    <a:pt x="21600" y="9670"/>
                    <a:pt x="21600" y="21600"/>
                  </a:cubicBezTo>
                  <a:lnTo>
                    <a:pt x="0" y="21600"/>
                  </a:lnTo>
                  <a:lnTo>
                    <a:pt x="-1" y="0"/>
                  </a:lnTo>
                  <a:close/>
                </a:path>
              </a:pathLst>
            </a:custGeom>
            <a:noFill/>
            <a:ln w="9525" cap="flat" cmpd="sng">
              <a:solidFill>
                <a:srgbClr val="000000">
                  <a:alpha val="100000"/>
                </a:srgbClr>
              </a:solidFill>
              <a:prstDash val="solid"/>
              <a:round/>
              <a:headEnd type="triangle" w="sm" len="med"/>
              <a:tailEnd type="none" w="sm" len="med"/>
            </a:ln>
          </p:spPr>
          <p:txBody>
            <a:bodyPr/>
            <a:p>
              <a:endParaRPr lang="zh-CN" altLang="en-US"/>
            </a:p>
          </p:txBody>
        </p:sp>
      </p:gr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6802" name="Rectangle 2"/>
          <p:cNvSpPr>
            <a:spLocks noGrp="1"/>
          </p:cNvSpPr>
          <p:nvPr>
            <p:ph type="title"/>
          </p:nvPr>
        </p:nvSpPr>
        <p:spPr>
          <a:xfrm>
            <a:off x="457200" y="381000"/>
            <a:ext cx="8229600" cy="1143000"/>
          </a:xfrm>
        </p:spPr>
        <p:txBody>
          <a:bodyPr vert="horz" wrap="square" lIns="0" tIns="45720" rIns="0" bIns="0" anchor="b" anchorCtr="0"/>
          <a:p>
            <a:pPr eaLnBrk="1" hangingPunct="1"/>
            <a:r>
              <a:rPr lang="zh-CN" altLang="en-US" b="1" dirty="0">
                <a:latin typeface="微软雅黑" panose="020B0503020204020204" pitchFamily="34" charset="-122"/>
                <a:ea typeface="微软雅黑" panose="020B0503020204020204" pitchFamily="34" charset="-122"/>
              </a:rPr>
              <a:t>考务处理系统加工</a:t>
            </a:r>
            <a:r>
              <a:rPr lang="en-US" altLang="zh-CN" b="1" dirty="0">
                <a:latin typeface="微软雅黑" panose="020B0503020204020204" pitchFamily="34" charset="-122"/>
                <a:ea typeface="微软雅黑" panose="020B0503020204020204" pitchFamily="34" charset="-122"/>
              </a:rPr>
              <a:t>2</a:t>
            </a:r>
            <a:r>
              <a:rPr lang="zh-CN" altLang="en-US" b="1" dirty="0">
                <a:latin typeface="微软雅黑" panose="020B0503020204020204" pitchFamily="34" charset="-122"/>
                <a:ea typeface="微软雅黑" panose="020B0503020204020204" pitchFamily="34" charset="-122"/>
              </a:rPr>
              <a:t>子图</a:t>
            </a:r>
            <a:endParaRPr lang="zh-CN" altLang="en-US" b="1" dirty="0">
              <a:latin typeface="微软雅黑" panose="020B0503020204020204" pitchFamily="34" charset="-122"/>
              <a:ea typeface="微软雅黑" panose="020B0503020204020204" pitchFamily="34" charset="-122"/>
            </a:endParaRPr>
          </a:p>
        </p:txBody>
      </p:sp>
      <p:grpSp>
        <p:nvGrpSpPr>
          <p:cNvPr id="76803" name="Group 6"/>
          <p:cNvGrpSpPr/>
          <p:nvPr/>
        </p:nvGrpSpPr>
        <p:grpSpPr>
          <a:xfrm>
            <a:off x="685800" y="2171700"/>
            <a:ext cx="7391400" cy="4305300"/>
            <a:chOff x="3778" y="6720"/>
            <a:chExt cx="5548" cy="3820"/>
          </a:xfrm>
        </p:grpSpPr>
        <p:grpSp>
          <p:nvGrpSpPr>
            <p:cNvPr id="76804" name="Group 7"/>
            <p:cNvGrpSpPr/>
            <p:nvPr/>
          </p:nvGrpSpPr>
          <p:grpSpPr>
            <a:xfrm>
              <a:off x="6806" y="6735"/>
              <a:ext cx="2206" cy="850"/>
              <a:chOff x="5516" y="6465"/>
              <a:chExt cx="2206" cy="850"/>
            </a:xfrm>
          </p:grpSpPr>
          <p:grpSp>
            <p:nvGrpSpPr>
              <p:cNvPr id="76859" name="Group 8"/>
              <p:cNvGrpSpPr/>
              <p:nvPr/>
            </p:nvGrpSpPr>
            <p:grpSpPr>
              <a:xfrm>
                <a:off x="5516" y="6465"/>
                <a:ext cx="974" cy="850"/>
                <a:chOff x="4154" y="12570"/>
                <a:chExt cx="974" cy="850"/>
              </a:xfrm>
            </p:grpSpPr>
            <p:sp>
              <p:nvSpPr>
                <p:cNvPr id="76863" name="Oval 9"/>
                <p:cNvSpPr/>
                <p:nvPr/>
              </p:nvSpPr>
              <p:spPr>
                <a:xfrm>
                  <a:off x="4214" y="12570"/>
                  <a:ext cx="850" cy="850"/>
                </a:xfrm>
                <a:prstGeom prst="ellipse">
                  <a:avLst/>
                </a:prstGeom>
                <a:noFill/>
                <a:ln w="9525" cap="flat" cmpd="sng">
                  <a:solidFill>
                    <a:srgbClr val="000000"/>
                  </a:solidFill>
                  <a:prstDash val="solid"/>
                  <a:headEnd type="none" w="med" len="med"/>
                  <a:tailEnd type="none" w="med" len="med"/>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eaLnBrk="1" hangingPunct="1">
                    <a:spcBef>
                      <a:spcPct val="0"/>
                    </a:spcBef>
                    <a:buClrTx/>
                    <a:buSzTx/>
                    <a:buFontTx/>
                    <a:buNone/>
                  </a:pPr>
                  <a:endParaRPr lang="zh-CN" altLang="en-US" sz="1600" b="1" dirty="0">
                    <a:latin typeface="Comic Sans MS" panose="030F0702030302020204" pitchFamily="66" charset="0"/>
                  </a:endParaRPr>
                </a:p>
              </p:txBody>
            </p:sp>
            <p:sp>
              <p:nvSpPr>
                <p:cNvPr id="76864" name="Rectangle 10"/>
                <p:cNvSpPr/>
                <p:nvPr/>
              </p:nvSpPr>
              <p:spPr>
                <a:xfrm>
                  <a:off x="4154" y="12630"/>
                  <a:ext cx="974" cy="780"/>
                </a:xfrm>
                <a:prstGeom prst="rect">
                  <a:avLst/>
                </a:prstGeom>
                <a:noFill/>
                <a:ln w="9525">
                  <a:noFill/>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algn="ctr" eaLnBrk="1" hangingPunct="1">
                    <a:lnSpc>
                      <a:spcPct val="80000"/>
                    </a:lnSpc>
                    <a:spcBef>
                      <a:spcPct val="0"/>
                    </a:spcBef>
                    <a:buClrTx/>
                    <a:buSzTx/>
                    <a:buFontTx/>
                    <a:buNone/>
                  </a:pPr>
                  <a:r>
                    <a:rPr lang="en-US" altLang="zh-CN" sz="1800" b="1" dirty="0">
                      <a:latin typeface="黑体" panose="02010609060101010101" pitchFamily="49" charset="-122"/>
                      <a:ea typeface="黑体" panose="02010609060101010101" pitchFamily="49" charset="-122"/>
                    </a:rPr>
                    <a:t>2.5</a:t>
                  </a:r>
                  <a:endParaRPr lang="en-US" altLang="zh-CN" sz="1800" b="1" dirty="0">
                    <a:latin typeface="黑体" panose="02010609060101010101" pitchFamily="49" charset="-122"/>
                    <a:ea typeface="黑体" panose="02010609060101010101" pitchFamily="49" charset="-122"/>
                  </a:endParaRPr>
                </a:p>
                <a:p>
                  <a:pPr marL="0" lvl="0" indent="0" algn="ctr" eaLnBrk="1" hangingPunct="1">
                    <a:lnSpc>
                      <a:spcPct val="80000"/>
                    </a:lnSpc>
                    <a:spcBef>
                      <a:spcPct val="0"/>
                    </a:spcBef>
                    <a:buClrTx/>
                    <a:buSzTx/>
                    <a:buFontTx/>
                    <a:buNone/>
                  </a:pPr>
                  <a:r>
                    <a:rPr lang="zh-CN" altLang="en-US" sz="1800" b="1" dirty="0">
                      <a:latin typeface="黑体" panose="02010609060101010101" pitchFamily="49" charset="-122"/>
                      <a:ea typeface="黑体" panose="02010609060101010101" pitchFamily="49" charset="-122"/>
                    </a:rPr>
                    <a:t>分析</a:t>
                  </a:r>
                  <a:endParaRPr lang="zh-CN" altLang="en-US" sz="1800" b="1" dirty="0">
                    <a:latin typeface="黑体" panose="02010609060101010101" pitchFamily="49" charset="-122"/>
                    <a:ea typeface="黑体" panose="02010609060101010101" pitchFamily="49" charset="-122"/>
                  </a:endParaRPr>
                </a:p>
                <a:p>
                  <a:pPr marL="0" lvl="0" indent="0" algn="ctr" eaLnBrk="1" hangingPunct="1">
                    <a:lnSpc>
                      <a:spcPct val="80000"/>
                    </a:lnSpc>
                    <a:spcBef>
                      <a:spcPct val="0"/>
                    </a:spcBef>
                    <a:buClrTx/>
                    <a:buSzTx/>
                    <a:buFontTx/>
                    <a:buNone/>
                  </a:pPr>
                  <a:r>
                    <a:rPr lang="zh-CN" altLang="en-US" sz="1800" b="1" dirty="0">
                      <a:latin typeface="黑体" panose="02010609060101010101" pitchFamily="49" charset="-122"/>
                      <a:ea typeface="黑体" panose="02010609060101010101" pitchFamily="49" charset="-122"/>
                    </a:rPr>
                    <a:t>试题难度</a:t>
                  </a:r>
                  <a:endParaRPr lang="zh-CN" altLang="en-US" sz="1800" b="1" dirty="0">
                    <a:latin typeface="黑体" panose="02010609060101010101" pitchFamily="49" charset="-122"/>
                    <a:ea typeface="黑体" panose="02010609060101010101" pitchFamily="49" charset="-122"/>
                  </a:endParaRPr>
                </a:p>
              </p:txBody>
            </p:sp>
          </p:grpSp>
          <p:grpSp>
            <p:nvGrpSpPr>
              <p:cNvPr id="76860" name="Group 11"/>
              <p:cNvGrpSpPr/>
              <p:nvPr/>
            </p:nvGrpSpPr>
            <p:grpSpPr>
              <a:xfrm>
                <a:off x="6446" y="6627"/>
                <a:ext cx="1276" cy="465"/>
                <a:chOff x="7918" y="3807"/>
                <a:chExt cx="1276" cy="465"/>
              </a:xfrm>
            </p:grpSpPr>
            <p:sp>
              <p:nvSpPr>
                <p:cNvPr id="76861" name="Line 12"/>
                <p:cNvSpPr/>
                <p:nvPr/>
              </p:nvSpPr>
              <p:spPr>
                <a:xfrm>
                  <a:off x="7918" y="4065"/>
                  <a:ext cx="1276" cy="0"/>
                </a:xfrm>
                <a:prstGeom prst="line">
                  <a:avLst/>
                </a:prstGeom>
                <a:ln w="9525" cap="flat" cmpd="sng">
                  <a:solidFill>
                    <a:srgbClr val="000000"/>
                  </a:solidFill>
                  <a:prstDash val="solid"/>
                  <a:headEnd type="none" w="sm" len="med"/>
                  <a:tailEnd type="triangle" w="sm" len="med"/>
                </a:ln>
              </p:spPr>
            </p:sp>
            <p:sp>
              <p:nvSpPr>
                <p:cNvPr id="76862" name="Rectangle 13"/>
                <p:cNvSpPr/>
                <p:nvPr/>
              </p:nvSpPr>
              <p:spPr>
                <a:xfrm>
                  <a:off x="7934" y="3807"/>
                  <a:ext cx="1214" cy="465"/>
                </a:xfrm>
                <a:prstGeom prst="rect">
                  <a:avLst/>
                </a:prstGeom>
                <a:noFill/>
                <a:ln w="9525">
                  <a:noFill/>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algn="ctr" eaLnBrk="1" hangingPunct="1">
                    <a:lnSpc>
                      <a:spcPct val="80000"/>
                    </a:lnSpc>
                    <a:spcBef>
                      <a:spcPct val="0"/>
                    </a:spcBef>
                    <a:buClrTx/>
                    <a:buSzTx/>
                    <a:buFontTx/>
                    <a:buNone/>
                  </a:pPr>
                  <a:r>
                    <a:rPr lang="zh-CN" altLang="en-US" sz="1800" dirty="0">
                      <a:latin typeface="黑体" panose="02010609060101010101" pitchFamily="49" charset="-122"/>
                      <a:ea typeface="黑体" panose="02010609060101010101" pitchFamily="49" charset="-122"/>
                    </a:rPr>
                    <a:t>难度分析表</a:t>
                  </a:r>
                  <a:endParaRPr lang="zh-CN" altLang="en-US" sz="1800" b="1" dirty="0">
                    <a:latin typeface="黑体" panose="02010609060101010101" pitchFamily="49" charset="-122"/>
                    <a:ea typeface="黑体" panose="02010609060101010101" pitchFamily="49" charset="-122"/>
                  </a:endParaRPr>
                </a:p>
              </p:txBody>
            </p:sp>
          </p:grpSp>
        </p:grpSp>
        <p:grpSp>
          <p:nvGrpSpPr>
            <p:cNvPr id="76805" name="Group 14"/>
            <p:cNvGrpSpPr/>
            <p:nvPr/>
          </p:nvGrpSpPr>
          <p:grpSpPr>
            <a:xfrm>
              <a:off x="7120" y="7710"/>
              <a:ext cx="2206" cy="850"/>
              <a:chOff x="7120" y="7710"/>
              <a:chExt cx="2206" cy="850"/>
            </a:xfrm>
          </p:grpSpPr>
          <p:grpSp>
            <p:nvGrpSpPr>
              <p:cNvPr id="76853" name="Group 15"/>
              <p:cNvGrpSpPr/>
              <p:nvPr/>
            </p:nvGrpSpPr>
            <p:grpSpPr>
              <a:xfrm>
                <a:off x="7120" y="7710"/>
                <a:ext cx="974" cy="850"/>
                <a:chOff x="4154" y="12570"/>
                <a:chExt cx="974" cy="850"/>
              </a:xfrm>
            </p:grpSpPr>
            <p:sp>
              <p:nvSpPr>
                <p:cNvPr id="76857" name="Oval 16"/>
                <p:cNvSpPr/>
                <p:nvPr/>
              </p:nvSpPr>
              <p:spPr>
                <a:xfrm>
                  <a:off x="4214" y="12570"/>
                  <a:ext cx="850" cy="850"/>
                </a:xfrm>
                <a:prstGeom prst="ellipse">
                  <a:avLst/>
                </a:prstGeom>
                <a:noFill/>
                <a:ln w="9525" cap="flat" cmpd="sng">
                  <a:solidFill>
                    <a:srgbClr val="000000"/>
                  </a:solidFill>
                  <a:prstDash val="solid"/>
                  <a:headEnd type="none" w="med" len="med"/>
                  <a:tailEnd type="none" w="med" len="med"/>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eaLnBrk="1" hangingPunct="1">
                    <a:spcBef>
                      <a:spcPct val="0"/>
                    </a:spcBef>
                    <a:buClrTx/>
                    <a:buSzTx/>
                    <a:buFontTx/>
                    <a:buNone/>
                  </a:pPr>
                  <a:endParaRPr lang="zh-CN" altLang="en-US" sz="1600" b="1" dirty="0">
                    <a:latin typeface="Comic Sans MS" panose="030F0702030302020204" pitchFamily="66" charset="0"/>
                  </a:endParaRPr>
                </a:p>
              </p:txBody>
            </p:sp>
            <p:sp>
              <p:nvSpPr>
                <p:cNvPr id="76858" name="Rectangle 17"/>
                <p:cNvSpPr/>
                <p:nvPr/>
              </p:nvSpPr>
              <p:spPr>
                <a:xfrm>
                  <a:off x="4154" y="12630"/>
                  <a:ext cx="974" cy="780"/>
                </a:xfrm>
                <a:prstGeom prst="rect">
                  <a:avLst/>
                </a:prstGeom>
                <a:noFill/>
                <a:ln w="9525">
                  <a:noFill/>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algn="ctr" eaLnBrk="1" hangingPunct="1">
                    <a:lnSpc>
                      <a:spcPct val="80000"/>
                    </a:lnSpc>
                    <a:spcBef>
                      <a:spcPct val="0"/>
                    </a:spcBef>
                    <a:buClrTx/>
                    <a:buSzTx/>
                    <a:buFontTx/>
                    <a:buNone/>
                  </a:pPr>
                  <a:r>
                    <a:rPr lang="en-US" altLang="zh-CN" sz="1800" b="1" dirty="0">
                      <a:latin typeface="黑体" panose="02010609060101010101" pitchFamily="49" charset="-122"/>
                      <a:ea typeface="黑体" panose="02010609060101010101" pitchFamily="49" charset="-122"/>
                    </a:rPr>
                    <a:t>2.4</a:t>
                  </a:r>
                  <a:endParaRPr lang="en-US" altLang="zh-CN" sz="1800" b="1" dirty="0">
                    <a:latin typeface="黑体" panose="02010609060101010101" pitchFamily="49" charset="-122"/>
                    <a:ea typeface="黑体" panose="02010609060101010101" pitchFamily="49" charset="-122"/>
                  </a:endParaRPr>
                </a:p>
                <a:p>
                  <a:pPr marL="0" lvl="0" indent="0" algn="ctr" eaLnBrk="1" hangingPunct="1">
                    <a:lnSpc>
                      <a:spcPct val="80000"/>
                    </a:lnSpc>
                    <a:spcBef>
                      <a:spcPct val="0"/>
                    </a:spcBef>
                    <a:buClrTx/>
                    <a:buSzTx/>
                    <a:buFontTx/>
                    <a:buNone/>
                  </a:pPr>
                  <a:r>
                    <a:rPr lang="zh-CN" altLang="en-US" sz="1800" b="1" dirty="0">
                      <a:latin typeface="黑体" panose="02010609060101010101" pitchFamily="49" charset="-122"/>
                      <a:ea typeface="黑体" panose="02010609060101010101" pitchFamily="49" charset="-122"/>
                    </a:rPr>
                    <a:t>分类</a:t>
                  </a:r>
                  <a:endParaRPr lang="zh-CN" altLang="en-US" sz="1800" b="1" dirty="0">
                    <a:latin typeface="黑体" panose="02010609060101010101" pitchFamily="49" charset="-122"/>
                    <a:ea typeface="黑体" panose="02010609060101010101" pitchFamily="49" charset="-122"/>
                  </a:endParaRPr>
                </a:p>
                <a:p>
                  <a:pPr marL="0" lvl="0" indent="0" algn="ctr" eaLnBrk="1" hangingPunct="1">
                    <a:lnSpc>
                      <a:spcPct val="80000"/>
                    </a:lnSpc>
                    <a:spcBef>
                      <a:spcPct val="0"/>
                    </a:spcBef>
                    <a:buClrTx/>
                    <a:buSzTx/>
                    <a:buFontTx/>
                    <a:buNone/>
                  </a:pPr>
                  <a:r>
                    <a:rPr lang="zh-CN" altLang="en-US" sz="1800" b="1" dirty="0">
                      <a:latin typeface="黑体" panose="02010609060101010101" pitchFamily="49" charset="-122"/>
                      <a:ea typeface="黑体" panose="02010609060101010101" pitchFamily="49" charset="-122"/>
                    </a:rPr>
                    <a:t>统计成绩</a:t>
                  </a:r>
                  <a:endParaRPr lang="zh-CN" altLang="en-US" sz="1800" b="1" dirty="0">
                    <a:latin typeface="黑体" panose="02010609060101010101" pitchFamily="49" charset="-122"/>
                    <a:ea typeface="黑体" panose="02010609060101010101" pitchFamily="49" charset="-122"/>
                  </a:endParaRPr>
                </a:p>
              </p:txBody>
            </p:sp>
          </p:grpSp>
          <p:grpSp>
            <p:nvGrpSpPr>
              <p:cNvPr id="76854" name="Group 18"/>
              <p:cNvGrpSpPr/>
              <p:nvPr/>
            </p:nvGrpSpPr>
            <p:grpSpPr>
              <a:xfrm>
                <a:off x="8050" y="7911"/>
                <a:ext cx="1276" cy="465"/>
                <a:chOff x="7918" y="3846"/>
                <a:chExt cx="1276" cy="465"/>
              </a:xfrm>
            </p:grpSpPr>
            <p:sp>
              <p:nvSpPr>
                <p:cNvPr id="76855" name="Line 19"/>
                <p:cNvSpPr/>
                <p:nvPr/>
              </p:nvSpPr>
              <p:spPr>
                <a:xfrm>
                  <a:off x="7918" y="4065"/>
                  <a:ext cx="1276" cy="0"/>
                </a:xfrm>
                <a:prstGeom prst="line">
                  <a:avLst/>
                </a:prstGeom>
                <a:ln w="9525" cap="flat" cmpd="sng">
                  <a:solidFill>
                    <a:srgbClr val="000000"/>
                  </a:solidFill>
                  <a:prstDash val="solid"/>
                  <a:headEnd type="none" w="sm" len="med"/>
                  <a:tailEnd type="triangle" w="sm" len="med"/>
                </a:ln>
              </p:spPr>
            </p:sp>
            <p:sp>
              <p:nvSpPr>
                <p:cNvPr id="76856" name="Rectangle 20"/>
                <p:cNvSpPr/>
                <p:nvPr/>
              </p:nvSpPr>
              <p:spPr>
                <a:xfrm>
                  <a:off x="7934" y="3846"/>
                  <a:ext cx="1214" cy="465"/>
                </a:xfrm>
                <a:prstGeom prst="rect">
                  <a:avLst/>
                </a:prstGeom>
                <a:noFill/>
                <a:ln w="9525">
                  <a:noFill/>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algn="ctr" eaLnBrk="1" hangingPunct="1">
                    <a:lnSpc>
                      <a:spcPct val="80000"/>
                    </a:lnSpc>
                    <a:spcBef>
                      <a:spcPct val="0"/>
                    </a:spcBef>
                    <a:buClrTx/>
                    <a:buSzTx/>
                    <a:buFontTx/>
                    <a:buNone/>
                  </a:pPr>
                  <a:r>
                    <a:rPr lang="zh-CN" altLang="en-US" sz="1800" dirty="0">
                      <a:latin typeface="黑体" panose="02010609060101010101" pitchFamily="49" charset="-122"/>
                      <a:ea typeface="黑体" panose="02010609060101010101" pitchFamily="49" charset="-122"/>
                    </a:rPr>
                    <a:t>分类统计表</a:t>
                  </a:r>
                  <a:endParaRPr lang="zh-CN" altLang="en-US" sz="1800" b="1" dirty="0">
                    <a:latin typeface="黑体" panose="02010609060101010101" pitchFamily="49" charset="-122"/>
                    <a:ea typeface="黑体" panose="02010609060101010101" pitchFamily="49" charset="-122"/>
                  </a:endParaRPr>
                </a:p>
              </p:txBody>
            </p:sp>
          </p:grpSp>
        </p:grpSp>
        <p:grpSp>
          <p:nvGrpSpPr>
            <p:cNvPr id="76806" name="Group 21"/>
            <p:cNvGrpSpPr/>
            <p:nvPr/>
          </p:nvGrpSpPr>
          <p:grpSpPr>
            <a:xfrm>
              <a:off x="5708" y="8385"/>
              <a:ext cx="1575" cy="1482"/>
              <a:chOff x="4390" y="3795"/>
              <a:chExt cx="1575" cy="1482"/>
            </a:xfrm>
          </p:grpSpPr>
          <p:grpSp>
            <p:nvGrpSpPr>
              <p:cNvPr id="76847" name="Group 22"/>
              <p:cNvGrpSpPr/>
              <p:nvPr/>
            </p:nvGrpSpPr>
            <p:grpSpPr>
              <a:xfrm>
                <a:off x="4390" y="4365"/>
                <a:ext cx="1306" cy="503"/>
                <a:chOff x="5038" y="9270"/>
                <a:chExt cx="1306" cy="503"/>
              </a:xfrm>
            </p:grpSpPr>
            <p:sp>
              <p:nvSpPr>
                <p:cNvPr id="76850" name="Line 23"/>
                <p:cNvSpPr/>
                <p:nvPr/>
              </p:nvSpPr>
              <p:spPr>
                <a:xfrm>
                  <a:off x="5038" y="9270"/>
                  <a:ext cx="1290" cy="0"/>
                </a:xfrm>
                <a:prstGeom prst="line">
                  <a:avLst/>
                </a:prstGeom>
                <a:ln w="9525" cap="flat" cmpd="sng">
                  <a:solidFill>
                    <a:srgbClr val="000000"/>
                  </a:solidFill>
                  <a:prstDash val="solid"/>
                  <a:headEnd type="none" w="sm" len="med"/>
                  <a:tailEnd type="none" w="sm" len="med"/>
                </a:ln>
              </p:spPr>
            </p:sp>
            <p:sp>
              <p:nvSpPr>
                <p:cNvPr id="76851" name="Line 24"/>
                <p:cNvSpPr/>
                <p:nvPr/>
              </p:nvSpPr>
              <p:spPr>
                <a:xfrm>
                  <a:off x="5054" y="9630"/>
                  <a:ext cx="1290" cy="0"/>
                </a:xfrm>
                <a:prstGeom prst="line">
                  <a:avLst/>
                </a:prstGeom>
                <a:ln w="9525" cap="flat" cmpd="sng">
                  <a:solidFill>
                    <a:srgbClr val="000000"/>
                  </a:solidFill>
                  <a:prstDash val="solid"/>
                  <a:headEnd type="none" w="sm" len="med"/>
                  <a:tailEnd type="none" w="sm" len="med"/>
                </a:ln>
              </p:spPr>
            </p:sp>
            <p:sp>
              <p:nvSpPr>
                <p:cNvPr id="76852" name="Rectangle 25"/>
                <p:cNvSpPr/>
                <p:nvPr/>
              </p:nvSpPr>
              <p:spPr>
                <a:xfrm>
                  <a:off x="5206" y="9323"/>
                  <a:ext cx="958" cy="450"/>
                </a:xfrm>
                <a:prstGeom prst="rect">
                  <a:avLst/>
                </a:prstGeom>
                <a:noFill/>
                <a:ln w="9525">
                  <a:noFill/>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algn="ctr" eaLnBrk="1" hangingPunct="1">
                    <a:lnSpc>
                      <a:spcPct val="80000"/>
                    </a:lnSpc>
                    <a:spcBef>
                      <a:spcPct val="0"/>
                    </a:spcBef>
                    <a:buClrTx/>
                    <a:buSzTx/>
                    <a:buFontTx/>
                    <a:buNone/>
                  </a:pPr>
                  <a:r>
                    <a:rPr lang="zh-CN" altLang="en-US" sz="1800" dirty="0">
                      <a:latin typeface="黑体" panose="02010609060101010101" pitchFamily="49" charset="-122"/>
                      <a:ea typeface="黑体" panose="02010609060101010101" pitchFamily="49" charset="-122"/>
                    </a:rPr>
                    <a:t>考生名册</a:t>
                  </a:r>
                  <a:endParaRPr lang="zh-CN" altLang="en-US" sz="1800" b="1" dirty="0">
                    <a:latin typeface="黑体" panose="02010609060101010101" pitchFamily="49" charset="-122"/>
                    <a:ea typeface="黑体" panose="02010609060101010101" pitchFamily="49" charset="-122"/>
                  </a:endParaRPr>
                </a:p>
              </p:txBody>
            </p:sp>
          </p:grpSp>
          <p:sp>
            <p:nvSpPr>
              <p:cNvPr id="76848" name="Arc 26"/>
              <p:cNvSpPr/>
              <p:nvPr/>
            </p:nvSpPr>
            <p:spPr>
              <a:xfrm rot="-5400000" flipH="1">
                <a:off x="5250" y="4710"/>
                <a:ext cx="567" cy="567"/>
              </a:xfrm>
              <a:custGeom>
                <a:avLst/>
                <a:gdLst/>
                <a:ahLst/>
                <a:cxnLst>
                  <a:cxn ang="0">
                    <a:pos x="0" y="0"/>
                  </a:cxn>
                  <a:cxn ang="0">
                    <a:pos x="0" y="0"/>
                  </a:cxn>
                  <a:cxn ang="0">
                    <a:pos x="0" y="0"/>
                  </a:cxn>
                </a:cxnLst>
                <a:pathLst>
                  <a:path w="21600" h="21600" fill="none">
                    <a:moveTo>
                      <a:pt x="-1" y="0"/>
                    </a:moveTo>
                    <a:cubicBezTo>
                      <a:pt x="11929" y="0"/>
                      <a:pt x="21600" y="9670"/>
                      <a:pt x="21600" y="21600"/>
                    </a:cubicBezTo>
                  </a:path>
                  <a:path w="21600" h="21600" stroke="0">
                    <a:moveTo>
                      <a:pt x="-1" y="0"/>
                    </a:moveTo>
                    <a:cubicBezTo>
                      <a:pt x="11929" y="0"/>
                      <a:pt x="21600" y="9670"/>
                      <a:pt x="21600" y="21600"/>
                    </a:cubicBezTo>
                    <a:lnTo>
                      <a:pt x="0" y="21600"/>
                    </a:lnTo>
                    <a:lnTo>
                      <a:pt x="-1" y="0"/>
                    </a:lnTo>
                    <a:close/>
                  </a:path>
                </a:pathLst>
              </a:custGeom>
              <a:noFill/>
              <a:ln w="9525" cap="flat" cmpd="sng">
                <a:solidFill>
                  <a:srgbClr val="000000">
                    <a:alpha val="100000"/>
                  </a:srgbClr>
                </a:solidFill>
                <a:prstDash val="solid"/>
                <a:round/>
                <a:headEnd type="none" w="sm" len="med"/>
                <a:tailEnd type="triangle" w="sm" len="med"/>
              </a:ln>
            </p:spPr>
            <p:txBody>
              <a:bodyPr/>
              <a:p>
                <a:endParaRPr lang="zh-CN" altLang="en-US"/>
              </a:p>
            </p:txBody>
          </p:sp>
          <p:sp>
            <p:nvSpPr>
              <p:cNvPr id="76849" name="Arc 27"/>
              <p:cNvSpPr/>
              <p:nvPr/>
            </p:nvSpPr>
            <p:spPr>
              <a:xfrm flipH="1">
                <a:off x="5398" y="3795"/>
                <a:ext cx="567" cy="567"/>
              </a:xfrm>
              <a:custGeom>
                <a:avLst/>
                <a:gdLst/>
                <a:ahLst/>
                <a:cxnLst>
                  <a:cxn ang="0">
                    <a:pos x="0" y="0"/>
                  </a:cxn>
                  <a:cxn ang="0">
                    <a:pos x="0" y="0"/>
                  </a:cxn>
                  <a:cxn ang="0">
                    <a:pos x="0" y="0"/>
                  </a:cxn>
                </a:cxnLst>
                <a:pathLst>
                  <a:path w="21600" h="21600" fill="none">
                    <a:moveTo>
                      <a:pt x="-1" y="0"/>
                    </a:moveTo>
                    <a:cubicBezTo>
                      <a:pt x="11929" y="0"/>
                      <a:pt x="21600" y="9670"/>
                      <a:pt x="21600" y="21600"/>
                    </a:cubicBezTo>
                  </a:path>
                  <a:path w="21600" h="21600" stroke="0">
                    <a:moveTo>
                      <a:pt x="-1" y="0"/>
                    </a:moveTo>
                    <a:cubicBezTo>
                      <a:pt x="11929" y="0"/>
                      <a:pt x="21600" y="9670"/>
                      <a:pt x="21600" y="21600"/>
                    </a:cubicBezTo>
                    <a:lnTo>
                      <a:pt x="0" y="21600"/>
                    </a:lnTo>
                    <a:lnTo>
                      <a:pt x="-1" y="0"/>
                    </a:lnTo>
                    <a:close/>
                  </a:path>
                </a:pathLst>
              </a:custGeom>
              <a:noFill/>
              <a:ln w="9525" cap="flat" cmpd="sng">
                <a:solidFill>
                  <a:srgbClr val="000000">
                    <a:alpha val="100000"/>
                  </a:srgbClr>
                </a:solidFill>
                <a:prstDash val="solid"/>
                <a:round/>
                <a:headEnd type="triangle" w="sm" len="med"/>
                <a:tailEnd type="none" w="sm" len="med"/>
              </a:ln>
            </p:spPr>
            <p:txBody>
              <a:bodyPr/>
              <a:p>
                <a:endParaRPr lang="zh-CN" altLang="en-US"/>
              </a:p>
            </p:txBody>
          </p:sp>
        </p:grpSp>
        <p:grpSp>
          <p:nvGrpSpPr>
            <p:cNvPr id="76807" name="Group 28"/>
            <p:cNvGrpSpPr/>
            <p:nvPr/>
          </p:nvGrpSpPr>
          <p:grpSpPr>
            <a:xfrm>
              <a:off x="3820" y="9675"/>
              <a:ext cx="5356" cy="865"/>
              <a:chOff x="2530" y="9405"/>
              <a:chExt cx="5356" cy="865"/>
            </a:xfrm>
          </p:grpSpPr>
          <p:grpSp>
            <p:nvGrpSpPr>
              <p:cNvPr id="76830" name="Group 29"/>
              <p:cNvGrpSpPr/>
              <p:nvPr/>
            </p:nvGrpSpPr>
            <p:grpSpPr>
              <a:xfrm>
                <a:off x="5680" y="9405"/>
                <a:ext cx="2206" cy="850"/>
                <a:chOff x="5680" y="9405"/>
                <a:chExt cx="2206" cy="850"/>
              </a:xfrm>
            </p:grpSpPr>
            <p:grpSp>
              <p:nvGrpSpPr>
                <p:cNvPr id="76841" name="Group 30"/>
                <p:cNvGrpSpPr/>
                <p:nvPr/>
              </p:nvGrpSpPr>
              <p:grpSpPr>
                <a:xfrm>
                  <a:off x="5680" y="9405"/>
                  <a:ext cx="974" cy="850"/>
                  <a:chOff x="4154" y="12570"/>
                  <a:chExt cx="974" cy="850"/>
                </a:xfrm>
              </p:grpSpPr>
              <p:sp>
                <p:nvSpPr>
                  <p:cNvPr id="76845" name="Oval 31"/>
                  <p:cNvSpPr/>
                  <p:nvPr/>
                </p:nvSpPr>
                <p:spPr>
                  <a:xfrm>
                    <a:off x="4214" y="12570"/>
                    <a:ext cx="850" cy="850"/>
                  </a:xfrm>
                  <a:prstGeom prst="ellipse">
                    <a:avLst/>
                  </a:prstGeom>
                  <a:noFill/>
                  <a:ln w="9525" cap="flat" cmpd="sng">
                    <a:solidFill>
                      <a:srgbClr val="000000"/>
                    </a:solidFill>
                    <a:prstDash val="solid"/>
                    <a:headEnd type="none" w="med" len="med"/>
                    <a:tailEnd type="none" w="med" len="med"/>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eaLnBrk="1" hangingPunct="1">
                      <a:spcBef>
                        <a:spcPct val="0"/>
                      </a:spcBef>
                      <a:buClrTx/>
                      <a:buSzTx/>
                      <a:buFontTx/>
                      <a:buNone/>
                    </a:pPr>
                    <a:endParaRPr lang="zh-CN" altLang="en-US" sz="1600" b="1" dirty="0">
                      <a:latin typeface="Comic Sans MS" panose="030F0702030302020204" pitchFamily="66" charset="0"/>
                    </a:endParaRPr>
                  </a:p>
                </p:txBody>
              </p:sp>
              <p:sp>
                <p:nvSpPr>
                  <p:cNvPr id="76846" name="Rectangle 32"/>
                  <p:cNvSpPr/>
                  <p:nvPr/>
                </p:nvSpPr>
                <p:spPr>
                  <a:xfrm>
                    <a:off x="4154" y="12630"/>
                    <a:ext cx="974" cy="780"/>
                  </a:xfrm>
                  <a:prstGeom prst="rect">
                    <a:avLst/>
                  </a:prstGeom>
                  <a:noFill/>
                  <a:ln w="9525">
                    <a:noFill/>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algn="ctr" eaLnBrk="1" hangingPunct="1">
                      <a:lnSpc>
                        <a:spcPct val="80000"/>
                      </a:lnSpc>
                      <a:spcBef>
                        <a:spcPct val="0"/>
                      </a:spcBef>
                      <a:buClrTx/>
                      <a:buSzTx/>
                      <a:buFontTx/>
                      <a:buNone/>
                    </a:pPr>
                    <a:r>
                      <a:rPr lang="en-US" altLang="zh-CN" sz="1800" b="1" dirty="0">
                        <a:latin typeface="黑体" panose="02010609060101010101" pitchFamily="49" charset="-122"/>
                        <a:ea typeface="黑体" panose="02010609060101010101" pitchFamily="49" charset="-122"/>
                      </a:rPr>
                      <a:t>2.3</a:t>
                    </a:r>
                    <a:endParaRPr lang="en-US" altLang="zh-CN" sz="1800" b="1" dirty="0">
                      <a:latin typeface="黑体" panose="02010609060101010101" pitchFamily="49" charset="-122"/>
                      <a:ea typeface="黑体" panose="02010609060101010101" pitchFamily="49" charset="-122"/>
                    </a:endParaRPr>
                  </a:p>
                  <a:p>
                    <a:pPr marL="0" lvl="0" indent="0" algn="ctr" eaLnBrk="1" hangingPunct="1">
                      <a:lnSpc>
                        <a:spcPct val="80000"/>
                      </a:lnSpc>
                      <a:spcBef>
                        <a:spcPct val="0"/>
                      </a:spcBef>
                      <a:buClrTx/>
                      <a:buSzTx/>
                      <a:buFontTx/>
                      <a:buNone/>
                    </a:pPr>
                    <a:r>
                      <a:rPr lang="zh-CN" altLang="en-US" sz="1800" b="1" dirty="0">
                        <a:latin typeface="黑体" panose="02010609060101010101" pitchFamily="49" charset="-122"/>
                        <a:ea typeface="黑体" panose="02010609060101010101" pitchFamily="49" charset="-122"/>
                      </a:rPr>
                      <a:t>制作</a:t>
                    </a:r>
                    <a:endParaRPr lang="zh-CN" altLang="en-US" sz="1800" b="1" dirty="0">
                      <a:latin typeface="黑体" panose="02010609060101010101" pitchFamily="49" charset="-122"/>
                      <a:ea typeface="黑体" panose="02010609060101010101" pitchFamily="49" charset="-122"/>
                    </a:endParaRPr>
                  </a:p>
                  <a:p>
                    <a:pPr marL="0" lvl="0" indent="0" algn="ctr" eaLnBrk="1" hangingPunct="1">
                      <a:lnSpc>
                        <a:spcPct val="80000"/>
                      </a:lnSpc>
                      <a:spcBef>
                        <a:spcPct val="0"/>
                      </a:spcBef>
                      <a:buClrTx/>
                      <a:buSzTx/>
                      <a:buFontTx/>
                      <a:buNone/>
                    </a:pPr>
                    <a:r>
                      <a:rPr lang="zh-CN" altLang="en-US" sz="1800" b="1" dirty="0">
                        <a:latin typeface="黑体" panose="02010609060101010101" pitchFamily="49" charset="-122"/>
                        <a:ea typeface="黑体" panose="02010609060101010101" pitchFamily="49" charset="-122"/>
                      </a:rPr>
                      <a:t>通知单</a:t>
                    </a:r>
                    <a:endParaRPr lang="zh-CN" altLang="en-US" sz="1800" b="1" dirty="0">
                      <a:latin typeface="黑体" panose="02010609060101010101" pitchFamily="49" charset="-122"/>
                      <a:ea typeface="黑体" panose="02010609060101010101" pitchFamily="49" charset="-122"/>
                    </a:endParaRPr>
                  </a:p>
                </p:txBody>
              </p:sp>
            </p:grpSp>
            <p:grpSp>
              <p:nvGrpSpPr>
                <p:cNvPr id="76842" name="Group 33"/>
                <p:cNvGrpSpPr/>
                <p:nvPr/>
              </p:nvGrpSpPr>
              <p:grpSpPr>
                <a:xfrm>
                  <a:off x="6610" y="9602"/>
                  <a:ext cx="1276" cy="465"/>
                  <a:chOff x="7918" y="3842"/>
                  <a:chExt cx="1276" cy="465"/>
                </a:xfrm>
              </p:grpSpPr>
              <p:sp>
                <p:nvSpPr>
                  <p:cNvPr id="76843" name="Line 34"/>
                  <p:cNvSpPr/>
                  <p:nvPr/>
                </p:nvSpPr>
                <p:spPr>
                  <a:xfrm>
                    <a:off x="7918" y="4065"/>
                    <a:ext cx="1276" cy="0"/>
                  </a:xfrm>
                  <a:prstGeom prst="line">
                    <a:avLst/>
                  </a:prstGeom>
                  <a:ln w="9525" cap="flat" cmpd="sng">
                    <a:solidFill>
                      <a:srgbClr val="000000"/>
                    </a:solidFill>
                    <a:prstDash val="solid"/>
                    <a:headEnd type="none" w="sm" len="med"/>
                    <a:tailEnd type="triangle" w="sm" len="med"/>
                  </a:ln>
                </p:spPr>
              </p:sp>
              <p:sp>
                <p:nvSpPr>
                  <p:cNvPr id="76844" name="Rectangle 35"/>
                  <p:cNvSpPr/>
                  <p:nvPr/>
                </p:nvSpPr>
                <p:spPr>
                  <a:xfrm>
                    <a:off x="7934" y="3842"/>
                    <a:ext cx="1214" cy="465"/>
                  </a:xfrm>
                  <a:prstGeom prst="rect">
                    <a:avLst/>
                  </a:prstGeom>
                  <a:noFill/>
                  <a:ln w="9525">
                    <a:noFill/>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algn="ctr" eaLnBrk="1" hangingPunct="1">
                      <a:lnSpc>
                        <a:spcPct val="80000"/>
                      </a:lnSpc>
                      <a:spcBef>
                        <a:spcPct val="0"/>
                      </a:spcBef>
                      <a:buClrTx/>
                      <a:buSzTx/>
                      <a:buFontTx/>
                      <a:buNone/>
                    </a:pPr>
                    <a:r>
                      <a:rPr lang="zh-CN" altLang="en-US" sz="1800" dirty="0">
                        <a:latin typeface="黑体" panose="02010609060101010101" pitchFamily="49" charset="-122"/>
                        <a:ea typeface="黑体" panose="02010609060101010101" pitchFamily="49" charset="-122"/>
                      </a:rPr>
                      <a:t>考生通知单</a:t>
                    </a:r>
                    <a:endParaRPr lang="zh-CN" altLang="en-US" sz="1800" b="1" dirty="0">
                      <a:latin typeface="黑体" panose="02010609060101010101" pitchFamily="49" charset="-122"/>
                      <a:ea typeface="黑体" panose="02010609060101010101" pitchFamily="49" charset="-122"/>
                    </a:endParaRPr>
                  </a:p>
                </p:txBody>
              </p:sp>
            </p:grpSp>
          </p:grpSp>
          <p:grpSp>
            <p:nvGrpSpPr>
              <p:cNvPr id="76831" name="Group 36"/>
              <p:cNvGrpSpPr/>
              <p:nvPr/>
            </p:nvGrpSpPr>
            <p:grpSpPr>
              <a:xfrm>
                <a:off x="2530" y="9420"/>
                <a:ext cx="3226" cy="850"/>
                <a:chOff x="2530" y="9420"/>
                <a:chExt cx="3226" cy="850"/>
              </a:xfrm>
            </p:grpSpPr>
            <p:grpSp>
              <p:nvGrpSpPr>
                <p:cNvPr id="76832" name="Group 37"/>
                <p:cNvGrpSpPr/>
                <p:nvPr/>
              </p:nvGrpSpPr>
              <p:grpSpPr>
                <a:xfrm>
                  <a:off x="3460" y="9420"/>
                  <a:ext cx="974" cy="850"/>
                  <a:chOff x="4154" y="12570"/>
                  <a:chExt cx="974" cy="850"/>
                </a:xfrm>
              </p:grpSpPr>
              <p:sp>
                <p:nvSpPr>
                  <p:cNvPr id="76839" name="Oval 38"/>
                  <p:cNvSpPr/>
                  <p:nvPr/>
                </p:nvSpPr>
                <p:spPr>
                  <a:xfrm>
                    <a:off x="4214" y="12570"/>
                    <a:ext cx="850" cy="850"/>
                  </a:xfrm>
                  <a:prstGeom prst="ellipse">
                    <a:avLst/>
                  </a:prstGeom>
                  <a:noFill/>
                  <a:ln w="9525" cap="flat" cmpd="sng">
                    <a:solidFill>
                      <a:srgbClr val="000000"/>
                    </a:solidFill>
                    <a:prstDash val="solid"/>
                    <a:headEnd type="none" w="med" len="med"/>
                    <a:tailEnd type="none" w="med" len="med"/>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eaLnBrk="1" hangingPunct="1">
                      <a:spcBef>
                        <a:spcPct val="0"/>
                      </a:spcBef>
                      <a:buClrTx/>
                      <a:buSzTx/>
                      <a:buFontTx/>
                      <a:buNone/>
                    </a:pPr>
                    <a:endParaRPr lang="zh-CN" altLang="en-US" sz="1600" b="1" dirty="0">
                      <a:latin typeface="Comic Sans MS" panose="030F0702030302020204" pitchFamily="66" charset="0"/>
                    </a:endParaRPr>
                  </a:p>
                </p:txBody>
              </p:sp>
              <p:sp>
                <p:nvSpPr>
                  <p:cNvPr id="76840" name="Rectangle 39"/>
                  <p:cNvSpPr/>
                  <p:nvPr/>
                </p:nvSpPr>
                <p:spPr>
                  <a:xfrm>
                    <a:off x="4154" y="12630"/>
                    <a:ext cx="974" cy="780"/>
                  </a:xfrm>
                  <a:prstGeom prst="rect">
                    <a:avLst/>
                  </a:prstGeom>
                  <a:noFill/>
                  <a:ln w="9525">
                    <a:noFill/>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algn="ctr" eaLnBrk="1" hangingPunct="1">
                      <a:lnSpc>
                        <a:spcPct val="80000"/>
                      </a:lnSpc>
                      <a:spcBef>
                        <a:spcPct val="0"/>
                      </a:spcBef>
                      <a:buClrTx/>
                      <a:buSzTx/>
                      <a:buFontTx/>
                      <a:buNone/>
                    </a:pPr>
                    <a:r>
                      <a:rPr lang="en-US" altLang="zh-CN" sz="1800" b="1" dirty="0">
                        <a:latin typeface="黑体" panose="02010609060101010101" pitchFamily="49" charset="-122"/>
                        <a:ea typeface="黑体" panose="02010609060101010101" pitchFamily="49" charset="-122"/>
                      </a:rPr>
                      <a:t>2.2</a:t>
                    </a:r>
                    <a:endParaRPr lang="en-US" altLang="zh-CN" sz="1800" b="1" dirty="0">
                      <a:latin typeface="黑体" panose="02010609060101010101" pitchFamily="49" charset="-122"/>
                      <a:ea typeface="黑体" panose="02010609060101010101" pitchFamily="49" charset="-122"/>
                    </a:endParaRPr>
                  </a:p>
                  <a:p>
                    <a:pPr marL="0" lvl="0" indent="0" algn="ctr" eaLnBrk="1" hangingPunct="1">
                      <a:lnSpc>
                        <a:spcPct val="80000"/>
                      </a:lnSpc>
                      <a:spcBef>
                        <a:spcPct val="0"/>
                      </a:spcBef>
                      <a:buClrTx/>
                      <a:buSzTx/>
                      <a:buFontTx/>
                      <a:buNone/>
                    </a:pPr>
                    <a:r>
                      <a:rPr lang="zh-CN" altLang="en-US" sz="1800" b="1" dirty="0">
                        <a:latin typeface="黑体" panose="02010609060101010101" pitchFamily="49" charset="-122"/>
                        <a:ea typeface="黑体" panose="02010609060101010101" pitchFamily="49" charset="-122"/>
                      </a:rPr>
                      <a:t>审定</a:t>
                    </a:r>
                    <a:endParaRPr lang="zh-CN" altLang="en-US" sz="1800" b="1" dirty="0">
                      <a:latin typeface="黑体" panose="02010609060101010101" pitchFamily="49" charset="-122"/>
                      <a:ea typeface="黑体" panose="02010609060101010101" pitchFamily="49" charset="-122"/>
                    </a:endParaRPr>
                  </a:p>
                  <a:p>
                    <a:pPr marL="0" lvl="0" indent="0" algn="ctr" eaLnBrk="1" hangingPunct="1">
                      <a:lnSpc>
                        <a:spcPct val="80000"/>
                      </a:lnSpc>
                      <a:spcBef>
                        <a:spcPct val="0"/>
                      </a:spcBef>
                      <a:buClrTx/>
                      <a:buSzTx/>
                      <a:buFontTx/>
                      <a:buNone/>
                    </a:pPr>
                    <a:r>
                      <a:rPr lang="zh-CN" altLang="en-US" sz="1800" b="1" dirty="0">
                        <a:latin typeface="黑体" panose="02010609060101010101" pitchFamily="49" charset="-122"/>
                        <a:ea typeface="黑体" panose="02010609060101010101" pitchFamily="49" charset="-122"/>
                      </a:rPr>
                      <a:t>合格者</a:t>
                    </a:r>
                    <a:endParaRPr lang="zh-CN" altLang="en-US" sz="1800" b="1" dirty="0">
                      <a:latin typeface="黑体" panose="02010609060101010101" pitchFamily="49" charset="-122"/>
                      <a:ea typeface="黑体" panose="02010609060101010101" pitchFamily="49" charset="-122"/>
                    </a:endParaRPr>
                  </a:p>
                </p:txBody>
              </p:sp>
            </p:grpSp>
            <p:grpSp>
              <p:nvGrpSpPr>
                <p:cNvPr id="76833" name="Group 40"/>
                <p:cNvGrpSpPr/>
                <p:nvPr/>
              </p:nvGrpSpPr>
              <p:grpSpPr>
                <a:xfrm>
                  <a:off x="4360" y="9602"/>
                  <a:ext cx="1396" cy="465"/>
                  <a:chOff x="4318" y="5417"/>
                  <a:chExt cx="1396" cy="465"/>
                </a:xfrm>
              </p:grpSpPr>
              <p:sp>
                <p:nvSpPr>
                  <p:cNvPr id="76837" name="Line 41"/>
                  <p:cNvSpPr/>
                  <p:nvPr/>
                </p:nvSpPr>
                <p:spPr>
                  <a:xfrm>
                    <a:off x="4318" y="5655"/>
                    <a:ext cx="1396" cy="0"/>
                  </a:xfrm>
                  <a:prstGeom prst="line">
                    <a:avLst/>
                  </a:prstGeom>
                  <a:ln w="9525" cap="flat" cmpd="sng">
                    <a:solidFill>
                      <a:srgbClr val="000000"/>
                    </a:solidFill>
                    <a:prstDash val="solid"/>
                    <a:headEnd type="none" w="sm" len="med"/>
                    <a:tailEnd type="triangle" w="sm" len="med"/>
                  </a:ln>
                </p:spPr>
              </p:sp>
              <p:sp>
                <p:nvSpPr>
                  <p:cNvPr id="76838" name="Rectangle 42"/>
                  <p:cNvSpPr/>
                  <p:nvPr/>
                </p:nvSpPr>
                <p:spPr>
                  <a:xfrm>
                    <a:off x="4350" y="5417"/>
                    <a:ext cx="1214" cy="465"/>
                  </a:xfrm>
                  <a:prstGeom prst="rect">
                    <a:avLst/>
                  </a:prstGeom>
                  <a:noFill/>
                  <a:ln w="9525">
                    <a:noFill/>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algn="ctr" eaLnBrk="1" hangingPunct="1">
                      <a:lnSpc>
                        <a:spcPct val="80000"/>
                      </a:lnSpc>
                      <a:spcBef>
                        <a:spcPct val="0"/>
                      </a:spcBef>
                      <a:buClrTx/>
                      <a:buSzTx/>
                      <a:buFontTx/>
                      <a:buNone/>
                    </a:pPr>
                    <a:r>
                      <a:rPr lang="zh-CN" altLang="en-US" sz="1800" dirty="0">
                        <a:latin typeface="黑体" panose="02010609060101010101" pitchFamily="49" charset="-122"/>
                        <a:ea typeface="黑体" panose="02010609060101010101" pitchFamily="49" charset="-122"/>
                      </a:rPr>
                      <a:t>正式成绩清单</a:t>
                    </a:r>
                    <a:endParaRPr lang="zh-CN" altLang="en-US" sz="1800" b="1" dirty="0">
                      <a:latin typeface="黑体" panose="02010609060101010101" pitchFamily="49" charset="-122"/>
                      <a:ea typeface="黑体" panose="02010609060101010101" pitchFamily="49" charset="-122"/>
                    </a:endParaRPr>
                  </a:p>
                </p:txBody>
              </p:sp>
            </p:grpSp>
            <p:grpSp>
              <p:nvGrpSpPr>
                <p:cNvPr id="76834" name="Group 43"/>
                <p:cNvGrpSpPr/>
                <p:nvPr/>
              </p:nvGrpSpPr>
              <p:grpSpPr>
                <a:xfrm>
                  <a:off x="2530" y="9602"/>
                  <a:ext cx="990" cy="465"/>
                  <a:chOff x="2488" y="3722"/>
                  <a:chExt cx="990" cy="465"/>
                </a:xfrm>
              </p:grpSpPr>
              <p:sp>
                <p:nvSpPr>
                  <p:cNvPr id="76835" name="Line 44"/>
                  <p:cNvSpPr/>
                  <p:nvPr/>
                </p:nvSpPr>
                <p:spPr>
                  <a:xfrm flipV="1">
                    <a:off x="2546" y="3945"/>
                    <a:ext cx="932" cy="0"/>
                  </a:xfrm>
                  <a:prstGeom prst="line">
                    <a:avLst/>
                  </a:prstGeom>
                  <a:ln w="9525" cap="flat" cmpd="sng">
                    <a:solidFill>
                      <a:srgbClr val="000000"/>
                    </a:solidFill>
                    <a:prstDash val="solid"/>
                    <a:headEnd type="none" w="sm" len="med"/>
                    <a:tailEnd type="triangle" w="sm" len="med"/>
                  </a:ln>
                </p:spPr>
              </p:sp>
              <p:sp>
                <p:nvSpPr>
                  <p:cNvPr id="76836" name="Rectangle 45"/>
                  <p:cNvSpPr/>
                  <p:nvPr/>
                </p:nvSpPr>
                <p:spPr>
                  <a:xfrm>
                    <a:off x="2488" y="3722"/>
                    <a:ext cx="944" cy="465"/>
                  </a:xfrm>
                  <a:prstGeom prst="rect">
                    <a:avLst/>
                  </a:prstGeom>
                  <a:noFill/>
                  <a:ln w="9525">
                    <a:noFill/>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algn="ctr" eaLnBrk="1" hangingPunct="1">
                      <a:lnSpc>
                        <a:spcPct val="80000"/>
                      </a:lnSpc>
                      <a:spcBef>
                        <a:spcPct val="0"/>
                      </a:spcBef>
                      <a:buClrTx/>
                      <a:buSzTx/>
                      <a:buFontTx/>
                      <a:buNone/>
                    </a:pPr>
                    <a:r>
                      <a:rPr lang="zh-CN" altLang="en-US" sz="1800" dirty="0">
                        <a:latin typeface="黑体" panose="02010609060101010101" pitchFamily="49" charset="-122"/>
                        <a:ea typeface="黑体" panose="02010609060101010101" pitchFamily="49" charset="-122"/>
                      </a:rPr>
                      <a:t>合格标准</a:t>
                    </a:r>
                    <a:endParaRPr lang="zh-CN" altLang="en-US" sz="1800" b="1" dirty="0">
                      <a:latin typeface="黑体" panose="02010609060101010101" pitchFamily="49" charset="-122"/>
                      <a:ea typeface="黑体" panose="02010609060101010101" pitchFamily="49" charset="-122"/>
                    </a:endParaRPr>
                  </a:p>
                </p:txBody>
              </p:sp>
            </p:grpSp>
          </p:grpSp>
        </p:grpSp>
        <p:grpSp>
          <p:nvGrpSpPr>
            <p:cNvPr id="76808" name="Group 46"/>
            <p:cNvGrpSpPr/>
            <p:nvPr/>
          </p:nvGrpSpPr>
          <p:grpSpPr>
            <a:xfrm>
              <a:off x="5424" y="7237"/>
              <a:ext cx="1920" cy="1478"/>
              <a:chOff x="4106" y="2647"/>
              <a:chExt cx="1920" cy="1478"/>
            </a:xfrm>
          </p:grpSpPr>
          <p:grpSp>
            <p:nvGrpSpPr>
              <p:cNvPr id="76822" name="Group 47"/>
              <p:cNvGrpSpPr/>
              <p:nvPr/>
            </p:nvGrpSpPr>
            <p:grpSpPr>
              <a:xfrm>
                <a:off x="4106" y="3630"/>
                <a:ext cx="1306" cy="495"/>
                <a:chOff x="1884" y="6360"/>
                <a:chExt cx="1306" cy="495"/>
              </a:xfrm>
            </p:grpSpPr>
            <p:grpSp>
              <p:nvGrpSpPr>
                <p:cNvPr id="76826" name="Group 48"/>
                <p:cNvGrpSpPr/>
                <p:nvPr/>
              </p:nvGrpSpPr>
              <p:grpSpPr>
                <a:xfrm>
                  <a:off x="1884" y="6360"/>
                  <a:ext cx="1306" cy="360"/>
                  <a:chOff x="1884" y="6360"/>
                  <a:chExt cx="1306" cy="360"/>
                </a:xfrm>
              </p:grpSpPr>
              <p:sp>
                <p:nvSpPr>
                  <p:cNvPr id="76828" name="Line 49"/>
                  <p:cNvSpPr/>
                  <p:nvPr/>
                </p:nvSpPr>
                <p:spPr>
                  <a:xfrm>
                    <a:off x="1884" y="6360"/>
                    <a:ext cx="1290" cy="0"/>
                  </a:xfrm>
                  <a:prstGeom prst="line">
                    <a:avLst/>
                  </a:prstGeom>
                  <a:ln w="9525" cap="flat" cmpd="sng">
                    <a:solidFill>
                      <a:srgbClr val="000000"/>
                    </a:solidFill>
                    <a:prstDash val="solid"/>
                    <a:headEnd type="none" w="sm" len="med"/>
                    <a:tailEnd type="none" w="sm" len="med"/>
                  </a:ln>
                </p:spPr>
              </p:sp>
              <p:sp>
                <p:nvSpPr>
                  <p:cNvPr id="76829" name="Line 50"/>
                  <p:cNvSpPr/>
                  <p:nvPr/>
                </p:nvSpPr>
                <p:spPr>
                  <a:xfrm>
                    <a:off x="1900" y="6720"/>
                    <a:ext cx="1290" cy="0"/>
                  </a:xfrm>
                  <a:prstGeom prst="line">
                    <a:avLst/>
                  </a:prstGeom>
                  <a:ln w="9525" cap="flat" cmpd="sng">
                    <a:solidFill>
                      <a:srgbClr val="000000"/>
                    </a:solidFill>
                    <a:prstDash val="solid"/>
                    <a:headEnd type="none" w="sm" len="med"/>
                    <a:tailEnd type="none" w="sm" len="med"/>
                  </a:ln>
                </p:spPr>
              </p:sp>
            </p:grpSp>
            <p:sp>
              <p:nvSpPr>
                <p:cNvPr id="76827" name="Rectangle 51"/>
                <p:cNvSpPr/>
                <p:nvPr/>
              </p:nvSpPr>
              <p:spPr>
                <a:xfrm>
                  <a:off x="1916" y="6405"/>
                  <a:ext cx="1228" cy="450"/>
                </a:xfrm>
                <a:prstGeom prst="rect">
                  <a:avLst/>
                </a:prstGeom>
                <a:noFill/>
                <a:ln w="9525">
                  <a:noFill/>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algn="ctr" eaLnBrk="1" hangingPunct="1">
                    <a:lnSpc>
                      <a:spcPct val="80000"/>
                    </a:lnSpc>
                    <a:spcBef>
                      <a:spcPct val="0"/>
                    </a:spcBef>
                    <a:buClrTx/>
                    <a:buSzTx/>
                    <a:buFontTx/>
                    <a:buNone/>
                  </a:pPr>
                  <a:r>
                    <a:rPr lang="zh-CN" altLang="en-US" sz="1800" dirty="0">
                      <a:latin typeface="黑体" panose="02010609060101010101" pitchFamily="49" charset="-122"/>
                      <a:ea typeface="黑体" panose="02010609060101010101" pitchFamily="49" charset="-122"/>
                    </a:rPr>
                    <a:t>试题得分清单</a:t>
                  </a:r>
                  <a:endParaRPr lang="zh-CN" altLang="en-US" sz="1800" b="1" dirty="0">
                    <a:latin typeface="黑体" panose="02010609060101010101" pitchFamily="49" charset="-122"/>
                    <a:ea typeface="黑体" panose="02010609060101010101" pitchFamily="49" charset="-122"/>
                  </a:endParaRPr>
                </a:p>
              </p:txBody>
            </p:sp>
          </p:grpSp>
          <p:sp>
            <p:nvSpPr>
              <p:cNvPr id="76823" name="Arc 52"/>
              <p:cNvSpPr/>
              <p:nvPr/>
            </p:nvSpPr>
            <p:spPr>
              <a:xfrm flipH="1">
                <a:off x="4928" y="2655"/>
                <a:ext cx="633" cy="987"/>
              </a:xfrm>
              <a:custGeom>
                <a:avLst/>
                <a:gdLst/>
                <a:ahLst/>
                <a:cxnLst>
                  <a:cxn ang="0">
                    <a:pos x="0" y="0"/>
                  </a:cxn>
                  <a:cxn ang="0">
                    <a:pos x="0" y="0"/>
                  </a:cxn>
                  <a:cxn ang="0">
                    <a:pos x="0" y="0"/>
                  </a:cxn>
                </a:cxnLst>
                <a:pathLst>
                  <a:path w="24585" h="21600" fill="none">
                    <a:moveTo>
                      <a:pt x="0" y="207"/>
                    </a:moveTo>
                    <a:cubicBezTo>
                      <a:pt x="989" y="69"/>
                      <a:pt x="1986" y="-1"/>
                      <a:pt x="2985" y="0"/>
                    </a:cubicBezTo>
                    <a:cubicBezTo>
                      <a:pt x="14914" y="0"/>
                      <a:pt x="24585" y="9670"/>
                      <a:pt x="24585" y="21600"/>
                    </a:cubicBezTo>
                  </a:path>
                  <a:path w="24585" h="21600" stroke="0">
                    <a:moveTo>
                      <a:pt x="0" y="207"/>
                    </a:moveTo>
                    <a:cubicBezTo>
                      <a:pt x="989" y="69"/>
                      <a:pt x="1986" y="-1"/>
                      <a:pt x="2985" y="0"/>
                    </a:cubicBezTo>
                    <a:cubicBezTo>
                      <a:pt x="14914" y="0"/>
                      <a:pt x="24585" y="9670"/>
                      <a:pt x="24585" y="21600"/>
                    </a:cubicBezTo>
                    <a:lnTo>
                      <a:pt x="2985" y="21600"/>
                    </a:lnTo>
                    <a:lnTo>
                      <a:pt x="0" y="207"/>
                    </a:lnTo>
                    <a:close/>
                  </a:path>
                </a:pathLst>
              </a:custGeom>
              <a:noFill/>
              <a:ln w="9525" cap="flat" cmpd="sng">
                <a:solidFill>
                  <a:srgbClr val="000000">
                    <a:alpha val="100000"/>
                  </a:srgbClr>
                </a:solidFill>
                <a:prstDash val="solid"/>
                <a:round/>
                <a:headEnd type="triangle" w="sm" len="med"/>
                <a:tailEnd type="none" w="sm" len="med"/>
              </a:ln>
            </p:spPr>
            <p:txBody>
              <a:bodyPr/>
              <a:p>
                <a:endParaRPr lang="zh-CN" altLang="en-US"/>
              </a:p>
            </p:txBody>
          </p:sp>
          <p:sp>
            <p:nvSpPr>
              <p:cNvPr id="76824" name="Arc 53"/>
              <p:cNvSpPr/>
              <p:nvPr/>
            </p:nvSpPr>
            <p:spPr>
              <a:xfrm flipH="1">
                <a:off x="5186" y="3373"/>
                <a:ext cx="840" cy="284"/>
              </a:xfrm>
              <a:custGeom>
                <a:avLst/>
                <a:gdLst/>
                <a:ahLst/>
                <a:cxnLst>
                  <a:cxn ang="0">
                    <a:pos x="0" y="0"/>
                  </a:cxn>
                  <a:cxn ang="0">
                    <a:pos x="0" y="0"/>
                  </a:cxn>
                  <a:cxn ang="0">
                    <a:pos x="0" y="0"/>
                  </a:cxn>
                </a:cxnLst>
                <a:pathLst>
                  <a:path w="21314" h="21402" fill="none">
                    <a:moveTo>
                      <a:pt x="2919" y="0"/>
                    </a:moveTo>
                    <a:cubicBezTo>
                      <a:pt x="12316" y="1282"/>
                      <a:pt x="19777" y="8543"/>
                      <a:pt x="21314" y="17900"/>
                    </a:cubicBezTo>
                  </a:path>
                  <a:path w="21314" h="21402" stroke="0">
                    <a:moveTo>
                      <a:pt x="2919" y="0"/>
                    </a:moveTo>
                    <a:cubicBezTo>
                      <a:pt x="12316" y="1282"/>
                      <a:pt x="19777" y="8543"/>
                      <a:pt x="21314" y="17900"/>
                    </a:cubicBezTo>
                    <a:lnTo>
                      <a:pt x="0" y="21402"/>
                    </a:lnTo>
                    <a:lnTo>
                      <a:pt x="2919" y="0"/>
                    </a:lnTo>
                    <a:close/>
                  </a:path>
                </a:pathLst>
              </a:custGeom>
              <a:noFill/>
              <a:ln w="9525" cap="flat" cmpd="sng">
                <a:solidFill>
                  <a:srgbClr val="000000">
                    <a:alpha val="100000"/>
                  </a:srgbClr>
                </a:solidFill>
                <a:prstDash val="solid"/>
                <a:round/>
                <a:headEnd type="triangle" w="sm" len="med"/>
                <a:tailEnd type="none" w="sm" len="med"/>
              </a:ln>
            </p:spPr>
            <p:txBody>
              <a:bodyPr/>
              <a:p>
                <a:endParaRPr lang="zh-CN" altLang="en-US"/>
              </a:p>
            </p:txBody>
          </p:sp>
          <p:sp>
            <p:nvSpPr>
              <p:cNvPr id="76825" name="Arc 54"/>
              <p:cNvSpPr/>
              <p:nvPr/>
            </p:nvSpPr>
            <p:spPr>
              <a:xfrm>
                <a:off x="4181" y="2647"/>
                <a:ext cx="556" cy="968"/>
              </a:xfrm>
              <a:custGeom>
                <a:avLst/>
                <a:gdLst/>
                <a:ahLst/>
                <a:cxnLst>
                  <a:cxn ang="0">
                    <a:pos x="0" y="0"/>
                  </a:cxn>
                  <a:cxn ang="0">
                    <a:pos x="0" y="0"/>
                  </a:cxn>
                  <a:cxn ang="0">
                    <a:pos x="0" y="0"/>
                  </a:cxn>
                </a:cxnLst>
                <a:pathLst>
                  <a:path w="21600" h="21182" fill="none">
                    <a:moveTo>
                      <a:pt x="4229" y="0"/>
                    </a:moveTo>
                    <a:cubicBezTo>
                      <a:pt x="14329" y="2017"/>
                      <a:pt x="21600" y="10883"/>
                      <a:pt x="21600" y="21182"/>
                    </a:cubicBezTo>
                  </a:path>
                  <a:path w="21600" h="21182" stroke="0">
                    <a:moveTo>
                      <a:pt x="4229" y="0"/>
                    </a:moveTo>
                    <a:cubicBezTo>
                      <a:pt x="14329" y="2017"/>
                      <a:pt x="21600" y="10883"/>
                      <a:pt x="21600" y="21182"/>
                    </a:cubicBezTo>
                    <a:lnTo>
                      <a:pt x="0" y="21182"/>
                    </a:lnTo>
                    <a:lnTo>
                      <a:pt x="4229" y="0"/>
                    </a:lnTo>
                    <a:close/>
                  </a:path>
                </a:pathLst>
              </a:custGeom>
              <a:noFill/>
              <a:ln w="9525" cap="flat" cmpd="sng">
                <a:solidFill>
                  <a:srgbClr val="000000">
                    <a:alpha val="100000"/>
                  </a:srgbClr>
                </a:solidFill>
                <a:prstDash val="solid"/>
                <a:round/>
                <a:headEnd type="none" w="sm" len="med"/>
                <a:tailEnd type="triangle" w="sm" len="med"/>
              </a:ln>
            </p:spPr>
            <p:txBody>
              <a:bodyPr/>
              <a:p>
                <a:endParaRPr lang="zh-CN" altLang="en-US"/>
              </a:p>
            </p:txBody>
          </p:sp>
        </p:grpSp>
        <p:grpSp>
          <p:nvGrpSpPr>
            <p:cNvPr id="76809" name="Group 55"/>
            <p:cNvGrpSpPr/>
            <p:nvPr/>
          </p:nvGrpSpPr>
          <p:grpSpPr>
            <a:xfrm>
              <a:off x="3778" y="6720"/>
              <a:ext cx="1902" cy="3000"/>
              <a:chOff x="3778" y="6720"/>
              <a:chExt cx="1902" cy="3000"/>
            </a:xfrm>
          </p:grpSpPr>
          <p:grpSp>
            <p:nvGrpSpPr>
              <p:cNvPr id="76810" name="Group 56"/>
              <p:cNvGrpSpPr/>
              <p:nvPr/>
            </p:nvGrpSpPr>
            <p:grpSpPr>
              <a:xfrm>
                <a:off x="4706" y="6720"/>
                <a:ext cx="974" cy="850"/>
                <a:chOff x="4154" y="12570"/>
                <a:chExt cx="974" cy="850"/>
              </a:xfrm>
            </p:grpSpPr>
            <p:sp>
              <p:nvSpPr>
                <p:cNvPr id="76820" name="Oval 57"/>
                <p:cNvSpPr/>
                <p:nvPr/>
              </p:nvSpPr>
              <p:spPr>
                <a:xfrm>
                  <a:off x="4214" y="12570"/>
                  <a:ext cx="850" cy="850"/>
                </a:xfrm>
                <a:prstGeom prst="ellipse">
                  <a:avLst/>
                </a:prstGeom>
                <a:noFill/>
                <a:ln w="9525" cap="flat" cmpd="sng">
                  <a:solidFill>
                    <a:srgbClr val="000000"/>
                  </a:solidFill>
                  <a:prstDash val="solid"/>
                  <a:headEnd type="none" w="med" len="med"/>
                  <a:tailEnd type="none" w="med" len="med"/>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eaLnBrk="1" hangingPunct="1">
                    <a:spcBef>
                      <a:spcPct val="0"/>
                    </a:spcBef>
                    <a:buClrTx/>
                    <a:buSzTx/>
                    <a:buFontTx/>
                    <a:buNone/>
                  </a:pPr>
                  <a:endParaRPr lang="zh-CN" altLang="en-US" sz="1600" b="1" dirty="0">
                    <a:latin typeface="Comic Sans MS" panose="030F0702030302020204" pitchFamily="66" charset="0"/>
                  </a:endParaRPr>
                </a:p>
              </p:txBody>
            </p:sp>
            <p:sp>
              <p:nvSpPr>
                <p:cNvPr id="76821" name="Rectangle 58"/>
                <p:cNvSpPr/>
                <p:nvPr/>
              </p:nvSpPr>
              <p:spPr>
                <a:xfrm>
                  <a:off x="4154" y="12630"/>
                  <a:ext cx="974" cy="780"/>
                </a:xfrm>
                <a:prstGeom prst="rect">
                  <a:avLst/>
                </a:prstGeom>
                <a:noFill/>
                <a:ln w="9525">
                  <a:noFill/>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algn="ctr" eaLnBrk="1" hangingPunct="1">
                    <a:lnSpc>
                      <a:spcPct val="80000"/>
                    </a:lnSpc>
                    <a:spcBef>
                      <a:spcPct val="0"/>
                    </a:spcBef>
                    <a:buClrTx/>
                    <a:buSzTx/>
                    <a:buFontTx/>
                    <a:buNone/>
                  </a:pPr>
                  <a:r>
                    <a:rPr lang="en-US" altLang="zh-CN" sz="1800" b="1" dirty="0">
                      <a:latin typeface="黑体" panose="02010609060101010101" pitchFamily="49" charset="-122"/>
                      <a:ea typeface="黑体" panose="02010609060101010101" pitchFamily="49" charset="-122"/>
                    </a:rPr>
                    <a:t>2.1</a:t>
                  </a:r>
                  <a:endParaRPr lang="en-US" altLang="zh-CN" sz="1800" b="1" dirty="0">
                    <a:latin typeface="黑体" panose="02010609060101010101" pitchFamily="49" charset="-122"/>
                    <a:ea typeface="黑体" panose="02010609060101010101" pitchFamily="49" charset="-122"/>
                  </a:endParaRPr>
                </a:p>
                <a:p>
                  <a:pPr marL="0" lvl="0" indent="0" algn="ctr" eaLnBrk="1" hangingPunct="1">
                    <a:lnSpc>
                      <a:spcPct val="80000"/>
                    </a:lnSpc>
                    <a:spcBef>
                      <a:spcPct val="0"/>
                    </a:spcBef>
                    <a:buClrTx/>
                    <a:buSzTx/>
                    <a:buFontTx/>
                    <a:buNone/>
                  </a:pPr>
                  <a:r>
                    <a:rPr lang="zh-CN" altLang="en-US" sz="1800" b="1" dirty="0">
                      <a:latin typeface="黑体" panose="02010609060101010101" pitchFamily="49" charset="-122"/>
                      <a:ea typeface="黑体" panose="02010609060101010101" pitchFamily="49" charset="-122"/>
                    </a:rPr>
                    <a:t>检查</a:t>
                  </a:r>
                  <a:endParaRPr lang="zh-CN" altLang="en-US" sz="1800" b="1" dirty="0">
                    <a:latin typeface="黑体" panose="02010609060101010101" pitchFamily="49" charset="-122"/>
                    <a:ea typeface="黑体" panose="02010609060101010101" pitchFamily="49" charset="-122"/>
                  </a:endParaRPr>
                </a:p>
                <a:p>
                  <a:pPr marL="0" lvl="0" indent="0" algn="ctr" eaLnBrk="1" hangingPunct="1">
                    <a:lnSpc>
                      <a:spcPct val="80000"/>
                    </a:lnSpc>
                    <a:spcBef>
                      <a:spcPct val="0"/>
                    </a:spcBef>
                    <a:buClrTx/>
                    <a:buSzTx/>
                    <a:buFontTx/>
                    <a:buNone/>
                  </a:pPr>
                  <a:r>
                    <a:rPr lang="zh-CN" altLang="en-US" sz="1800" b="1" dirty="0">
                      <a:latin typeface="黑体" panose="02010609060101010101" pitchFamily="49" charset="-122"/>
                      <a:ea typeface="黑体" panose="02010609060101010101" pitchFamily="49" charset="-122"/>
                    </a:rPr>
                    <a:t>成绩清单</a:t>
                  </a:r>
                  <a:endParaRPr lang="zh-CN" altLang="en-US" sz="1800" b="1" dirty="0">
                    <a:latin typeface="黑体" panose="02010609060101010101" pitchFamily="49" charset="-122"/>
                    <a:ea typeface="黑体" panose="02010609060101010101" pitchFamily="49" charset="-122"/>
                  </a:endParaRPr>
                </a:p>
              </p:txBody>
            </p:sp>
          </p:grpSp>
          <p:grpSp>
            <p:nvGrpSpPr>
              <p:cNvPr id="76811" name="Group 59"/>
              <p:cNvGrpSpPr/>
              <p:nvPr/>
            </p:nvGrpSpPr>
            <p:grpSpPr>
              <a:xfrm>
                <a:off x="3806" y="6897"/>
                <a:ext cx="990" cy="465"/>
                <a:chOff x="2488" y="3702"/>
                <a:chExt cx="990" cy="465"/>
              </a:xfrm>
            </p:grpSpPr>
            <p:sp>
              <p:nvSpPr>
                <p:cNvPr id="76818" name="Line 60"/>
                <p:cNvSpPr/>
                <p:nvPr/>
              </p:nvSpPr>
              <p:spPr>
                <a:xfrm flipV="1">
                  <a:off x="2546" y="3945"/>
                  <a:ext cx="932" cy="0"/>
                </a:xfrm>
                <a:prstGeom prst="line">
                  <a:avLst/>
                </a:prstGeom>
                <a:ln w="9525" cap="flat" cmpd="sng">
                  <a:solidFill>
                    <a:srgbClr val="000000"/>
                  </a:solidFill>
                  <a:prstDash val="solid"/>
                  <a:headEnd type="none" w="sm" len="med"/>
                  <a:tailEnd type="triangle" w="sm" len="med"/>
                </a:ln>
              </p:spPr>
            </p:sp>
            <p:sp>
              <p:nvSpPr>
                <p:cNvPr id="76819" name="Rectangle 61"/>
                <p:cNvSpPr/>
                <p:nvPr/>
              </p:nvSpPr>
              <p:spPr>
                <a:xfrm>
                  <a:off x="2488" y="3702"/>
                  <a:ext cx="944" cy="465"/>
                </a:xfrm>
                <a:prstGeom prst="rect">
                  <a:avLst/>
                </a:prstGeom>
                <a:noFill/>
                <a:ln w="9525">
                  <a:noFill/>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algn="ctr" eaLnBrk="1" hangingPunct="1">
                    <a:lnSpc>
                      <a:spcPct val="80000"/>
                    </a:lnSpc>
                    <a:spcBef>
                      <a:spcPct val="0"/>
                    </a:spcBef>
                    <a:buClrTx/>
                    <a:buSzTx/>
                    <a:buFontTx/>
                    <a:buNone/>
                  </a:pPr>
                  <a:r>
                    <a:rPr lang="zh-CN" altLang="en-US" sz="1800" dirty="0">
                      <a:latin typeface="黑体" panose="02010609060101010101" pitchFamily="49" charset="-122"/>
                      <a:ea typeface="黑体" panose="02010609060101010101" pitchFamily="49" charset="-122"/>
                    </a:rPr>
                    <a:t>成绩清单</a:t>
                  </a:r>
                  <a:endParaRPr lang="zh-CN" altLang="en-US" sz="1800" b="1" dirty="0">
                    <a:latin typeface="黑体" panose="02010609060101010101" pitchFamily="49" charset="-122"/>
                    <a:ea typeface="黑体" panose="02010609060101010101" pitchFamily="49" charset="-122"/>
                  </a:endParaRPr>
                </a:p>
              </p:txBody>
            </p:sp>
          </p:grpSp>
          <p:grpSp>
            <p:nvGrpSpPr>
              <p:cNvPr id="76812" name="Group 62"/>
              <p:cNvGrpSpPr/>
              <p:nvPr/>
            </p:nvGrpSpPr>
            <p:grpSpPr>
              <a:xfrm>
                <a:off x="4522" y="7575"/>
                <a:ext cx="680" cy="2145"/>
                <a:chOff x="3204" y="2985"/>
                <a:chExt cx="680" cy="2145"/>
              </a:xfrm>
            </p:grpSpPr>
            <p:sp>
              <p:nvSpPr>
                <p:cNvPr id="76816" name="Line 63"/>
                <p:cNvSpPr/>
                <p:nvPr/>
              </p:nvSpPr>
              <p:spPr>
                <a:xfrm>
                  <a:off x="3884" y="2985"/>
                  <a:ext cx="0" cy="2145"/>
                </a:xfrm>
                <a:prstGeom prst="line">
                  <a:avLst/>
                </a:prstGeom>
                <a:ln w="9525" cap="flat" cmpd="sng">
                  <a:solidFill>
                    <a:srgbClr val="000000"/>
                  </a:solidFill>
                  <a:prstDash val="solid"/>
                  <a:headEnd type="none" w="sm" len="med"/>
                  <a:tailEnd type="triangle" w="sm" len="med"/>
                </a:ln>
              </p:spPr>
            </p:sp>
            <p:sp>
              <p:nvSpPr>
                <p:cNvPr id="76817" name="Rectangle 64"/>
                <p:cNvSpPr/>
                <p:nvPr/>
              </p:nvSpPr>
              <p:spPr>
                <a:xfrm>
                  <a:off x="3204" y="3660"/>
                  <a:ext cx="659" cy="465"/>
                </a:xfrm>
                <a:prstGeom prst="rect">
                  <a:avLst/>
                </a:prstGeom>
                <a:noFill/>
                <a:ln w="9525">
                  <a:noFill/>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algn="just" eaLnBrk="1" hangingPunct="1">
                    <a:lnSpc>
                      <a:spcPct val="80000"/>
                    </a:lnSpc>
                    <a:spcBef>
                      <a:spcPct val="0"/>
                    </a:spcBef>
                    <a:buClrTx/>
                    <a:buSzTx/>
                    <a:buFontTx/>
                    <a:buNone/>
                  </a:pPr>
                  <a:r>
                    <a:rPr lang="zh-CN" altLang="en-US" sz="1800" dirty="0">
                      <a:latin typeface="黑体" panose="02010609060101010101" pitchFamily="49" charset="-122"/>
                      <a:ea typeface="黑体" panose="02010609060101010101" pitchFamily="49" charset="-122"/>
                    </a:rPr>
                    <a:t>正确成绩清单</a:t>
                  </a:r>
                  <a:endParaRPr lang="zh-CN" altLang="en-US" sz="1800" b="1" dirty="0">
                    <a:latin typeface="黑体" panose="02010609060101010101" pitchFamily="49" charset="-122"/>
                    <a:ea typeface="黑体" panose="02010609060101010101" pitchFamily="49" charset="-122"/>
                  </a:endParaRPr>
                </a:p>
              </p:txBody>
            </p:sp>
          </p:grpSp>
          <p:grpSp>
            <p:nvGrpSpPr>
              <p:cNvPr id="76813" name="Group 65"/>
              <p:cNvGrpSpPr/>
              <p:nvPr/>
            </p:nvGrpSpPr>
            <p:grpSpPr>
              <a:xfrm>
                <a:off x="3778" y="7365"/>
                <a:ext cx="1064" cy="613"/>
                <a:chOff x="3778" y="7365"/>
                <a:chExt cx="1064" cy="613"/>
              </a:xfrm>
            </p:grpSpPr>
            <p:sp>
              <p:nvSpPr>
                <p:cNvPr id="76814" name="Rectangle 66"/>
                <p:cNvSpPr/>
                <p:nvPr/>
              </p:nvSpPr>
              <p:spPr>
                <a:xfrm>
                  <a:off x="4017" y="7498"/>
                  <a:ext cx="676" cy="480"/>
                </a:xfrm>
                <a:prstGeom prst="rect">
                  <a:avLst/>
                </a:prstGeom>
                <a:noFill/>
                <a:ln w="9525">
                  <a:noFill/>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algn="just" eaLnBrk="1" hangingPunct="1">
                    <a:lnSpc>
                      <a:spcPct val="80000"/>
                    </a:lnSpc>
                    <a:spcBef>
                      <a:spcPct val="0"/>
                    </a:spcBef>
                    <a:buClrTx/>
                    <a:buSzTx/>
                    <a:buFontTx/>
                    <a:buNone/>
                  </a:pPr>
                  <a:r>
                    <a:rPr lang="zh-CN" altLang="en-US" sz="1800" dirty="0">
                      <a:latin typeface="黑体" panose="02010609060101010101" pitchFamily="49" charset="-122"/>
                      <a:ea typeface="黑体" panose="02010609060101010101" pitchFamily="49" charset="-122"/>
                    </a:rPr>
                    <a:t>错误成绩清单</a:t>
                  </a:r>
                  <a:endParaRPr lang="zh-CN" altLang="en-US" sz="1800" b="1" dirty="0">
                    <a:latin typeface="黑体" panose="02010609060101010101" pitchFamily="49" charset="-122"/>
                    <a:ea typeface="黑体" panose="02010609060101010101" pitchFamily="49" charset="-122"/>
                  </a:endParaRPr>
                </a:p>
              </p:txBody>
            </p:sp>
            <p:sp>
              <p:nvSpPr>
                <p:cNvPr id="76815" name="Line 67"/>
                <p:cNvSpPr/>
                <p:nvPr/>
              </p:nvSpPr>
              <p:spPr>
                <a:xfrm flipH="1">
                  <a:off x="3778" y="7365"/>
                  <a:ext cx="1064" cy="255"/>
                </a:xfrm>
                <a:prstGeom prst="line">
                  <a:avLst/>
                </a:prstGeom>
                <a:ln w="9525" cap="flat" cmpd="sng">
                  <a:solidFill>
                    <a:srgbClr val="000000"/>
                  </a:solidFill>
                  <a:prstDash val="solid"/>
                  <a:headEnd type="none" w="sm" len="med"/>
                  <a:tailEnd type="triangle" w="sm" len="med"/>
                </a:ln>
              </p:spPr>
            </p:sp>
          </p:grpSp>
        </p:grpSp>
      </p:gr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8850" name="Rectangle 2"/>
          <p:cNvSpPr>
            <a:spLocks noGrp="1"/>
          </p:cNvSpPr>
          <p:nvPr>
            <p:ph type="title"/>
          </p:nvPr>
        </p:nvSpPr>
        <p:spPr>
          <a:xfrm>
            <a:off x="457200" y="381000"/>
            <a:ext cx="8229600" cy="1143000"/>
          </a:xfrm>
        </p:spPr>
        <p:txBody>
          <a:bodyPr vert="horz" wrap="square" lIns="0" tIns="45720" rIns="0" bIns="0" anchor="b" anchorCtr="0"/>
          <a:p>
            <a:pPr eaLnBrk="1" hangingPunct="1"/>
            <a:r>
              <a:rPr lang="zh-CN" altLang="en-US" b="1" dirty="0">
                <a:latin typeface="微软雅黑" panose="020B0503020204020204" pitchFamily="34" charset="-122"/>
                <a:ea typeface="微软雅黑" panose="020B0503020204020204" pitchFamily="34" charset="-122"/>
              </a:rPr>
              <a:t>画分层数据流图的步骤</a:t>
            </a:r>
            <a:endParaRPr lang="zh-CN" altLang="en-US" b="1" dirty="0">
              <a:latin typeface="微软雅黑" panose="020B0503020204020204" pitchFamily="34" charset="-122"/>
              <a:ea typeface="微软雅黑" panose="020B0503020204020204" pitchFamily="34" charset="-122"/>
            </a:endParaRPr>
          </a:p>
        </p:txBody>
      </p:sp>
      <p:sp>
        <p:nvSpPr>
          <p:cNvPr id="78851" name="Rectangle 3"/>
          <p:cNvSpPr>
            <a:spLocks noGrp="1"/>
          </p:cNvSpPr>
          <p:nvPr>
            <p:ph idx="1"/>
          </p:nvPr>
        </p:nvSpPr>
        <p:spPr/>
        <p:txBody>
          <a:bodyPr vert="horz" wrap="square" lIns="91440" tIns="45720" rIns="91440" bIns="45720" anchor="t" anchorCtr="0"/>
          <a:p>
            <a:pPr eaLnBrk="1" hangingPunct="1">
              <a:buFont typeface="Wingdings" panose="05000000000000000000" pitchFamily="2" charset="2"/>
              <a:buChar char="p"/>
            </a:pPr>
            <a:r>
              <a:rPr lang="zh-CN" altLang="en-US" b="1" dirty="0"/>
              <a:t>第一步</a:t>
            </a:r>
            <a:r>
              <a:rPr lang="zh-CN" altLang="en-US" dirty="0"/>
              <a:t>：画系统的输入和输出</a:t>
            </a:r>
            <a:endParaRPr lang="zh-CN" altLang="en-US" dirty="0"/>
          </a:p>
          <a:p>
            <a:pPr eaLnBrk="1" hangingPunct="1">
              <a:buFont typeface="Wingdings" panose="05000000000000000000" pitchFamily="2" charset="2"/>
              <a:buChar char="p"/>
            </a:pPr>
            <a:r>
              <a:rPr lang="zh-CN" altLang="en-US" b="1" dirty="0"/>
              <a:t>第二步</a:t>
            </a:r>
            <a:r>
              <a:rPr lang="zh-CN" altLang="en-US" dirty="0"/>
              <a:t>：画系统内部</a:t>
            </a:r>
            <a:endParaRPr lang="zh-CN" altLang="en-US" dirty="0"/>
          </a:p>
          <a:p>
            <a:pPr eaLnBrk="1" hangingPunct="1">
              <a:buFont typeface="Wingdings" panose="05000000000000000000" pitchFamily="2" charset="2"/>
              <a:buChar char="p"/>
            </a:pPr>
            <a:r>
              <a:rPr lang="zh-CN" altLang="en-US" b="1" dirty="0"/>
              <a:t>第三步</a:t>
            </a:r>
            <a:r>
              <a:rPr lang="zh-CN" altLang="en-US" dirty="0"/>
              <a:t>：画加工内部</a:t>
            </a:r>
            <a:endParaRPr lang="zh-CN" altLang="en-US" dirty="0"/>
          </a:p>
          <a:p>
            <a:pPr eaLnBrk="1" hangingPunct="1">
              <a:buFont typeface="Wingdings" panose="05000000000000000000" pitchFamily="2" charset="2"/>
              <a:buChar char="p"/>
            </a:pPr>
            <a:r>
              <a:rPr lang="zh-CN" altLang="en-US" b="1" dirty="0"/>
              <a:t>第四步</a:t>
            </a:r>
            <a:r>
              <a:rPr lang="zh-CN" altLang="en-US" dirty="0"/>
              <a:t>：重复第</a:t>
            </a:r>
            <a:r>
              <a:rPr lang="en-US" altLang="zh-CN" dirty="0"/>
              <a:t>3</a:t>
            </a:r>
            <a:r>
              <a:rPr lang="zh-CN" altLang="en-US" dirty="0"/>
              <a:t>步，直至每个尚未分解的加工都足够简单</a:t>
            </a:r>
            <a:r>
              <a:rPr lang="en-US" altLang="zh-CN" dirty="0"/>
              <a:t>(</a:t>
            </a:r>
            <a:r>
              <a:rPr lang="zh-CN" altLang="en-US" dirty="0"/>
              <a:t>即不必再分解</a:t>
            </a:r>
            <a:r>
              <a:rPr lang="en-US" altLang="zh-CN" dirty="0"/>
              <a:t>)</a:t>
            </a:r>
            <a:endParaRPr lang="en-US" altLang="zh-CN"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5" name="图示 4"/>
          <p:cNvGraphicFramePr/>
          <p:nvPr/>
        </p:nvGraphicFramePr>
        <p:xfrm>
          <a:off x="1475656" y="2533352"/>
          <a:ext cx="6096000" cy="4064000"/>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
        <p:nvSpPr>
          <p:cNvPr id="80899" name="标题 1"/>
          <p:cNvSpPr>
            <a:spLocks noGrp="1"/>
          </p:cNvSpPr>
          <p:nvPr>
            <p:ph type="title"/>
          </p:nvPr>
        </p:nvSpPr>
        <p:spPr>
          <a:xfrm>
            <a:off x="762000" y="685800"/>
            <a:ext cx="6705600" cy="1143000"/>
          </a:xfrm>
        </p:spPr>
        <p:txBody>
          <a:bodyPr vert="horz" wrap="square" lIns="0" tIns="45720" rIns="0" bIns="0" anchor="b" anchorCtr="0"/>
          <a:p>
            <a:pPr eaLnBrk="1" hangingPunct="1"/>
            <a:r>
              <a:rPr lang="zh-CN" altLang="en-US" b="1" dirty="0">
                <a:latin typeface="微软雅黑" panose="020B0503020204020204" pitchFamily="34" charset="-122"/>
                <a:ea typeface="微软雅黑" panose="020B0503020204020204" pitchFamily="34" charset="-122"/>
              </a:rPr>
              <a:t>第五次课：结构化分析</a:t>
            </a:r>
            <a:endParaRPr lang="zh-CN" altLang="en-US" b="1" dirty="0">
              <a:latin typeface="微软雅黑" panose="020B0503020204020204" pitchFamily="34" charset="-122"/>
              <a:ea typeface="微软雅黑" panose="020B0503020204020204" pitchFamily="34" charset="-122"/>
            </a:endParaRPr>
          </a:p>
        </p:txBody>
      </p:sp>
    </p:spTree>
  </p:cSld>
  <p:clrMapOvr>
    <a:masterClrMapping/>
  </p:clrMapOv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22" name="Rectangle 2"/>
          <p:cNvSpPr>
            <a:spLocks noGrp="1"/>
          </p:cNvSpPr>
          <p:nvPr>
            <p:ph type="title"/>
          </p:nvPr>
        </p:nvSpPr>
        <p:spPr/>
        <p:txBody>
          <a:bodyPr vert="horz" wrap="square" lIns="0" tIns="45720" rIns="0" bIns="0" anchor="b" anchorCtr="0"/>
          <a:p>
            <a:pPr eaLnBrk="1" hangingPunct="1"/>
            <a:r>
              <a:rPr lang="zh-CN" altLang="en-US" b="1" dirty="0">
                <a:latin typeface="微软雅黑" panose="020B0503020204020204" pitchFamily="34" charset="-122"/>
                <a:ea typeface="微软雅黑" panose="020B0503020204020204" pitchFamily="34" charset="-122"/>
              </a:rPr>
              <a:t>分层数据流图的审查</a:t>
            </a:r>
            <a:endParaRPr lang="zh-CN" altLang="en-US" b="1" dirty="0">
              <a:latin typeface="微软雅黑" panose="020B0503020204020204" pitchFamily="34" charset="-122"/>
              <a:ea typeface="微软雅黑" panose="020B0503020204020204" pitchFamily="34" charset="-122"/>
            </a:endParaRPr>
          </a:p>
        </p:txBody>
      </p:sp>
      <p:sp>
        <p:nvSpPr>
          <p:cNvPr id="81923" name="Rectangle 3"/>
          <p:cNvSpPr>
            <a:spLocks noGrp="1"/>
          </p:cNvSpPr>
          <p:nvPr>
            <p:ph idx="1"/>
          </p:nvPr>
        </p:nvSpPr>
        <p:spPr>
          <a:xfrm>
            <a:off x="381000" y="1981200"/>
            <a:ext cx="7924800" cy="4724400"/>
          </a:xfrm>
        </p:spPr>
        <p:txBody>
          <a:bodyPr vert="horz" wrap="square" lIns="91440" tIns="45720" rIns="91440" bIns="45720" anchor="t" anchorCtr="0"/>
          <a:p>
            <a:pPr eaLnBrk="1" hangingPunct="1">
              <a:buFont typeface="Wingdings" panose="05000000000000000000" pitchFamily="2" charset="2"/>
              <a:buChar char="p"/>
            </a:pPr>
            <a:r>
              <a:rPr lang="zh-CN" altLang="en-US" dirty="0"/>
              <a:t>检查图中是否存在错误或不合理</a:t>
            </a:r>
            <a:r>
              <a:rPr lang="en-US" altLang="zh-CN" dirty="0"/>
              <a:t>(</a:t>
            </a:r>
            <a:r>
              <a:rPr lang="zh-CN" altLang="en-US" dirty="0"/>
              <a:t>不理想</a:t>
            </a:r>
            <a:r>
              <a:rPr lang="en-US" altLang="zh-CN" dirty="0"/>
              <a:t>)</a:t>
            </a:r>
            <a:r>
              <a:rPr lang="zh-CN" altLang="en-US" dirty="0"/>
              <a:t>的部分</a:t>
            </a:r>
            <a:endParaRPr lang="zh-CN" altLang="en-US" dirty="0"/>
          </a:p>
          <a:p>
            <a:pPr lvl="1" eaLnBrk="1" hangingPunct="1">
              <a:buFont typeface="Wingdings" panose="05000000000000000000" pitchFamily="2" charset="2"/>
              <a:buChar char="ü"/>
            </a:pPr>
            <a:r>
              <a:rPr lang="zh-CN" altLang="en-US" b="1" dirty="0"/>
              <a:t>一致性</a:t>
            </a:r>
            <a:r>
              <a:rPr lang="zh-CN" altLang="en-US" dirty="0"/>
              <a:t>：分层</a:t>
            </a:r>
            <a:r>
              <a:rPr lang="en-US" altLang="zh-CN" dirty="0"/>
              <a:t>DFD</a:t>
            </a:r>
            <a:r>
              <a:rPr lang="zh-CN" altLang="en-US" dirty="0"/>
              <a:t>中不存在矛盾和冲突</a:t>
            </a:r>
            <a:endParaRPr lang="zh-CN" altLang="en-US" dirty="0"/>
          </a:p>
          <a:p>
            <a:pPr lvl="1" eaLnBrk="1" hangingPunct="1">
              <a:buFont typeface="Wingdings" panose="05000000000000000000" pitchFamily="2" charset="2"/>
              <a:buChar char="ü"/>
            </a:pPr>
            <a:r>
              <a:rPr lang="zh-CN" altLang="en-US" b="1" dirty="0"/>
              <a:t>完整性</a:t>
            </a:r>
            <a:r>
              <a:rPr lang="zh-CN" altLang="en-US" dirty="0"/>
              <a:t>：分层</a:t>
            </a:r>
            <a:r>
              <a:rPr lang="en-US" altLang="zh-CN" dirty="0"/>
              <a:t>DFD</a:t>
            </a:r>
            <a:r>
              <a:rPr lang="zh-CN" altLang="en-US" dirty="0"/>
              <a:t>本身的完整性，即是否有遗漏的数据流、加工等元素</a:t>
            </a:r>
            <a:endParaRPr lang="zh-CN" altLang="en-US" dirty="0"/>
          </a:p>
          <a:p>
            <a:pPr eaLnBrk="1" hangingPunct="1">
              <a:buFont typeface="Wingdings" panose="05000000000000000000" pitchFamily="2" charset="2"/>
              <a:buChar char="p"/>
            </a:pPr>
            <a:r>
              <a:rPr lang="zh-CN" altLang="en-US" dirty="0"/>
              <a:t>本节将从分层</a:t>
            </a:r>
            <a:r>
              <a:rPr lang="en-US" altLang="zh-CN" dirty="0"/>
              <a:t>DFD</a:t>
            </a:r>
            <a:r>
              <a:rPr lang="zh-CN" altLang="en-US" dirty="0"/>
              <a:t>的一致性和完整性、构造分层</a:t>
            </a:r>
            <a:r>
              <a:rPr lang="en-US" altLang="zh-CN" dirty="0"/>
              <a:t>DFD</a:t>
            </a:r>
            <a:r>
              <a:rPr lang="zh-CN" altLang="en-US" dirty="0"/>
              <a:t>时需注意的问题以及分解程度等几个方面来说明如何审查分层</a:t>
            </a:r>
            <a:r>
              <a:rPr lang="en-US" altLang="zh-CN" dirty="0"/>
              <a:t>DFD</a:t>
            </a:r>
            <a:r>
              <a:rPr lang="zh-CN" altLang="en-US" dirty="0"/>
              <a:t>的合理性</a:t>
            </a:r>
            <a:endParaRPr lang="zh-CN" altLang="en-US"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3970" name="Rectangle 2"/>
          <p:cNvSpPr>
            <a:spLocks noGrp="1"/>
          </p:cNvSpPr>
          <p:nvPr>
            <p:ph type="title"/>
          </p:nvPr>
        </p:nvSpPr>
        <p:spPr/>
        <p:txBody>
          <a:bodyPr vert="horz" wrap="square" lIns="0" tIns="45720" rIns="0" bIns="0" anchor="b" anchorCtr="0"/>
          <a:p>
            <a:pPr eaLnBrk="1" hangingPunct="1"/>
            <a:r>
              <a:rPr lang="zh-CN" altLang="en-US" b="1" dirty="0">
                <a:latin typeface="微软雅黑" panose="020B0503020204020204" pitchFamily="34" charset="-122"/>
                <a:ea typeface="微软雅黑" panose="020B0503020204020204" pitchFamily="34" charset="-122"/>
              </a:rPr>
              <a:t>分层数据流图的一致性</a:t>
            </a:r>
            <a:endParaRPr lang="zh-CN" altLang="en-US" b="1" dirty="0">
              <a:latin typeface="微软雅黑" panose="020B0503020204020204" pitchFamily="34" charset="-122"/>
              <a:ea typeface="微软雅黑" panose="020B0503020204020204" pitchFamily="34" charset="-122"/>
            </a:endParaRPr>
          </a:p>
        </p:txBody>
      </p:sp>
      <p:sp>
        <p:nvSpPr>
          <p:cNvPr id="83971" name="Rectangle 3"/>
          <p:cNvSpPr>
            <a:spLocks noGrp="1"/>
          </p:cNvSpPr>
          <p:nvPr>
            <p:ph idx="1"/>
          </p:nvPr>
        </p:nvSpPr>
        <p:spPr>
          <a:xfrm>
            <a:off x="381000" y="2133600"/>
            <a:ext cx="7924800" cy="3886200"/>
          </a:xfrm>
        </p:spPr>
        <p:txBody>
          <a:bodyPr vert="horz" wrap="square" lIns="91440" tIns="45720" rIns="91440" bIns="45720" anchor="t" anchorCtr="0"/>
          <a:p>
            <a:pPr eaLnBrk="1" hangingPunct="1">
              <a:buFont typeface="Wingdings" panose="05000000000000000000" pitchFamily="2" charset="2"/>
              <a:buChar char="p"/>
            </a:pPr>
            <a:r>
              <a:rPr lang="zh-CN" altLang="en-US" dirty="0"/>
              <a:t>父图与子图平衡</a:t>
            </a:r>
            <a:endParaRPr lang="zh-CN" altLang="en-US" dirty="0"/>
          </a:p>
          <a:p>
            <a:pPr lvl="1" eaLnBrk="1" hangingPunct="1">
              <a:buFont typeface="Wingdings" panose="05000000000000000000" pitchFamily="2" charset="2"/>
              <a:buChar char="ü"/>
            </a:pPr>
            <a:r>
              <a:rPr lang="zh-CN" altLang="en-US" sz="2000" dirty="0"/>
              <a:t>任何一张</a:t>
            </a:r>
            <a:r>
              <a:rPr lang="en-US" altLang="zh-CN" sz="2000" dirty="0"/>
              <a:t>DFD</a:t>
            </a:r>
            <a:r>
              <a:rPr lang="zh-CN" altLang="en-US" sz="2000" dirty="0"/>
              <a:t>子图边界上的输入</a:t>
            </a:r>
            <a:r>
              <a:rPr lang="en-US" altLang="zh-CN" sz="2000" dirty="0"/>
              <a:t>/</a:t>
            </a:r>
            <a:r>
              <a:rPr lang="zh-CN" altLang="en-US" sz="2000" dirty="0"/>
              <a:t>输出数据流必须与其父图中对应的加工的输入</a:t>
            </a:r>
            <a:r>
              <a:rPr lang="en-US" altLang="zh-CN" sz="2000" dirty="0"/>
              <a:t>/</a:t>
            </a:r>
            <a:r>
              <a:rPr lang="zh-CN" altLang="en-US" sz="2000" dirty="0"/>
              <a:t>输出数据流保持一致</a:t>
            </a:r>
            <a:endParaRPr lang="zh-CN" altLang="en-US" sz="2000" dirty="0"/>
          </a:p>
          <a:p>
            <a:pPr eaLnBrk="1" hangingPunct="1">
              <a:buFont typeface="Wingdings" panose="05000000000000000000" pitchFamily="2" charset="2"/>
              <a:buChar char="p"/>
            </a:pPr>
            <a:r>
              <a:rPr lang="zh-CN" altLang="en-US" dirty="0"/>
              <a:t>数据守恒</a:t>
            </a:r>
            <a:endParaRPr lang="zh-CN" altLang="en-US" dirty="0"/>
          </a:p>
          <a:p>
            <a:pPr lvl="1" eaLnBrk="1" hangingPunct="1">
              <a:buFont typeface="Wingdings" panose="05000000000000000000" pitchFamily="2" charset="2"/>
              <a:buChar char="ü"/>
            </a:pPr>
            <a:r>
              <a:rPr lang="zh-CN" altLang="en-US" sz="2000" dirty="0"/>
              <a:t>一个加工所有输出数据流中的数据，必须能从该加工的输入数据流中直接获得，或者能通过该加工的处理而产生</a:t>
            </a:r>
            <a:endParaRPr lang="zh-CN" altLang="en-US" sz="2000" dirty="0"/>
          </a:p>
          <a:p>
            <a:pPr eaLnBrk="1" hangingPunct="1">
              <a:buFont typeface="Wingdings" panose="05000000000000000000" pitchFamily="2" charset="2"/>
              <a:buChar char="p"/>
            </a:pPr>
            <a:r>
              <a:rPr lang="zh-CN" altLang="en-US" dirty="0"/>
              <a:t>局部文件</a:t>
            </a:r>
            <a:endParaRPr lang="zh-CN" altLang="en-US" dirty="0"/>
          </a:p>
          <a:p>
            <a:pPr lvl="1" eaLnBrk="1" hangingPunct="1">
              <a:buFont typeface="Wingdings" panose="05000000000000000000" pitchFamily="2" charset="2"/>
              <a:buChar char="ü"/>
            </a:pPr>
            <a:r>
              <a:rPr lang="zh-CN" altLang="en-US" sz="2000" dirty="0"/>
              <a:t>考虑分层数据流中一个文件应画在哪些</a:t>
            </a:r>
            <a:r>
              <a:rPr lang="en-US" altLang="zh-CN" sz="2000" dirty="0"/>
              <a:t>DFD</a:t>
            </a:r>
            <a:r>
              <a:rPr lang="zh-CN" altLang="en-US" sz="2000" dirty="0"/>
              <a:t>中，而不该画在哪些</a:t>
            </a:r>
            <a:r>
              <a:rPr lang="en-US" altLang="zh-CN" sz="2000" dirty="0"/>
              <a:t>DFD</a:t>
            </a:r>
            <a:r>
              <a:rPr lang="zh-CN" altLang="en-US" sz="2000" dirty="0"/>
              <a:t>中</a:t>
            </a:r>
            <a:endParaRPr lang="zh-CN" altLang="en-US" sz="2000" dirty="0"/>
          </a:p>
          <a:p>
            <a:pPr lvl="1" eaLnBrk="1" hangingPunct="1">
              <a:buFont typeface="Wingdings" panose="05000000000000000000" pitchFamily="2" charset="2"/>
              <a:buChar char="ü"/>
            </a:pPr>
            <a:endParaRPr lang="zh-CN" altLang="en-US" sz="2000" dirty="0"/>
          </a:p>
          <a:p>
            <a:pPr eaLnBrk="1" hangingPunct="1">
              <a:buFont typeface="Wingdings 2" panose="05020102010507070707" pitchFamily="18" charset="2"/>
              <a:buChar char=""/>
            </a:pPr>
            <a:endParaRPr lang="zh-CN" altLang="en-US"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6018" name="Rectangle 2"/>
          <p:cNvSpPr>
            <a:spLocks noGrp="1"/>
          </p:cNvSpPr>
          <p:nvPr>
            <p:ph type="title"/>
          </p:nvPr>
        </p:nvSpPr>
        <p:spPr>
          <a:xfrm>
            <a:off x="457200" y="533400"/>
            <a:ext cx="8229600" cy="1143000"/>
          </a:xfrm>
        </p:spPr>
        <p:txBody>
          <a:bodyPr vert="horz" wrap="square" lIns="0" tIns="45720" rIns="0" bIns="0" anchor="b" anchorCtr="0"/>
          <a:p>
            <a:pPr eaLnBrk="1" hangingPunct="1"/>
            <a:r>
              <a:rPr lang="zh-CN" altLang="en-US" b="1" dirty="0">
                <a:latin typeface="微软雅黑" panose="020B0503020204020204" pitchFamily="34" charset="-122"/>
                <a:ea typeface="微软雅黑" panose="020B0503020204020204" pitchFamily="34" charset="-122"/>
              </a:rPr>
              <a:t>父图与子图不平衡的实例</a:t>
            </a:r>
            <a:endParaRPr lang="zh-CN" altLang="en-US" b="1" dirty="0">
              <a:latin typeface="微软雅黑" panose="020B0503020204020204" pitchFamily="34" charset="-122"/>
              <a:ea typeface="微软雅黑" panose="020B0503020204020204" pitchFamily="34" charset="-122"/>
            </a:endParaRPr>
          </a:p>
        </p:txBody>
      </p:sp>
      <p:sp>
        <p:nvSpPr>
          <p:cNvPr id="86019" name="Rectangle 3"/>
          <p:cNvSpPr>
            <a:spLocks noGrp="1"/>
          </p:cNvSpPr>
          <p:nvPr>
            <p:ph idx="1"/>
          </p:nvPr>
        </p:nvSpPr>
        <p:spPr>
          <a:xfrm>
            <a:off x="381000" y="1981200"/>
            <a:ext cx="7924800" cy="2286000"/>
          </a:xfrm>
        </p:spPr>
        <p:txBody>
          <a:bodyPr vert="horz" wrap="square" lIns="91440" tIns="45720" rIns="91440" bIns="45720" anchor="t" anchorCtr="0"/>
          <a:p>
            <a:pPr eaLnBrk="1" hangingPunct="1">
              <a:buFont typeface="Wingdings" panose="05000000000000000000" pitchFamily="2" charset="2"/>
              <a:buChar char="p"/>
            </a:pPr>
            <a:r>
              <a:rPr lang="zh-CN" altLang="en-US" dirty="0"/>
              <a:t>加工</a:t>
            </a:r>
            <a:r>
              <a:rPr lang="en-US" altLang="zh-CN" dirty="0"/>
              <a:t>2</a:t>
            </a:r>
            <a:r>
              <a:rPr lang="zh-CN" altLang="en-US" dirty="0"/>
              <a:t>的输入数据流有</a:t>
            </a:r>
            <a:r>
              <a:rPr lang="en-US" altLang="zh-CN" dirty="0"/>
              <a:t>M</a:t>
            </a:r>
            <a:r>
              <a:rPr lang="zh-CN" altLang="en-US" dirty="0"/>
              <a:t>和</a:t>
            </a:r>
            <a:r>
              <a:rPr lang="en-US" altLang="zh-CN" dirty="0"/>
              <a:t>N</a:t>
            </a:r>
            <a:r>
              <a:rPr lang="zh-CN" altLang="en-US" dirty="0"/>
              <a:t>，输出数据流是</a:t>
            </a:r>
            <a:r>
              <a:rPr lang="en-US" altLang="zh-CN" dirty="0"/>
              <a:t>T</a:t>
            </a:r>
            <a:endParaRPr lang="en-US" altLang="zh-CN" dirty="0"/>
          </a:p>
          <a:p>
            <a:pPr eaLnBrk="1" hangingPunct="1">
              <a:buFont typeface="Wingdings" panose="05000000000000000000" pitchFamily="2" charset="2"/>
              <a:buChar char="p"/>
            </a:pPr>
            <a:r>
              <a:rPr lang="zh-CN" altLang="en-US" dirty="0"/>
              <a:t>而子图</a:t>
            </a:r>
            <a:r>
              <a:rPr lang="en-US" altLang="zh-CN" dirty="0"/>
              <a:t>(</a:t>
            </a:r>
            <a:r>
              <a:rPr lang="zh-CN" altLang="en-US" dirty="0"/>
              <a:t>右图</a:t>
            </a:r>
            <a:r>
              <a:rPr lang="en-US" altLang="zh-CN" dirty="0"/>
              <a:t>)</a:t>
            </a:r>
            <a:r>
              <a:rPr lang="zh-CN" altLang="en-US" dirty="0"/>
              <a:t>边界上的输入数据流是</a:t>
            </a:r>
            <a:r>
              <a:rPr lang="en-US" altLang="zh-CN" dirty="0"/>
              <a:t>N</a:t>
            </a:r>
            <a:r>
              <a:rPr lang="zh-CN" altLang="en-US" dirty="0"/>
              <a:t>，输出数据流是</a:t>
            </a:r>
            <a:r>
              <a:rPr lang="en-US" altLang="zh-CN" dirty="0"/>
              <a:t>S</a:t>
            </a:r>
            <a:r>
              <a:rPr lang="zh-CN" altLang="en-US" dirty="0"/>
              <a:t>和</a:t>
            </a:r>
            <a:r>
              <a:rPr lang="en-US" altLang="zh-CN" dirty="0"/>
              <a:t>T</a:t>
            </a:r>
            <a:endParaRPr lang="en-US" altLang="zh-CN" dirty="0"/>
          </a:p>
        </p:txBody>
      </p:sp>
      <p:grpSp>
        <p:nvGrpSpPr>
          <p:cNvPr id="86020" name="Group 54"/>
          <p:cNvGrpSpPr/>
          <p:nvPr/>
        </p:nvGrpSpPr>
        <p:grpSpPr>
          <a:xfrm>
            <a:off x="838200" y="3657600"/>
            <a:ext cx="6980238" cy="2019300"/>
            <a:chOff x="883" y="2304"/>
            <a:chExt cx="4397" cy="1272"/>
          </a:xfrm>
        </p:grpSpPr>
        <p:grpSp>
          <p:nvGrpSpPr>
            <p:cNvPr id="86021" name="Group 9"/>
            <p:cNvGrpSpPr/>
            <p:nvPr/>
          </p:nvGrpSpPr>
          <p:grpSpPr>
            <a:xfrm>
              <a:off x="883" y="2384"/>
              <a:ext cx="2039" cy="1192"/>
              <a:chOff x="2370" y="10278"/>
              <a:chExt cx="3346" cy="1842"/>
            </a:xfrm>
          </p:grpSpPr>
          <p:grpSp>
            <p:nvGrpSpPr>
              <p:cNvPr id="86049" name="Group 10"/>
              <p:cNvGrpSpPr/>
              <p:nvPr/>
            </p:nvGrpSpPr>
            <p:grpSpPr>
              <a:xfrm>
                <a:off x="3088" y="10833"/>
                <a:ext cx="544" cy="543"/>
                <a:chOff x="4048" y="11718"/>
                <a:chExt cx="544" cy="543"/>
              </a:xfrm>
            </p:grpSpPr>
            <p:sp>
              <p:nvSpPr>
                <p:cNvPr id="86062" name="Rectangle 11"/>
                <p:cNvSpPr/>
                <p:nvPr/>
              </p:nvSpPr>
              <p:spPr>
                <a:xfrm>
                  <a:off x="4052" y="11718"/>
                  <a:ext cx="540" cy="465"/>
                </a:xfrm>
                <a:prstGeom prst="rect">
                  <a:avLst/>
                </a:prstGeom>
                <a:noFill/>
                <a:ln w="9525">
                  <a:noFill/>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algn="ctr" eaLnBrk="1" hangingPunct="1">
                    <a:spcBef>
                      <a:spcPct val="0"/>
                    </a:spcBef>
                    <a:buClrTx/>
                    <a:buSzTx/>
                    <a:buFontTx/>
                    <a:buNone/>
                  </a:pPr>
                  <a:r>
                    <a:rPr lang="en-US" altLang="zh-CN" sz="1800" dirty="0">
                      <a:latin typeface="Times New Roman" panose="02020603050405020304" pitchFamily="18" charset="0"/>
                    </a:rPr>
                    <a:t>1</a:t>
                  </a:r>
                  <a:endParaRPr lang="en-US" altLang="zh-CN" sz="1800" b="1" dirty="0">
                    <a:latin typeface="Times New Roman" panose="02020603050405020304" pitchFamily="18" charset="0"/>
                  </a:endParaRPr>
                </a:p>
              </p:txBody>
            </p:sp>
            <p:sp>
              <p:nvSpPr>
                <p:cNvPr id="86063" name="Oval 12"/>
                <p:cNvSpPr/>
                <p:nvPr/>
              </p:nvSpPr>
              <p:spPr>
                <a:xfrm>
                  <a:off x="4048" y="11733"/>
                  <a:ext cx="521" cy="528"/>
                </a:xfrm>
                <a:prstGeom prst="ellipse">
                  <a:avLst/>
                </a:prstGeom>
                <a:noFill/>
                <a:ln w="9525" cap="flat" cmpd="sng">
                  <a:solidFill>
                    <a:srgbClr val="000000"/>
                  </a:solidFill>
                  <a:prstDash val="solid"/>
                  <a:headEnd type="none" w="med" len="med"/>
                  <a:tailEnd type="none" w="med" len="med"/>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eaLnBrk="1" hangingPunct="1">
                    <a:spcBef>
                      <a:spcPct val="0"/>
                    </a:spcBef>
                    <a:buClrTx/>
                    <a:buSzTx/>
                    <a:buFontTx/>
                    <a:buNone/>
                  </a:pPr>
                  <a:endParaRPr lang="zh-CN" altLang="en-US" sz="1600" b="1" dirty="0">
                    <a:latin typeface="Comic Sans MS" panose="030F0702030302020204" pitchFamily="66" charset="0"/>
                  </a:endParaRPr>
                </a:p>
              </p:txBody>
            </p:sp>
          </p:grpSp>
          <p:grpSp>
            <p:nvGrpSpPr>
              <p:cNvPr id="86050" name="Group 13"/>
              <p:cNvGrpSpPr/>
              <p:nvPr/>
            </p:nvGrpSpPr>
            <p:grpSpPr>
              <a:xfrm>
                <a:off x="4544" y="11433"/>
                <a:ext cx="544" cy="543"/>
                <a:chOff x="4048" y="11718"/>
                <a:chExt cx="544" cy="543"/>
              </a:xfrm>
            </p:grpSpPr>
            <p:sp>
              <p:nvSpPr>
                <p:cNvPr id="86060" name="Rectangle 14"/>
                <p:cNvSpPr/>
                <p:nvPr/>
              </p:nvSpPr>
              <p:spPr>
                <a:xfrm>
                  <a:off x="4052" y="11718"/>
                  <a:ext cx="540" cy="465"/>
                </a:xfrm>
                <a:prstGeom prst="rect">
                  <a:avLst/>
                </a:prstGeom>
                <a:noFill/>
                <a:ln w="9525">
                  <a:noFill/>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algn="ctr" eaLnBrk="1" hangingPunct="1">
                    <a:spcBef>
                      <a:spcPct val="0"/>
                    </a:spcBef>
                    <a:buClrTx/>
                    <a:buSzTx/>
                    <a:buFontTx/>
                    <a:buNone/>
                  </a:pPr>
                  <a:r>
                    <a:rPr lang="en-US" altLang="zh-CN" sz="1800" dirty="0">
                      <a:latin typeface="Times New Roman" panose="02020603050405020304" pitchFamily="18" charset="0"/>
                    </a:rPr>
                    <a:t>2</a:t>
                  </a:r>
                  <a:endParaRPr lang="en-US" altLang="zh-CN" sz="1800" b="1" dirty="0">
                    <a:latin typeface="Times New Roman" panose="02020603050405020304" pitchFamily="18" charset="0"/>
                  </a:endParaRPr>
                </a:p>
              </p:txBody>
            </p:sp>
            <p:sp>
              <p:nvSpPr>
                <p:cNvPr id="86061" name="Oval 15"/>
                <p:cNvSpPr/>
                <p:nvPr/>
              </p:nvSpPr>
              <p:spPr>
                <a:xfrm>
                  <a:off x="4048" y="11733"/>
                  <a:ext cx="521" cy="528"/>
                </a:xfrm>
                <a:prstGeom prst="ellipse">
                  <a:avLst/>
                </a:prstGeom>
                <a:noFill/>
                <a:ln w="9525" cap="flat" cmpd="sng">
                  <a:solidFill>
                    <a:srgbClr val="000000"/>
                  </a:solidFill>
                  <a:prstDash val="solid"/>
                  <a:headEnd type="none" w="med" len="med"/>
                  <a:tailEnd type="none" w="med" len="med"/>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eaLnBrk="1" hangingPunct="1">
                    <a:spcBef>
                      <a:spcPct val="0"/>
                    </a:spcBef>
                    <a:buClrTx/>
                    <a:buSzTx/>
                    <a:buFontTx/>
                    <a:buNone/>
                  </a:pPr>
                  <a:endParaRPr lang="zh-CN" altLang="en-US" sz="1600" b="1" dirty="0">
                    <a:latin typeface="Comic Sans MS" panose="030F0702030302020204" pitchFamily="66" charset="0"/>
                  </a:endParaRPr>
                </a:p>
              </p:txBody>
            </p:sp>
          </p:grpSp>
          <p:grpSp>
            <p:nvGrpSpPr>
              <p:cNvPr id="86051" name="Group 16"/>
              <p:cNvGrpSpPr/>
              <p:nvPr/>
            </p:nvGrpSpPr>
            <p:grpSpPr>
              <a:xfrm>
                <a:off x="4544" y="10278"/>
                <a:ext cx="544" cy="543"/>
                <a:chOff x="4048" y="11718"/>
                <a:chExt cx="544" cy="543"/>
              </a:xfrm>
            </p:grpSpPr>
            <p:sp>
              <p:nvSpPr>
                <p:cNvPr id="86058" name="Rectangle 17"/>
                <p:cNvSpPr/>
                <p:nvPr/>
              </p:nvSpPr>
              <p:spPr>
                <a:xfrm>
                  <a:off x="4052" y="11718"/>
                  <a:ext cx="540" cy="465"/>
                </a:xfrm>
                <a:prstGeom prst="rect">
                  <a:avLst/>
                </a:prstGeom>
                <a:noFill/>
                <a:ln w="9525">
                  <a:noFill/>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algn="ctr" eaLnBrk="1" hangingPunct="1">
                    <a:spcBef>
                      <a:spcPct val="0"/>
                    </a:spcBef>
                    <a:buClrTx/>
                    <a:buSzTx/>
                    <a:buFontTx/>
                    <a:buNone/>
                  </a:pPr>
                  <a:r>
                    <a:rPr lang="en-US" altLang="zh-CN" sz="1800" dirty="0">
                      <a:latin typeface="Times New Roman" panose="02020603050405020304" pitchFamily="18" charset="0"/>
                    </a:rPr>
                    <a:t>3</a:t>
                  </a:r>
                  <a:endParaRPr lang="en-US" altLang="zh-CN" sz="1800" b="1" dirty="0">
                    <a:latin typeface="Times New Roman" panose="02020603050405020304" pitchFamily="18" charset="0"/>
                  </a:endParaRPr>
                </a:p>
              </p:txBody>
            </p:sp>
            <p:sp>
              <p:nvSpPr>
                <p:cNvPr id="86059" name="Oval 18"/>
                <p:cNvSpPr/>
                <p:nvPr/>
              </p:nvSpPr>
              <p:spPr>
                <a:xfrm>
                  <a:off x="4048" y="11733"/>
                  <a:ext cx="521" cy="528"/>
                </a:xfrm>
                <a:prstGeom prst="ellipse">
                  <a:avLst/>
                </a:prstGeom>
                <a:noFill/>
                <a:ln w="9525" cap="flat" cmpd="sng">
                  <a:solidFill>
                    <a:srgbClr val="000000"/>
                  </a:solidFill>
                  <a:prstDash val="solid"/>
                  <a:headEnd type="none" w="med" len="med"/>
                  <a:tailEnd type="none" w="med" len="med"/>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eaLnBrk="1" hangingPunct="1">
                    <a:spcBef>
                      <a:spcPct val="0"/>
                    </a:spcBef>
                    <a:buClrTx/>
                    <a:buSzTx/>
                    <a:buFontTx/>
                    <a:buNone/>
                  </a:pPr>
                  <a:endParaRPr lang="zh-CN" altLang="en-US" sz="1600" b="1" dirty="0">
                    <a:latin typeface="Comic Sans MS" panose="030F0702030302020204" pitchFamily="66" charset="0"/>
                  </a:endParaRPr>
                </a:p>
              </p:txBody>
            </p:sp>
          </p:grpSp>
          <p:sp>
            <p:nvSpPr>
              <p:cNvPr id="86052" name="Arc 19"/>
              <p:cNvSpPr/>
              <p:nvPr/>
            </p:nvSpPr>
            <p:spPr>
              <a:xfrm rot="-2782748">
                <a:off x="3942" y="10395"/>
                <a:ext cx="1003" cy="1440"/>
              </a:xfrm>
              <a:custGeom>
                <a:avLst/>
                <a:gdLst/>
                <a:ahLst/>
                <a:cxnLst>
                  <a:cxn ang="0">
                    <a:pos x="0" y="0"/>
                  </a:cxn>
                  <a:cxn ang="0">
                    <a:pos x="0" y="0"/>
                  </a:cxn>
                  <a:cxn ang="0">
                    <a:pos x="0" y="0"/>
                  </a:cxn>
                </a:cxnLst>
                <a:pathLst>
                  <a:path w="15044" h="21600" fill="none">
                    <a:moveTo>
                      <a:pt x="-1" y="0"/>
                    </a:moveTo>
                    <a:cubicBezTo>
                      <a:pt x="5617" y="0"/>
                      <a:pt x="11013" y="2188"/>
                      <a:pt x="15043" y="6100"/>
                    </a:cubicBezTo>
                  </a:path>
                  <a:path w="15044" h="21600" stroke="0">
                    <a:moveTo>
                      <a:pt x="-1" y="0"/>
                    </a:moveTo>
                    <a:cubicBezTo>
                      <a:pt x="5617" y="0"/>
                      <a:pt x="11013" y="2188"/>
                      <a:pt x="15043" y="6100"/>
                    </a:cubicBezTo>
                    <a:lnTo>
                      <a:pt x="0" y="21600"/>
                    </a:lnTo>
                    <a:lnTo>
                      <a:pt x="-1" y="0"/>
                    </a:lnTo>
                    <a:close/>
                  </a:path>
                </a:pathLst>
              </a:custGeom>
              <a:noFill/>
              <a:ln w="9525" cap="flat" cmpd="sng">
                <a:solidFill>
                  <a:srgbClr val="000000">
                    <a:alpha val="100000"/>
                  </a:srgbClr>
                </a:solidFill>
                <a:prstDash val="solid"/>
                <a:round/>
                <a:headEnd type="none" w="sm" len="med"/>
                <a:tailEnd type="triangle" w="sm" len="med"/>
              </a:ln>
            </p:spPr>
            <p:txBody>
              <a:bodyPr/>
              <a:p>
                <a:endParaRPr lang="zh-CN" altLang="en-US"/>
              </a:p>
            </p:txBody>
          </p:sp>
          <p:sp>
            <p:nvSpPr>
              <p:cNvPr id="86053" name="Arc 20"/>
              <p:cNvSpPr/>
              <p:nvPr/>
            </p:nvSpPr>
            <p:spPr>
              <a:xfrm rot="2782748" flipV="1">
                <a:off x="3928" y="10410"/>
                <a:ext cx="1003" cy="1440"/>
              </a:xfrm>
              <a:custGeom>
                <a:avLst/>
                <a:gdLst/>
                <a:ahLst/>
                <a:cxnLst>
                  <a:cxn ang="0">
                    <a:pos x="0" y="0"/>
                  </a:cxn>
                  <a:cxn ang="0">
                    <a:pos x="0" y="0"/>
                  </a:cxn>
                  <a:cxn ang="0">
                    <a:pos x="0" y="0"/>
                  </a:cxn>
                </a:cxnLst>
                <a:pathLst>
                  <a:path w="15044" h="21600" fill="none">
                    <a:moveTo>
                      <a:pt x="-1" y="0"/>
                    </a:moveTo>
                    <a:cubicBezTo>
                      <a:pt x="5617" y="0"/>
                      <a:pt x="11013" y="2188"/>
                      <a:pt x="15043" y="6100"/>
                    </a:cubicBezTo>
                  </a:path>
                  <a:path w="15044" h="21600" stroke="0">
                    <a:moveTo>
                      <a:pt x="-1" y="0"/>
                    </a:moveTo>
                    <a:cubicBezTo>
                      <a:pt x="5617" y="0"/>
                      <a:pt x="11013" y="2188"/>
                      <a:pt x="15043" y="6100"/>
                    </a:cubicBezTo>
                    <a:lnTo>
                      <a:pt x="0" y="21600"/>
                    </a:lnTo>
                    <a:lnTo>
                      <a:pt x="-1" y="0"/>
                    </a:lnTo>
                    <a:close/>
                  </a:path>
                </a:pathLst>
              </a:custGeom>
              <a:noFill/>
              <a:ln w="9525" cap="flat" cmpd="sng">
                <a:solidFill>
                  <a:srgbClr val="000000">
                    <a:alpha val="100000"/>
                  </a:srgbClr>
                </a:solidFill>
                <a:prstDash val="solid"/>
                <a:round/>
                <a:headEnd type="none" w="sm" len="med"/>
                <a:tailEnd type="triangle" w="sm" len="med"/>
              </a:ln>
            </p:spPr>
            <p:txBody>
              <a:bodyPr/>
              <a:p>
                <a:endParaRPr lang="zh-CN" altLang="en-US"/>
              </a:p>
            </p:txBody>
          </p:sp>
          <p:sp>
            <p:nvSpPr>
              <p:cNvPr id="86054" name="Line 21"/>
              <p:cNvSpPr/>
              <p:nvPr/>
            </p:nvSpPr>
            <p:spPr>
              <a:xfrm>
                <a:off x="2370" y="11085"/>
                <a:ext cx="706" cy="0"/>
              </a:xfrm>
              <a:prstGeom prst="line">
                <a:avLst/>
              </a:prstGeom>
              <a:ln w="9525" cap="flat" cmpd="sng">
                <a:solidFill>
                  <a:srgbClr val="000000"/>
                </a:solidFill>
                <a:prstDash val="solid"/>
                <a:headEnd type="none" w="sm" len="med"/>
                <a:tailEnd type="triangle" w="sm" len="med"/>
              </a:ln>
            </p:spPr>
          </p:sp>
          <p:sp>
            <p:nvSpPr>
              <p:cNvPr id="86055" name="Line 22"/>
              <p:cNvSpPr/>
              <p:nvPr/>
            </p:nvSpPr>
            <p:spPr>
              <a:xfrm flipV="1">
                <a:off x="4004" y="11880"/>
                <a:ext cx="586" cy="240"/>
              </a:xfrm>
              <a:prstGeom prst="line">
                <a:avLst/>
              </a:prstGeom>
              <a:ln w="9525" cap="flat" cmpd="sng">
                <a:solidFill>
                  <a:srgbClr val="000000"/>
                </a:solidFill>
                <a:prstDash val="solid"/>
                <a:headEnd type="none" w="sm" len="med"/>
                <a:tailEnd type="triangle" w="sm" len="med"/>
              </a:ln>
            </p:spPr>
          </p:sp>
          <p:sp>
            <p:nvSpPr>
              <p:cNvPr id="86056" name="Line 23"/>
              <p:cNvSpPr/>
              <p:nvPr/>
            </p:nvSpPr>
            <p:spPr>
              <a:xfrm>
                <a:off x="5084" y="11685"/>
                <a:ext cx="630" cy="0"/>
              </a:xfrm>
              <a:prstGeom prst="line">
                <a:avLst/>
              </a:prstGeom>
              <a:ln w="9525" cap="flat" cmpd="sng">
                <a:solidFill>
                  <a:srgbClr val="000000"/>
                </a:solidFill>
                <a:prstDash val="solid"/>
                <a:headEnd type="none" w="sm" len="med"/>
                <a:tailEnd type="triangle" w="sm" len="med"/>
              </a:ln>
            </p:spPr>
          </p:sp>
          <p:sp>
            <p:nvSpPr>
              <p:cNvPr id="86057" name="Line 24"/>
              <p:cNvSpPr/>
              <p:nvPr/>
            </p:nvSpPr>
            <p:spPr>
              <a:xfrm>
                <a:off x="5084" y="10545"/>
                <a:ext cx="632" cy="0"/>
              </a:xfrm>
              <a:prstGeom prst="line">
                <a:avLst/>
              </a:prstGeom>
              <a:ln w="9525" cap="flat" cmpd="sng">
                <a:solidFill>
                  <a:srgbClr val="000000"/>
                </a:solidFill>
                <a:prstDash val="solid"/>
                <a:headEnd type="none" w="sm" len="med"/>
                <a:tailEnd type="triangle" w="sm" len="med"/>
              </a:ln>
            </p:spPr>
          </p:sp>
        </p:grpSp>
        <p:grpSp>
          <p:nvGrpSpPr>
            <p:cNvPr id="86022" name="Group 25"/>
            <p:cNvGrpSpPr/>
            <p:nvPr/>
          </p:nvGrpSpPr>
          <p:grpSpPr>
            <a:xfrm>
              <a:off x="929" y="2304"/>
              <a:ext cx="1910" cy="1253"/>
              <a:chOff x="2446" y="10155"/>
              <a:chExt cx="3134" cy="1935"/>
            </a:xfrm>
          </p:grpSpPr>
          <p:sp>
            <p:nvSpPr>
              <p:cNvPr id="86043" name="Rectangle 26"/>
              <p:cNvSpPr/>
              <p:nvPr/>
            </p:nvSpPr>
            <p:spPr>
              <a:xfrm>
                <a:off x="2446" y="10710"/>
                <a:ext cx="464" cy="435"/>
              </a:xfrm>
              <a:prstGeom prst="rect">
                <a:avLst/>
              </a:prstGeom>
              <a:noFill/>
              <a:ln w="9525">
                <a:noFill/>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algn="ctr" eaLnBrk="1" hangingPunct="1">
                  <a:spcBef>
                    <a:spcPct val="0"/>
                  </a:spcBef>
                  <a:buClrTx/>
                  <a:buSzTx/>
                  <a:buFontTx/>
                  <a:buNone/>
                </a:pPr>
                <a:r>
                  <a:rPr lang="en-US" altLang="zh-CN" sz="1800" dirty="0">
                    <a:latin typeface="Times New Roman" panose="02020603050405020304" pitchFamily="18" charset="0"/>
                  </a:rPr>
                  <a:t>A</a:t>
                </a:r>
                <a:endParaRPr lang="en-US" altLang="zh-CN" sz="1800" b="1" dirty="0">
                  <a:latin typeface="Times New Roman" panose="02020603050405020304" pitchFamily="18" charset="0"/>
                </a:endParaRPr>
              </a:p>
            </p:txBody>
          </p:sp>
          <p:sp>
            <p:nvSpPr>
              <p:cNvPr id="86044" name="Rectangle 27"/>
              <p:cNvSpPr/>
              <p:nvPr/>
            </p:nvSpPr>
            <p:spPr>
              <a:xfrm>
                <a:off x="3600" y="10320"/>
                <a:ext cx="464" cy="435"/>
              </a:xfrm>
              <a:prstGeom prst="rect">
                <a:avLst/>
              </a:prstGeom>
              <a:noFill/>
              <a:ln w="9525">
                <a:noFill/>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algn="ctr" eaLnBrk="1" hangingPunct="1">
                  <a:spcBef>
                    <a:spcPct val="0"/>
                  </a:spcBef>
                  <a:buClrTx/>
                  <a:buSzTx/>
                  <a:buFontTx/>
                  <a:buNone/>
                </a:pPr>
                <a:r>
                  <a:rPr lang="en-US" altLang="zh-CN" sz="1800" dirty="0">
                    <a:latin typeface="Times New Roman" panose="02020603050405020304" pitchFamily="18" charset="0"/>
                  </a:rPr>
                  <a:t>B</a:t>
                </a:r>
                <a:endParaRPr lang="en-US" altLang="zh-CN" sz="1800" b="1" dirty="0">
                  <a:latin typeface="Times New Roman" panose="02020603050405020304" pitchFamily="18" charset="0"/>
                </a:endParaRPr>
              </a:p>
            </p:txBody>
          </p:sp>
          <p:sp>
            <p:nvSpPr>
              <p:cNvPr id="86045" name="Rectangle 28"/>
              <p:cNvSpPr/>
              <p:nvPr/>
            </p:nvSpPr>
            <p:spPr>
              <a:xfrm>
                <a:off x="5116" y="10155"/>
                <a:ext cx="464" cy="435"/>
              </a:xfrm>
              <a:prstGeom prst="rect">
                <a:avLst/>
              </a:prstGeom>
              <a:noFill/>
              <a:ln w="9525">
                <a:noFill/>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algn="ctr" eaLnBrk="1" hangingPunct="1">
                  <a:spcBef>
                    <a:spcPct val="0"/>
                  </a:spcBef>
                  <a:buClrTx/>
                  <a:buSzTx/>
                  <a:buFontTx/>
                  <a:buNone/>
                </a:pPr>
                <a:r>
                  <a:rPr lang="en-US" altLang="zh-CN" sz="1800" dirty="0">
                    <a:latin typeface="Times New Roman" panose="02020603050405020304" pitchFamily="18" charset="0"/>
                  </a:rPr>
                  <a:t>C</a:t>
                </a:r>
                <a:endParaRPr lang="en-US" altLang="zh-CN" sz="1800" b="1" dirty="0">
                  <a:latin typeface="Times New Roman" panose="02020603050405020304" pitchFamily="18" charset="0"/>
                </a:endParaRPr>
              </a:p>
            </p:txBody>
          </p:sp>
          <p:sp>
            <p:nvSpPr>
              <p:cNvPr id="86046" name="Rectangle 29"/>
              <p:cNvSpPr/>
              <p:nvPr/>
            </p:nvSpPr>
            <p:spPr>
              <a:xfrm>
                <a:off x="3810" y="11190"/>
                <a:ext cx="464" cy="435"/>
              </a:xfrm>
              <a:prstGeom prst="rect">
                <a:avLst/>
              </a:prstGeom>
              <a:noFill/>
              <a:ln w="9525">
                <a:noFill/>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algn="ctr" eaLnBrk="1" hangingPunct="1">
                  <a:spcBef>
                    <a:spcPct val="0"/>
                  </a:spcBef>
                  <a:buClrTx/>
                  <a:buSzTx/>
                  <a:buFontTx/>
                  <a:buNone/>
                </a:pPr>
                <a:r>
                  <a:rPr lang="en-US" altLang="zh-CN" sz="1800" dirty="0">
                    <a:latin typeface="Times New Roman" panose="02020603050405020304" pitchFamily="18" charset="0"/>
                  </a:rPr>
                  <a:t>M</a:t>
                </a:r>
                <a:endParaRPr lang="en-US" altLang="zh-CN" sz="1800" b="1" dirty="0">
                  <a:latin typeface="Times New Roman" panose="02020603050405020304" pitchFamily="18" charset="0"/>
                </a:endParaRPr>
              </a:p>
            </p:txBody>
          </p:sp>
          <p:sp>
            <p:nvSpPr>
              <p:cNvPr id="86047" name="Rectangle 30"/>
              <p:cNvSpPr/>
              <p:nvPr/>
            </p:nvSpPr>
            <p:spPr>
              <a:xfrm>
                <a:off x="3826" y="11655"/>
                <a:ext cx="464" cy="435"/>
              </a:xfrm>
              <a:prstGeom prst="rect">
                <a:avLst/>
              </a:prstGeom>
              <a:noFill/>
              <a:ln w="9525">
                <a:noFill/>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algn="ctr" eaLnBrk="1" hangingPunct="1">
                  <a:spcBef>
                    <a:spcPct val="0"/>
                  </a:spcBef>
                  <a:buClrTx/>
                  <a:buSzTx/>
                  <a:buFontTx/>
                  <a:buNone/>
                </a:pPr>
                <a:r>
                  <a:rPr lang="en-US" altLang="zh-CN" sz="1800" dirty="0">
                    <a:latin typeface="Times New Roman" panose="02020603050405020304" pitchFamily="18" charset="0"/>
                  </a:rPr>
                  <a:t>N</a:t>
                </a:r>
                <a:endParaRPr lang="en-US" altLang="zh-CN" sz="1800" b="1" dirty="0">
                  <a:latin typeface="Times New Roman" panose="02020603050405020304" pitchFamily="18" charset="0"/>
                </a:endParaRPr>
              </a:p>
            </p:txBody>
          </p:sp>
          <p:sp>
            <p:nvSpPr>
              <p:cNvPr id="86048" name="Rectangle 31"/>
              <p:cNvSpPr/>
              <p:nvPr/>
            </p:nvSpPr>
            <p:spPr>
              <a:xfrm>
                <a:off x="5102" y="11325"/>
                <a:ext cx="464" cy="435"/>
              </a:xfrm>
              <a:prstGeom prst="rect">
                <a:avLst/>
              </a:prstGeom>
              <a:noFill/>
              <a:ln w="9525">
                <a:noFill/>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algn="ctr" eaLnBrk="1" hangingPunct="1">
                  <a:spcBef>
                    <a:spcPct val="0"/>
                  </a:spcBef>
                  <a:buClrTx/>
                  <a:buSzTx/>
                  <a:buFontTx/>
                  <a:buNone/>
                </a:pPr>
                <a:r>
                  <a:rPr lang="en-US" altLang="zh-CN" sz="1800" dirty="0">
                    <a:latin typeface="Times New Roman" panose="02020603050405020304" pitchFamily="18" charset="0"/>
                  </a:rPr>
                  <a:t>T</a:t>
                </a:r>
                <a:endParaRPr lang="en-US" altLang="zh-CN" sz="1800" b="1" dirty="0">
                  <a:latin typeface="Times New Roman" panose="02020603050405020304" pitchFamily="18" charset="0"/>
                </a:endParaRPr>
              </a:p>
            </p:txBody>
          </p:sp>
        </p:grpSp>
        <p:sp>
          <p:nvSpPr>
            <p:cNvPr id="86023" name="Arc 34"/>
            <p:cNvSpPr/>
            <p:nvPr/>
          </p:nvSpPr>
          <p:spPr>
            <a:xfrm rot="6632236" flipH="1">
              <a:off x="4175" y="2487"/>
              <a:ext cx="629" cy="860"/>
            </a:xfrm>
            <a:custGeom>
              <a:avLst/>
              <a:gdLst/>
              <a:ahLst/>
              <a:cxnLst>
                <a:cxn ang="0">
                  <a:pos x="0" y="0"/>
                </a:cxn>
                <a:cxn ang="0">
                  <a:pos x="0" y="0"/>
                </a:cxn>
                <a:cxn ang="0">
                  <a:pos x="0" y="0"/>
                </a:cxn>
              </a:cxnLst>
              <a:pathLst>
                <a:path w="14591" h="21184" fill="none">
                  <a:moveTo>
                    <a:pt x="4216" y="-1"/>
                  </a:moveTo>
                  <a:cubicBezTo>
                    <a:pt x="8090" y="770"/>
                    <a:pt x="11678" y="2588"/>
                    <a:pt x="14590" y="5257"/>
                  </a:cubicBezTo>
                </a:path>
                <a:path w="14591" h="21184" stroke="0">
                  <a:moveTo>
                    <a:pt x="4216" y="-1"/>
                  </a:moveTo>
                  <a:cubicBezTo>
                    <a:pt x="8090" y="770"/>
                    <a:pt x="11678" y="2588"/>
                    <a:pt x="14590" y="5257"/>
                  </a:cubicBezTo>
                  <a:lnTo>
                    <a:pt x="0" y="21184"/>
                  </a:lnTo>
                  <a:lnTo>
                    <a:pt x="4216" y="-1"/>
                  </a:lnTo>
                  <a:close/>
                </a:path>
              </a:pathLst>
            </a:custGeom>
            <a:noFill/>
            <a:ln w="9525" cap="flat" cmpd="sng">
              <a:solidFill>
                <a:srgbClr val="000000">
                  <a:alpha val="100000"/>
                </a:srgbClr>
              </a:solidFill>
              <a:prstDash val="solid"/>
              <a:round/>
              <a:headEnd type="none" w="sm" len="med"/>
              <a:tailEnd type="triangle" w="sm" len="med"/>
            </a:ln>
          </p:spPr>
          <p:txBody>
            <a:bodyPr/>
            <a:p>
              <a:endParaRPr lang="zh-CN" altLang="en-US"/>
            </a:p>
          </p:txBody>
        </p:sp>
        <p:grpSp>
          <p:nvGrpSpPr>
            <p:cNvPr id="86024" name="Group 35"/>
            <p:cNvGrpSpPr/>
            <p:nvPr/>
          </p:nvGrpSpPr>
          <p:grpSpPr>
            <a:xfrm>
              <a:off x="3679" y="2752"/>
              <a:ext cx="331" cy="352"/>
              <a:chOff x="4048" y="11718"/>
              <a:chExt cx="544" cy="543"/>
            </a:xfrm>
          </p:grpSpPr>
          <p:sp>
            <p:nvSpPr>
              <p:cNvPr id="86041" name="Rectangle 36"/>
              <p:cNvSpPr/>
              <p:nvPr/>
            </p:nvSpPr>
            <p:spPr>
              <a:xfrm>
                <a:off x="4052" y="11718"/>
                <a:ext cx="540" cy="465"/>
              </a:xfrm>
              <a:prstGeom prst="rect">
                <a:avLst/>
              </a:prstGeom>
              <a:noFill/>
              <a:ln w="9525">
                <a:noFill/>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algn="ctr" eaLnBrk="1" hangingPunct="1">
                  <a:spcBef>
                    <a:spcPct val="0"/>
                  </a:spcBef>
                  <a:buClrTx/>
                  <a:buSzTx/>
                  <a:buFontTx/>
                  <a:buNone/>
                </a:pPr>
                <a:r>
                  <a:rPr lang="en-US" altLang="zh-CN" sz="1800" dirty="0">
                    <a:latin typeface="Times New Roman" panose="02020603050405020304" pitchFamily="18" charset="0"/>
                  </a:rPr>
                  <a:t>2.1</a:t>
                </a:r>
                <a:endParaRPr lang="en-US" altLang="zh-CN" sz="1800" b="1" dirty="0">
                  <a:latin typeface="Times New Roman" panose="02020603050405020304" pitchFamily="18" charset="0"/>
                </a:endParaRPr>
              </a:p>
            </p:txBody>
          </p:sp>
          <p:sp>
            <p:nvSpPr>
              <p:cNvPr id="86042" name="Oval 37"/>
              <p:cNvSpPr/>
              <p:nvPr/>
            </p:nvSpPr>
            <p:spPr>
              <a:xfrm>
                <a:off x="4048" y="11733"/>
                <a:ext cx="521" cy="528"/>
              </a:xfrm>
              <a:prstGeom prst="ellipse">
                <a:avLst/>
              </a:prstGeom>
              <a:noFill/>
              <a:ln w="9525" cap="flat" cmpd="sng">
                <a:solidFill>
                  <a:srgbClr val="000000"/>
                </a:solidFill>
                <a:prstDash val="solid"/>
                <a:headEnd type="none" w="med" len="med"/>
                <a:tailEnd type="none" w="med" len="med"/>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eaLnBrk="1" hangingPunct="1">
                  <a:spcBef>
                    <a:spcPct val="0"/>
                  </a:spcBef>
                  <a:buClrTx/>
                  <a:buSzTx/>
                  <a:buFontTx/>
                  <a:buNone/>
                </a:pPr>
                <a:endParaRPr lang="zh-CN" altLang="en-US" sz="1600" b="1" dirty="0">
                  <a:latin typeface="Comic Sans MS" panose="030F0702030302020204" pitchFamily="66" charset="0"/>
                </a:endParaRPr>
              </a:p>
            </p:txBody>
          </p:sp>
        </p:grpSp>
        <p:grpSp>
          <p:nvGrpSpPr>
            <p:cNvPr id="86025" name="Group 38"/>
            <p:cNvGrpSpPr/>
            <p:nvPr/>
          </p:nvGrpSpPr>
          <p:grpSpPr>
            <a:xfrm>
              <a:off x="4566" y="3141"/>
              <a:ext cx="331" cy="351"/>
              <a:chOff x="4048" y="11718"/>
              <a:chExt cx="544" cy="543"/>
            </a:xfrm>
          </p:grpSpPr>
          <p:sp>
            <p:nvSpPr>
              <p:cNvPr id="86039" name="Rectangle 39"/>
              <p:cNvSpPr/>
              <p:nvPr/>
            </p:nvSpPr>
            <p:spPr>
              <a:xfrm>
                <a:off x="4052" y="11718"/>
                <a:ext cx="540" cy="465"/>
              </a:xfrm>
              <a:prstGeom prst="rect">
                <a:avLst/>
              </a:prstGeom>
              <a:noFill/>
              <a:ln w="9525">
                <a:noFill/>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algn="ctr" eaLnBrk="1" hangingPunct="1">
                  <a:spcBef>
                    <a:spcPct val="0"/>
                  </a:spcBef>
                  <a:buClrTx/>
                  <a:buSzTx/>
                  <a:buFontTx/>
                  <a:buNone/>
                </a:pPr>
                <a:r>
                  <a:rPr lang="en-US" altLang="zh-CN" sz="1800" dirty="0">
                    <a:latin typeface="Times New Roman" panose="02020603050405020304" pitchFamily="18" charset="0"/>
                  </a:rPr>
                  <a:t>2.2</a:t>
                </a:r>
                <a:endParaRPr lang="en-US" altLang="zh-CN" sz="1800" b="1" dirty="0">
                  <a:latin typeface="Times New Roman" panose="02020603050405020304" pitchFamily="18" charset="0"/>
                </a:endParaRPr>
              </a:p>
            </p:txBody>
          </p:sp>
          <p:sp>
            <p:nvSpPr>
              <p:cNvPr id="86040" name="Oval 40"/>
              <p:cNvSpPr/>
              <p:nvPr/>
            </p:nvSpPr>
            <p:spPr>
              <a:xfrm>
                <a:off x="4048" y="11733"/>
                <a:ext cx="521" cy="528"/>
              </a:xfrm>
              <a:prstGeom prst="ellipse">
                <a:avLst/>
              </a:prstGeom>
              <a:noFill/>
              <a:ln w="9525" cap="flat" cmpd="sng">
                <a:solidFill>
                  <a:srgbClr val="000000"/>
                </a:solidFill>
                <a:prstDash val="solid"/>
                <a:headEnd type="none" w="med" len="med"/>
                <a:tailEnd type="none" w="med" len="med"/>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eaLnBrk="1" hangingPunct="1">
                  <a:spcBef>
                    <a:spcPct val="0"/>
                  </a:spcBef>
                  <a:buClrTx/>
                  <a:buSzTx/>
                  <a:buFontTx/>
                  <a:buNone/>
                </a:pPr>
                <a:endParaRPr lang="zh-CN" altLang="en-US" sz="1600" b="1" dirty="0">
                  <a:latin typeface="Comic Sans MS" panose="030F0702030302020204" pitchFamily="66" charset="0"/>
                </a:endParaRPr>
              </a:p>
            </p:txBody>
          </p:sp>
        </p:grpSp>
        <p:grpSp>
          <p:nvGrpSpPr>
            <p:cNvPr id="86026" name="Group 41"/>
            <p:cNvGrpSpPr/>
            <p:nvPr/>
          </p:nvGrpSpPr>
          <p:grpSpPr>
            <a:xfrm>
              <a:off x="4566" y="2393"/>
              <a:ext cx="331" cy="351"/>
              <a:chOff x="4048" y="11718"/>
              <a:chExt cx="544" cy="543"/>
            </a:xfrm>
          </p:grpSpPr>
          <p:sp>
            <p:nvSpPr>
              <p:cNvPr id="86037" name="Rectangle 42"/>
              <p:cNvSpPr/>
              <p:nvPr/>
            </p:nvSpPr>
            <p:spPr>
              <a:xfrm>
                <a:off x="4052" y="11718"/>
                <a:ext cx="540" cy="465"/>
              </a:xfrm>
              <a:prstGeom prst="rect">
                <a:avLst/>
              </a:prstGeom>
              <a:noFill/>
              <a:ln w="9525">
                <a:noFill/>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algn="ctr" eaLnBrk="1" hangingPunct="1">
                  <a:spcBef>
                    <a:spcPct val="0"/>
                  </a:spcBef>
                  <a:buClrTx/>
                  <a:buSzTx/>
                  <a:buFontTx/>
                  <a:buNone/>
                </a:pPr>
                <a:r>
                  <a:rPr lang="en-US" altLang="zh-CN" sz="1800" dirty="0">
                    <a:latin typeface="Times New Roman" panose="02020603050405020304" pitchFamily="18" charset="0"/>
                  </a:rPr>
                  <a:t>2.3</a:t>
                </a:r>
                <a:endParaRPr lang="en-US" altLang="zh-CN" sz="1800" b="1" dirty="0">
                  <a:latin typeface="Times New Roman" panose="02020603050405020304" pitchFamily="18" charset="0"/>
                </a:endParaRPr>
              </a:p>
            </p:txBody>
          </p:sp>
          <p:sp>
            <p:nvSpPr>
              <p:cNvPr id="86038" name="Oval 43"/>
              <p:cNvSpPr/>
              <p:nvPr/>
            </p:nvSpPr>
            <p:spPr>
              <a:xfrm>
                <a:off x="4048" y="11733"/>
                <a:ext cx="521" cy="528"/>
              </a:xfrm>
              <a:prstGeom prst="ellipse">
                <a:avLst/>
              </a:prstGeom>
              <a:noFill/>
              <a:ln w="9525" cap="flat" cmpd="sng">
                <a:solidFill>
                  <a:srgbClr val="000000"/>
                </a:solidFill>
                <a:prstDash val="solid"/>
                <a:headEnd type="none" w="med" len="med"/>
                <a:tailEnd type="none" w="med" len="med"/>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eaLnBrk="1" hangingPunct="1">
                  <a:spcBef>
                    <a:spcPct val="0"/>
                  </a:spcBef>
                  <a:buClrTx/>
                  <a:buSzTx/>
                  <a:buFontTx/>
                  <a:buNone/>
                </a:pPr>
                <a:endParaRPr lang="zh-CN" altLang="en-US" sz="1600" b="1" dirty="0">
                  <a:latin typeface="Comic Sans MS" panose="030F0702030302020204" pitchFamily="66" charset="0"/>
                </a:endParaRPr>
              </a:p>
            </p:txBody>
          </p:sp>
        </p:grpSp>
        <p:sp>
          <p:nvSpPr>
            <p:cNvPr id="86027" name="Arc 44"/>
            <p:cNvSpPr/>
            <p:nvPr/>
          </p:nvSpPr>
          <p:spPr>
            <a:xfrm rot="2782748" flipV="1">
              <a:off x="4172" y="2506"/>
              <a:ext cx="649" cy="877"/>
            </a:xfrm>
            <a:custGeom>
              <a:avLst/>
              <a:gdLst/>
              <a:ahLst/>
              <a:cxnLst>
                <a:cxn ang="0">
                  <a:pos x="0" y="0"/>
                </a:cxn>
                <a:cxn ang="0">
                  <a:pos x="0" y="0"/>
                </a:cxn>
                <a:cxn ang="0">
                  <a:pos x="0" y="0"/>
                </a:cxn>
              </a:cxnLst>
              <a:pathLst>
                <a:path w="15044" h="21600" fill="none">
                  <a:moveTo>
                    <a:pt x="-1" y="0"/>
                  </a:moveTo>
                  <a:cubicBezTo>
                    <a:pt x="5617" y="0"/>
                    <a:pt x="11013" y="2188"/>
                    <a:pt x="15043" y="6100"/>
                  </a:cubicBezTo>
                </a:path>
                <a:path w="15044" h="21600" stroke="0">
                  <a:moveTo>
                    <a:pt x="-1" y="0"/>
                  </a:moveTo>
                  <a:cubicBezTo>
                    <a:pt x="5617" y="0"/>
                    <a:pt x="11013" y="2188"/>
                    <a:pt x="15043" y="6100"/>
                  </a:cubicBezTo>
                  <a:lnTo>
                    <a:pt x="0" y="21600"/>
                  </a:lnTo>
                  <a:lnTo>
                    <a:pt x="-1" y="0"/>
                  </a:lnTo>
                  <a:close/>
                </a:path>
              </a:pathLst>
            </a:custGeom>
            <a:noFill/>
            <a:ln w="9525" cap="flat" cmpd="sng">
              <a:solidFill>
                <a:srgbClr val="000000">
                  <a:alpha val="100000"/>
                </a:srgbClr>
              </a:solidFill>
              <a:prstDash val="solid"/>
              <a:round/>
              <a:headEnd type="none" w="sm" len="med"/>
              <a:tailEnd type="triangle" w="sm" len="med"/>
            </a:ln>
          </p:spPr>
          <p:txBody>
            <a:bodyPr/>
            <a:p>
              <a:endParaRPr lang="zh-CN" altLang="en-US"/>
            </a:p>
          </p:txBody>
        </p:sp>
        <p:sp>
          <p:nvSpPr>
            <p:cNvPr id="86028" name="Line 45"/>
            <p:cNvSpPr/>
            <p:nvPr/>
          </p:nvSpPr>
          <p:spPr>
            <a:xfrm>
              <a:off x="3241" y="2915"/>
              <a:ext cx="430" cy="0"/>
            </a:xfrm>
            <a:prstGeom prst="line">
              <a:avLst/>
            </a:prstGeom>
            <a:ln w="9525" cap="flat" cmpd="sng">
              <a:solidFill>
                <a:srgbClr val="000000"/>
              </a:solidFill>
              <a:prstDash val="solid"/>
              <a:headEnd type="none" w="sm" len="med"/>
              <a:tailEnd type="triangle" w="sm" len="med"/>
            </a:ln>
          </p:spPr>
        </p:sp>
        <p:sp>
          <p:nvSpPr>
            <p:cNvPr id="86029" name="Line 46"/>
            <p:cNvSpPr/>
            <p:nvPr/>
          </p:nvSpPr>
          <p:spPr>
            <a:xfrm>
              <a:off x="4895" y="3304"/>
              <a:ext cx="384" cy="0"/>
            </a:xfrm>
            <a:prstGeom prst="line">
              <a:avLst/>
            </a:prstGeom>
            <a:ln w="9525" cap="flat" cmpd="sng">
              <a:solidFill>
                <a:srgbClr val="000000"/>
              </a:solidFill>
              <a:prstDash val="solid"/>
              <a:headEnd type="none" w="sm" len="med"/>
              <a:tailEnd type="triangle" w="sm" len="med"/>
            </a:ln>
          </p:spPr>
        </p:sp>
        <p:sp>
          <p:nvSpPr>
            <p:cNvPr id="86030" name="Line 47"/>
            <p:cNvSpPr/>
            <p:nvPr/>
          </p:nvSpPr>
          <p:spPr>
            <a:xfrm>
              <a:off x="4895" y="2566"/>
              <a:ext cx="385" cy="0"/>
            </a:xfrm>
            <a:prstGeom prst="line">
              <a:avLst/>
            </a:prstGeom>
            <a:ln w="9525" cap="flat" cmpd="sng">
              <a:solidFill>
                <a:srgbClr val="000000"/>
              </a:solidFill>
              <a:prstDash val="solid"/>
              <a:headEnd type="none" w="sm" len="med"/>
              <a:tailEnd type="triangle" w="sm" len="med"/>
            </a:ln>
          </p:spPr>
        </p:sp>
        <p:grpSp>
          <p:nvGrpSpPr>
            <p:cNvPr id="86031" name="Group 48"/>
            <p:cNvGrpSpPr/>
            <p:nvPr/>
          </p:nvGrpSpPr>
          <p:grpSpPr>
            <a:xfrm>
              <a:off x="3296" y="2323"/>
              <a:ext cx="1901" cy="1019"/>
              <a:chOff x="6330" y="10185"/>
              <a:chExt cx="3120" cy="1575"/>
            </a:xfrm>
          </p:grpSpPr>
          <p:sp>
            <p:nvSpPr>
              <p:cNvPr id="86032" name="Rectangle 49"/>
              <p:cNvSpPr/>
              <p:nvPr/>
            </p:nvSpPr>
            <p:spPr>
              <a:xfrm>
                <a:off x="6330" y="10725"/>
                <a:ext cx="464" cy="435"/>
              </a:xfrm>
              <a:prstGeom prst="rect">
                <a:avLst/>
              </a:prstGeom>
              <a:noFill/>
              <a:ln w="9525">
                <a:noFill/>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algn="ctr" eaLnBrk="1" hangingPunct="1">
                  <a:spcBef>
                    <a:spcPct val="0"/>
                  </a:spcBef>
                  <a:buClrTx/>
                  <a:buSzTx/>
                  <a:buFontTx/>
                  <a:buNone/>
                </a:pPr>
                <a:r>
                  <a:rPr lang="en-US" altLang="zh-CN" sz="1800" dirty="0">
                    <a:latin typeface="Times New Roman" panose="02020603050405020304" pitchFamily="18" charset="0"/>
                  </a:rPr>
                  <a:t>N</a:t>
                </a:r>
                <a:endParaRPr lang="en-US" altLang="zh-CN" sz="1800" b="1" dirty="0">
                  <a:latin typeface="Times New Roman" panose="02020603050405020304" pitchFamily="18" charset="0"/>
                </a:endParaRPr>
              </a:p>
            </p:txBody>
          </p:sp>
          <p:sp>
            <p:nvSpPr>
              <p:cNvPr id="86033" name="Rectangle 50"/>
              <p:cNvSpPr/>
              <p:nvPr/>
            </p:nvSpPr>
            <p:spPr>
              <a:xfrm>
                <a:off x="7666" y="11160"/>
                <a:ext cx="464" cy="435"/>
              </a:xfrm>
              <a:prstGeom prst="rect">
                <a:avLst/>
              </a:prstGeom>
              <a:noFill/>
              <a:ln w="9525">
                <a:noFill/>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algn="ctr" eaLnBrk="1" hangingPunct="1">
                  <a:spcBef>
                    <a:spcPct val="0"/>
                  </a:spcBef>
                  <a:buClrTx/>
                  <a:buSzTx/>
                  <a:buFontTx/>
                  <a:buNone/>
                </a:pPr>
                <a:r>
                  <a:rPr lang="en-US" altLang="zh-CN" sz="1800" dirty="0">
                    <a:latin typeface="Times New Roman" panose="02020603050405020304" pitchFamily="18" charset="0"/>
                  </a:rPr>
                  <a:t>P</a:t>
                </a:r>
                <a:endParaRPr lang="en-US" altLang="zh-CN" sz="1800" b="1" dirty="0">
                  <a:latin typeface="Times New Roman" panose="02020603050405020304" pitchFamily="18" charset="0"/>
                </a:endParaRPr>
              </a:p>
            </p:txBody>
          </p:sp>
          <p:sp>
            <p:nvSpPr>
              <p:cNvPr id="86034" name="Rectangle 51"/>
              <p:cNvSpPr/>
              <p:nvPr/>
            </p:nvSpPr>
            <p:spPr>
              <a:xfrm>
                <a:off x="8986" y="11325"/>
                <a:ext cx="464" cy="435"/>
              </a:xfrm>
              <a:prstGeom prst="rect">
                <a:avLst/>
              </a:prstGeom>
              <a:noFill/>
              <a:ln w="9525">
                <a:noFill/>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algn="ctr" eaLnBrk="1" hangingPunct="1">
                  <a:spcBef>
                    <a:spcPct val="0"/>
                  </a:spcBef>
                  <a:buClrTx/>
                  <a:buSzTx/>
                  <a:buFontTx/>
                  <a:buNone/>
                </a:pPr>
                <a:r>
                  <a:rPr lang="en-US" altLang="zh-CN" sz="1800" dirty="0">
                    <a:latin typeface="Times New Roman" panose="02020603050405020304" pitchFamily="18" charset="0"/>
                  </a:rPr>
                  <a:t>S</a:t>
                </a:r>
                <a:endParaRPr lang="en-US" altLang="zh-CN" sz="1800" b="1" dirty="0">
                  <a:latin typeface="Times New Roman" panose="02020603050405020304" pitchFamily="18" charset="0"/>
                </a:endParaRPr>
              </a:p>
            </p:txBody>
          </p:sp>
          <p:sp>
            <p:nvSpPr>
              <p:cNvPr id="86035" name="Rectangle 52"/>
              <p:cNvSpPr/>
              <p:nvPr/>
            </p:nvSpPr>
            <p:spPr>
              <a:xfrm>
                <a:off x="8972" y="10185"/>
                <a:ext cx="464" cy="435"/>
              </a:xfrm>
              <a:prstGeom prst="rect">
                <a:avLst/>
              </a:prstGeom>
              <a:noFill/>
              <a:ln w="9525">
                <a:noFill/>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algn="ctr" eaLnBrk="1" hangingPunct="1">
                  <a:spcBef>
                    <a:spcPct val="0"/>
                  </a:spcBef>
                  <a:buClrTx/>
                  <a:buSzTx/>
                  <a:buFontTx/>
                  <a:buNone/>
                </a:pPr>
                <a:r>
                  <a:rPr lang="en-US" altLang="zh-CN" sz="1800" dirty="0">
                    <a:latin typeface="Times New Roman" panose="02020603050405020304" pitchFamily="18" charset="0"/>
                  </a:rPr>
                  <a:t>T</a:t>
                </a:r>
                <a:endParaRPr lang="en-US" altLang="zh-CN" sz="1800" b="1" dirty="0">
                  <a:latin typeface="Times New Roman" panose="02020603050405020304" pitchFamily="18" charset="0"/>
                </a:endParaRPr>
              </a:p>
            </p:txBody>
          </p:sp>
          <p:sp>
            <p:nvSpPr>
              <p:cNvPr id="86036" name="Rectangle 53"/>
              <p:cNvSpPr/>
              <p:nvPr/>
            </p:nvSpPr>
            <p:spPr>
              <a:xfrm>
                <a:off x="8536" y="10905"/>
                <a:ext cx="464" cy="435"/>
              </a:xfrm>
              <a:prstGeom prst="rect">
                <a:avLst/>
              </a:prstGeom>
              <a:noFill/>
              <a:ln w="9525">
                <a:noFill/>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algn="ctr" eaLnBrk="1" hangingPunct="1">
                  <a:spcBef>
                    <a:spcPct val="0"/>
                  </a:spcBef>
                  <a:buClrTx/>
                  <a:buSzTx/>
                  <a:buFontTx/>
                  <a:buNone/>
                </a:pPr>
                <a:r>
                  <a:rPr lang="en-US" altLang="zh-CN" sz="1800" dirty="0">
                    <a:latin typeface="Times New Roman" panose="02020603050405020304" pitchFamily="18" charset="0"/>
                  </a:rPr>
                  <a:t>Q</a:t>
                </a:r>
                <a:endParaRPr lang="en-US" altLang="zh-CN" sz="1800" b="1" dirty="0">
                  <a:latin typeface="Times New Roman" panose="02020603050405020304" pitchFamily="18" charset="0"/>
                </a:endParaRPr>
              </a:p>
            </p:txBody>
          </p:sp>
        </p:grpSp>
      </p:gr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8066" name="Rectangle 2"/>
          <p:cNvSpPr>
            <a:spLocks noGrp="1"/>
          </p:cNvSpPr>
          <p:nvPr>
            <p:ph type="title"/>
          </p:nvPr>
        </p:nvSpPr>
        <p:spPr>
          <a:xfrm>
            <a:off x="457200" y="304800"/>
            <a:ext cx="8229600" cy="1143000"/>
          </a:xfrm>
        </p:spPr>
        <p:txBody>
          <a:bodyPr vert="horz" wrap="square" lIns="0" tIns="45720" rIns="0" bIns="0" anchor="b" anchorCtr="0"/>
          <a:p>
            <a:pPr eaLnBrk="1" hangingPunct="1"/>
            <a:r>
              <a:rPr lang="zh-CN" altLang="en-US" b="1" dirty="0">
                <a:latin typeface="微软雅黑" panose="020B0503020204020204" pitchFamily="34" charset="-122"/>
                <a:ea typeface="微软雅黑" panose="020B0503020204020204" pitchFamily="34" charset="-122"/>
              </a:rPr>
              <a:t>父图与子图平衡的实例</a:t>
            </a:r>
            <a:endParaRPr lang="zh-CN" altLang="en-US" b="1" dirty="0">
              <a:latin typeface="微软雅黑" panose="020B0503020204020204" pitchFamily="34" charset="-122"/>
              <a:ea typeface="微软雅黑" panose="020B0503020204020204" pitchFamily="34" charset="-122"/>
            </a:endParaRPr>
          </a:p>
        </p:txBody>
      </p:sp>
      <p:sp>
        <p:nvSpPr>
          <p:cNvPr id="88067" name="Rectangle 3"/>
          <p:cNvSpPr>
            <a:spLocks noGrp="1"/>
          </p:cNvSpPr>
          <p:nvPr>
            <p:ph idx="1"/>
          </p:nvPr>
        </p:nvSpPr>
        <p:spPr>
          <a:xfrm>
            <a:off x="381000" y="1657350"/>
            <a:ext cx="7924800" cy="1447800"/>
          </a:xfrm>
        </p:spPr>
        <p:txBody>
          <a:bodyPr vert="horz" wrap="square" lIns="91440" tIns="45720" rIns="91440" bIns="45720" anchor="t" anchorCtr="0"/>
          <a:p>
            <a:pPr eaLnBrk="1" hangingPunct="1">
              <a:lnSpc>
                <a:spcPct val="90000"/>
              </a:lnSpc>
              <a:buFont typeface="Wingdings" panose="05000000000000000000" pitchFamily="2" charset="2"/>
              <a:buChar char="p"/>
            </a:pPr>
            <a:r>
              <a:rPr lang="zh-CN" altLang="en-US" sz="2400" dirty="0"/>
              <a:t>注意：如果父图某加工的一个数据流，对应于子图中几个数据流，而子图中组成这些数据流的数据项全体正好等于父图中的这个数据流，那么它们仍算是平衡的</a:t>
            </a:r>
            <a:endParaRPr lang="zh-CN" altLang="en-US" sz="2400" dirty="0"/>
          </a:p>
        </p:txBody>
      </p:sp>
      <p:grpSp>
        <p:nvGrpSpPr>
          <p:cNvPr id="88068" name="Group 6"/>
          <p:cNvGrpSpPr/>
          <p:nvPr/>
        </p:nvGrpSpPr>
        <p:grpSpPr>
          <a:xfrm>
            <a:off x="533400" y="2800350"/>
            <a:ext cx="7620000" cy="3352800"/>
            <a:chOff x="2162" y="7110"/>
            <a:chExt cx="7199" cy="2823"/>
          </a:xfrm>
        </p:grpSpPr>
        <p:grpSp>
          <p:nvGrpSpPr>
            <p:cNvPr id="88070" name="Group 7"/>
            <p:cNvGrpSpPr/>
            <p:nvPr/>
          </p:nvGrpSpPr>
          <p:grpSpPr>
            <a:xfrm>
              <a:off x="6076" y="7110"/>
              <a:ext cx="3285" cy="2214"/>
              <a:chOff x="6076" y="7110"/>
              <a:chExt cx="3285" cy="2214"/>
            </a:xfrm>
          </p:grpSpPr>
          <p:grpSp>
            <p:nvGrpSpPr>
              <p:cNvPr id="88099" name="Group 8"/>
              <p:cNvGrpSpPr/>
              <p:nvPr/>
            </p:nvGrpSpPr>
            <p:grpSpPr>
              <a:xfrm>
                <a:off x="6079" y="7230"/>
                <a:ext cx="3282" cy="2094"/>
                <a:chOff x="2746" y="1695"/>
                <a:chExt cx="7138" cy="4494"/>
              </a:xfrm>
            </p:grpSpPr>
            <p:grpSp>
              <p:nvGrpSpPr>
                <p:cNvPr id="88112" name="Group 9"/>
                <p:cNvGrpSpPr/>
                <p:nvPr/>
              </p:nvGrpSpPr>
              <p:grpSpPr>
                <a:xfrm>
                  <a:off x="4842" y="3585"/>
                  <a:ext cx="1306" cy="360"/>
                  <a:chOff x="4842" y="3585"/>
                  <a:chExt cx="1306" cy="360"/>
                </a:xfrm>
              </p:grpSpPr>
              <p:sp>
                <p:nvSpPr>
                  <p:cNvPr id="88134" name="Line 10"/>
                  <p:cNvSpPr/>
                  <p:nvPr/>
                </p:nvSpPr>
                <p:spPr>
                  <a:xfrm>
                    <a:off x="4842" y="3585"/>
                    <a:ext cx="1290" cy="0"/>
                  </a:xfrm>
                  <a:prstGeom prst="line">
                    <a:avLst/>
                  </a:prstGeom>
                  <a:ln w="9525" cap="flat" cmpd="sng">
                    <a:solidFill>
                      <a:srgbClr val="000000"/>
                    </a:solidFill>
                    <a:prstDash val="solid"/>
                    <a:headEnd type="none" w="sm" len="med"/>
                    <a:tailEnd type="none" w="sm" len="med"/>
                  </a:ln>
                </p:spPr>
              </p:sp>
              <p:sp>
                <p:nvSpPr>
                  <p:cNvPr id="88135" name="Line 11"/>
                  <p:cNvSpPr/>
                  <p:nvPr/>
                </p:nvSpPr>
                <p:spPr>
                  <a:xfrm>
                    <a:off x="4858" y="3945"/>
                    <a:ext cx="1290" cy="0"/>
                  </a:xfrm>
                  <a:prstGeom prst="line">
                    <a:avLst/>
                  </a:prstGeom>
                  <a:ln w="9525" cap="flat" cmpd="sng">
                    <a:solidFill>
                      <a:srgbClr val="000000"/>
                    </a:solidFill>
                    <a:prstDash val="solid"/>
                    <a:headEnd type="none" w="sm" len="med"/>
                    <a:tailEnd type="none" w="sm" len="med"/>
                  </a:ln>
                </p:spPr>
              </p:sp>
            </p:grpSp>
            <p:sp>
              <p:nvSpPr>
                <p:cNvPr id="88113" name="Arc 12"/>
                <p:cNvSpPr/>
                <p:nvPr/>
              </p:nvSpPr>
              <p:spPr>
                <a:xfrm flipH="1">
                  <a:off x="5424" y="2609"/>
                  <a:ext cx="1292" cy="987"/>
                </a:xfrm>
                <a:custGeom>
                  <a:avLst/>
                  <a:gdLst/>
                  <a:ahLst/>
                  <a:cxnLst>
                    <a:cxn ang="0">
                      <a:pos x="0" y="0"/>
                    </a:cxn>
                    <a:cxn ang="0">
                      <a:pos x="0" y="0"/>
                    </a:cxn>
                    <a:cxn ang="0">
                      <a:pos x="0" y="0"/>
                    </a:cxn>
                  </a:cxnLst>
                  <a:pathLst>
                    <a:path w="24585" h="21600" fill="none">
                      <a:moveTo>
                        <a:pt x="0" y="207"/>
                      </a:moveTo>
                      <a:cubicBezTo>
                        <a:pt x="989" y="69"/>
                        <a:pt x="1986" y="-1"/>
                        <a:pt x="2985" y="0"/>
                      </a:cubicBezTo>
                      <a:cubicBezTo>
                        <a:pt x="14914" y="0"/>
                        <a:pt x="24585" y="9670"/>
                        <a:pt x="24585" y="21600"/>
                      </a:cubicBezTo>
                    </a:path>
                    <a:path w="24585" h="21600" stroke="0">
                      <a:moveTo>
                        <a:pt x="0" y="207"/>
                      </a:moveTo>
                      <a:cubicBezTo>
                        <a:pt x="989" y="69"/>
                        <a:pt x="1986" y="-1"/>
                        <a:pt x="2985" y="0"/>
                      </a:cubicBezTo>
                      <a:cubicBezTo>
                        <a:pt x="14914" y="0"/>
                        <a:pt x="24585" y="9670"/>
                        <a:pt x="24585" y="21600"/>
                      </a:cubicBezTo>
                      <a:lnTo>
                        <a:pt x="2985" y="21600"/>
                      </a:lnTo>
                      <a:lnTo>
                        <a:pt x="0" y="207"/>
                      </a:lnTo>
                      <a:close/>
                    </a:path>
                  </a:pathLst>
                </a:custGeom>
                <a:noFill/>
                <a:ln w="9525" cap="flat" cmpd="sng">
                  <a:solidFill>
                    <a:srgbClr val="000000">
                      <a:alpha val="100000"/>
                    </a:srgbClr>
                  </a:solidFill>
                  <a:prstDash val="solid"/>
                  <a:round/>
                  <a:headEnd type="triangle" w="sm" len="med"/>
                  <a:tailEnd type="none" w="sm" len="med"/>
                </a:ln>
              </p:spPr>
              <p:txBody>
                <a:bodyPr/>
                <a:p>
                  <a:endParaRPr lang="zh-CN" altLang="en-US"/>
                </a:p>
              </p:txBody>
            </p:sp>
            <p:sp>
              <p:nvSpPr>
                <p:cNvPr id="88114" name="Arc 13"/>
                <p:cNvSpPr/>
                <p:nvPr/>
              </p:nvSpPr>
              <p:spPr>
                <a:xfrm flipH="1">
                  <a:off x="5682" y="3233"/>
                  <a:ext cx="1907" cy="424"/>
                </a:xfrm>
                <a:custGeom>
                  <a:avLst/>
                  <a:gdLst/>
                  <a:ahLst/>
                  <a:cxnLst>
                    <a:cxn ang="0">
                      <a:pos x="0" y="0"/>
                    </a:cxn>
                    <a:cxn ang="0">
                      <a:pos x="0" y="0"/>
                    </a:cxn>
                    <a:cxn ang="0">
                      <a:pos x="0" y="0"/>
                    </a:cxn>
                  </a:cxnLst>
                  <a:pathLst>
                    <a:path w="21854" h="21600" fill="none">
                      <a:moveTo>
                        <a:pt x="-1" y="6"/>
                      </a:moveTo>
                      <a:cubicBezTo>
                        <a:pt x="179" y="2"/>
                        <a:pt x="359" y="-1"/>
                        <a:pt x="540" y="0"/>
                      </a:cubicBezTo>
                      <a:cubicBezTo>
                        <a:pt x="11118" y="0"/>
                        <a:pt x="20139" y="7660"/>
                        <a:pt x="21854" y="18098"/>
                      </a:cubicBezTo>
                    </a:path>
                    <a:path w="21854" h="21600" stroke="0">
                      <a:moveTo>
                        <a:pt x="-1" y="6"/>
                      </a:moveTo>
                      <a:cubicBezTo>
                        <a:pt x="179" y="2"/>
                        <a:pt x="359" y="-1"/>
                        <a:pt x="540" y="0"/>
                      </a:cubicBezTo>
                      <a:cubicBezTo>
                        <a:pt x="11118" y="0"/>
                        <a:pt x="20139" y="7660"/>
                        <a:pt x="21854" y="18098"/>
                      </a:cubicBezTo>
                      <a:lnTo>
                        <a:pt x="540" y="21600"/>
                      </a:lnTo>
                      <a:lnTo>
                        <a:pt x="-1" y="6"/>
                      </a:lnTo>
                      <a:close/>
                    </a:path>
                  </a:pathLst>
                </a:custGeom>
                <a:noFill/>
                <a:ln w="9525" cap="flat" cmpd="sng">
                  <a:solidFill>
                    <a:srgbClr val="000000">
                      <a:alpha val="100000"/>
                    </a:srgbClr>
                  </a:solidFill>
                  <a:prstDash val="solid"/>
                  <a:round/>
                  <a:headEnd type="triangle" w="sm" len="med"/>
                  <a:tailEnd type="none" w="sm" len="med"/>
                </a:ln>
              </p:spPr>
              <p:txBody>
                <a:bodyPr/>
                <a:p>
                  <a:endParaRPr lang="zh-CN" altLang="en-US"/>
                </a:p>
              </p:txBody>
            </p:sp>
            <p:sp>
              <p:nvSpPr>
                <p:cNvPr id="88115" name="Arc 14"/>
                <p:cNvSpPr/>
                <p:nvPr/>
              </p:nvSpPr>
              <p:spPr>
                <a:xfrm>
                  <a:off x="4678" y="2601"/>
                  <a:ext cx="556" cy="999"/>
                </a:xfrm>
                <a:custGeom>
                  <a:avLst/>
                  <a:gdLst/>
                  <a:ahLst/>
                  <a:cxnLst>
                    <a:cxn ang="0">
                      <a:pos x="0" y="0"/>
                    </a:cxn>
                    <a:cxn ang="0">
                      <a:pos x="0" y="0"/>
                    </a:cxn>
                    <a:cxn ang="0">
                      <a:pos x="0" y="0"/>
                    </a:cxn>
                  </a:cxnLst>
                  <a:pathLst>
                    <a:path w="21600" h="21182" fill="none">
                      <a:moveTo>
                        <a:pt x="4229" y="0"/>
                      </a:moveTo>
                      <a:cubicBezTo>
                        <a:pt x="14329" y="2017"/>
                        <a:pt x="21600" y="10883"/>
                        <a:pt x="21600" y="21182"/>
                      </a:cubicBezTo>
                    </a:path>
                    <a:path w="21600" h="21182" stroke="0">
                      <a:moveTo>
                        <a:pt x="4229" y="0"/>
                      </a:moveTo>
                      <a:cubicBezTo>
                        <a:pt x="14329" y="2017"/>
                        <a:pt x="21600" y="10883"/>
                        <a:pt x="21600" y="21182"/>
                      </a:cubicBezTo>
                      <a:lnTo>
                        <a:pt x="0" y="21182"/>
                      </a:lnTo>
                      <a:lnTo>
                        <a:pt x="4229" y="0"/>
                      </a:lnTo>
                      <a:close/>
                    </a:path>
                  </a:pathLst>
                </a:custGeom>
                <a:noFill/>
                <a:ln w="9525" cap="flat" cmpd="sng">
                  <a:solidFill>
                    <a:srgbClr val="000000">
                      <a:alpha val="100000"/>
                    </a:srgbClr>
                  </a:solidFill>
                  <a:prstDash val="solid"/>
                  <a:round/>
                  <a:headEnd type="none" w="sm" len="med"/>
                  <a:tailEnd type="triangle" w="sm" len="med"/>
                </a:ln>
              </p:spPr>
              <p:txBody>
                <a:bodyPr/>
                <a:p>
                  <a:endParaRPr lang="zh-CN" altLang="en-US"/>
                </a:p>
              </p:txBody>
            </p:sp>
            <p:sp>
              <p:nvSpPr>
                <p:cNvPr id="88116" name="Line 15"/>
                <p:cNvSpPr/>
                <p:nvPr/>
              </p:nvSpPr>
              <p:spPr>
                <a:xfrm>
                  <a:off x="8608" y="3525"/>
                  <a:ext cx="1276" cy="0"/>
                </a:xfrm>
                <a:prstGeom prst="line">
                  <a:avLst/>
                </a:prstGeom>
                <a:ln w="9525" cap="flat" cmpd="sng">
                  <a:solidFill>
                    <a:srgbClr val="000000"/>
                  </a:solidFill>
                  <a:prstDash val="solid"/>
                  <a:headEnd type="none" w="sm" len="med"/>
                  <a:tailEnd type="triangle" w="sm" len="med"/>
                </a:ln>
              </p:spPr>
            </p:sp>
            <p:sp>
              <p:nvSpPr>
                <p:cNvPr id="88117" name="Oval 16"/>
                <p:cNvSpPr/>
                <p:nvPr/>
              </p:nvSpPr>
              <p:spPr>
                <a:xfrm>
                  <a:off x="7476" y="3000"/>
                  <a:ext cx="1134" cy="1134"/>
                </a:xfrm>
                <a:prstGeom prst="ellipse">
                  <a:avLst/>
                </a:prstGeom>
                <a:noFill/>
                <a:ln w="9525" cap="flat" cmpd="sng">
                  <a:solidFill>
                    <a:srgbClr val="000000"/>
                  </a:solidFill>
                  <a:prstDash val="solid"/>
                  <a:headEnd type="none" w="med" len="med"/>
                  <a:tailEnd type="none" w="med" len="med"/>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eaLnBrk="1" hangingPunct="1">
                    <a:spcBef>
                      <a:spcPct val="0"/>
                    </a:spcBef>
                    <a:buClrTx/>
                    <a:buSzTx/>
                    <a:buFontTx/>
                    <a:buNone/>
                  </a:pPr>
                  <a:endParaRPr lang="zh-CN" altLang="en-US" sz="1600" b="1" dirty="0">
                    <a:latin typeface="Comic Sans MS" panose="030F0702030302020204" pitchFamily="66" charset="0"/>
                  </a:endParaRPr>
                </a:p>
              </p:txBody>
            </p:sp>
            <p:sp>
              <p:nvSpPr>
                <p:cNvPr id="88118" name="Line 17"/>
                <p:cNvSpPr/>
                <p:nvPr/>
              </p:nvSpPr>
              <p:spPr>
                <a:xfrm>
                  <a:off x="7756" y="2250"/>
                  <a:ext cx="1276" cy="0"/>
                </a:xfrm>
                <a:prstGeom prst="line">
                  <a:avLst/>
                </a:prstGeom>
                <a:ln w="9525" cap="flat" cmpd="sng">
                  <a:solidFill>
                    <a:srgbClr val="000000"/>
                  </a:solidFill>
                  <a:prstDash val="solid"/>
                  <a:headEnd type="none" w="sm" len="med"/>
                  <a:tailEnd type="triangle" w="sm" len="med"/>
                </a:ln>
              </p:spPr>
            </p:sp>
            <p:sp>
              <p:nvSpPr>
                <p:cNvPr id="88119" name="Oval 18"/>
                <p:cNvSpPr/>
                <p:nvPr/>
              </p:nvSpPr>
              <p:spPr>
                <a:xfrm>
                  <a:off x="6622" y="1695"/>
                  <a:ext cx="1134" cy="1134"/>
                </a:xfrm>
                <a:prstGeom prst="ellipse">
                  <a:avLst/>
                </a:prstGeom>
                <a:noFill/>
                <a:ln w="9525" cap="flat" cmpd="sng">
                  <a:solidFill>
                    <a:srgbClr val="000000"/>
                  </a:solidFill>
                  <a:prstDash val="solid"/>
                  <a:headEnd type="none" w="med" len="med"/>
                  <a:tailEnd type="none" w="med" len="med"/>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eaLnBrk="1" hangingPunct="1">
                    <a:spcBef>
                      <a:spcPct val="0"/>
                    </a:spcBef>
                    <a:buClrTx/>
                    <a:buSzTx/>
                    <a:buFontTx/>
                    <a:buNone/>
                  </a:pPr>
                  <a:endParaRPr lang="zh-CN" altLang="en-US" sz="1600" b="1" dirty="0">
                    <a:latin typeface="Comic Sans MS" panose="030F0702030302020204" pitchFamily="66" charset="0"/>
                  </a:endParaRPr>
                </a:p>
              </p:txBody>
            </p:sp>
            <p:sp>
              <p:nvSpPr>
                <p:cNvPr id="88120" name="Line 19"/>
                <p:cNvSpPr/>
                <p:nvPr/>
              </p:nvSpPr>
              <p:spPr>
                <a:xfrm>
                  <a:off x="4948" y="5565"/>
                  <a:ext cx="1952" cy="0"/>
                </a:xfrm>
                <a:prstGeom prst="line">
                  <a:avLst/>
                </a:prstGeom>
                <a:ln w="9525" cap="flat" cmpd="sng">
                  <a:solidFill>
                    <a:srgbClr val="000000"/>
                  </a:solidFill>
                  <a:prstDash val="solid"/>
                  <a:headEnd type="none" w="sm" len="med"/>
                  <a:tailEnd type="triangle" w="sm" len="med"/>
                </a:ln>
              </p:spPr>
            </p:sp>
            <p:sp>
              <p:nvSpPr>
                <p:cNvPr id="88121" name="Line 20"/>
                <p:cNvSpPr/>
                <p:nvPr/>
              </p:nvSpPr>
              <p:spPr>
                <a:xfrm flipV="1">
                  <a:off x="2906" y="5565"/>
                  <a:ext cx="932" cy="0"/>
                </a:xfrm>
                <a:prstGeom prst="line">
                  <a:avLst/>
                </a:prstGeom>
                <a:ln w="9525" cap="flat" cmpd="sng">
                  <a:solidFill>
                    <a:srgbClr val="000000"/>
                  </a:solidFill>
                  <a:prstDash val="solid"/>
                  <a:headEnd type="none" w="sm" len="med"/>
                  <a:tailEnd type="triangle" w="sm" len="med"/>
                </a:ln>
              </p:spPr>
            </p:sp>
            <p:sp>
              <p:nvSpPr>
                <p:cNvPr id="88122" name="Line 21"/>
                <p:cNvSpPr/>
                <p:nvPr/>
              </p:nvSpPr>
              <p:spPr>
                <a:xfrm>
                  <a:off x="8038" y="5565"/>
                  <a:ext cx="1276" cy="0"/>
                </a:xfrm>
                <a:prstGeom prst="line">
                  <a:avLst/>
                </a:prstGeom>
                <a:ln w="9525" cap="flat" cmpd="sng">
                  <a:solidFill>
                    <a:srgbClr val="000000"/>
                  </a:solidFill>
                  <a:prstDash val="solid"/>
                  <a:headEnd type="none" w="sm" len="med"/>
                  <a:tailEnd type="triangle" w="sm" len="med"/>
                </a:ln>
              </p:spPr>
            </p:sp>
            <p:sp>
              <p:nvSpPr>
                <p:cNvPr id="88123" name="Oval 22"/>
                <p:cNvSpPr/>
                <p:nvPr/>
              </p:nvSpPr>
              <p:spPr>
                <a:xfrm>
                  <a:off x="6890" y="5055"/>
                  <a:ext cx="1134" cy="1134"/>
                </a:xfrm>
                <a:prstGeom prst="ellipse">
                  <a:avLst/>
                </a:prstGeom>
                <a:noFill/>
                <a:ln w="9525" cap="flat" cmpd="sng">
                  <a:solidFill>
                    <a:srgbClr val="000000"/>
                  </a:solidFill>
                  <a:prstDash val="solid"/>
                  <a:headEnd type="none" w="med" len="med"/>
                  <a:tailEnd type="none" w="med" len="med"/>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eaLnBrk="1" hangingPunct="1">
                    <a:spcBef>
                      <a:spcPct val="0"/>
                    </a:spcBef>
                    <a:buClrTx/>
                    <a:buSzTx/>
                    <a:buFontTx/>
                    <a:buNone/>
                  </a:pPr>
                  <a:endParaRPr lang="zh-CN" altLang="en-US" sz="1600" b="1" dirty="0">
                    <a:latin typeface="Comic Sans MS" panose="030F0702030302020204" pitchFamily="66" charset="0"/>
                  </a:endParaRPr>
                </a:p>
              </p:txBody>
            </p:sp>
            <p:sp>
              <p:nvSpPr>
                <p:cNvPr id="88124" name="Oval 23"/>
                <p:cNvSpPr/>
                <p:nvPr/>
              </p:nvSpPr>
              <p:spPr>
                <a:xfrm>
                  <a:off x="3816" y="4995"/>
                  <a:ext cx="1134" cy="1134"/>
                </a:xfrm>
                <a:prstGeom prst="ellipse">
                  <a:avLst/>
                </a:prstGeom>
                <a:noFill/>
                <a:ln w="9525" cap="flat" cmpd="sng">
                  <a:solidFill>
                    <a:srgbClr val="000000"/>
                  </a:solidFill>
                  <a:prstDash val="solid"/>
                  <a:headEnd type="none" w="med" len="med"/>
                  <a:tailEnd type="none" w="med" len="med"/>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eaLnBrk="1" hangingPunct="1">
                    <a:spcBef>
                      <a:spcPct val="0"/>
                    </a:spcBef>
                    <a:buClrTx/>
                    <a:buSzTx/>
                    <a:buFontTx/>
                    <a:buNone/>
                  </a:pPr>
                  <a:endParaRPr lang="zh-CN" altLang="en-US" sz="1600" b="1" dirty="0">
                    <a:latin typeface="Comic Sans MS" panose="030F0702030302020204" pitchFamily="66" charset="0"/>
                  </a:endParaRPr>
                </a:p>
              </p:txBody>
            </p:sp>
            <p:grpSp>
              <p:nvGrpSpPr>
                <p:cNvPr id="88125" name="Group 24"/>
                <p:cNvGrpSpPr/>
                <p:nvPr/>
              </p:nvGrpSpPr>
              <p:grpSpPr>
                <a:xfrm>
                  <a:off x="6192" y="4155"/>
                  <a:ext cx="1306" cy="360"/>
                  <a:chOff x="6192" y="4155"/>
                  <a:chExt cx="1306" cy="360"/>
                </a:xfrm>
              </p:grpSpPr>
              <p:sp>
                <p:nvSpPr>
                  <p:cNvPr id="88132" name="Line 25"/>
                  <p:cNvSpPr/>
                  <p:nvPr/>
                </p:nvSpPr>
                <p:spPr>
                  <a:xfrm>
                    <a:off x="6192" y="4155"/>
                    <a:ext cx="1290" cy="0"/>
                  </a:xfrm>
                  <a:prstGeom prst="line">
                    <a:avLst/>
                  </a:prstGeom>
                  <a:ln w="9525" cap="flat" cmpd="sng">
                    <a:solidFill>
                      <a:srgbClr val="000000"/>
                    </a:solidFill>
                    <a:prstDash val="solid"/>
                    <a:headEnd type="none" w="sm" len="med"/>
                    <a:tailEnd type="none" w="sm" len="med"/>
                  </a:ln>
                </p:spPr>
              </p:sp>
              <p:sp>
                <p:nvSpPr>
                  <p:cNvPr id="88133" name="Line 26"/>
                  <p:cNvSpPr/>
                  <p:nvPr/>
                </p:nvSpPr>
                <p:spPr>
                  <a:xfrm>
                    <a:off x="6208" y="4515"/>
                    <a:ext cx="1290" cy="0"/>
                  </a:xfrm>
                  <a:prstGeom prst="line">
                    <a:avLst/>
                  </a:prstGeom>
                  <a:ln w="9525" cap="flat" cmpd="sng">
                    <a:solidFill>
                      <a:srgbClr val="000000"/>
                    </a:solidFill>
                    <a:prstDash val="solid"/>
                    <a:headEnd type="none" w="sm" len="med"/>
                    <a:tailEnd type="none" w="sm" len="med"/>
                  </a:ln>
                </p:spPr>
              </p:sp>
            </p:grpSp>
            <p:sp>
              <p:nvSpPr>
                <p:cNvPr id="88126" name="Arc 27"/>
                <p:cNvSpPr/>
                <p:nvPr/>
              </p:nvSpPr>
              <p:spPr>
                <a:xfrm flipH="1">
                  <a:off x="7110" y="3765"/>
                  <a:ext cx="397" cy="397"/>
                </a:xfrm>
                <a:custGeom>
                  <a:avLst/>
                  <a:gdLst/>
                  <a:ahLst/>
                  <a:cxnLst>
                    <a:cxn ang="0">
                      <a:pos x="0" y="0"/>
                    </a:cxn>
                    <a:cxn ang="0">
                      <a:pos x="0" y="0"/>
                    </a:cxn>
                    <a:cxn ang="0">
                      <a:pos x="0" y="0"/>
                    </a:cxn>
                  </a:cxnLst>
                  <a:pathLst>
                    <a:path w="21600" h="21600" fill="none">
                      <a:moveTo>
                        <a:pt x="-1" y="0"/>
                      </a:moveTo>
                      <a:cubicBezTo>
                        <a:pt x="11929" y="0"/>
                        <a:pt x="21600" y="9670"/>
                        <a:pt x="21600" y="21600"/>
                      </a:cubicBezTo>
                    </a:path>
                    <a:path w="21600" h="21600" stroke="0">
                      <a:moveTo>
                        <a:pt x="-1" y="0"/>
                      </a:moveTo>
                      <a:cubicBezTo>
                        <a:pt x="11929" y="0"/>
                        <a:pt x="21600" y="9670"/>
                        <a:pt x="21600" y="21600"/>
                      </a:cubicBezTo>
                      <a:lnTo>
                        <a:pt x="0" y="21600"/>
                      </a:lnTo>
                      <a:lnTo>
                        <a:pt x="-1" y="0"/>
                      </a:lnTo>
                      <a:close/>
                    </a:path>
                  </a:pathLst>
                </a:custGeom>
                <a:noFill/>
                <a:ln w="9525" cap="flat" cmpd="sng">
                  <a:solidFill>
                    <a:srgbClr val="000000">
                      <a:alpha val="100000"/>
                    </a:srgbClr>
                  </a:solidFill>
                  <a:prstDash val="solid"/>
                  <a:round/>
                  <a:headEnd type="triangle" w="sm" len="med"/>
                  <a:tailEnd type="none" w="sm" len="med"/>
                </a:ln>
              </p:spPr>
              <p:txBody>
                <a:bodyPr/>
                <a:p>
                  <a:endParaRPr lang="zh-CN" altLang="en-US"/>
                </a:p>
              </p:txBody>
            </p:sp>
            <p:sp>
              <p:nvSpPr>
                <p:cNvPr id="88127" name="Arc 28"/>
                <p:cNvSpPr/>
                <p:nvPr/>
              </p:nvSpPr>
              <p:spPr>
                <a:xfrm rot="-5400000" flipH="1">
                  <a:off x="6593" y="4657"/>
                  <a:ext cx="651" cy="397"/>
                </a:xfrm>
                <a:custGeom>
                  <a:avLst/>
                  <a:gdLst/>
                  <a:ahLst/>
                  <a:cxnLst>
                    <a:cxn ang="0">
                      <a:pos x="0" y="0"/>
                    </a:cxn>
                    <a:cxn ang="0">
                      <a:pos x="0" y="0"/>
                    </a:cxn>
                    <a:cxn ang="0">
                      <a:pos x="0" y="0"/>
                    </a:cxn>
                  </a:cxnLst>
                  <a:pathLst>
                    <a:path w="21600" h="21600" fill="none">
                      <a:moveTo>
                        <a:pt x="-1" y="0"/>
                      </a:moveTo>
                      <a:cubicBezTo>
                        <a:pt x="11929" y="0"/>
                        <a:pt x="21600" y="9670"/>
                        <a:pt x="21600" y="21600"/>
                      </a:cubicBezTo>
                    </a:path>
                    <a:path w="21600" h="21600" stroke="0">
                      <a:moveTo>
                        <a:pt x="-1" y="0"/>
                      </a:moveTo>
                      <a:cubicBezTo>
                        <a:pt x="11929" y="0"/>
                        <a:pt x="21600" y="9670"/>
                        <a:pt x="21600" y="21600"/>
                      </a:cubicBezTo>
                      <a:lnTo>
                        <a:pt x="0" y="21600"/>
                      </a:lnTo>
                      <a:lnTo>
                        <a:pt x="-1" y="0"/>
                      </a:lnTo>
                      <a:close/>
                    </a:path>
                  </a:pathLst>
                </a:custGeom>
                <a:noFill/>
                <a:ln w="9525" cap="flat" cmpd="sng">
                  <a:solidFill>
                    <a:srgbClr val="000000">
                      <a:alpha val="100000"/>
                    </a:srgbClr>
                  </a:solidFill>
                  <a:prstDash val="solid"/>
                  <a:round/>
                  <a:headEnd type="none" w="sm" len="med"/>
                  <a:tailEnd type="triangle" w="sm" len="med"/>
                </a:ln>
              </p:spPr>
              <p:txBody>
                <a:bodyPr/>
                <a:p>
                  <a:endParaRPr lang="zh-CN" altLang="en-US"/>
                </a:p>
              </p:txBody>
            </p:sp>
            <p:sp>
              <p:nvSpPr>
                <p:cNvPr id="88128" name="Line 29"/>
                <p:cNvSpPr/>
                <p:nvPr/>
              </p:nvSpPr>
              <p:spPr>
                <a:xfrm flipV="1">
                  <a:off x="2816" y="2235"/>
                  <a:ext cx="932" cy="0"/>
                </a:xfrm>
                <a:prstGeom prst="line">
                  <a:avLst/>
                </a:prstGeom>
                <a:ln w="9525" cap="flat" cmpd="sng">
                  <a:solidFill>
                    <a:srgbClr val="000000"/>
                  </a:solidFill>
                  <a:prstDash val="solid"/>
                  <a:headEnd type="none" w="sm" len="med"/>
                  <a:tailEnd type="triangle" w="sm" len="med"/>
                </a:ln>
              </p:spPr>
            </p:sp>
            <p:sp>
              <p:nvSpPr>
                <p:cNvPr id="88129" name="Line 30"/>
                <p:cNvSpPr/>
                <p:nvPr/>
              </p:nvSpPr>
              <p:spPr>
                <a:xfrm>
                  <a:off x="4320" y="2835"/>
                  <a:ext cx="0" cy="2145"/>
                </a:xfrm>
                <a:prstGeom prst="line">
                  <a:avLst/>
                </a:prstGeom>
                <a:ln w="9525" cap="flat" cmpd="sng">
                  <a:solidFill>
                    <a:srgbClr val="000000"/>
                  </a:solidFill>
                  <a:prstDash val="solid"/>
                  <a:headEnd type="none" w="sm" len="med"/>
                  <a:tailEnd type="triangle" w="sm" len="med"/>
                </a:ln>
              </p:spPr>
            </p:sp>
            <p:sp>
              <p:nvSpPr>
                <p:cNvPr id="88130" name="Oval 31"/>
                <p:cNvSpPr/>
                <p:nvPr/>
              </p:nvSpPr>
              <p:spPr>
                <a:xfrm>
                  <a:off x="3742" y="1695"/>
                  <a:ext cx="1134" cy="1134"/>
                </a:xfrm>
                <a:prstGeom prst="ellipse">
                  <a:avLst/>
                </a:prstGeom>
                <a:noFill/>
                <a:ln w="9525" cap="flat" cmpd="sng">
                  <a:solidFill>
                    <a:srgbClr val="000000"/>
                  </a:solidFill>
                  <a:prstDash val="solid"/>
                  <a:headEnd type="none" w="med" len="med"/>
                  <a:tailEnd type="none" w="med" len="med"/>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eaLnBrk="1" hangingPunct="1">
                    <a:spcBef>
                      <a:spcPct val="0"/>
                    </a:spcBef>
                    <a:buClrTx/>
                    <a:buSzTx/>
                    <a:buFontTx/>
                    <a:buNone/>
                  </a:pPr>
                  <a:endParaRPr lang="zh-CN" altLang="en-US" sz="1600" b="1" dirty="0">
                    <a:latin typeface="Comic Sans MS" panose="030F0702030302020204" pitchFamily="66" charset="0"/>
                  </a:endParaRPr>
                </a:p>
              </p:txBody>
            </p:sp>
            <p:sp>
              <p:nvSpPr>
                <p:cNvPr id="88131" name="Line 32"/>
                <p:cNvSpPr/>
                <p:nvPr/>
              </p:nvSpPr>
              <p:spPr>
                <a:xfrm flipH="1">
                  <a:off x="2746" y="2610"/>
                  <a:ext cx="1110" cy="240"/>
                </a:xfrm>
                <a:prstGeom prst="line">
                  <a:avLst/>
                </a:prstGeom>
                <a:ln w="9525" cap="flat" cmpd="sng">
                  <a:solidFill>
                    <a:srgbClr val="000000"/>
                  </a:solidFill>
                  <a:prstDash val="solid"/>
                  <a:headEnd type="none" w="sm" len="med"/>
                  <a:tailEnd type="triangle" w="sm" len="med"/>
                </a:ln>
              </p:spPr>
            </p:sp>
          </p:grpSp>
          <p:grpSp>
            <p:nvGrpSpPr>
              <p:cNvPr id="88100" name="Group 33"/>
              <p:cNvGrpSpPr/>
              <p:nvPr/>
            </p:nvGrpSpPr>
            <p:grpSpPr>
              <a:xfrm>
                <a:off x="6076" y="7110"/>
                <a:ext cx="3224" cy="2175"/>
                <a:chOff x="6076" y="7110"/>
                <a:chExt cx="3224" cy="2175"/>
              </a:xfrm>
            </p:grpSpPr>
            <p:sp>
              <p:nvSpPr>
                <p:cNvPr id="88101" name="Rectangle 34"/>
                <p:cNvSpPr/>
                <p:nvPr/>
              </p:nvSpPr>
              <p:spPr>
                <a:xfrm>
                  <a:off x="6104" y="8655"/>
                  <a:ext cx="540" cy="465"/>
                </a:xfrm>
                <a:prstGeom prst="rect">
                  <a:avLst/>
                </a:prstGeom>
                <a:noFill/>
                <a:ln w="9525">
                  <a:noFill/>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algn="just" eaLnBrk="1" hangingPunct="1">
                    <a:spcBef>
                      <a:spcPct val="0"/>
                    </a:spcBef>
                    <a:buClrTx/>
                    <a:buSzTx/>
                    <a:buFontTx/>
                    <a:buNone/>
                  </a:pPr>
                  <a:r>
                    <a:rPr lang="en-US" altLang="zh-CN" sz="1800" dirty="0">
                      <a:latin typeface="Times New Roman" panose="02020603050405020304" pitchFamily="18" charset="0"/>
                    </a:rPr>
                    <a:t>e</a:t>
                  </a:r>
                  <a:endParaRPr lang="en-US" altLang="zh-CN" sz="1800" b="1" dirty="0">
                    <a:latin typeface="Comic Sans MS" panose="030F0702030302020204" pitchFamily="66" charset="0"/>
                  </a:endParaRPr>
                </a:p>
              </p:txBody>
            </p:sp>
            <p:sp>
              <p:nvSpPr>
                <p:cNvPr id="88102" name="Rectangle 35"/>
                <p:cNvSpPr/>
                <p:nvPr/>
              </p:nvSpPr>
              <p:spPr>
                <a:xfrm>
                  <a:off x="7872" y="7260"/>
                  <a:ext cx="540" cy="465"/>
                </a:xfrm>
                <a:prstGeom prst="rect">
                  <a:avLst/>
                </a:prstGeom>
                <a:noFill/>
                <a:ln w="9525">
                  <a:noFill/>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algn="just" eaLnBrk="1" hangingPunct="1">
                    <a:spcBef>
                      <a:spcPct val="0"/>
                    </a:spcBef>
                    <a:buClrTx/>
                    <a:buSzTx/>
                    <a:buFontTx/>
                    <a:buNone/>
                  </a:pPr>
                  <a:r>
                    <a:rPr lang="en-US" altLang="zh-CN" sz="1800" dirty="0">
                      <a:latin typeface="Times New Roman" panose="02020603050405020304" pitchFamily="18" charset="0"/>
                    </a:rPr>
                    <a:t>2.5</a:t>
                  </a:r>
                  <a:endParaRPr lang="en-US" altLang="zh-CN" sz="1800" b="1" dirty="0">
                    <a:latin typeface="Comic Sans MS" panose="030F0702030302020204" pitchFamily="66" charset="0"/>
                  </a:endParaRPr>
                </a:p>
              </p:txBody>
            </p:sp>
            <p:sp>
              <p:nvSpPr>
                <p:cNvPr id="88103" name="Rectangle 36"/>
                <p:cNvSpPr/>
                <p:nvPr/>
              </p:nvSpPr>
              <p:spPr>
                <a:xfrm>
                  <a:off x="8264" y="7875"/>
                  <a:ext cx="540" cy="465"/>
                </a:xfrm>
                <a:prstGeom prst="rect">
                  <a:avLst/>
                </a:prstGeom>
                <a:noFill/>
                <a:ln w="9525">
                  <a:noFill/>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algn="just" eaLnBrk="1" hangingPunct="1">
                    <a:spcBef>
                      <a:spcPct val="0"/>
                    </a:spcBef>
                    <a:buClrTx/>
                    <a:buSzTx/>
                    <a:buFontTx/>
                    <a:buNone/>
                  </a:pPr>
                  <a:r>
                    <a:rPr lang="en-US" altLang="zh-CN" sz="1800" dirty="0">
                      <a:latin typeface="Times New Roman" panose="02020603050405020304" pitchFamily="18" charset="0"/>
                    </a:rPr>
                    <a:t>2.4</a:t>
                  </a:r>
                  <a:endParaRPr lang="en-US" altLang="zh-CN" sz="1800" b="1" dirty="0">
                    <a:latin typeface="Comic Sans MS" panose="030F0702030302020204" pitchFamily="66" charset="0"/>
                  </a:endParaRPr>
                </a:p>
              </p:txBody>
            </p:sp>
            <p:sp>
              <p:nvSpPr>
                <p:cNvPr id="88104" name="Rectangle 37"/>
                <p:cNvSpPr/>
                <p:nvPr/>
              </p:nvSpPr>
              <p:spPr>
                <a:xfrm>
                  <a:off x="7994" y="8820"/>
                  <a:ext cx="540" cy="465"/>
                </a:xfrm>
                <a:prstGeom prst="rect">
                  <a:avLst/>
                </a:prstGeom>
                <a:noFill/>
                <a:ln w="9525">
                  <a:noFill/>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algn="just" eaLnBrk="1" hangingPunct="1">
                    <a:spcBef>
                      <a:spcPct val="0"/>
                    </a:spcBef>
                    <a:buClrTx/>
                    <a:buSzTx/>
                    <a:buFontTx/>
                    <a:buNone/>
                  </a:pPr>
                  <a:r>
                    <a:rPr lang="en-US" altLang="zh-CN" sz="1800" dirty="0">
                      <a:latin typeface="Times New Roman" panose="02020603050405020304" pitchFamily="18" charset="0"/>
                    </a:rPr>
                    <a:t>2.3</a:t>
                  </a:r>
                  <a:endParaRPr lang="en-US" altLang="zh-CN" sz="1800" b="1" dirty="0">
                    <a:latin typeface="Comic Sans MS" panose="030F0702030302020204" pitchFamily="66" charset="0"/>
                  </a:endParaRPr>
                </a:p>
              </p:txBody>
            </p:sp>
            <p:sp>
              <p:nvSpPr>
                <p:cNvPr id="88105" name="Rectangle 38"/>
                <p:cNvSpPr/>
                <p:nvPr/>
              </p:nvSpPr>
              <p:spPr>
                <a:xfrm>
                  <a:off x="6582" y="8790"/>
                  <a:ext cx="540" cy="465"/>
                </a:xfrm>
                <a:prstGeom prst="rect">
                  <a:avLst/>
                </a:prstGeom>
                <a:noFill/>
                <a:ln w="9525">
                  <a:noFill/>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algn="just" eaLnBrk="1" hangingPunct="1">
                    <a:spcBef>
                      <a:spcPct val="0"/>
                    </a:spcBef>
                    <a:buClrTx/>
                    <a:buSzTx/>
                    <a:buFontTx/>
                    <a:buNone/>
                  </a:pPr>
                  <a:r>
                    <a:rPr lang="en-US" altLang="zh-CN" sz="1800" dirty="0">
                      <a:latin typeface="Times New Roman" panose="02020603050405020304" pitchFamily="18" charset="0"/>
                    </a:rPr>
                    <a:t>2.2</a:t>
                  </a:r>
                  <a:endParaRPr lang="en-US" altLang="zh-CN" sz="1800" b="1" dirty="0">
                    <a:latin typeface="Comic Sans MS" panose="030F0702030302020204" pitchFamily="66" charset="0"/>
                  </a:endParaRPr>
                </a:p>
              </p:txBody>
            </p:sp>
            <p:sp>
              <p:nvSpPr>
                <p:cNvPr id="88106" name="Rectangle 39"/>
                <p:cNvSpPr/>
                <p:nvPr/>
              </p:nvSpPr>
              <p:spPr>
                <a:xfrm>
                  <a:off x="6570" y="7260"/>
                  <a:ext cx="540" cy="465"/>
                </a:xfrm>
                <a:prstGeom prst="rect">
                  <a:avLst/>
                </a:prstGeom>
                <a:noFill/>
                <a:ln w="9525">
                  <a:noFill/>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algn="just" eaLnBrk="1" hangingPunct="1">
                    <a:spcBef>
                      <a:spcPct val="0"/>
                    </a:spcBef>
                    <a:buClrTx/>
                    <a:buSzTx/>
                    <a:buFontTx/>
                    <a:buNone/>
                  </a:pPr>
                  <a:r>
                    <a:rPr lang="en-US" altLang="zh-CN" sz="1800" dirty="0">
                      <a:latin typeface="Times New Roman" panose="02020603050405020304" pitchFamily="18" charset="0"/>
                    </a:rPr>
                    <a:t>2.1</a:t>
                  </a:r>
                  <a:endParaRPr lang="en-US" altLang="zh-CN" sz="1800" b="1" dirty="0">
                    <a:latin typeface="Comic Sans MS" panose="030F0702030302020204" pitchFamily="66" charset="0"/>
                  </a:endParaRPr>
                </a:p>
              </p:txBody>
            </p:sp>
            <p:sp>
              <p:nvSpPr>
                <p:cNvPr id="88107" name="Rectangle 40"/>
                <p:cNvSpPr/>
                <p:nvPr/>
              </p:nvSpPr>
              <p:spPr>
                <a:xfrm>
                  <a:off x="8400" y="7110"/>
                  <a:ext cx="540" cy="465"/>
                </a:xfrm>
                <a:prstGeom prst="rect">
                  <a:avLst/>
                </a:prstGeom>
                <a:noFill/>
                <a:ln w="9525">
                  <a:noFill/>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algn="just" eaLnBrk="1" hangingPunct="1">
                    <a:spcBef>
                      <a:spcPct val="0"/>
                    </a:spcBef>
                    <a:buClrTx/>
                    <a:buSzTx/>
                    <a:buFontTx/>
                    <a:buNone/>
                  </a:pPr>
                  <a:r>
                    <a:rPr lang="en-US" altLang="zh-CN" sz="1800" dirty="0">
                      <a:latin typeface="Times New Roman" panose="02020603050405020304" pitchFamily="18" charset="0"/>
                    </a:rPr>
                    <a:t>b2</a:t>
                  </a:r>
                  <a:endParaRPr lang="en-US" altLang="zh-CN" sz="1800" b="1" dirty="0">
                    <a:latin typeface="Comic Sans MS" panose="030F0702030302020204" pitchFamily="66" charset="0"/>
                  </a:endParaRPr>
                </a:p>
              </p:txBody>
            </p:sp>
            <p:sp>
              <p:nvSpPr>
                <p:cNvPr id="88108" name="Rectangle 41"/>
                <p:cNvSpPr/>
                <p:nvPr/>
              </p:nvSpPr>
              <p:spPr>
                <a:xfrm>
                  <a:off x="8760" y="7710"/>
                  <a:ext cx="540" cy="465"/>
                </a:xfrm>
                <a:prstGeom prst="rect">
                  <a:avLst/>
                </a:prstGeom>
                <a:noFill/>
                <a:ln w="9525">
                  <a:noFill/>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algn="just" eaLnBrk="1" hangingPunct="1">
                    <a:spcBef>
                      <a:spcPct val="0"/>
                    </a:spcBef>
                    <a:buClrTx/>
                    <a:buSzTx/>
                    <a:buFontTx/>
                    <a:buNone/>
                  </a:pPr>
                  <a:r>
                    <a:rPr lang="en-US" altLang="zh-CN" sz="1800" dirty="0">
                      <a:latin typeface="Times New Roman" panose="02020603050405020304" pitchFamily="18" charset="0"/>
                    </a:rPr>
                    <a:t>b1</a:t>
                  </a:r>
                  <a:endParaRPr lang="en-US" altLang="zh-CN" sz="1800" b="1" dirty="0">
                    <a:latin typeface="Comic Sans MS" panose="030F0702030302020204" pitchFamily="66" charset="0"/>
                  </a:endParaRPr>
                </a:p>
              </p:txBody>
            </p:sp>
            <p:sp>
              <p:nvSpPr>
                <p:cNvPr id="88109" name="Rectangle 42"/>
                <p:cNvSpPr/>
                <p:nvPr/>
              </p:nvSpPr>
              <p:spPr>
                <a:xfrm>
                  <a:off x="8550" y="8685"/>
                  <a:ext cx="540" cy="465"/>
                </a:xfrm>
                <a:prstGeom prst="rect">
                  <a:avLst/>
                </a:prstGeom>
                <a:noFill/>
                <a:ln w="9525">
                  <a:noFill/>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algn="just" eaLnBrk="1" hangingPunct="1">
                    <a:spcBef>
                      <a:spcPct val="0"/>
                    </a:spcBef>
                    <a:buClrTx/>
                    <a:buSzTx/>
                    <a:buFontTx/>
                    <a:buNone/>
                  </a:pPr>
                  <a:r>
                    <a:rPr lang="en-US" altLang="zh-CN" sz="1800" dirty="0">
                      <a:latin typeface="Times New Roman" panose="02020603050405020304" pitchFamily="18" charset="0"/>
                    </a:rPr>
                    <a:t>a</a:t>
                  </a:r>
                  <a:endParaRPr lang="en-US" altLang="zh-CN" sz="1800" b="1" dirty="0">
                    <a:latin typeface="Comic Sans MS" panose="030F0702030302020204" pitchFamily="66" charset="0"/>
                  </a:endParaRPr>
                </a:p>
              </p:txBody>
            </p:sp>
            <p:sp>
              <p:nvSpPr>
                <p:cNvPr id="88110" name="Rectangle 43"/>
                <p:cNvSpPr/>
                <p:nvPr/>
              </p:nvSpPr>
              <p:spPr>
                <a:xfrm>
                  <a:off x="6164" y="7605"/>
                  <a:ext cx="540" cy="465"/>
                </a:xfrm>
                <a:prstGeom prst="rect">
                  <a:avLst/>
                </a:prstGeom>
                <a:noFill/>
                <a:ln w="9525">
                  <a:noFill/>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algn="just" eaLnBrk="1" hangingPunct="1">
                    <a:spcBef>
                      <a:spcPct val="0"/>
                    </a:spcBef>
                    <a:buClrTx/>
                    <a:buSzTx/>
                    <a:buFontTx/>
                    <a:buNone/>
                  </a:pPr>
                  <a:r>
                    <a:rPr lang="en-US" altLang="zh-CN" sz="1800" dirty="0">
                      <a:latin typeface="Times New Roman" panose="02020603050405020304" pitchFamily="18" charset="0"/>
                    </a:rPr>
                    <a:t>c</a:t>
                  </a:r>
                  <a:endParaRPr lang="en-US" altLang="zh-CN" sz="1800" b="1" dirty="0">
                    <a:latin typeface="Comic Sans MS" panose="030F0702030302020204" pitchFamily="66" charset="0"/>
                  </a:endParaRPr>
                </a:p>
              </p:txBody>
            </p:sp>
            <p:sp>
              <p:nvSpPr>
                <p:cNvPr id="88111" name="Rectangle 44"/>
                <p:cNvSpPr/>
                <p:nvPr/>
              </p:nvSpPr>
              <p:spPr>
                <a:xfrm>
                  <a:off x="6076" y="7140"/>
                  <a:ext cx="540" cy="465"/>
                </a:xfrm>
                <a:prstGeom prst="rect">
                  <a:avLst/>
                </a:prstGeom>
                <a:noFill/>
                <a:ln w="9525">
                  <a:noFill/>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algn="just" eaLnBrk="1" hangingPunct="1">
                    <a:spcBef>
                      <a:spcPct val="0"/>
                    </a:spcBef>
                    <a:buClrTx/>
                    <a:buSzTx/>
                    <a:buFontTx/>
                    <a:buNone/>
                  </a:pPr>
                  <a:r>
                    <a:rPr lang="en-US" altLang="zh-CN" sz="1800" dirty="0">
                      <a:latin typeface="Times New Roman" panose="02020603050405020304" pitchFamily="18" charset="0"/>
                    </a:rPr>
                    <a:t>d</a:t>
                  </a:r>
                  <a:endParaRPr lang="en-US" altLang="zh-CN" sz="1800" b="1" dirty="0">
                    <a:latin typeface="Comic Sans MS" panose="030F0702030302020204" pitchFamily="66" charset="0"/>
                  </a:endParaRPr>
                </a:p>
              </p:txBody>
            </p:sp>
          </p:grpSp>
        </p:grpSp>
        <p:grpSp>
          <p:nvGrpSpPr>
            <p:cNvPr id="88071" name="Group 45"/>
            <p:cNvGrpSpPr/>
            <p:nvPr/>
          </p:nvGrpSpPr>
          <p:grpSpPr>
            <a:xfrm>
              <a:off x="2162" y="7320"/>
              <a:ext cx="3438" cy="1485"/>
              <a:chOff x="2058" y="8790"/>
              <a:chExt cx="3438" cy="1485"/>
            </a:xfrm>
          </p:grpSpPr>
          <p:grpSp>
            <p:nvGrpSpPr>
              <p:cNvPr id="88074" name="Group 46"/>
              <p:cNvGrpSpPr/>
              <p:nvPr/>
            </p:nvGrpSpPr>
            <p:grpSpPr>
              <a:xfrm>
                <a:off x="2058" y="8955"/>
                <a:ext cx="3438" cy="1275"/>
                <a:chOff x="2998" y="7230"/>
                <a:chExt cx="7276" cy="2640"/>
              </a:xfrm>
            </p:grpSpPr>
            <p:sp>
              <p:nvSpPr>
                <p:cNvPr id="88083" name="Oval 47"/>
                <p:cNvSpPr/>
                <p:nvPr/>
              </p:nvSpPr>
              <p:spPr>
                <a:xfrm>
                  <a:off x="4768" y="7470"/>
                  <a:ext cx="1134" cy="1134"/>
                </a:xfrm>
                <a:prstGeom prst="ellipse">
                  <a:avLst/>
                </a:prstGeom>
                <a:noFill/>
                <a:ln w="9525" cap="flat" cmpd="sng">
                  <a:solidFill>
                    <a:srgbClr val="000000"/>
                  </a:solidFill>
                  <a:prstDash val="solid"/>
                  <a:headEnd type="none" w="med" len="med"/>
                  <a:tailEnd type="none" w="med" len="med"/>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eaLnBrk="1" hangingPunct="1">
                    <a:spcBef>
                      <a:spcPct val="0"/>
                    </a:spcBef>
                    <a:buClrTx/>
                    <a:buSzTx/>
                    <a:buFontTx/>
                    <a:buNone/>
                  </a:pPr>
                  <a:endParaRPr lang="zh-CN" altLang="en-US" sz="1600" b="1" dirty="0">
                    <a:latin typeface="Comic Sans MS" panose="030F0702030302020204" pitchFamily="66" charset="0"/>
                  </a:endParaRPr>
                </a:p>
              </p:txBody>
            </p:sp>
            <p:sp>
              <p:nvSpPr>
                <p:cNvPr id="88084" name="Oval 48"/>
                <p:cNvSpPr/>
                <p:nvPr/>
              </p:nvSpPr>
              <p:spPr>
                <a:xfrm>
                  <a:off x="7338" y="7470"/>
                  <a:ext cx="1134" cy="1134"/>
                </a:xfrm>
                <a:prstGeom prst="ellipse">
                  <a:avLst/>
                </a:prstGeom>
                <a:noFill/>
                <a:ln w="9525" cap="flat" cmpd="sng">
                  <a:solidFill>
                    <a:srgbClr val="000000"/>
                  </a:solidFill>
                  <a:prstDash val="solid"/>
                  <a:headEnd type="none" w="med" len="med"/>
                  <a:tailEnd type="none" w="med" len="med"/>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eaLnBrk="1" hangingPunct="1">
                    <a:spcBef>
                      <a:spcPct val="0"/>
                    </a:spcBef>
                    <a:buClrTx/>
                    <a:buSzTx/>
                    <a:buFontTx/>
                    <a:buNone/>
                  </a:pPr>
                  <a:endParaRPr lang="zh-CN" altLang="en-US" sz="1600" b="1" dirty="0">
                    <a:latin typeface="Comic Sans MS" panose="030F0702030302020204" pitchFamily="66" charset="0"/>
                  </a:endParaRPr>
                </a:p>
              </p:txBody>
            </p:sp>
            <p:grpSp>
              <p:nvGrpSpPr>
                <p:cNvPr id="88085" name="Group 49"/>
                <p:cNvGrpSpPr/>
                <p:nvPr/>
              </p:nvGrpSpPr>
              <p:grpSpPr>
                <a:xfrm>
                  <a:off x="5980" y="8610"/>
                  <a:ext cx="1306" cy="360"/>
                  <a:chOff x="5980" y="8610"/>
                  <a:chExt cx="1306" cy="360"/>
                </a:xfrm>
              </p:grpSpPr>
              <p:sp>
                <p:nvSpPr>
                  <p:cNvPr id="88097" name="Line 50"/>
                  <p:cNvSpPr/>
                  <p:nvPr/>
                </p:nvSpPr>
                <p:spPr>
                  <a:xfrm>
                    <a:off x="5980" y="8610"/>
                    <a:ext cx="1290" cy="0"/>
                  </a:xfrm>
                  <a:prstGeom prst="line">
                    <a:avLst/>
                  </a:prstGeom>
                  <a:ln w="9525" cap="flat" cmpd="sng">
                    <a:solidFill>
                      <a:srgbClr val="000000"/>
                    </a:solidFill>
                    <a:prstDash val="solid"/>
                    <a:headEnd type="none" w="sm" len="med"/>
                    <a:tailEnd type="none" w="sm" len="med"/>
                  </a:ln>
                </p:spPr>
              </p:sp>
              <p:sp>
                <p:nvSpPr>
                  <p:cNvPr id="88098" name="Line 51"/>
                  <p:cNvSpPr/>
                  <p:nvPr/>
                </p:nvSpPr>
                <p:spPr>
                  <a:xfrm>
                    <a:off x="5996" y="8970"/>
                    <a:ext cx="1290" cy="0"/>
                  </a:xfrm>
                  <a:prstGeom prst="line">
                    <a:avLst/>
                  </a:prstGeom>
                  <a:ln w="9525" cap="flat" cmpd="sng">
                    <a:solidFill>
                      <a:srgbClr val="000000"/>
                    </a:solidFill>
                    <a:prstDash val="solid"/>
                    <a:headEnd type="none" w="sm" len="med"/>
                    <a:tailEnd type="none" w="sm" len="med"/>
                  </a:ln>
                </p:spPr>
              </p:sp>
            </p:grpSp>
            <p:sp>
              <p:nvSpPr>
                <p:cNvPr id="88086" name="Arc 52"/>
                <p:cNvSpPr/>
                <p:nvPr/>
              </p:nvSpPr>
              <p:spPr>
                <a:xfrm>
                  <a:off x="5924" y="8025"/>
                  <a:ext cx="567" cy="567"/>
                </a:xfrm>
                <a:custGeom>
                  <a:avLst/>
                  <a:gdLst/>
                  <a:ahLst/>
                  <a:cxnLst>
                    <a:cxn ang="0">
                      <a:pos x="0" y="0"/>
                    </a:cxn>
                    <a:cxn ang="0">
                      <a:pos x="0" y="0"/>
                    </a:cxn>
                    <a:cxn ang="0">
                      <a:pos x="0" y="0"/>
                    </a:cxn>
                  </a:cxnLst>
                  <a:pathLst>
                    <a:path w="21600" h="21600" fill="none">
                      <a:moveTo>
                        <a:pt x="-1" y="0"/>
                      </a:moveTo>
                      <a:cubicBezTo>
                        <a:pt x="11929" y="0"/>
                        <a:pt x="21600" y="9670"/>
                        <a:pt x="21600" y="21600"/>
                      </a:cubicBezTo>
                    </a:path>
                    <a:path w="21600" h="21600" stroke="0">
                      <a:moveTo>
                        <a:pt x="-1" y="0"/>
                      </a:moveTo>
                      <a:cubicBezTo>
                        <a:pt x="11929" y="0"/>
                        <a:pt x="21600" y="9670"/>
                        <a:pt x="21600" y="21600"/>
                      </a:cubicBezTo>
                      <a:lnTo>
                        <a:pt x="0" y="21600"/>
                      </a:lnTo>
                      <a:lnTo>
                        <a:pt x="-1" y="0"/>
                      </a:lnTo>
                      <a:close/>
                    </a:path>
                  </a:pathLst>
                </a:custGeom>
                <a:noFill/>
                <a:ln w="9525" cap="flat" cmpd="sng">
                  <a:solidFill>
                    <a:srgbClr val="000000">
                      <a:alpha val="100000"/>
                    </a:srgbClr>
                  </a:solidFill>
                  <a:prstDash val="solid"/>
                  <a:round/>
                  <a:headEnd type="none" w="sm" len="med"/>
                  <a:tailEnd type="triangle" w="sm" len="med"/>
                </a:ln>
              </p:spPr>
              <p:txBody>
                <a:bodyPr/>
                <a:p>
                  <a:endParaRPr lang="zh-CN" altLang="en-US"/>
                </a:p>
              </p:txBody>
            </p:sp>
            <p:sp>
              <p:nvSpPr>
                <p:cNvPr id="88087" name="Arc 53"/>
                <p:cNvSpPr/>
                <p:nvPr/>
              </p:nvSpPr>
              <p:spPr>
                <a:xfrm flipH="1">
                  <a:off x="6764" y="8025"/>
                  <a:ext cx="567" cy="567"/>
                </a:xfrm>
                <a:custGeom>
                  <a:avLst/>
                  <a:gdLst/>
                  <a:ahLst/>
                  <a:cxnLst>
                    <a:cxn ang="0">
                      <a:pos x="0" y="0"/>
                    </a:cxn>
                    <a:cxn ang="0">
                      <a:pos x="0" y="0"/>
                    </a:cxn>
                    <a:cxn ang="0">
                      <a:pos x="0" y="0"/>
                    </a:cxn>
                  </a:cxnLst>
                  <a:pathLst>
                    <a:path w="21600" h="21600" fill="none">
                      <a:moveTo>
                        <a:pt x="-1" y="0"/>
                      </a:moveTo>
                      <a:cubicBezTo>
                        <a:pt x="11929" y="0"/>
                        <a:pt x="21600" y="9670"/>
                        <a:pt x="21600" y="21600"/>
                      </a:cubicBezTo>
                    </a:path>
                    <a:path w="21600" h="21600" stroke="0">
                      <a:moveTo>
                        <a:pt x="-1" y="0"/>
                      </a:moveTo>
                      <a:cubicBezTo>
                        <a:pt x="11929" y="0"/>
                        <a:pt x="21600" y="9670"/>
                        <a:pt x="21600" y="21600"/>
                      </a:cubicBezTo>
                      <a:lnTo>
                        <a:pt x="0" y="21600"/>
                      </a:lnTo>
                      <a:lnTo>
                        <a:pt x="-1" y="0"/>
                      </a:lnTo>
                      <a:close/>
                    </a:path>
                  </a:pathLst>
                </a:custGeom>
                <a:noFill/>
                <a:ln w="9525" cap="flat" cmpd="sng">
                  <a:solidFill>
                    <a:srgbClr val="000000">
                      <a:alpha val="100000"/>
                    </a:srgbClr>
                  </a:solidFill>
                  <a:prstDash val="solid"/>
                  <a:round/>
                  <a:headEnd type="triangle" w="sm" len="med"/>
                  <a:tailEnd type="none" w="sm" len="med"/>
                </a:ln>
              </p:spPr>
              <p:txBody>
                <a:bodyPr/>
                <a:p>
                  <a:endParaRPr lang="zh-CN" altLang="en-US"/>
                </a:p>
              </p:txBody>
            </p:sp>
            <p:sp>
              <p:nvSpPr>
                <p:cNvPr id="88088" name="Line 54"/>
                <p:cNvSpPr/>
                <p:nvPr/>
              </p:nvSpPr>
              <p:spPr>
                <a:xfrm>
                  <a:off x="5338" y="8610"/>
                  <a:ext cx="0" cy="1260"/>
                </a:xfrm>
                <a:prstGeom prst="line">
                  <a:avLst/>
                </a:prstGeom>
                <a:ln w="9525" cap="flat" cmpd="sng">
                  <a:solidFill>
                    <a:srgbClr val="000000"/>
                  </a:solidFill>
                  <a:prstDash val="solid"/>
                  <a:headEnd type="none" w="sm" len="med"/>
                  <a:tailEnd type="triangle" w="sm" len="med"/>
                </a:ln>
              </p:spPr>
            </p:sp>
            <p:sp>
              <p:nvSpPr>
                <p:cNvPr id="88089" name="Line 55"/>
                <p:cNvSpPr/>
                <p:nvPr/>
              </p:nvSpPr>
              <p:spPr>
                <a:xfrm flipH="1">
                  <a:off x="2998" y="8010"/>
                  <a:ext cx="1770" cy="0"/>
                </a:xfrm>
                <a:prstGeom prst="line">
                  <a:avLst/>
                </a:prstGeom>
                <a:ln w="9525" cap="flat" cmpd="sng">
                  <a:solidFill>
                    <a:srgbClr val="000000"/>
                  </a:solidFill>
                  <a:prstDash val="solid"/>
                  <a:headEnd type="none" w="sm" len="med"/>
                  <a:tailEnd type="triangle" w="sm" len="med"/>
                </a:ln>
              </p:spPr>
            </p:sp>
            <p:sp>
              <p:nvSpPr>
                <p:cNvPr id="88090" name="Line 56"/>
                <p:cNvSpPr/>
                <p:nvPr/>
              </p:nvSpPr>
              <p:spPr>
                <a:xfrm>
                  <a:off x="7962" y="8580"/>
                  <a:ext cx="0" cy="1260"/>
                </a:xfrm>
                <a:prstGeom prst="line">
                  <a:avLst/>
                </a:prstGeom>
                <a:ln w="9525" cap="flat" cmpd="sng">
                  <a:solidFill>
                    <a:srgbClr val="000000"/>
                  </a:solidFill>
                  <a:prstDash val="solid"/>
                  <a:headEnd type="triangle" w="sm" len="med"/>
                  <a:tailEnd type="none" w="sm" len="med"/>
                </a:ln>
              </p:spPr>
            </p:sp>
            <p:sp>
              <p:nvSpPr>
                <p:cNvPr id="88091" name="Line 57"/>
                <p:cNvSpPr/>
                <p:nvPr/>
              </p:nvSpPr>
              <p:spPr>
                <a:xfrm flipH="1">
                  <a:off x="8458" y="8025"/>
                  <a:ext cx="1770" cy="0"/>
                </a:xfrm>
                <a:prstGeom prst="line">
                  <a:avLst/>
                </a:prstGeom>
                <a:ln w="9525" cap="flat" cmpd="sng">
                  <a:solidFill>
                    <a:srgbClr val="000000"/>
                  </a:solidFill>
                  <a:prstDash val="solid"/>
                  <a:headEnd type="triangle" w="sm" len="med"/>
                  <a:tailEnd type="none" w="sm" len="med"/>
                </a:ln>
              </p:spPr>
            </p:sp>
            <p:sp>
              <p:nvSpPr>
                <p:cNvPr id="88092" name="Line 58"/>
                <p:cNvSpPr/>
                <p:nvPr/>
              </p:nvSpPr>
              <p:spPr>
                <a:xfrm flipH="1" flipV="1">
                  <a:off x="8234" y="8490"/>
                  <a:ext cx="494" cy="1215"/>
                </a:xfrm>
                <a:prstGeom prst="line">
                  <a:avLst/>
                </a:prstGeom>
                <a:ln w="9525" cap="flat" cmpd="sng">
                  <a:solidFill>
                    <a:srgbClr val="000000"/>
                  </a:solidFill>
                  <a:prstDash val="solid"/>
                  <a:headEnd type="none" w="sm" len="med"/>
                  <a:tailEnd type="triangle" w="sm" len="med"/>
                </a:ln>
              </p:spPr>
            </p:sp>
            <p:sp>
              <p:nvSpPr>
                <p:cNvPr id="88093" name="Line 59"/>
                <p:cNvSpPr/>
                <p:nvPr/>
              </p:nvSpPr>
              <p:spPr>
                <a:xfrm>
                  <a:off x="3298" y="7230"/>
                  <a:ext cx="1650" cy="390"/>
                </a:xfrm>
                <a:prstGeom prst="line">
                  <a:avLst/>
                </a:prstGeom>
                <a:ln w="9525" cap="flat" cmpd="sng">
                  <a:solidFill>
                    <a:srgbClr val="000000"/>
                  </a:solidFill>
                  <a:prstDash val="solid"/>
                  <a:headEnd type="none" w="sm" len="med"/>
                  <a:tailEnd type="triangle" w="sm" len="med"/>
                </a:ln>
              </p:spPr>
            </p:sp>
            <p:sp>
              <p:nvSpPr>
                <p:cNvPr id="88094" name="Line 60"/>
                <p:cNvSpPr/>
                <p:nvPr/>
              </p:nvSpPr>
              <p:spPr>
                <a:xfrm flipH="1">
                  <a:off x="3268" y="8400"/>
                  <a:ext cx="1636" cy="660"/>
                </a:xfrm>
                <a:prstGeom prst="line">
                  <a:avLst/>
                </a:prstGeom>
                <a:ln w="9525" cap="flat" cmpd="sng">
                  <a:solidFill>
                    <a:srgbClr val="000000"/>
                  </a:solidFill>
                  <a:prstDash val="solid"/>
                  <a:headEnd type="none" w="sm" len="med"/>
                  <a:tailEnd type="triangle" w="sm" len="med"/>
                </a:ln>
              </p:spPr>
            </p:sp>
            <p:sp>
              <p:nvSpPr>
                <p:cNvPr id="88095" name="Line 61"/>
                <p:cNvSpPr/>
                <p:nvPr/>
              </p:nvSpPr>
              <p:spPr>
                <a:xfrm flipV="1">
                  <a:off x="8338" y="7425"/>
                  <a:ext cx="1800" cy="240"/>
                </a:xfrm>
                <a:prstGeom prst="line">
                  <a:avLst/>
                </a:prstGeom>
                <a:ln w="9525" cap="flat" cmpd="sng">
                  <a:solidFill>
                    <a:srgbClr val="000000"/>
                  </a:solidFill>
                  <a:prstDash val="solid"/>
                  <a:headEnd type="none" w="sm" len="med"/>
                  <a:tailEnd type="triangle" w="sm" len="med"/>
                </a:ln>
              </p:spPr>
            </p:sp>
            <p:sp>
              <p:nvSpPr>
                <p:cNvPr id="88096" name="Line 62"/>
                <p:cNvSpPr/>
                <p:nvPr/>
              </p:nvSpPr>
              <p:spPr>
                <a:xfrm>
                  <a:off x="8384" y="8340"/>
                  <a:ext cx="1890" cy="555"/>
                </a:xfrm>
                <a:prstGeom prst="line">
                  <a:avLst/>
                </a:prstGeom>
                <a:ln w="9525" cap="flat" cmpd="sng">
                  <a:solidFill>
                    <a:srgbClr val="000000"/>
                  </a:solidFill>
                  <a:prstDash val="solid"/>
                  <a:headEnd type="none" w="sm" len="med"/>
                  <a:tailEnd type="triangle" w="sm" len="med"/>
                </a:ln>
              </p:spPr>
            </p:sp>
          </p:grpSp>
          <p:grpSp>
            <p:nvGrpSpPr>
              <p:cNvPr id="88075" name="Group 63"/>
              <p:cNvGrpSpPr/>
              <p:nvPr/>
            </p:nvGrpSpPr>
            <p:grpSpPr>
              <a:xfrm>
                <a:off x="2969" y="8790"/>
                <a:ext cx="2462" cy="1485"/>
                <a:chOff x="2969" y="8790"/>
                <a:chExt cx="2462" cy="1485"/>
              </a:xfrm>
            </p:grpSpPr>
            <p:sp>
              <p:nvSpPr>
                <p:cNvPr id="88076" name="Rectangle 64"/>
                <p:cNvSpPr/>
                <p:nvPr/>
              </p:nvSpPr>
              <p:spPr>
                <a:xfrm>
                  <a:off x="4813" y="9045"/>
                  <a:ext cx="540" cy="465"/>
                </a:xfrm>
                <a:prstGeom prst="rect">
                  <a:avLst/>
                </a:prstGeom>
                <a:noFill/>
                <a:ln w="9525">
                  <a:noFill/>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algn="just" eaLnBrk="1" hangingPunct="1">
                    <a:spcBef>
                      <a:spcPct val="0"/>
                    </a:spcBef>
                    <a:buClrTx/>
                    <a:buSzTx/>
                    <a:buFontTx/>
                    <a:buNone/>
                  </a:pPr>
                  <a:r>
                    <a:rPr lang="en-US" altLang="zh-CN" sz="1800" dirty="0">
                      <a:latin typeface="Times New Roman" panose="02020603050405020304" pitchFamily="18" charset="0"/>
                    </a:rPr>
                    <a:t>b</a:t>
                  </a:r>
                  <a:endParaRPr lang="en-US" altLang="zh-CN" sz="1800" b="1" dirty="0">
                    <a:latin typeface="Comic Sans MS" panose="030F0702030302020204" pitchFamily="66" charset="0"/>
                  </a:endParaRPr>
                </a:p>
              </p:txBody>
            </p:sp>
            <p:sp>
              <p:nvSpPr>
                <p:cNvPr id="88077" name="Rectangle 65"/>
                <p:cNvSpPr/>
                <p:nvPr/>
              </p:nvSpPr>
              <p:spPr>
                <a:xfrm>
                  <a:off x="4185" y="9120"/>
                  <a:ext cx="540" cy="465"/>
                </a:xfrm>
                <a:prstGeom prst="rect">
                  <a:avLst/>
                </a:prstGeom>
                <a:noFill/>
                <a:ln w="9525">
                  <a:noFill/>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algn="just" eaLnBrk="1" hangingPunct="1">
                    <a:spcBef>
                      <a:spcPct val="0"/>
                    </a:spcBef>
                    <a:buClrTx/>
                    <a:buSzTx/>
                    <a:buFontTx/>
                    <a:buNone/>
                  </a:pPr>
                  <a:r>
                    <a:rPr lang="en-US" altLang="zh-CN" sz="1800" dirty="0">
                      <a:latin typeface="Times New Roman" panose="02020603050405020304" pitchFamily="18" charset="0"/>
                    </a:rPr>
                    <a:t>2</a:t>
                  </a:r>
                  <a:endParaRPr lang="en-US" altLang="zh-CN" sz="1800" b="1" dirty="0">
                    <a:latin typeface="Comic Sans MS" panose="030F0702030302020204" pitchFamily="66" charset="0"/>
                  </a:endParaRPr>
                </a:p>
              </p:txBody>
            </p:sp>
            <p:sp>
              <p:nvSpPr>
                <p:cNvPr id="88078" name="Rectangle 66"/>
                <p:cNvSpPr/>
                <p:nvPr/>
              </p:nvSpPr>
              <p:spPr>
                <a:xfrm>
                  <a:off x="2969" y="9105"/>
                  <a:ext cx="540" cy="465"/>
                </a:xfrm>
                <a:prstGeom prst="rect">
                  <a:avLst/>
                </a:prstGeom>
                <a:noFill/>
                <a:ln w="9525">
                  <a:noFill/>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algn="just" eaLnBrk="1" hangingPunct="1">
                    <a:spcBef>
                      <a:spcPct val="0"/>
                    </a:spcBef>
                    <a:buClrTx/>
                    <a:buSzTx/>
                    <a:buFontTx/>
                    <a:buNone/>
                  </a:pPr>
                  <a:r>
                    <a:rPr lang="en-US" altLang="zh-CN" sz="1800" dirty="0">
                      <a:latin typeface="Times New Roman" panose="02020603050405020304" pitchFamily="18" charset="0"/>
                    </a:rPr>
                    <a:t>1</a:t>
                  </a:r>
                  <a:endParaRPr lang="en-US" altLang="zh-CN" sz="1800" b="1" dirty="0">
                    <a:latin typeface="Comic Sans MS" panose="030F0702030302020204" pitchFamily="66" charset="0"/>
                  </a:endParaRPr>
                </a:p>
              </p:txBody>
            </p:sp>
            <p:sp>
              <p:nvSpPr>
                <p:cNvPr id="88079" name="Rectangle 67"/>
                <p:cNvSpPr/>
                <p:nvPr/>
              </p:nvSpPr>
              <p:spPr>
                <a:xfrm>
                  <a:off x="4709" y="8790"/>
                  <a:ext cx="540" cy="465"/>
                </a:xfrm>
                <a:prstGeom prst="rect">
                  <a:avLst/>
                </a:prstGeom>
                <a:noFill/>
                <a:ln w="9525">
                  <a:noFill/>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algn="just" eaLnBrk="1" hangingPunct="1">
                    <a:spcBef>
                      <a:spcPct val="0"/>
                    </a:spcBef>
                    <a:buClrTx/>
                    <a:buSzTx/>
                    <a:buFontTx/>
                    <a:buNone/>
                  </a:pPr>
                  <a:r>
                    <a:rPr lang="en-US" altLang="zh-CN" sz="1800" dirty="0">
                      <a:latin typeface="Times New Roman" panose="02020603050405020304" pitchFamily="18" charset="0"/>
                    </a:rPr>
                    <a:t>a</a:t>
                  </a:r>
                  <a:endParaRPr lang="en-US" altLang="zh-CN" sz="1800" b="1" dirty="0">
                    <a:latin typeface="Comic Sans MS" panose="030F0702030302020204" pitchFamily="66" charset="0"/>
                  </a:endParaRPr>
                </a:p>
              </p:txBody>
            </p:sp>
            <p:sp>
              <p:nvSpPr>
                <p:cNvPr id="88080" name="Rectangle 68"/>
                <p:cNvSpPr/>
                <p:nvPr/>
              </p:nvSpPr>
              <p:spPr>
                <a:xfrm>
                  <a:off x="4891" y="9285"/>
                  <a:ext cx="540" cy="465"/>
                </a:xfrm>
                <a:prstGeom prst="rect">
                  <a:avLst/>
                </a:prstGeom>
                <a:noFill/>
                <a:ln w="9525">
                  <a:noFill/>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algn="just" eaLnBrk="1" hangingPunct="1">
                    <a:spcBef>
                      <a:spcPct val="0"/>
                    </a:spcBef>
                    <a:buClrTx/>
                    <a:buSzTx/>
                    <a:buFontTx/>
                    <a:buNone/>
                  </a:pPr>
                  <a:r>
                    <a:rPr lang="en-US" altLang="zh-CN" sz="1800" dirty="0">
                      <a:latin typeface="Times New Roman" panose="02020603050405020304" pitchFamily="18" charset="0"/>
                    </a:rPr>
                    <a:t>c</a:t>
                  </a:r>
                  <a:endParaRPr lang="en-US" altLang="zh-CN" sz="1800" b="1" dirty="0">
                    <a:latin typeface="Comic Sans MS" panose="030F0702030302020204" pitchFamily="66" charset="0"/>
                  </a:endParaRPr>
                </a:p>
              </p:txBody>
            </p:sp>
            <p:sp>
              <p:nvSpPr>
                <p:cNvPr id="88081" name="Rectangle 69"/>
                <p:cNvSpPr/>
                <p:nvPr/>
              </p:nvSpPr>
              <p:spPr>
                <a:xfrm>
                  <a:off x="4619" y="9675"/>
                  <a:ext cx="540" cy="465"/>
                </a:xfrm>
                <a:prstGeom prst="rect">
                  <a:avLst/>
                </a:prstGeom>
                <a:noFill/>
                <a:ln w="9525">
                  <a:noFill/>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algn="just" eaLnBrk="1" hangingPunct="1">
                    <a:spcBef>
                      <a:spcPct val="0"/>
                    </a:spcBef>
                    <a:buClrTx/>
                    <a:buSzTx/>
                    <a:buFontTx/>
                    <a:buNone/>
                  </a:pPr>
                  <a:r>
                    <a:rPr lang="en-US" altLang="zh-CN" sz="1800" dirty="0">
                      <a:latin typeface="Times New Roman" panose="02020603050405020304" pitchFamily="18" charset="0"/>
                    </a:rPr>
                    <a:t>d</a:t>
                  </a:r>
                  <a:endParaRPr lang="en-US" altLang="zh-CN" sz="1800" b="1" dirty="0">
                    <a:latin typeface="Comic Sans MS" panose="030F0702030302020204" pitchFamily="66" charset="0"/>
                  </a:endParaRPr>
                </a:p>
              </p:txBody>
            </p:sp>
            <p:sp>
              <p:nvSpPr>
                <p:cNvPr id="88082" name="Rectangle 70"/>
                <p:cNvSpPr/>
                <p:nvPr/>
              </p:nvSpPr>
              <p:spPr>
                <a:xfrm>
                  <a:off x="4349" y="9810"/>
                  <a:ext cx="540" cy="465"/>
                </a:xfrm>
                <a:prstGeom prst="rect">
                  <a:avLst/>
                </a:prstGeom>
                <a:noFill/>
                <a:ln w="9525">
                  <a:noFill/>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algn="just" eaLnBrk="1" hangingPunct="1">
                    <a:spcBef>
                      <a:spcPct val="0"/>
                    </a:spcBef>
                    <a:buClrTx/>
                    <a:buSzTx/>
                    <a:buFontTx/>
                    <a:buNone/>
                  </a:pPr>
                  <a:r>
                    <a:rPr lang="en-US" altLang="zh-CN" sz="1800" dirty="0">
                      <a:latin typeface="Times New Roman" panose="02020603050405020304" pitchFamily="18" charset="0"/>
                    </a:rPr>
                    <a:t>e</a:t>
                  </a:r>
                  <a:endParaRPr lang="en-US" altLang="zh-CN" sz="1800" b="1" dirty="0">
                    <a:latin typeface="Comic Sans MS" panose="030F0702030302020204" pitchFamily="66" charset="0"/>
                  </a:endParaRPr>
                </a:p>
              </p:txBody>
            </p:sp>
          </p:grpSp>
        </p:grpSp>
        <p:sp>
          <p:nvSpPr>
            <p:cNvPr id="88072" name="Rectangle 71"/>
            <p:cNvSpPr/>
            <p:nvPr/>
          </p:nvSpPr>
          <p:spPr>
            <a:xfrm>
              <a:off x="3408" y="9438"/>
              <a:ext cx="1440" cy="495"/>
            </a:xfrm>
            <a:prstGeom prst="rect">
              <a:avLst/>
            </a:prstGeom>
            <a:noFill/>
            <a:ln w="9525">
              <a:noFill/>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algn="just" eaLnBrk="1" hangingPunct="1">
                <a:spcBef>
                  <a:spcPct val="0"/>
                </a:spcBef>
                <a:buClrTx/>
                <a:buSzTx/>
                <a:buFontTx/>
                <a:buNone/>
              </a:pPr>
              <a:r>
                <a:rPr lang="en-US" altLang="zh-CN" sz="1800" dirty="0">
                  <a:latin typeface="Times New Roman" panose="02020603050405020304" pitchFamily="18" charset="0"/>
                </a:rPr>
                <a:t>(a)  </a:t>
              </a:r>
              <a:r>
                <a:rPr lang="zh-CN" altLang="en-US" sz="1800" dirty="0">
                  <a:latin typeface="Times New Roman" panose="02020603050405020304" pitchFamily="18" charset="0"/>
                </a:rPr>
                <a:t>父图</a:t>
              </a:r>
              <a:endParaRPr lang="zh-CN" altLang="en-US" sz="1800" b="1" dirty="0">
                <a:latin typeface="Comic Sans MS" panose="030F0702030302020204" pitchFamily="66" charset="0"/>
              </a:endParaRPr>
            </a:p>
          </p:txBody>
        </p:sp>
        <p:sp>
          <p:nvSpPr>
            <p:cNvPr id="88073" name="Rectangle 72"/>
            <p:cNvSpPr/>
            <p:nvPr/>
          </p:nvSpPr>
          <p:spPr>
            <a:xfrm>
              <a:off x="6902" y="9438"/>
              <a:ext cx="1440" cy="495"/>
            </a:xfrm>
            <a:prstGeom prst="rect">
              <a:avLst/>
            </a:prstGeom>
            <a:noFill/>
            <a:ln w="9525">
              <a:noFill/>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algn="just" eaLnBrk="1" hangingPunct="1">
                <a:spcBef>
                  <a:spcPct val="0"/>
                </a:spcBef>
                <a:buClrTx/>
                <a:buSzTx/>
                <a:buFontTx/>
                <a:buNone/>
              </a:pPr>
              <a:r>
                <a:rPr lang="en-US" altLang="zh-CN" sz="1800" dirty="0">
                  <a:latin typeface="Times New Roman" panose="02020603050405020304" pitchFamily="18" charset="0"/>
                </a:rPr>
                <a:t>(b)  </a:t>
              </a:r>
              <a:r>
                <a:rPr lang="zh-CN" altLang="en-US" sz="1800" dirty="0">
                  <a:latin typeface="Times New Roman" panose="02020603050405020304" pitchFamily="18" charset="0"/>
                </a:rPr>
                <a:t>子图</a:t>
              </a:r>
              <a:endParaRPr lang="zh-CN" altLang="en-US" sz="1800" b="1" dirty="0">
                <a:latin typeface="Comic Sans MS" panose="030F0702030302020204" pitchFamily="66" charset="0"/>
              </a:endParaRPr>
            </a:p>
          </p:txBody>
        </p:sp>
      </p:grpSp>
      <p:sp>
        <p:nvSpPr>
          <p:cNvPr id="88069" name="Rectangle 73"/>
          <p:cNvSpPr/>
          <p:nvPr/>
        </p:nvSpPr>
        <p:spPr>
          <a:xfrm>
            <a:off x="1828800" y="6000750"/>
            <a:ext cx="6629400" cy="704850"/>
          </a:xfrm>
          <a:prstGeom prst="rect">
            <a:avLst/>
          </a:prstGeom>
          <a:noFill/>
          <a:ln w="9525">
            <a:noFill/>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algn="just" eaLnBrk="1" hangingPunct="1">
              <a:spcBef>
                <a:spcPct val="0"/>
              </a:spcBef>
              <a:buClrTx/>
              <a:buSzTx/>
              <a:buFontTx/>
              <a:buNone/>
            </a:pPr>
            <a:r>
              <a:rPr lang="en-US" altLang="zh-CN" sz="1800" dirty="0">
                <a:latin typeface="黑体" panose="02010609060101010101" pitchFamily="49" charset="-122"/>
                <a:ea typeface="黑体" panose="02010609060101010101" pitchFamily="49" charset="-122"/>
              </a:rPr>
              <a:t>a</a:t>
            </a:r>
            <a:r>
              <a:rPr lang="zh-CN" altLang="en-US" sz="1800" dirty="0">
                <a:latin typeface="黑体" panose="02010609060101010101" pitchFamily="49" charset="-122"/>
                <a:ea typeface="黑体" panose="02010609060101010101" pitchFamily="49" charset="-122"/>
              </a:rPr>
              <a:t>：考生通知单；</a:t>
            </a:r>
            <a:r>
              <a:rPr lang="en-US" altLang="zh-CN" sz="1800" dirty="0">
                <a:latin typeface="黑体" panose="02010609060101010101" pitchFamily="49" charset="-122"/>
                <a:ea typeface="黑体" panose="02010609060101010101" pitchFamily="49" charset="-122"/>
              </a:rPr>
              <a:t>b</a:t>
            </a:r>
            <a:r>
              <a:rPr lang="zh-CN" altLang="en-US" sz="1800" dirty="0">
                <a:latin typeface="黑体" panose="02010609060101010101" pitchFamily="49" charset="-122"/>
                <a:ea typeface="黑体" panose="02010609060101010101" pitchFamily="49" charset="-122"/>
              </a:rPr>
              <a:t>：统计分析表；</a:t>
            </a:r>
            <a:r>
              <a:rPr lang="en-US" altLang="zh-CN" sz="1800" dirty="0">
                <a:latin typeface="黑体" panose="02010609060101010101" pitchFamily="49" charset="-122"/>
                <a:ea typeface="黑体" panose="02010609060101010101" pitchFamily="49" charset="-122"/>
              </a:rPr>
              <a:t>b1</a:t>
            </a:r>
            <a:r>
              <a:rPr lang="zh-CN" altLang="en-US" sz="1800" dirty="0">
                <a:latin typeface="黑体" panose="02010609060101010101" pitchFamily="49" charset="-122"/>
                <a:ea typeface="黑体" panose="02010609060101010101" pitchFamily="49" charset="-122"/>
              </a:rPr>
              <a:t>：分类统计表；</a:t>
            </a:r>
            <a:r>
              <a:rPr lang="en-US" altLang="zh-CN" sz="1800" dirty="0">
                <a:latin typeface="黑体" panose="02010609060101010101" pitchFamily="49" charset="-122"/>
                <a:ea typeface="黑体" panose="02010609060101010101" pitchFamily="49" charset="-122"/>
              </a:rPr>
              <a:t>b2</a:t>
            </a:r>
            <a:r>
              <a:rPr lang="zh-CN" altLang="en-US" sz="1800" dirty="0">
                <a:latin typeface="黑体" panose="02010609060101010101" pitchFamily="49" charset="-122"/>
                <a:ea typeface="黑体" panose="02010609060101010101" pitchFamily="49" charset="-122"/>
              </a:rPr>
              <a:t>：难度分析表；</a:t>
            </a:r>
            <a:r>
              <a:rPr lang="en-US" altLang="zh-CN" sz="1800" dirty="0">
                <a:latin typeface="黑体" panose="02010609060101010101" pitchFamily="49" charset="-122"/>
                <a:ea typeface="黑体" panose="02010609060101010101" pitchFamily="49" charset="-122"/>
              </a:rPr>
              <a:t>c</a:t>
            </a:r>
            <a:r>
              <a:rPr lang="zh-CN" altLang="en-US" sz="1800" dirty="0">
                <a:latin typeface="黑体" panose="02010609060101010101" pitchFamily="49" charset="-122"/>
                <a:ea typeface="黑体" panose="02010609060101010101" pitchFamily="49" charset="-122"/>
              </a:rPr>
              <a:t>：错误成绩清单；</a:t>
            </a:r>
            <a:r>
              <a:rPr lang="en-US" altLang="zh-CN" sz="1800" dirty="0">
                <a:latin typeface="黑体" panose="02010609060101010101" pitchFamily="49" charset="-122"/>
                <a:ea typeface="黑体" panose="02010609060101010101" pitchFamily="49" charset="-122"/>
              </a:rPr>
              <a:t>d</a:t>
            </a:r>
            <a:r>
              <a:rPr lang="zh-CN" altLang="en-US" sz="1800" dirty="0">
                <a:latin typeface="黑体" panose="02010609060101010101" pitchFamily="49" charset="-122"/>
                <a:ea typeface="黑体" panose="02010609060101010101" pitchFamily="49" charset="-122"/>
              </a:rPr>
              <a:t>成绩清单；</a:t>
            </a:r>
            <a:r>
              <a:rPr lang="en-US" altLang="zh-CN" sz="1800" dirty="0">
                <a:latin typeface="黑体" panose="02010609060101010101" pitchFamily="49" charset="-122"/>
                <a:ea typeface="黑体" panose="02010609060101010101" pitchFamily="49" charset="-122"/>
              </a:rPr>
              <a:t>e</a:t>
            </a:r>
            <a:r>
              <a:rPr lang="zh-CN" altLang="en-US" sz="1800" dirty="0">
                <a:latin typeface="黑体" panose="02010609060101010101" pitchFamily="49" charset="-122"/>
                <a:ea typeface="黑体" panose="02010609060101010101" pitchFamily="49" charset="-122"/>
              </a:rPr>
              <a:t>合格标准。</a:t>
            </a:r>
            <a:endParaRPr lang="zh-CN" altLang="en-US" sz="1800" b="1" dirty="0">
              <a:latin typeface="黑体" panose="02010609060101010101" pitchFamily="49" charset="-122"/>
              <a:ea typeface="黑体" panose="02010609060101010101" pitchFamily="49" charset="-122"/>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0114" name="Rectangle 2"/>
          <p:cNvSpPr>
            <a:spLocks noGrp="1"/>
          </p:cNvSpPr>
          <p:nvPr>
            <p:ph type="title"/>
          </p:nvPr>
        </p:nvSpPr>
        <p:spPr>
          <a:xfrm>
            <a:off x="457200" y="228600"/>
            <a:ext cx="8229600" cy="1143000"/>
          </a:xfrm>
        </p:spPr>
        <p:txBody>
          <a:bodyPr vert="horz" wrap="square" lIns="0" tIns="45720" rIns="0" bIns="0" anchor="b" anchorCtr="0"/>
          <a:p>
            <a:pPr eaLnBrk="1" hangingPunct="1"/>
            <a:r>
              <a:rPr lang="zh-CN" altLang="en-US" b="1" dirty="0">
                <a:latin typeface="微软雅黑" panose="020B0503020204020204" pitchFamily="34" charset="-122"/>
                <a:ea typeface="微软雅黑" panose="020B0503020204020204" pitchFamily="34" charset="-122"/>
              </a:rPr>
              <a:t>数据不守恒的实例</a:t>
            </a:r>
            <a:endParaRPr lang="zh-CN" altLang="en-US" b="1" dirty="0">
              <a:latin typeface="微软雅黑" panose="020B0503020204020204" pitchFamily="34" charset="-122"/>
              <a:ea typeface="微软雅黑" panose="020B0503020204020204" pitchFamily="34" charset="-122"/>
            </a:endParaRPr>
          </a:p>
        </p:txBody>
      </p:sp>
      <p:grpSp>
        <p:nvGrpSpPr>
          <p:cNvPr id="90115" name="Group 7"/>
          <p:cNvGrpSpPr/>
          <p:nvPr/>
        </p:nvGrpSpPr>
        <p:grpSpPr>
          <a:xfrm>
            <a:off x="3565525" y="3357563"/>
            <a:ext cx="2039938" cy="1066800"/>
            <a:chOff x="5586" y="11595"/>
            <a:chExt cx="1575" cy="975"/>
          </a:xfrm>
        </p:grpSpPr>
        <p:grpSp>
          <p:nvGrpSpPr>
            <p:cNvPr id="90168" name="Group 8"/>
            <p:cNvGrpSpPr/>
            <p:nvPr/>
          </p:nvGrpSpPr>
          <p:grpSpPr>
            <a:xfrm>
              <a:off x="5586" y="12120"/>
              <a:ext cx="1306" cy="450"/>
              <a:chOff x="5038" y="9225"/>
              <a:chExt cx="1306" cy="450"/>
            </a:xfrm>
          </p:grpSpPr>
          <p:sp>
            <p:nvSpPr>
              <p:cNvPr id="90170" name="Line 9"/>
              <p:cNvSpPr/>
              <p:nvPr/>
            </p:nvSpPr>
            <p:spPr>
              <a:xfrm>
                <a:off x="5038" y="9270"/>
                <a:ext cx="1290" cy="0"/>
              </a:xfrm>
              <a:prstGeom prst="line">
                <a:avLst/>
              </a:prstGeom>
              <a:ln w="9525" cap="flat" cmpd="sng">
                <a:solidFill>
                  <a:srgbClr val="000000"/>
                </a:solidFill>
                <a:prstDash val="solid"/>
                <a:headEnd type="none" w="sm" len="med"/>
                <a:tailEnd type="none" w="sm" len="med"/>
              </a:ln>
            </p:spPr>
          </p:sp>
          <p:sp>
            <p:nvSpPr>
              <p:cNvPr id="90171" name="Line 10"/>
              <p:cNvSpPr/>
              <p:nvPr/>
            </p:nvSpPr>
            <p:spPr>
              <a:xfrm>
                <a:off x="5054" y="9630"/>
                <a:ext cx="1290" cy="0"/>
              </a:xfrm>
              <a:prstGeom prst="line">
                <a:avLst/>
              </a:prstGeom>
              <a:ln w="9525" cap="flat" cmpd="sng">
                <a:solidFill>
                  <a:srgbClr val="000000"/>
                </a:solidFill>
                <a:prstDash val="solid"/>
                <a:headEnd type="none" w="sm" len="med"/>
                <a:tailEnd type="none" w="sm" len="med"/>
              </a:ln>
            </p:spPr>
          </p:sp>
          <p:sp>
            <p:nvSpPr>
              <p:cNvPr id="90172" name="Rectangle 11"/>
              <p:cNvSpPr/>
              <p:nvPr/>
            </p:nvSpPr>
            <p:spPr>
              <a:xfrm>
                <a:off x="5206" y="9225"/>
                <a:ext cx="958" cy="450"/>
              </a:xfrm>
              <a:prstGeom prst="rect">
                <a:avLst/>
              </a:prstGeom>
              <a:noFill/>
              <a:ln w="9525">
                <a:noFill/>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algn="ctr" eaLnBrk="1" hangingPunct="1">
                  <a:lnSpc>
                    <a:spcPct val="80000"/>
                  </a:lnSpc>
                  <a:spcBef>
                    <a:spcPct val="0"/>
                  </a:spcBef>
                  <a:buClrTx/>
                  <a:buSzTx/>
                  <a:buFontTx/>
                  <a:buNone/>
                </a:pPr>
                <a:r>
                  <a:rPr lang="zh-CN" altLang="en-US" sz="1800" dirty="0">
                    <a:latin typeface="黑体" panose="02010609060101010101" pitchFamily="49" charset="-122"/>
                    <a:ea typeface="黑体" panose="02010609060101010101" pitchFamily="49" charset="-122"/>
                  </a:rPr>
                  <a:t>考生名册</a:t>
                </a:r>
                <a:endParaRPr lang="zh-CN" altLang="en-US" sz="1800" b="1" dirty="0">
                  <a:latin typeface="黑体" panose="02010609060101010101" pitchFamily="49" charset="-122"/>
                  <a:ea typeface="黑体" panose="02010609060101010101" pitchFamily="49" charset="-122"/>
                </a:endParaRPr>
              </a:p>
            </p:txBody>
          </p:sp>
        </p:grpSp>
        <p:sp>
          <p:nvSpPr>
            <p:cNvPr id="90169" name="Arc 12"/>
            <p:cNvSpPr/>
            <p:nvPr/>
          </p:nvSpPr>
          <p:spPr>
            <a:xfrm flipH="1">
              <a:off x="6594" y="11595"/>
              <a:ext cx="567" cy="567"/>
            </a:xfrm>
            <a:custGeom>
              <a:avLst/>
              <a:gdLst/>
              <a:ahLst/>
              <a:cxnLst>
                <a:cxn ang="0">
                  <a:pos x="0" y="0"/>
                </a:cxn>
                <a:cxn ang="0">
                  <a:pos x="0" y="0"/>
                </a:cxn>
                <a:cxn ang="0">
                  <a:pos x="0" y="0"/>
                </a:cxn>
              </a:cxnLst>
              <a:pathLst>
                <a:path w="21600" h="21600" fill="none">
                  <a:moveTo>
                    <a:pt x="-1" y="0"/>
                  </a:moveTo>
                  <a:cubicBezTo>
                    <a:pt x="11929" y="0"/>
                    <a:pt x="21600" y="9670"/>
                    <a:pt x="21600" y="21600"/>
                  </a:cubicBezTo>
                </a:path>
                <a:path w="21600" h="21600" stroke="0">
                  <a:moveTo>
                    <a:pt x="-1" y="0"/>
                  </a:moveTo>
                  <a:cubicBezTo>
                    <a:pt x="11929" y="0"/>
                    <a:pt x="21600" y="9670"/>
                    <a:pt x="21600" y="21600"/>
                  </a:cubicBezTo>
                  <a:lnTo>
                    <a:pt x="0" y="21600"/>
                  </a:lnTo>
                  <a:lnTo>
                    <a:pt x="-1" y="0"/>
                  </a:lnTo>
                  <a:close/>
                </a:path>
              </a:pathLst>
            </a:custGeom>
            <a:noFill/>
            <a:ln w="9525" cap="flat" cmpd="sng">
              <a:solidFill>
                <a:srgbClr val="000000">
                  <a:alpha val="100000"/>
                </a:srgbClr>
              </a:solidFill>
              <a:prstDash val="solid"/>
              <a:round/>
              <a:headEnd type="triangle" w="sm" len="med"/>
              <a:tailEnd type="none" w="sm" len="med"/>
            </a:ln>
          </p:spPr>
          <p:txBody>
            <a:bodyPr/>
            <a:p>
              <a:endParaRPr lang="zh-CN" altLang="en-US"/>
            </a:p>
          </p:txBody>
        </p:sp>
      </p:grpSp>
      <p:grpSp>
        <p:nvGrpSpPr>
          <p:cNvPr id="90116" name="Group 13"/>
          <p:cNvGrpSpPr/>
          <p:nvPr/>
        </p:nvGrpSpPr>
        <p:grpSpPr>
          <a:xfrm>
            <a:off x="4987925" y="1552575"/>
            <a:ext cx="2857500" cy="930275"/>
            <a:chOff x="5516" y="6465"/>
            <a:chExt cx="2206" cy="850"/>
          </a:xfrm>
        </p:grpSpPr>
        <p:grpSp>
          <p:nvGrpSpPr>
            <p:cNvPr id="90162" name="Group 14"/>
            <p:cNvGrpSpPr/>
            <p:nvPr/>
          </p:nvGrpSpPr>
          <p:grpSpPr>
            <a:xfrm>
              <a:off x="5516" y="6465"/>
              <a:ext cx="974" cy="850"/>
              <a:chOff x="4154" y="12570"/>
              <a:chExt cx="974" cy="850"/>
            </a:xfrm>
          </p:grpSpPr>
          <p:sp>
            <p:nvSpPr>
              <p:cNvPr id="90166" name="Oval 15"/>
              <p:cNvSpPr/>
              <p:nvPr/>
            </p:nvSpPr>
            <p:spPr>
              <a:xfrm>
                <a:off x="4214" y="12570"/>
                <a:ext cx="850" cy="850"/>
              </a:xfrm>
              <a:prstGeom prst="ellipse">
                <a:avLst/>
              </a:prstGeom>
              <a:noFill/>
              <a:ln w="9525" cap="flat" cmpd="sng">
                <a:solidFill>
                  <a:srgbClr val="000000"/>
                </a:solidFill>
                <a:prstDash val="solid"/>
                <a:headEnd type="none" w="med" len="med"/>
                <a:tailEnd type="none" w="med" len="med"/>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eaLnBrk="1" hangingPunct="1">
                  <a:spcBef>
                    <a:spcPct val="0"/>
                  </a:spcBef>
                  <a:buClrTx/>
                  <a:buSzTx/>
                  <a:buFontTx/>
                  <a:buNone/>
                </a:pPr>
                <a:endParaRPr lang="zh-CN" altLang="en-US" sz="1600" b="1" dirty="0">
                  <a:latin typeface="Comic Sans MS" panose="030F0702030302020204" pitchFamily="66" charset="0"/>
                </a:endParaRPr>
              </a:p>
            </p:txBody>
          </p:sp>
          <p:sp>
            <p:nvSpPr>
              <p:cNvPr id="90167" name="Rectangle 16"/>
              <p:cNvSpPr/>
              <p:nvPr/>
            </p:nvSpPr>
            <p:spPr>
              <a:xfrm>
                <a:off x="4154" y="12630"/>
                <a:ext cx="974" cy="780"/>
              </a:xfrm>
              <a:prstGeom prst="rect">
                <a:avLst/>
              </a:prstGeom>
              <a:noFill/>
              <a:ln w="9525">
                <a:noFill/>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algn="ctr" eaLnBrk="1" hangingPunct="1">
                  <a:lnSpc>
                    <a:spcPct val="80000"/>
                  </a:lnSpc>
                  <a:spcBef>
                    <a:spcPct val="0"/>
                  </a:spcBef>
                  <a:buClrTx/>
                  <a:buSzTx/>
                  <a:buFontTx/>
                  <a:buNone/>
                </a:pPr>
                <a:r>
                  <a:rPr lang="en-US" altLang="zh-CN" sz="1800" dirty="0">
                    <a:latin typeface="黑体" panose="02010609060101010101" pitchFamily="49" charset="-122"/>
                    <a:ea typeface="黑体" panose="02010609060101010101" pitchFamily="49" charset="-122"/>
                  </a:rPr>
                  <a:t>2.5</a:t>
                </a:r>
                <a:endParaRPr lang="en-US" altLang="zh-CN" sz="1800" dirty="0">
                  <a:latin typeface="黑体" panose="02010609060101010101" pitchFamily="49" charset="-122"/>
                  <a:ea typeface="黑体" panose="02010609060101010101" pitchFamily="49" charset="-122"/>
                </a:endParaRPr>
              </a:p>
              <a:p>
                <a:pPr marL="0" lvl="0" indent="0" algn="ctr" eaLnBrk="1" hangingPunct="1">
                  <a:lnSpc>
                    <a:spcPct val="80000"/>
                  </a:lnSpc>
                  <a:spcBef>
                    <a:spcPct val="0"/>
                  </a:spcBef>
                  <a:buClrTx/>
                  <a:buSzTx/>
                  <a:buFontTx/>
                  <a:buNone/>
                </a:pPr>
                <a:r>
                  <a:rPr lang="zh-CN" altLang="en-US" sz="1800" dirty="0">
                    <a:latin typeface="黑体" panose="02010609060101010101" pitchFamily="49" charset="-122"/>
                    <a:ea typeface="黑体" panose="02010609060101010101" pitchFamily="49" charset="-122"/>
                  </a:rPr>
                  <a:t>分析</a:t>
                </a:r>
                <a:endParaRPr lang="zh-CN" altLang="en-US" sz="1800" dirty="0">
                  <a:latin typeface="黑体" panose="02010609060101010101" pitchFamily="49" charset="-122"/>
                  <a:ea typeface="黑体" panose="02010609060101010101" pitchFamily="49" charset="-122"/>
                </a:endParaRPr>
              </a:p>
              <a:p>
                <a:pPr marL="0" lvl="0" indent="0" algn="ctr" eaLnBrk="1" hangingPunct="1">
                  <a:lnSpc>
                    <a:spcPct val="80000"/>
                  </a:lnSpc>
                  <a:spcBef>
                    <a:spcPct val="0"/>
                  </a:spcBef>
                  <a:buClrTx/>
                  <a:buSzTx/>
                  <a:buFontTx/>
                  <a:buNone/>
                </a:pPr>
                <a:r>
                  <a:rPr lang="zh-CN" altLang="en-US" sz="1800" dirty="0">
                    <a:latin typeface="黑体" panose="02010609060101010101" pitchFamily="49" charset="-122"/>
                    <a:ea typeface="黑体" panose="02010609060101010101" pitchFamily="49" charset="-122"/>
                  </a:rPr>
                  <a:t>试题难度</a:t>
                </a:r>
                <a:endParaRPr lang="zh-CN" altLang="en-US" sz="1800" b="1" dirty="0">
                  <a:latin typeface="黑体" panose="02010609060101010101" pitchFamily="49" charset="-122"/>
                  <a:ea typeface="黑体" panose="02010609060101010101" pitchFamily="49" charset="-122"/>
                </a:endParaRPr>
              </a:p>
            </p:txBody>
          </p:sp>
        </p:grpSp>
        <p:grpSp>
          <p:nvGrpSpPr>
            <p:cNvPr id="90163" name="Group 17"/>
            <p:cNvGrpSpPr/>
            <p:nvPr/>
          </p:nvGrpSpPr>
          <p:grpSpPr>
            <a:xfrm>
              <a:off x="6446" y="6540"/>
              <a:ext cx="1276" cy="465"/>
              <a:chOff x="7918" y="3720"/>
              <a:chExt cx="1276" cy="465"/>
            </a:xfrm>
          </p:grpSpPr>
          <p:sp>
            <p:nvSpPr>
              <p:cNvPr id="90164" name="Line 18"/>
              <p:cNvSpPr/>
              <p:nvPr/>
            </p:nvSpPr>
            <p:spPr>
              <a:xfrm>
                <a:off x="7918" y="4065"/>
                <a:ext cx="1276" cy="0"/>
              </a:xfrm>
              <a:prstGeom prst="line">
                <a:avLst/>
              </a:prstGeom>
              <a:ln w="9525" cap="flat" cmpd="sng">
                <a:solidFill>
                  <a:srgbClr val="000000"/>
                </a:solidFill>
                <a:prstDash val="solid"/>
                <a:headEnd type="none" w="sm" len="med"/>
                <a:tailEnd type="triangle" w="sm" len="med"/>
              </a:ln>
            </p:spPr>
          </p:sp>
          <p:sp>
            <p:nvSpPr>
              <p:cNvPr id="90165" name="Rectangle 19"/>
              <p:cNvSpPr/>
              <p:nvPr/>
            </p:nvSpPr>
            <p:spPr>
              <a:xfrm>
                <a:off x="7934" y="3720"/>
                <a:ext cx="1214" cy="465"/>
              </a:xfrm>
              <a:prstGeom prst="rect">
                <a:avLst/>
              </a:prstGeom>
              <a:noFill/>
              <a:ln w="9525">
                <a:noFill/>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algn="ctr" eaLnBrk="1" hangingPunct="1">
                  <a:lnSpc>
                    <a:spcPct val="80000"/>
                  </a:lnSpc>
                  <a:spcBef>
                    <a:spcPct val="0"/>
                  </a:spcBef>
                  <a:buClrTx/>
                  <a:buSzTx/>
                  <a:buFontTx/>
                  <a:buNone/>
                </a:pPr>
                <a:r>
                  <a:rPr lang="zh-CN" altLang="en-US" sz="1800" dirty="0">
                    <a:latin typeface="黑体" panose="02010609060101010101" pitchFamily="49" charset="-122"/>
                    <a:ea typeface="黑体" panose="02010609060101010101" pitchFamily="49" charset="-122"/>
                  </a:rPr>
                  <a:t>难度分析表</a:t>
                </a:r>
                <a:endParaRPr lang="zh-CN" altLang="en-US" sz="1800" b="1" dirty="0">
                  <a:latin typeface="黑体" panose="02010609060101010101" pitchFamily="49" charset="-122"/>
                  <a:ea typeface="黑体" panose="02010609060101010101" pitchFamily="49" charset="-122"/>
                </a:endParaRPr>
              </a:p>
            </p:txBody>
          </p:sp>
        </p:grpSp>
      </p:grpSp>
      <p:grpSp>
        <p:nvGrpSpPr>
          <p:cNvPr id="90117" name="Group 20"/>
          <p:cNvGrpSpPr/>
          <p:nvPr/>
        </p:nvGrpSpPr>
        <p:grpSpPr>
          <a:xfrm>
            <a:off x="5394325" y="2619375"/>
            <a:ext cx="2857500" cy="930275"/>
            <a:chOff x="7120" y="7710"/>
            <a:chExt cx="2206" cy="850"/>
          </a:xfrm>
        </p:grpSpPr>
        <p:grpSp>
          <p:nvGrpSpPr>
            <p:cNvPr id="90156" name="Group 21"/>
            <p:cNvGrpSpPr/>
            <p:nvPr/>
          </p:nvGrpSpPr>
          <p:grpSpPr>
            <a:xfrm>
              <a:off x="7120" y="7710"/>
              <a:ext cx="974" cy="850"/>
              <a:chOff x="4154" y="12570"/>
              <a:chExt cx="974" cy="850"/>
            </a:xfrm>
          </p:grpSpPr>
          <p:sp>
            <p:nvSpPr>
              <p:cNvPr id="90160" name="Oval 22"/>
              <p:cNvSpPr/>
              <p:nvPr/>
            </p:nvSpPr>
            <p:spPr>
              <a:xfrm>
                <a:off x="4214" y="12570"/>
                <a:ext cx="850" cy="850"/>
              </a:xfrm>
              <a:prstGeom prst="ellipse">
                <a:avLst/>
              </a:prstGeom>
              <a:noFill/>
              <a:ln w="9525" cap="flat" cmpd="sng">
                <a:solidFill>
                  <a:srgbClr val="000000"/>
                </a:solidFill>
                <a:prstDash val="solid"/>
                <a:headEnd type="none" w="med" len="med"/>
                <a:tailEnd type="none" w="med" len="med"/>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eaLnBrk="1" hangingPunct="1">
                  <a:spcBef>
                    <a:spcPct val="0"/>
                  </a:spcBef>
                  <a:buClrTx/>
                  <a:buSzTx/>
                  <a:buFontTx/>
                  <a:buNone/>
                </a:pPr>
                <a:endParaRPr lang="zh-CN" altLang="en-US" sz="1600" b="1" dirty="0">
                  <a:latin typeface="Comic Sans MS" panose="030F0702030302020204" pitchFamily="66" charset="0"/>
                </a:endParaRPr>
              </a:p>
            </p:txBody>
          </p:sp>
          <p:sp>
            <p:nvSpPr>
              <p:cNvPr id="90161" name="Rectangle 23"/>
              <p:cNvSpPr/>
              <p:nvPr/>
            </p:nvSpPr>
            <p:spPr>
              <a:xfrm>
                <a:off x="4154" y="12630"/>
                <a:ext cx="974" cy="780"/>
              </a:xfrm>
              <a:prstGeom prst="rect">
                <a:avLst/>
              </a:prstGeom>
              <a:noFill/>
              <a:ln w="9525">
                <a:noFill/>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algn="ctr" eaLnBrk="1" hangingPunct="1">
                  <a:lnSpc>
                    <a:spcPct val="80000"/>
                  </a:lnSpc>
                  <a:spcBef>
                    <a:spcPct val="0"/>
                  </a:spcBef>
                  <a:buClrTx/>
                  <a:buSzTx/>
                  <a:buFontTx/>
                  <a:buNone/>
                </a:pPr>
                <a:r>
                  <a:rPr lang="en-US" altLang="zh-CN" sz="1800" dirty="0">
                    <a:latin typeface="黑体" panose="02010609060101010101" pitchFamily="49" charset="-122"/>
                    <a:ea typeface="黑体" panose="02010609060101010101" pitchFamily="49" charset="-122"/>
                  </a:rPr>
                  <a:t>2.4</a:t>
                </a:r>
                <a:endParaRPr lang="en-US" altLang="zh-CN" sz="1800" dirty="0">
                  <a:latin typeface="黑体" panose="02010609060101010101" pitchFamily="49" charset="-122"/>
                  <a:ea typeface="黑体" panose="02010609060101010101" pitchFamily="49" charset="-122"/>
                </a:endParaRPr>
              </a:p>
              <a:p>
                <a:pPr marL="0" lvl="0" indent="0" algn="ctr" eaLnBrk="1" hangingPunct="1">
                  <a:lnSpc>
                    <a:spcPct val="80000"/>
                  </a:lnSpc>
                  <a:spcBef>
                    <a:spcPct val="0"/>
                  </a:spcBef>
                  <a:buClrTx/>
                  <a:buSzTx/>
                  <a:buFontTx/>
                  <a:buNone/>
                </a:pPr>
                <a:r>
                  <a:rPr lang="zh-CN" altLang="en-US" sz="1800" dirty="0">
                    <a:latin typeface="黑体" panose="02010609060101010101" pitchFamily="49" charset="-122"/>
                    <a:ea typeface="黑体" panose="02010609060101010101" pitchFamily="49" charset="-122"/>
                  </a:rPr>
                  <a:t>分类</a:t>
                </a:r>
                <a:endParaRPr lang="zh-CN" altLang="en-US" sz="1800" dirty="0">
                  <a:latin typeface="黑体" panose="02010609060101010101" pitchFamily="49" charset="-122"/>
                  <a:ea typeface="黑体" panose="02010609060101010101" pitchFamily="49" charset="-122"/>
                </a:endParaRPr>
              </a:p>
              <a:p>
                <a:pPr marL="0" lvl="0" indent="0" algn="ctr" eaLnBrk="1" hangingPunct="1">
                  <a:lnSpc>
                    <a:spcPct val="80000"/>
                  </a:lnSpc>
                  <a:spcBef>
                    <a:spcPct val="0"/>
                  </a:spcBef>
                  <a:buClrTx/>
                  <a:buSzTx/>
                  <a:buFontTx/>
                  <a:buNone/>
                </a:pPr>
                <a:r>
                  <a:rPr lang="zh-CN" altLang="en-US" sz="1800" dirty="0">
                    <a:latin typeface="黑体" panose="02010609060101010101" pitchFamily="49" charset="-122"/>
                    <a:ea typeface="黑体" panose="02010609060101010101" pitchFamily="49" charset="-122"/>
                  </a:rPr>
                  <a:t>统计成绩</a:t>
                </a:r>
                <a:endParaRPr lang="zh-CN" altLang="en-US" sz="1800" b="1" dirty="0">
                  <a:latin typeface="黑体" panose="02010609060101010101" pitchFamily="49" charset="-122"/>
                  <a:ea typeface="黑体" panose="02010609060101010101" pitchFamily="49" charset="-122"/>
                </a:endParaRPr>
              </a:p>
            </p:txBody>
          </p:sp>
        </p:grpSp>
        <p:grpSp>
          <p:nvGrpSpPr>
            <p:cNvPr id="90157" name="Group 24"/>
            <p:cNvGrpSpPr/>
            <p:nvPr/>
          </p:nvGrpSpPr>
          <p:grpSpPr>
            <a:xfrm>
              <a:off x="8050" y="7785"/>
              <a:ext cx="1276" cy="465"/>
              <a:chOff x="7918" y="3720"/>
              <a:chExt cx="1276" cy="465"/>
            </a:xfrm>
          </p:grpSpPr>
          <p:sp>
            <p:nvSpPr>
              <p:cNvPr id="90158" name="Line 25"/>
              <p:cNvSpPr/>
              <p:nvPr/>
            </p:nvSpPr>
            <p:spPr>
              <a:xfrm>
                <a:off x="7918" y="4065"/>
                <a:ext cx="1276" cy="0"/>
              </a:xfrm>
              <a:prstGeom prst="line">
                <a:avLst/>
              </a:prstGeom>
              <a:ln w="9525" cap="flat" cmpd="sng">
                <a:solidFill>
                  <a:srgbClr val="000000"/>
                </a:solidFill>
                <a:prstDash val="solid"/>
                <a:headEnd type="none" w="sm" len="med"/>
                <a:tailEnd type="triangle" w="sm" len="med"/>
              </a:ln>
            </p:spPr>
          </p:sp>
          <p:sp>
            <p:nvSpPr>
              <p:cNvPr id="90159" name="Rectangle 26"/>
              <p:cNvSpPr/>
              <p:nvPr/>
            </p:nvSpPr>
            <p:spPr>
              <a:xfrm>
                <a:off x="7934" y="3720"/>
                <a:ext cx="1214" cy="465"/>
              </a:xfrm>
              <a:prstGeom prst="rect">
                <a:avLst/>
              </a:prstGeom>
              <a:noFill/>
              <a:ln w="9525">
                <a:noFill/>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algn="ctr" eaLnBrk="1" hangingPunct="1">
                  <a:lnSpc>
                    <a:spcPct val="80000"/>
                  </a:lnSpc>
                  <a:spcBef>
                    <a:spcPct val="0"/>
                  </a:spcBef>
                  <a:buClrTx/>
                  <a:buSzTx/>
                  <a:buFontTx/>
                  <a:buNone/>
                </a:pPr>
                <a:r>
                  <a:rPr lang="zh-CN" altLang="en-US" sz="1800" dirty="0">
                    <a:latin typeface="黑体" panose="02010609060101010101" pitchFamily="49" charset="-122"/>
                    <a:ea typeface="黑体" panose="02010609060101010101" pitchFamily="49" charset="-122"/>
                  </a:rPr>
                  <a:t>分类统计表</a:t>
                </a:r>
                <a:endParaRPr lang="zh-CN" altLang="en-US" sz="1800" b="1" dirty="0">
                  <a:latin typeface="黑体" panose="02010609060101010101" pitchFamily="49" charset="-122"/>
                  <a:ea typeface="黑体" panose="02010609060101010101" pitchFamily="49" charset="-122"/>
                </a:endParaRPr>
              </a:p>
            </p:txBody>
          </p:sp>
        </p:grpSp>
      </p:grpSp>
      <p:grpSp>
        <p:nvGrpSpPr>
          <p:cNvPr id="90118" name="Group 27"/>
          <p:cNvGrpSpPr/>
          <p:nvPr/>
        </p:nvGrpSpPr>
        <p:grpSpPr>
          <a:xfrm>
            <a:off x="1120775" y="4768850"/>
            <a:ext cx="6937375" cy="946150"/>
            <a:chOff x="2530" y="9405"/>
            <a:chExt cx="5356" cy="865"/>
          </a:xfrm>
        </p:grpSpPr>
        <p:grpSp>
          <p:nvGrpSpPr>
            <p:cNvPr id="90139" name="Group 28"/>
            <p:cNvGrpSpPr/>
            <p:nvPr/>
          </p:nvGrpSpPr>
          <p:grpSpPr>
            <a:xfrm>
              <a:off x="5680" y="9405"/>
              <a:ext cx="2206" cy="850"/>
              <a:chOff x="5680" y="9405"/>
              <a:chExt cx="2206" cy="850"/>
            </a:xfrm>
          </p:grpSpPr>
          <p:grpSp>
            <p:nvGrpSpPr>
              <p:cNvPr id="90150" name="Group 29"/>
              <p:cNvGrpSpPr/>
              <p:nvPr/>
            </p:nvGrpSpPr>
            <p:grpSpPr>
              <a:xfrm>
                <a:off x="5680" y="9405"/>
                <a:ext cx="974" cy="850"/>
                <a:chOff x="4154" y="12570"/>
                <a:chExt cx="974" cy="850"/>
              </a:xfrm>
            </p:grpSpPr>
            <p:sp>
              <p:nvSpPr>
                <p:cNvPr id="90154" name="Oval 30"/>
                <p:cNvSpPr/>
                <p:nvPr/>
              </p:nvSpPr>
              <p:spPr>
                <a:xfrm>
                  <a:off x="4214" y="12570"/>
                  <a:ext cx="850" cy="850"/>
                </a:xfrm>
                <a:prstGeom prst="ellipse">
                  <a:avLst/>
                </a:prstGeom>
                <a:noFill/>
                <a:ln w="9525" cap="flat" cmpd="sng">
                  <a:solidFill>
                    <a:srgbClr val="000000"/>
                  </a:solidFill>
                  <a:prstDash val="solid"/>
                  <a:headEnd type="none" w="med" len="med"/>
                  <a:tailEnd type="none" w="med" len="med"/>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eaLnBrk="1" hangingPunct="1">
                    <a:spcBef>
                      <a:spcPct val="0"/>
                    </a:spcBef>
                    <a:buClrTx/>
                    <a:buSzTx/>
                    <a:buFontTx/>
                    <a:buNone/>
                  </a:pPr>
                  <a:endParaRPr lang="zh-CN" altLang="en-US" sz="1600" b="1" dirty="0">
                    <a:latin typeface="Comic Sans MS" panose="030F0702030302020204" pitchFamily="66" charset="0"/>
                  </a:endParaRPr>
                </a:p>
              </p:txBody>
            </p:sp>
            <p:sp>
              <p:nvSpPr>
                <p:cNvPr id="90155" name="Rectangle 31"/>
                <p:cNvSpPr/>
                <p:nvPr/>
              </p:nvSpPr>
              <p:spPr>
                <a:xfrm>
                  <a:off x="4154" y="12630"/>
                  <a:ext cx="974" cy="780"/>
                </a:xfrm>
                <a:prstGeom prst="rect">
                  <a:avLst/>
                </a:prstGeom>
                <a:noFill/>
                <a:ln w="9525">
                  <a:noFill/>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algn="ctr" eaLnBrk="1" hangingPunct="1">
                    <a:lnSpc>
                      <a:spcPct val="80000"/>
                    </a:lnSpc>
                    <a:spcBef>
                      <a:spcPct val="0"/>
                    </a:spcBef>
                    <a:buClrTx/>
                    <a:buSzTx/>
                    <a:buFontTx/>
                    <a:buNone/>
                  </a:pPr>
                  <a:r>
                    <a:rPr lang="en-US" altLang="zh-CN" sz="1800" dirty="0">
                      <a:latin typeface="黑体" panose="02010609060101010101" pitchFamily="49" charset="-122"/>
                      <a:ea typeface="黑体" panose="02010609060101010101" pitchFamily="49" charset="-122"/>
                    </a:rPr>
                    <a:t>2.3</a:t>
                  </a:r>
                  <a:endParaRPr lang="en-US" altLang="zh-CN" sz="1800" dirty="0">
                    <a:latin typeface="黑体" panose="02010609060101010101" pitchFamily="49" charset="-122"/>
                    <a:ea typeface="黑体" panose="02010609060101010101" pitchFamily="49" charset="-122"/>
                  </a:endParaRPr>
                </a:p>
                <a:p>
                  <a:pPr marL="0" lvl="0" indent="0" algn="ctr" eaLnBrk="1" hangingPunct="1">
                    <a:lnSpc>
                      <a:spcPct val="80000"/>
                    </a:lnSpc>
                    <a:spcBef>
                      <a:spcPct val="0"/>
                    </a:spcBef>
                    <a:buClrTx/>
                    <a:buSzTx/>
                    <a:buFontTx/>
                    <a:buNone/>
                  </a:pPr>
                  <a:r>
                    <a:rPr lang="zh-CN" altLang="en-US" sz="1800" dirty="0">
                      <a:latin typeface="黑体" panose="02010609060101010101" pitchFamily="49" charset="-122"/>
                      <a:ea typeface="黑体" panose="02010609060101010101" pitchFamily="49" charset="-122"/>
                    </a:rPr>
                    <a:t>制作</a:t>
                  </a:r>
                  <a:endParaRPr lang="zh-CN" altLang="en-US" sz="1800" dirty="0">
                    <a:latin typeface="黑体" panose="02010609060101010101" pitchFamily="49" charset="-122"/>
                    <a:ea typeface="黑体" panose="02010609060101010101" pitchFamily="49" charset="-122"/>
                  </a:endParaRPr>
                </a:p>
                <a:p>
                  <a:pPr marL="0" lvl="0" indent="0" algn="ctr" eaLnBrk="1" hangingPunct="1">
                    <a:lnSpc>
                      <a:spcPct val="80000"/>
                    </a:lnSpc>
                    <a:spcBef>
                      <a:spcPct val="0"/>
                    </a:spcBef>
                    <a:buClrTx/>
                    <a:buSzTx/>
                    <a:buFontTx/>
                    <a:buNone/>
                  </a:pPr>
                  <a:r>
                    <a:rPr lang="zh-CN" altLang="en-US" sz="1800" dirty="0">
                      <a:latin typeface="黑体" panose="02010609060101010101" pitchFamily="49" charset="-122"/>
                      <a:ea typeface="黑体" panose="02010609060101010101" pitchFamily="49" charset="-122"/>
                    </a:rPr>
                    <a:t>通知单</a:t>
                  </a:r>
                  <a:endParaRPr lang="zh-CN" altLang="en-US" sz="1800" b="1" dirty="0">
                    <a:latin typeface="黑体" panose="02010609060101010101" pitchFamily="49" charset="-122"/>
                    <a:ea typeface="黑体" panose="02010609060101010101" pitchFamily="49" charset="-122"/>
                  </a:endParaRPr>
                </a:p>
              </p:txBody>
            </p:sp>
          </p:grpSp>
          <p:grpSp>
            <p:nvGrpSpPr>
              <p:cNvPr id="90151" name="Group 32"/>
              <p:cNvGrpSpPr/>
              <p:nvPr/>
            </p:nvGrpSpPr>
            <p:grpSpPr>
              <a:xfrm>
                <a:off x="6610" y="9480"/>
                <a:ext cx="1276" cy="465"/>
                <a:chOff x="7918" y="3720"/>
                <a:chExt cx="1276" cy="465"/>
              </a:xfrm>
            </p:grpSpPr>
            <p:sp>
              <p:nvSpPr>
                <p:cNvPr id="90152" name="Line 33"/>
                <p:cNvSpPr/>
                <p:nvPr/>
              </p:nvSpPr>
              <p:spPr>
                <a:xfrm>
                  <a:off x="7918" y="4065"/>
                  <a:ext cx="1276" cy="0"/>
                </a:xfrm>
                <a:prstGeom prst="line">
                  <a:avLst/>
                </a:prstGeom>
                <a:ln w="9525" cap="flat" cmpd="sng">
                  <a:solidFill>
                    <a:srgbClr val="000000"/>
                  </a:solidFill>
                  <a:prstDash val="solid"/>
                  <a:headEnd type="none" w="sm" len="med"/>
                  <a:tailEnd type="triangle" w="sm" len="med"/>
                </a:ln>
              </p:spPr>
            </p:sp>
            <p:sp>
              <p:nvSpPr>
                <p:cNvPr id="90153" name="Rectangle 34"/>
                <p:cNvSpPr/>
                <p:nvPr/>
              </p:nvSpPr>
              <p:spPr>
                <a:xfrm>
                  <a:off x="7934" y="3720"/>
                  <a:ext cx="1214" cy="465"/>
                </a:xfrm>
                <a:prstGeom prst="rect">
                  <a:avLst/>
                </a:prstGeom>
                <a:noFill/>
                <a:ln w="9525">
                  <a:noFill/>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algn="ctr" eaLnBrk="1" hangingPunct="1">
                    <a:lnSpc>
                      <a:spcPct val="80000"/>
                    </a:lnSpc>
                    <a:spcBef>
                      <a:spcPct val="0"/>
                    </a:spcBef>
                    <a:buClrTx/>
                    <a:buSzTx/>
                    <a:buFontTx/>
                    <a:buNone/>
                  </a:pPr>
                  <a:r>
                    <a:rPr lang="zh-CN" altLang="en-US" sz="1800" dirty="0">
                      <a:latin typeface="黑体" panose="02010609060101010101" pitchFamily="49" charset="-122"/>
                      <a:ea typeface="黑体" panose="02010609060101010101" pitchFamily="49" charset="-122"/>
                    </a:rPr>
                    <a:t>考生通知单</a:t>
                  </a:r>
                  <a:endParaRPr lang="zh-CN" altLang="en-US" sz="1800" b="1" dirty="0">
                    <a:latin typeface="黑体" panose="02010609060101010101" pitchFamily="49" charset="-122"/>
                    <a:ea typeface="黑体" panose="02010609060101010101" pitchFamily="49" charset="-122"/>
                  </a:endParaRPr>
                </a:p>
              </p:txBody>
            </p:sp>
          </p:grpSp>
        </p:grpSp>
        <p:grpSp>
          <p:nvGrpSpPr>
            <p:cNvPr id="90140" name="Group 35"/>
            <p:cNvGrpSpPr/>
            <p:nvPr/>
          </p:nvGrpSpPr>
          <p:grpSpPr>
            <a:xfrm>
              <a:off x="2530" y="9420"/>
              <a:ext cx="3226" cy="850"/>
              <a:chOff x="2530" y="9420"/>
              <a:chExt cx="3226" cy="850"/>
            </a:xfrm>
          </p:grpSpPr>
          <p:grpSp>
            <p:nvGrpSpPr>
              <p:cNvPr id="90141" name="Group 36"/>
              <p:cNvGrpSpPr/>
              <p:nvPr/>
            </p:nvGrpSpPr>
            <p:grpSpPr>
              <a:xfrm>
                <a:off x="3460" y="9420"/>
                <a:ext cx="974" cy="850"/>
                <a:chOff x="4154" y="12570"/>
                <a:chExt cx="974" cy="850"/>
              </a:xfrm>
            </p:grpSpPr>
            <p:sp>
              <p:nvSpPr>
                <p:cNvPr id="90148" name="Oval 37"/>
                <p:cNvSpPr/>
                <p:nvPr/>
              </p:nvSpPr>
              <p:spPr>
                <a:xfrm>
                  <a:off x="4214" y="12570"/>
                  <a:ext cx="850" cy="850"/>
                </a:xfrm>
                <a:prstGeom prst="ellipse">
                  <a:avLst/>
                </a:prstGeom>
                <a:noFill/>
                <a:ln w="9525" cap="flat" cmpd="sng">
                  <a:solidFill>
                    <a:srgbClr val="000000"/>
                  </a:solidFill>
                  <a:prstDash val="solid"/>
                  <a:headEnd type="none" w="med" len="med"/>
                  <a:tailEnd type="none" w="med" len="med"/>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eaLnBrk="1" hangingPunct="1">
                    <a:spcBef>
                      <a:spcPct val="0"/>
                    </a:spcBef>
                    <a:buClrTx/>
                    <a:buSzTx/>
                    <a:buFontTx/>
                    <a:buNone/>
                  </a:pPr>
                  <a:endParaRPr lang="zh-CN" altLang="en-US" sz="1600" b="1" dirty="0">
                    <a:latin typeface="Comic Sans MS" panose="030F0702030302020204" pitchFamily="66" charset="0"/>
                  </a:endParaRPr>
                </a:p>
              </p:txBody>
            </p:sp>
            <p:sp>
              <p:nvSpPr>
                <p:cNvPr id="90149" name="Rectangle 38"/>
                <p:cNvSpPr/>
                <p:nvPr/>
              </p:nvSpPr>
              <p:spPr>
                <a:xfrm>
                  <a:off x="4154" y="12630"/>
                  <a:ext cx="974" cy="780"/>
                </a:xfrm>
                <a:prstGeom prst="rect">
                  <a:avLst/>
                </a:prstGeom>
                <a:noFill/>
                <a:ln w="9525">
                  <a:noFill/>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algn="ctr" eaLnBrk="1" hangingPunct="1">
                    <a:lnSpc>
                      <a:spcPct val="80000"/>
                    </a:lnSpc>
                    <a:spcBef>
                      <a:spcPct val="0"/>
                    </a:spcBef>
                    <a:buClrTx/>
                    <a:buSzTx/>
                    <a:buFontTx/>
                    <a:buNone/>
                  </a:pPr>
                  <a:r>
                    <a:rPr lang="en-US" altLang="zh-CN" sz="1800" dirty="0">
                      <a:latin typeface="黑体" panose="02010609060101010101" pitchFamily="49" charset="-122"/>
                      <a:ea typeface="黑体" panose="02010609060101010101" pitchFamily="49" charset="-122"/>
                    </a:rPr>
                    <a:t>2.2</a:t>
                  </a:r>
                  <a:endParaRPr lang="en-US" altLang="zh-CN" sz="1800" dirty="0">
                    <a:latin typeface="黑体" panose="02010609060101010101" pitchFamily="49" charset="-122"/>
                    <a:ea typeface="黑体" panose="02010609060101010101" pitchFamily="49" charset="-122"/>
                  </a:endParaRPr>
                </a:p>
                <a:p>
                  <a:pPr marL="0" lvl="0" indent="0" algn="ctr" eaLnBrk="1" hangingPunct="1">
                    <a:lnSpc>
                      <a:spcPct val="80000"/>
                    </a:lnSpc>
                    <a:spcBef>
                      <a:spcPct val="0"/>
                    </a:spcBef>
                    <a:buClrTx/>
                    <a:buSzTx/>
                    <a:buFontTx/>
                    <a:buNone/>
                  </a:pPr>
                  <a:r>
                    <a:rPr lang="zh-CN" altLang="en-US" sz="1800" dirty="0">
                      <a:latin typeface="黑体" panose="02010609060101010101" pitchFamily="49" charset="-122"/>
                      <a:ea typeface="黑体" panose="02010609060101010101" pitchFamily="49" charset="-122"/>
                    </a:rPr>
                    <a:t>审定</a:t>
                  </a:r>
                  <a:endParaRPr lang="zh-CN" altLang="en-US" sz="1800" dirty="0">
                    <a:latin typeface="黑体" panose="02010609060101010101" pitchFamily="49" charset="-122"/>
                    <a:ea typeface="黑体" panose="02010609060101010101" pitchFamily="49" charset="-122"/>
                  </a:endParaRPr>
                </a:p>
                <a:p>
                  <a:pPr marL="0" lvl="0" indent="0" algn="ctr" eaLnBrk="1" hangingPunct="1">
                    <a:lnSpc>
                      <a:spcPct val="80000"/>
                    </a:lnSpc>
                    <a:spcBef>
                      <a:spcPct val="0"/>
                    </a:spcBef>
                    <a:buClrTx/>
                    <a:buSzTx/>
                    <a:buFontTx/>
                    <a:buNone/>
                  </a:pPr>
                  <a:r>
                    <a:rPr lang="zh-CN" altLang="en-US" sz="1800" dirty="0">
                      <a:latin typeface="黑体" panose="02010609060101010101" pitchFamily="49" charset="-122"/>
                      <a:ea typeface="黑体" panose="02010609060101010101" pitchFamily="49" charset="-122"/>
                    </a:rPr>
                    <a:t>合格者</a:t>
                  </a:r>
                  <a:endParaRPr lang="zh-CN" altLang="en-US" sz="1800" b="1" dirty="0">
                    <a:latin typeface="黑体" panose="02010609060101010101" pitchFamily="49" charset="-122"/>
                    <a:ea typeface="黑体" panose="02010609060101010101" pitchFamily="49" charset="-122"/>
                  </a:endParaRPr>
                </a:p>
              </p:txBody>
            </p:sp>
          </p:grpSp>
          <p:grpSp>
            <p:nvGrpSpPr>
              <p:cNvPr id="90142" name="Group 39"/>
              <p:cNvGrpSpPr/>
              <p:nvPr/>
            </p:nvGrpSpPr>
            <p:grpSpPr>
              <a:xfrm>
                <a:off x="4360" y="9495"/>
                <a:ext cx="1396" cy="465"/>
                <a:chOff x="4318" y="5310"/>
                <a:chExt cx="1396" cy="465"/>
              </a:xfrm>
            </p:grpSpPr>
            <p:sp>
              <p:nvSpPr>
                <p:cNvPr id="90146" name="Line 40"/>
                <p:cNvSpPr/>
                <p:nvPr/>
              </p:nvSpPr>
              <p:spPr>
                <a:xfrm>
                  <a:off x="4318" y="5655"/>
                  <a:ext cx="1396" cy="0"/>
                </a:xfrm>
                <a:prstGeom prst="line">
                  <a:avLst/>
                </a:prstGeom>
                <a:ln w="9525" cap="flat" cmpd="sng">
                  <a:solidFill>
                    <a:srgbClr val="000000"/>
                  </a:solidFill>
                  <a:prstDash val="solid"/>
                  <a:headEnd type="none" w="sm" len="med"/>
                  <a:tailEnd type="triangle" w="sm" len="med"/>
                </a:ln>
              </p:spPr>
            </p:sp>
            <p:sp>
              <p:nvSpPr>
                <p:cNvPr id="90147" name="Rectangle 41"/>
                <p:cNvSpPr/>
                <p:nvPr/>
              </p:nvSpPr>
              <p:spPr>
                <a:xfrm>
                  <a:off x="4350" y="5310"/>
                  <a:ext cx="1214" cy="465"/>
                </a:xfrm>
                <a:prstGeom prst="rect">
                  <a:avLst/>
                </a:prstGeom>
                <a:noFill/>
                <a:ln w="9525">
                  <a:noFill/>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algn="ctr" eaLnBrk="1" hangingPunct="1">
                    <a:lnSpc>
                      <a:spcPct val="80000"/>
                    </a:lnSpc>
                    <a:spcBef>
                      <a:spcPct val="0"/>
                    </a:spcBef>
                    <a:buClrTx/>
                    <a:buSzTx/>
                    <a:buFontTx/>
                    <a:buNone/>
                  </a:pPr>
                  <a:r>
                    <a:rPr lang="zh-CN" altLang="en-US" sz="1800" dirty="0">
                      <a:latin typeface="黑体" panose="02010609060101010101" pitchFamily="49" charset="-122"/>
                      <a:ea typeface="黑体" panose="02010609060101010101" pitchFamily="49" charset="-122"/>
                    </a:rPr>
                    <a:t>正式成绩清单</a:t>
                  </a:r>
                  <a:endParaRPr lang="zh-CN" altLang="en-US" sz="1800" b="1" dirty="0">
                    <a:latin typeface="黑体" panose="02010609060101010101" pitchFamily="49" charset="-122"/>
                    <a:ea typeface="黑体" panose="02010609060101010101" pitchFamily="49" charset="-122"/>
                  </a:endParaRPr>
                </a:p>
              </p:txBody>
            </p:sp>
          </p:grpSp>
          <p:grpSp>
            <p:nvGrpSpPr>
              <p:cNvPr id="90143" name="Group 42"/>
              <p:cNvGrpSpPr/>
              <p:nvPr/>
            </p:nvGrpSpPr>
            <p:grpSpPr>
              <a:xfrm>
                <a:off x="2530" y="9480"/>
                <a:ext cx="990" cy="465"/>
                <a:chOff x="2488" y="3600"/>
                <a:chExt cx="990" cy="465"/>
              </a:xfrm>
            </p:grpSpPr>
            <p:sp>
              <p:nvSpPr>
                <p:cNvPr id="90144" name="Line 43"/>
                <p:cNvSpPr/>
                <p:nvPr/>
              </p:nvSpPr>
              <p:spPr>
                <a:xfrm flipV="1">
                  <a:off x="2546" y="3945"/>
                  <a:ext cx="932" cy="0"/>
                </a:xfrm>
                <a:prstGeom prst="line">
                  <a:avLst/>
                </a:prstGeom>
                <a:ln w="9525" cap="flat" cmpd="sng">
                  <a:solidFill>
                    <a:srgbClr val="000000"/>
                  </a:solidFill>
                  <a:prstDash val="solid"/>
                  <a:headEnd type="none" w="sm" len="med"/>
                  <a:tailEnd type="triangle" w="sm" len="med"/>
                </a:ln>
              </p:spPr>
            </p:sp>
            <p:sp>
              <p:nvSpPr>
                <p:cNvPr id="90145" name="Rectangle 44"/>
                <p:cNvSpPr/>
                <p:nvPr/>
              </p:nvSpPr>
              <p:spPr>
                <a:xfrm>
                  <a:off x="2488" y="3600"/>
                  <a:ext cx="944" cy="465"/>
                </a:xfrm>
                <a:prstGeom prst="rect">
                  <a:avLst/>
                </a:prstGeom>
                <a:noFill/>
                <a:ln w="9525">
                  <a:noFill/>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algn="ctr" eaLnBrk="1" hangingPunct="1">
                    <a:lnSpc>
                      <a:spcPct val="80000"/>
                    </a:lnSpc>
                    <a:spcBef>
                      <a:spcPct val="0"/>
                    </a:spcBef>
                    <a:buClrTx/>
                    <a:buSzTx/>
                    <a:buFontTx/>
                    <a:buNone/>
                  </a:pPr>
                  <a:r>
                    <a:rPr lang="zh-CN" altLang="en-US" sz="1800" dirty="0">
                      <a:latin typeface="黑体" panose="02010609060101010101" pitchFamily="49" charset="-122"/>
                      <a:ea typeface="黑体" panose="02010609060101010101" pitchFamily="49" charset="-122"/>
                    </a:rPr>
                    <a:t>合格标准</a:t>
                  </a:r>
                  <a:endParaRPr lang="zh-CN" altLang="en-US" sz="1800" b="1" dirty="0">
                    <a:latin typeface="黑体" panose="02010609060101010101" pitchFamily="49" charset="-122"/>
                    <a:ea typeface="黑体" panose="02010609060101010101" pitchFamily="49" charset="-122"/>
                  </a:endParaRPr>
                </a:p>
              </p:txBody>
            </p:sp>
          </p:grpSp>
        </p:grpSp>
      </p:grpSp>
      <p:grpSp>
        <p:nvGrpSpPr>
          <p:cNvPr id="90119" name="Group 45"/>
          <p:cNvGrpSpPr/>
          <p:nvPr/>
        </p:nvGrpSpPr>
        <p:grpSpPr>
          <a:xfrm>
            <a:off x="3198813" y="2101850"/>
            <a:ext cx="2486025" cy="1519238"/>
            <a:chOff x="4106" y="2647"/>
            <a:chExt cx="1920" cy="1388"/>
          </a:xfrm>
        </p:grpSpPr>
        <p:grpSp>
          <p:nvGrpSpPr>
            <p:cNvPr id="90131" name="Group 46"/>
            <p:cNvGrpSpPr/>
            <p:nvPr/>
          </p:nvGrpSpPr>
          <p:grpSpPr>
            <a:xfrm>
              <a:off x="4106" y="3585"/>
              <a:ext cx="1306" cy="450"/>
              <a:chOff x="1884" y="6315"/>
              <a:chExt cx="1306" cy="450"/>
            </a:xfrm>
          </p:grpSpPr>
          <p:grpSp>
            <p:nvGrpSpPr>
              <p:cNvPr id="90135" name="Group 47"/>
              <p:cNvGrpSpPr/>
              <p:nvPr/>
            </p:nvGrpSpPr>
            <p:grpSpPr>
              <a:xfrm>
                <a:off x="1884" y="6360"/>
                <a:ext cx="1306" cy="360"/>
                <a:chOff x="1884" y="6360"/>
                <a:chExt cx="1306" cy="360"/>
              </a:xfrm>
            </p:grpSpPr>
            <p:sp>
              <p:nvSpPr>
                <p:cNvPr id="90137" name="Line 48"/>
                <p:cNvSpPr/>
                <p:nvPr/>
              </p:nvSpPr>
              <p:spPr>
                <a:xfrm>
                  <a:off x="1884" y="6360"/>
                  <a:ext cx="1290" cy="0"/>
                </a:xfrm>
                <a:prstGeom prst="line">
                  <a:avLst/>
                </a:prstGeom>
                <a:ln w="9525" cap="flat" cmpd="sng">
                  <a:solidFill>
                    <a:srgbClr val="000000"/>
                  </a:solidFill>
                  <a:prstDash val="solid"/>
                  <a:headEnd type="none" w="sm" len="med"/>
                  <a:tailEnd type="none" w="sm" len="med"/>
                </a:ln>
              </p:spPr>
            </p:sp>
            <p:sp>
              <p:nvSpPr>
                <p:cNvPr id="90138" name="Line 49"/>
                <p:cNvSpPr/>
                <p:nvPr/>
              </p:nvSpPr>
              <p:spPr>
                <a:xfrm>
                  <a:off x="1900" y="6720"/>
                  <a:ext cx="1290" cy="0"/>
                </a:xfrm>
                <a:prstGeom prst="line">
                  <a:avLst/>
                </a:prstGeom>
                <a:ln w="9525" cap="flat" cmpd="sng">
                  <a:solidFill>
                    <a:srgbClr val="000000"/>
                  </a:solidFill>
                  <a:prstDash val="solid"/>
                  <a:headEnd type="none" w="sm" len="med"/>
                  <a:tailEnd type="none" w="sm" len="med"/>
                </a:ln>
              </p:spPr>
            </p:sp>
          </p:grpSp>
          <p:sp>
            <p:nvSpPr>
              <p:cNvPr id="90136" name="Rectangle 50"/>
              <p:cNvSpPr/>
              <p:nvPr/>
            </p:nvSpPr>
            <p:spPr>
              <a:xfrm>
                <a:off x="1916" y="6315"/>
                <a:ext cx="1228" cy="450"/>
              </a:xfrm>
              <a:prstGeom prst="rect">
                <a:avLst/>
              </a:prstGeom>
              <a:noFill/>
              <a:ln w="9525">
                <a:noFill/>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algn="ctr" eaLnBrk="1" hangingPunct="1">
                  <a:lnSpc>
                    <a:spcPct val="80000"/>
                  </a:lnSpc>
                  <a:spcBef>
                    <a:spcPct val="0"/>
                  </a:spcBef>
                  <a:buClrTx/>
                  <a:buSzTx/>
                  <a:buFontTx/>
                  <a:buNone/>
                </a:pPr>
                <a:r>
                  <a:rPr lang="zh-CN" altLang="en-US" sz="1800" dirty="0">
                    <a:latin typeface="黑体" panose="02010609060101010101" pitchFamily="49" charset="-122"/>
                    <a:ea typeface="黑体" panose="02010609060101010101" pitchFamily="49" charset="-122"/>
                  </a:rPr>
                  <a:t>试题得分清单</a:t>
                </a:r>
                <a:endParaRPr lang="zh-CN" altLang="en-US" sz="1800" b="1" dirty="0">
                  <a:latin typeface="黑体" panose="02010609060101010101" pitchFamily="49" charset="-122"/>
                  <a:ea typeface="黑体" panose="02010609060101010101" pitchFamily="49" charset="-122"/>
                </a:endParaRPr>
              </a:p>
            </p:txBody>
          </p:sp>
        </p:grpSp>
        <p:sp>
          <p:nvSpPr>
            <p:cNvPr id="90132" name="Arc 51"/>
            <p:cNvSpPr/>
            <p:nvPr/>
          </p:nvSpPr>
          <p:spPr>
            <a:xfrm flipH="1">
              <a:off x="4928" y="2655"/>
              <a:ext cx="633" cy="987"/>
            </a:xfrm>
            <a:custGeom>
              <a:avLst/>
              <a:gdLst/>
              <a:ahLst/>
              <a:cxnLst>
                <a:cxn ang="0">
                  <a:pos x="0" y="0"/>
                </a:cxn>
                <a:cxn ang="0">
                  <a:pos x="0" y="0"/>
                </a:cxn>
                <a:cxn ang="0">
                  <a:pos x="0" y="0"/>
                </a:cxn>
              </a:cxnLst>
              <a:pathLst>
                <a:path w="24585" h="21600" fill="none">
                  <a:moveTo>
                    <a:pt x="0" y="207"/>
                  </a:moveTo>
                  <a:cubicBezTo>
                    <a:pt x="989" y="69"/>
                    <a:pt x="1986" y="-1"/>
                    <a:pt x="2985" y="0"/>
                  </a:cubicBezTo>
                  <a:cubicBezTo>
                    <a:pt x="14914" y="0"/>
                    <a:pt x="24585" y="9670"/>
                    <a:pt x="24585" y="21600"/>
                  </a:cubicBezTo>
                </a:path>
                <a:path w="24585" h="21600" stroke="0">
                  <a:moveTo>
                    <a:pt x="0" y="207"/>
                  </a:moveTo>
                  <a:cubicBezTo>
                    <a:pt x="989" y="69"/>
                    <a:pt x="1986" y="-1"/>
                    <a:pt x="2985" y="0"/>
                  </a:cubicBezTo>
                  <a:cubicBezTo>
                    <a:pt x="14914" y="0"/>
                    <a:pt x="24585" y="9670"/>
                    <a:pt x="24585" y="21600"/>
                  </a:cubicBezTo>
                  <a:lnTo>
                    <a:pt x="2985" y="21600"/>
                  </a:lnTo>
                  <a:lnTo>
                    <a:pt x="0" y="207"/>
                  </a:lnTo>
                  <a:close/>
                </a:path>
              </a:pathLst>
            </a:custGeom>
            <a:noFill/>
            <a:ln w="9525" cap="flat" cmpd="sng">
              <a:solidFill>
                <a:srgbClr val="000000">
                  <a:alpha val="100000"/>
                </a:srgbClr>
              </a:solidFill>
              <a:prstDash val="solid"/>
              <a:round/>
              <a:headEnd type="triangle" w="sm" len="med"/>
              <a:tailEnd type="none" w="sm" len="med"/>
            </a:ln>
          </p:spPr>
          <p:txBody>
            <a:bodyPr/>
            <a:p>
              <a:endParaRPr lang="zh-CN" altLang="en-US"/>
            </a:p>
          </p:txBody>
        </p:sp>
        <p:sp>
          <p:nvSpPr>
            <p:cNvPr id="90133" name="Arc 52"/>
            <p:cNvSpPr/>
            <p:nvPr/>
          </p:nvSpPr>
          <p:spPr>
            <a:xfrm flipH="1">
              <a:off x="5186" y="3373"/>
              <a:ext cx="840" cy="284"/>
            </a:xfrm>
            <a:custGeom>
              <a:avLst/>
              <a:gdLst/>
              <a:ahLst/>
              <a:cxnLst>
                <a:cxn ang="0">
                  <a:pos x="0" y="0"/>
                </a:cxn>
                <a:cxn ang="0">
                  <a:pos x="0" y="0"/>
                </a:cxn>
                <a:cxn ang="0">
                  <a:pos x="0" y="0"/>
                </a:cxn>
              </a:cxnLst>
              <a:pathLst>
                <a:path w="21314" h="21402" fill="none">
                  <a:moveTo>
                    <a:pt x="2919" y="0"/>
                  </a:moveTo>
                  <a:cubicBezTo>
                    <a:pt x="12316" y="1282"/>
                    <a:pt x="19777" y="8543"/>
                    <a:pt x="21314" y="17900"/>
                  </a:cubicBezTo>
                </a:path>
                <a:path w="21314" h="21402" stroke="0">
                  <a:moveTo>
                    <a:pt x="2919" y="0"/>
                  </a:moveTo>
                  <a:cubicBezTo>
                    <a:pt x="12316" y="1282"/>
                    <a:pt x="19777" y="8543"/>
                    <a:pt x="21314" y="17900"/>
                  </a:cubicBezTo>
                  <a:lnTo>
                    <a:pt x="0" y="21402"/>
                  </a:lnTo>
                  <a:lnTo>
                    <a:pt x="2919" y="0"/>
                  </a:lnTo>
                  <a:close/>
                </a:path>
              </a:pathLst>
            </a:custGeom>
            <a:noFill/>
            <a:ln w="9525" cap="flat" cmpd="sng">
              <a:solidFill>
                <a:srgbClr val="000000">
                  <a:alpha val="100000"/>
                </a:srgbClr>
              </a:solidFill>
              <a:prstDash val="solid"/>
              <a:round/>
              <a:headEnd type="triangle" w="sm" len="med"/>
              <a:tailEnd type="none" w="sm" len="med"/>
            </a:ln>
          </p:spPr>
          <p:txBody>
            <a:bodyPr/>
            <a:p>
              <a:endParaRPr lang="zh-CN" altLang="en-US"/>
            </a:p>
          </p:txBody>
        </p:sp>
        <p:sp>
          <p:nvSpPr>
            <p:cNvPr id="90134" name="Arc 53"/>
            <p:cNvSpPr/>
            <p:nvPr/>
          </p:nvSpPr>
          <p:spPr>
            <a:xfrm>
              <a:off x="4181" y="2647"/>
              <a:ext cx="556" cy="968"/>
            </a:xfrm>
            <a:custGeom>
              <a:avLst/>
              <a:gdLst/>
              <a:ahLst/>
              <a:cxnLst>
                <a:cxn ang="0">
                  <a:pos x="0" y="0"/>
                </a:cxn>
                <a:cxn ang="0">
                  <a:pos x="0" y="0"/>
                </a:cxn>
                <a:cxn ang="0">
                  <a:pos x="0" y="0"/>
                </a:cxn>
              </a:cxnLst>
              <a:pathLst>
                <a:path w="21600" h="21182" fill="none">
                  <a:moveTo>
                    <a:pt x="4229" y="0"/>
                  </a:moveTo>
                  <a:cubicBezTo>
                    <a:pt x="14329" y="2017"/>
                    <a:pt x="21600" y="10883"/>
                    <a:pt x="21600" y="21182"/>
                  </a:cubicBezTo>
                </a:path>
                <a:path w="21600" h="21182" stroke="0">
                  <a:moveTo>
                    <a:pt x="4229" y="0"/>
                  </a:moveTo>
                  <a:cubicBezTo>
                    <a:pt x="14329" y="2017"/>
                    <a:pt x="21600" y="10883"/>
                    <a:pt x="21600" y="21182"/>
                  </a:cubicBezTo>
                  <a:lnTo>
                    <a:pt x="0" y="21182"/>
                  </a:lnTo>
                  <a:lnTo>
                    <a:pt x="4229" y="0"/>
                  </a:lnTo>
                  <a:close/>
                </a:path>
              </a:pathLst>
            </a:custGeom>
            <a:noFill/>
            <a:ln w="9525" cap="flat" cmpd="sng">
              <a:solidFill>
                <a:srgbClr val="000000">
                  <a:alpha val="100000"/>
                </a:srgbClr>
              </a:solidFill>
              <a:prstDash val="solid"/>
              <a:round/>
              <a:headEnd type="none" w="sm" len="med"/>
              <a:tailEnd type="triangle" w="sm" len="med"/>
            </a:ln>
          </p:spPr>
          <p:txBody>
            <a:bodyPr/>
            <a:p>
              <a:endParaRPr lang="zh-CN" altLang="en-US"/>
            </a:p>
          </p:txBody>
        </p:sp>
      </p:grpSp>
      <p:grpSp>
        <p:nvGrpSpPr>
          <p:cNvPr id="90120" name="Group 55"/>
          <p:cNvGrpSpPr/>
          <p:nvPr/>
        </p:nvGrpSpPr>
        <p:grpSpPr>
          <a:xfrm>
            <a:off x="2268538" y="1536700"/>
            <a:ext cx="1262062" cy="930275"/>
            <a:chOff x="4154" y="12570"/>
            <a:chExt cx="974" cy="850"/>
          </a:xfrm>
        </p:grpSpPr>
        <p:sp>
          <p:nvSpPr>
            <p:cNvPr id="90129" name="Oval 56"/>
            <p:cNvSpPr/>
            <p:nvPr/>
          </p:nvSpPr>
          <p:spPr>
            <a:xfrm>
              <a:off x="4214" y="12570"/>
              <a:ext cx="850" cy="850"/>
            </a:xfrm>
            <a:prstGeom prst="ellipse">
              <a:avLst/>
            </a:prstGeom>
            <a:noFill/>
            <a:ln w="9525" cap="flat" cmpd="sng">
              <a:solidFill>
                <a:srgbClr val="000000"/>
              </a:solidFill>
              <a:prstDash val="solid"/>
              <a:headEnd type="none" w="med" len="med"/>
              <a:tailEnd type="none" w="med" len="med"/>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eaLnBrk="1" hangingPunct="1">
                <a:spcBef>
                  <a:spcPct val="0"/>
                </a:spcBef>
                <a:buClrTx/>
                <a:buSzTx/>
                <a:buFontTx/>
                <a:buNone/>
              </a:pPr>
              <a:endParaRPr lang="zh-CN" altLang="en-US" sz="1600" b="1" dirty="0">
                <a:latin typeface="Comic Sans MS" panose="030F0702030302020204" pitchFamily="66" charset="0"/>
              </a:endParaRPr>
            </a:p>
          </p:txBody>
        </p:sp>
        <p:sp>
          <p:nvSpPr>
            <p:cNvPr id="90130" name="Rectangle 57"/>
            <p:cNvSpPr/>
            <p:nvPr/>
          </p:nvSpPr>
          <p:spPr>
            <a:xfrm>
              <a:off x="4154" y="12630"/>
              <a:ext cx="974" cy="780"/>
            </a:xfrm>
            <a:prstGeom prst="rect">
              <a:avLst/>
            </a:prstGeom>
            <a:noFill/>
            <a:ln w="9525">
              <a:noFill/>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algn="ctr" eaLnBrk="1" hangingPunct="1">
                <a:lnSpc>
                  <a:spcPct val="80000"/>
                </a:lnSpc>
                <a:spcBef>
                  <a:spcPct val="0"/>
                </a:spcBef>
                <a:buClrTx/>
                <a:buSzTx/>
                <a:buFontTx/>
                <a:buNone/>
              </a:pPr>
              <a:r>
                <a:rPr lang="en-US" altLang="zh-CN" sz="1800" dirty="0">
                  <a:latin typeface="黑体" panose="02010609060101010101" pitchFamily="49" charset="-122"/>
                  <a:ea typeface="黑体" panose="02010609060101010101" pitchFamily="49" charset="-122"/>
                </a:rPr>
                <a:t>2.1</a:t>
              </a:r>
              <a:endParaRPr lang="en-US" altLang="zh-CN" sz="1800" dirty="0">
                <a:latin typeface="黑体" panose="02010609060101010101" pitchFamily="49" charset="-122"/>
                <a:ea typeface="黑体" panose="02010609060101010101" pitchFamily="49" charset="-122"/>
              </a:endParaRPr>
            </a:p>
            <a:p>
              <a:pPr marL="0" lvl="0" indent="0" algn="ctr" eaLnBrk="1" hangingPunct="1">
                <a:lnSpc>
                  <a:spcPct val="80000"/>
                </a:lnSpc>
                <a:spcBef>
                  <a:spcPct val="0"/>
                </a:spcBef>
                <a:buClrTx/>
                <a:buSzTx/>
                <a:buFontTx/>
                <a:buNone/>
              </a:pPr>
              <a:r>
                <a:rPr lang="zh-CN" altLang="en-US" sz="1800" dirty="0">
                  <a:latin typeface="黑体" panose="02010609060101010101" pitchFamily="49" charset="-122"/>
                  <a:ea typeface="黑体" panose="02010609060101010101" pitchFamily="49" charset="-122"/>
                </a:rPr>
                <a:t>检查</a:t>
              </a:r>
              <a:endParaRPr lang="zh-CN" altLang="en-US" sz="1800" dirty="0">
                <a:latin typeface="黑体" panose="02010609060101010101" pitchFamily="49" charset="-122"/>
                <a:ea typeface="黑体" panose="02010609060101010101" pitchFamily="49" charset="-122"/>
              </a:endParaRPr>
            </a:p>
            <a:p>
              <a:pPr marL="0" lvl="0" indent="0" algn="ctr" eaLnBrk="1" hangingPunct="1">
                <a:lnSpc>
                  <a:spcPct val="80000"/>
                </a:lnSpc>
                <a:spcBef>
                  <a:spcPct val="0"/>
                </a:spcBef>
                <a:buClrTx/>
                <a:buSzTx/>
                <a:buFontTx/>
                <a:buNone/>
              </a:pPr>
              <a:r>
                <a:rPr lang="zh-CN" altLang="en-US" sz="1800" dirty="0">
                  <a:latin typeface="黑体" panose="02010609060101010101" pitchFamily="49" charset="-122"/>
                  <a:ea typeface="黑体" panose="02010609060101010101" pitchFamily="49" charset="-122"/>
                </a:rPr>
                <a:t>成绩清单</a:t>
              </a:r>
              <a:endParaRPr lang="zh-CN" altLang="en-US" sz="1800" b="1" dirty="0">
                <a:latin typeface="黑体" panose="02010609060101010101" pitchFamily="49" charset="-122"/>
                <a:ea typeface="黑体" panose="02010609060101010101" pitchFamily="49" charset="-122"/>
              </a:endParaRPr>
            </a:p>
          </p:txBody>
        </p:sp>
      </p:grpSp>
      <p:grpSp>
        <p:nvGrpSpPr>
          <p:cNvPr id="90121" name="Group 58"/>
          <p:cNvGrpSpPr/>
          <p:nvPr/>
        </p:nvGrpSpPr>
        <p:grpSpPr>
          <a:xfrm>
            <a:off x="1103313" y="1619250"/>
            <a:ext cx="1282700" cy="508000"/>
            <a:chOff x="2488" y="3600"/>
            <a:chExt cx="990" cy="465"/>
          </a:xfrm>
        </p:grpSpPr>
        <p:sp>
          <p:nvSpPr>
            <p:cNvPr id="90127" name="Line 59"/>
            <p:cNvSpPr/>
            <p:nvPr/>
          </p:nvSpPr>
          <p:spPr>
            <a:xfrm flipV="1">
              <a:off x="2546" y="3945"/>
              <a:ext cx="932" cy="0"/>
            </a:xfrm>
            <a:prstGeom prst="line">
              <a:avLst/>
            </a:prstGeom>
            <a:ln w="9525" cap="flat" cmpd="sng">
              <a:solidFill>
                <a:srgbClr val="000000"/>
              </a:solidFill>
              <a:prstDash val="solid"/>
              <a:headEnd type="none" w="sm" len="med"/>
              <a:tailEnd type="triangle" w="sm" len="med"/>
            </a:ln>
          </p:spPr>
        </p:sp>
        <p:sp>
          <p:nvSpPr>
            <p:cNvPr id="90128" name="Rectangle 60"/>
            <p:cNvSpPr/>
            <p:nvPr/>
          </p:nvSpPr>
          <p:spPr>
            <a:xfrm>
              <a:off x="2488" y="3600"/>
              <a:ext cx="944" cy="465"/>
            </a:xfrm>
            <a:prstGeom prst="rect">
              <a:avLst/>
            </a:prstGeom>
            <a:noFill/>
            <a:ln w="9525">
              <a:noFill/>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algn="ctr" eaLnBrk="1" hangingPunct="1">
                <a:lnSpc>
                  <a:spcPct val="80000"/>
                </a:lnSpc>
                <a:spcBef>
                  <a:spcPct val="0"/>
                </a:spcBef>
                <a:buClrTx/>
                <a:buSzTx/>
                <a:buFontTx/>
                <a:buNone/>
              </a:pPr>
              <a:r>
                <a:rPr lang="zh-CN" altLang="en-US" sz="1800" dirty="0">
                  <a:latin typeface="黑体" panose="02010609060101010101" pitchFamily="49" charset="-122"/>
                  <a:ea typeface="黑体" panose="02010609060101010101" pitchFamily="49" charset="-122"/>
                </a:rPr>
                <a:t>成绩清单</a:t>
              </a:r>
              <a:endParaRPr lang="zh-CN" altLang="en-US" sz="1800" b="1" dirty="0">
                <a:latin typeface="黑体" panose="02010609060101010101" pitchFamily="49" charset="-122"/>
                <a:ea typeface="黑体" panose="02010609060101010101" pitchFamily="49" charset="-122"/>
              </a:endParaRPr>
            </a:p>
          </p:txBody>
        </p:sp>
      </p:grpSp>
      <p:sp>
        <p:nvSpPr>
          <p:cNvPr id="90122" name="Line 62"/>
          <p:cNvSpPr/>
          <p:nvPr/>
        </p:nvSpPr>
        <p:spPr>
          <a:xfrm>
            <a:off x="2892425" y="2471738"/>
            <a:ext cx="3175" cy="2328862"/>
          </a:xfrm>
          <a:prstGeom prst="line">
            <a:avLst/>
          </a:prstGeom>
          <a:ln w="9525" cap="flat" cmpd="sng">
            <a:solidFill>
              <a:srgbClr val="000000"/>
            </a:solidFill>
            <a:prstDash val="solid"/>
            <a:headEnd type="none" w="sm" len="med"/>
            <a:tailEnd type="triangle" w="sm" len="med"/>
          </a:ln>
        </p:spPr>
      </p:sp>
      <p:sp>
        <p:nvSpPr>
          <p:cNvPr id="90123" name="Rectangle 63"/>
          <p:cNvSpPr/>
          <p:nvPr/>
        </p:nvSpPr>
        <p:spPr>
          <a:xfrm>
            <a:off x="2116138" y="2849563"/>
            <a:ext cx="779462" cy="1493837"/>
          </a:xfrm>
          <a:prstGeom prst="rect">
            <a:avLst/>
          </a:prstGeom>
          <a:noFill/>
          <a:ln w="9525">
            <a:noFill/>
          </a:ln>
        </p:spPr>
        <p:txBody>
          <a:bodyPr vert="eaVert"/>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algn="just" eaLnBrk="1" hangingPunct="1">
              <a:lnSpc>
                <a:spcPct val="80000"/>
              </a:lnSpc>
              <a:spcBef>
                <a:spcPct val="0"/>
              </a:spcBef>
              <a:buClrTx/>
              <a:buSzTx/>
              <a:buFontTx/>
              <a:buNone/>
            </a:pPr>
            <a:r>
              <a:rPr lang="zh-CN" altLang="en-US" sz="1800" dirty="0">
                <a:latin typeface="黑体" panose="02010609060101010101" pitchFamily="49" charset="-122"/>
                <a:ea typeface="黑体" panose="02010609060101010101" pitchFamily="49" charset="-122"/>
              </a:rPr>
              <a:t>正确成绩清单</a:t>
            </a:r>
            <a:endParaRPr lang="zh-CN" altLang="en-US" sz="1800" b="1" dirty="0">
              <a:latin typeface="黑体" panose="02010609060101010101" pitchFamily="49" charset="-122"/>
              <a:ea typeface="黑体" panose="02010609060101010101" pitchFamily="49" charset="-122"/>
            </a:endParaRPr>
          </a:p>
        </p:txBody>
      </p:sp>
      <p:sp>
        <p:nvSpPr>
          <p:cNvPr id="90124" name="Rectangle 65"/>
          <p:cNvSpPr/>
          <p:nvPr/>
        </p:nvSpPr>
        <p:spPr>
          <a:xfrm>
            <a:off x="1301750" y="2446338"/>
            <a:ext cx="1593850" cy="525462"/>
          </a:xfrm>
          <a:prstGeom prst="rect">
            <a:avLst/>
          </a:prstGeom>
          <a:noFill/>
          <a:ln w="9525">
            <a:noFill/>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algn="just" eaLnBrk="1" hangingPunct="1">
              <a:lnSpc>
                <a:spcPct val="80000"/>
              </a:lnSpc>
              <a:spcBef>
                <a:spcPct val="0"/>
              </a:spcBef>
              <a:buClrTx/>
              <a:buSzTx/>
              <a:buFontTx/>
              <a:buNone/>
            </a:pPr>
            <a:r>
              <a:rPr lang="zh-CN" altLang="en-US" sz="1800" dirty="0">
                <a:latin typeface="黑体" panose="02010609060101010101" pitchFamily="49" charset="-122"/>
                <a:ea typeface="黑体" panose="02010609060101010101" pitchFamily="49" charset="-122"/>
              </a:rPr>
              <a:t>错误成绩清单</a:t>
            </a:r>
            <a:endParaRPr lang="zh-CN" altLang="en-US" sz="1800" b="1" dirty="0">
              <a:latin typeface="黑体" panose="02010609060101010101" pitchFamily="49" charset="-122"/>
              <a:ea typeface="黑体" panose="02010609060101010101" pitchFamily="49" charset="-122"/>
            </a:endParaRPr>
          </a:p>
        </p:txBody>
      </p:sp>
      <p:sp>
        <p:nvSpPr>
          <p:cNvPr id="90125" name="Line 66"/>
          <p:cNvSpPr/>
          <p:nvPr/>
        </p:nvSpPr>
        <p:spPr>
          <a:xfrm flipH="1">
            <a:off x="1066800" y="2241550"/>
            <a:ext cx="1377950" cy="279400"/>
          </a:xfrm>
          <a:prstGeom prst="line">
            <a:avLst/>
          </a:prstGeom>
          <a:ln w="9525" cap="flat" cmpd="sng">
            <a:solidFill>
              <a:srgbClr val="000000"/>
            </a:solidFill>
            <a:prstDash val="solid"/>
            <a:headEnd type="none" w="sm" len="med"/>
            <a:tailEnd type="triangle" w="sm" len="med"/>
          </a:ln>
        </p:spPr>
      </p:sp>
      <p:sp>
        <p:nvSpPr>
          <p:cNvPr id="90126" name="Rectangle 3"/>
          <p:cNvSpPr>
            <a:spLocks noGrp="1"/>
          </p:cNvSpPr>
          <p:nvPr>
            <p:ph idx="1"/>
          </p:nvPr>
        </p:nvSpPr>
        <p:spPr>
          <a:xfrm>
            <a:off x="711200" y="5867400"/>
            <a:ext cx="7924800" cy="914400"/>
          </a:xfrm>
        </p:spPr>
        <p:txBody>
          <a:bodyPr vert="horz" wrap="square" lIns="91440" tIns="45720" rIns="91440" bIns="45720" anchor="t" anchorCtr="0"/>
          <a:p>
            <a:pPr marL="0" indent="0" eaLnBrk="1" hangingPunct="1">
              <a:lnSpc>
                <a:spcPct val="90000"/>
              </a:lnSpc>
              <a:buFontTx/>
              <a:buNone/>
            </a:pPr>
            <a:r>
              <a:rPr lang="zh-CN" altLang="en-US" sz="2000" b="1" dirty="0">
                <a:solidFill>
                  <a:srgbClr val="FF0000"/>
                </a:solidFill>
              </a:rPr>
              <a:t>     由于</a:t>
            </a:r>
            <a:r>
              <a:rPr lang="zh-CN" altLang="en-US" sz="2000" b="1" dirty="0">
                <a:solidFill>
                  <a:srgbClr val="FF0000"/>
                </a:solidFill>
                <a:latin typeface="Arial" panose="020B0604020202020204" pitchFamily="34" charset="0"/>
              </a:rPr>
              <a:t>“</a:t>
            </a:r>
            <a:r>
              <a:rPr lang="zh-CN" altLang="en-US" sz="2000" b="1" dirty="0">
                <a:solidFill>
                  <a:srgbClr val="FF0000"/>
                </a:solidFill>
              </a:rPr>
              <a:t>正式成绩清单</a:t>
            </a:r>
            <a:r>
              <a:rPr lang="zh-CN" altLang="en-US" sz="2000" b="1" dirty="0">
                <a:solidFill>
                  <a:srgbClr val="FF0000"/>
                </a:solidFill>
                <a:latin typeface="Arial" panose="020B0604020202020204" pitchFamily="34" charset="0"/>
              </a:rPr>
              <a:t>”</a:t>
            </a:r>
            <a:r>
              <a:rPr lang="zh-CN" altLang="en-US" sz="2000" b="1" dirty="0">
                <a:solidFill>
                  <a:srgbClr val="FF0000"/>
                </a:solidFill>
              </a:rPr>
              <a:t>中缺少</a:t>
            </a:r>
            <a:r>
              <a:rPr lang="zh-CN" altLang="en-US" sz="2000" b="1" dirty="0">
                <a:solidFill>
                  <a:srgbClr val="FF0000"/>
                </a:solidFill>
                <a:latin typeface="Arial" panose="020B0604020202020204" pitchFamily="34" charset="0"/>
              </a:rPr>
              <a:t>“</a:t>
            </a:r>
            <a:r>
              <a:rPr lang="zh-CN" altLang="en-US" sz="2000" b="1" dirty="0">
                <a:solidFill>
                  <a:srgbClr val="FF0000"/>
                </a:solidFill>
              </a:rPr>
              <a:t>考生通知单</a:t>
            </a:r>
            <a:r>
              <a:rPr lang="zh-CN" altLang="en-US" sz="2000" b="1" dirty="0">
                <a:solidFill>
                  <a:srgbClr val="FF0000"/>
                </a:solidFill>
                <a:latin typeface="Arial" panose="020B0604020202020204" pitchFamily="34" charset="0"/>
              </a:rPr>
              <a:t>”</a:t>
            </a:r>
            <a:r>
              <a:rPr lang="zh-CN" altLang="en-US" sz="2000" b="1" dirty="0">
                <a:solidFill>
                  <a:srgbClr val="FF0000"/>
                </a:solidFill>
              </a:rPr>
              <a:t>中的姓名、通信地址等数据，这些数据也无法由加工</a:t>
            </a:r>
            <a:r>
              <a:rPr lang="en-US" altLang="zh-CN" sz="2000" b="1" dirty="0">
                <a:solidFill>
                  <a:srgbClr val="FF0000"/>
                </a:solidFill>
              </a:rPr>
              <a:t>2.3</a:t>
            </a:r>
            <a:r>
              <a:rPr lang="zh-CN" altLang="en-US" sz="2000" b="1" dirty="0">
                <a:solidFill>
                  <a:srgbClr val="FF0000"/>
                </a:solidFill>
              </a:rPr>
              <a:t>自己产生，因此，加工</a:t>
            </a:r>
            <a:r>
              <a:rPr lang="en-US" altLang="zh-CN" sz="2000" b="1" dirty="0">
                <a:solidFill>
                  <a:srgbClr val="FF0000"/>
                </a:solidFill>
              </a:rPr>
              <a:t>2.3</a:t>
            </a:r>
            <a:r>
              <a:rPr lang="zh-CN" altLang="en-US" sz="2000" b="1" dirty="0">
                <a:solidFill>
                  <a:srgbClr val="FF0000"/>
                </a:solidFill>
              </a:rPr>
              <a:t>不满足数据守恒的条件</a:t>
            </a:r>
            <a:endParaRPr lang="zh-CN" altLang="en-US" sz="2000" b="1" dirty="0">
              <a:solidFill>
                <a:srgbClr val="FF0000"/>
              </a:solidFill>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2162" name="Rectangle 2"/>
          <p:cNvSpPr>
            <a:spLocks noGrp="1"/>
          </p:cNvSpPr>
          <p:nvPr>
            <p:ph type="title"/>
          </p:nvPr>
        </p:nvSpPr>
        <p:spPr>
          <a:xfrm>
            <a:off x="457200" y="457200"/>
            <a:ext cx="8229600" cy="1143000"/>
          </a:xfrm>
        </p:spPr>
        <p:txBody>
          <a:bodyPr vert="horz" wrap="square" lIns="0" tIns="45720" rIns="0" bIns="0" anchor="b" anchorCtr="0"/>
          <a:p>
            <a:pPr eaLnBrk="1" hangingPunct="1"/>
            <a:r>
              <a:rPr lang="zh-CN" altLang="en-US" b="1" dirty="0">
                <a:latin typeface="微软雅黑" panose="020B0503020204020204" pitchFamily="34" charset="-122"/>
                <a:ea typeface="微软雅黑" panose="020B0503020204020204" pitchFamily="34" charset="-122"/>
              </a:rPr>
              <a:t>局部文件</a:t>
            </a:r>
            <a:endParaRPr lang="zh-CN" altLang="en-US" b="1" dirty="0">
              <a:latin typeface="微软雅黑" panose="020B0503020204020204" pitchFamily="34" charset="-122"/>
              <a:ea typeface="微软雅黑" panose="020B0503020204020204" pitchFamily="34" charset="-122"/>
            </a:endParaRPr>
          </a:p>
        </p:txBody>
      </p:sp>
      <p:sp>
        <p:nvSpPr>
          <p:cNvPr id="92163" name="Rectangle 3"/>
          <p:cNvSpPr>
            <a:spLocks noGrp="1"/>
          </p:cNvSpPr>
          <p:nvPr>
            <p:ph idx="1"/>
          </p:nvPr>
        </p:nvSpPr>
        <p:spPr/>
        <p:txBody>
          <a:bodyPr vert="horz" wrap="square" lIns="91440" tIns="45720" rIns="91440" bIns="45720" anchor="t" anchorCtr="0"/>
          <a:p>
            <a:pPr eaLnBrk="1" hangingPunct="1">
              <a:buFont typeface="Wingdings" panose="05000000000000000000" pitchFamily="2" charset="2"/>
              <a:buChar char="p"/>
            </a:pPr>
            <a:r>
              <a:rPr lang="zh-CN" altLang="en-US" sz="2800" dirty="0"/>
              <a:t>考虑分层数据流中一个文件应画在哪些</a:t>
            </a:r>
            <a:r>
              <a:rPr lang="en-US" altLang="zh-CN" sz="2800" dirty="0"/>
              <a:t>DFD</a:t>
            </a:r>
            <a:r>
              <a:rPr lang="zh-CN" altLang="en-US" sz="2800" dirty="0"/>
              <a:t>中，而不该画在哪些</a:t>
            </a:r>
            <a:r>
              <a:rPr lang="en-US" altLang="zh-CN" sz="2800" dirty="0"/>
              <a:t>DFD</a:t>
            </a:r>
            <a:r>
              <a:rPr lang="zh-CN" altLang="en-US" sz="2800" dirty="0"/>
              <a:t>中</a:t>
            </a:r>
            <a:endParaRPr lang="zh-CN" altLang="en-US" sz="2800" dirty="0"/>
          </a:p>
          <a:p>
            <a:pPr lvl="1" eaLnBrk="1" hangingPunct="1">
              <a:buFont typeface="Wingdings" panose="05000000000000000000" pitchFamily="2" charset="2"/>
              <a:buChar char="ü"/>
            </a:pPr>
            <a:r>
              <a:rPr lang="zh-CN" altLang="en-US" sz="2000" b="1" dirty="0"/>
              <a:t>在一张</a:t>
            </a:r>
            <a:r>
              <a:rPr lang="en-US" altLang="zh-CN" sz="2000" b="1" dirty="0"/>
              <a:t>DFD</a:t>
            </a:r>
            <a:r>
              <a:rPr lang="zh-CN" altLang="en-US" sz="2000" b="1" dirty="0"/>
              <a:t>中当一个文件作为若干个加工之间的交界面</a:t>
            </a:r>
            <a:r>
              <a:rPr lang="en-US" altLang="zh-CN" sz="2000" b="1" dirty="0"/>
              <a:t>(</a:t>
            </a:r>
            <a:r>
              <a:rPr lang="zh-CN" altLang="en-US" sz="2000" b="1" dirty="0"/>
              <a:t>一个写另一个读</a:t>
            </a:r>
            <a:r>
              <a:rPr lang="en-US" altLang="zh-CN" sz="2000" b="1" dirty="0"/>
              <a:t>)</a:t>
            </a:r>
            <a:r>
              <a:rPr lang="zh-CN" altLang="en-US" sz="2000" b="1" dirty="0"/>
              <a:t>时该文件应画出</a:t>
            </a:r>
            <a:endParaRPr lang="zh-CN" altLang="en-US" sz="2000" b="1" dirty="0"/>
          </a:p>
          <a:p>
            <a:pPr lvl="1" eaLnBrk="1" hangingPunct="1">
              <a:buFont typeface="Wingdings" panose="05000000000000000000" pitchFamily="2" charset="2"/>
              <a:buChar char="ü"/>
            </a:pPr>
            <a:r>
              <a:rPr lang="zh-CN" altLang="en-US" sz="2000" b="1" dirty="0">
                <a:solidFill>
                  <a:srgbClr val="FF0000"/>
                </a:solidFill>
              </a:rPr>
              <a:t>在一张</a:t>
            </a:r>
            <a:r>
              <a:rPr lang="en-US" altLang="zh-CN" sz="2000" b="1" dirty="0">
                <a:solidFill>
                  <a:srgbClr val="FF0000"/>
                </a:solidFill>
              </a:rPr>
              <a:t>DFD</a:t>
            </a:r>
            <a:r>
              <a:rPr lang="zh-CN" altLang="en-US" sz="2000" b="1" dirty="0">
                <a:solidFill>
                  <a:srgbClr val="FF0000"/>
                </a:solidFill>
              </a:rPr>
              <a:t>中当一个文件仅与一个加工进行读写操作，并且在该</a:t>
            </a:r>
            <a:r>
              <a:rPr lang="en-US" altLang="zh-CN" sz="2000" b="1" dirty="0">
                <a:solidFill>
                  <a:srgbClr val="FF0000"/>
                </a:solidFill>
              </a:rPr>
              <a:t>DFD</a:t>
            </a:r>
            <a:r>
              <a:rPr lang="zh-CN" altLang="en-US" sz="2000" b="1" dirty="0">
                <a:solidFill>
                  <a:srgbClr val="FF0000"/>
                </a:solidFill>
              </a:rPr>
              <a:t>的父</a:t>
            </a:r>
            <a:r>
              <a:rPr lang="en-US" altLang="zh-CN" sz="2000" b="1" dirty="0">
                <a:solidFill>
                  <a:srgbClr val="FF0000"/>
                </a:solidFill>
              </a:rPr>
              <a:t>(</a:t>
            </a:r>
            <a:r>
              <a:rPr lang="zh-CN" altLang="en-US" sz="2000" b="1" dirty="0">
                <a:solidFill>
                  <a:srgbClr val="FF0000"/>
                </a:solidFill>
              </a:rPr>
              <a:t>祖先</a:t>
            </a:r>
            <a:r>
              <a:rPr lang="en-US" altLang="zh-CN" sz="2000" b="1" dirty="0">
                <a:solidFill>
                  <a:srgbClr val="FF0000"/>
                </a:solidFill>
              </a:rPr>
              <a:t>)</a:t>
            </a:r>
            <a:r>
              <a:rPr lang="zh-CN" altLang="en-US" sz="2000" b="1" dirty="0">
                <a:solidFill>
                  <a:srgbClr val="FF0000"/>
                </a:solidFill>
              </a:rPr>
              <a:t>图中未出现过该文件则该文件是相应加工的内部文件，在当前</a:t>
            </a:r>
            <a:r>
              <a:rPr lang="en-US" altLang="zh-CN" sz="2000" b="1" dirty="0">
                <a:solidFill>
                  <a:srgbClr val="FF0000"/>
                </a:solidFill>
              </a:rPr>
              <a:t>DFD</a:t>
            </a:r>
            <a:r>
              <a:rPr lang="zh-CN" altLang="en-US" sz="2000" b="1" dirty="0">
                <a:solidFill>
                  <a:srgbClr val="FF0000"/>
                </a:solidFill>
              </a:rPr>
              <a:t>中不应画出</a:t>
            </a:r>
            <a:endParaRPr lang="zh-CN" altLang="en-US" sz="2000" b="1" dirty="0">
              <a:solidFill>
                <a:srgbClr val="FF0000"/>
              </a:solidFill>
            </a:endParaRPr>
          </a:p>
          <a:p>
            <a:pPr lvl="1" eaLnBrk="1" hangingPunct="1">
              <a:buFont typeface="Wingdings" panose="05000000000000000000" pitchFamily="2" charset="2"/>
              <a:buChar char="ü"/>
            </a:pPr>
            <a:r>
              <a:rPr lang="zh-CN" altLang="en-US" sz="2000" b="1" dirty="0"/>
              <a:t>一个文件一旦在某张</a:t>
            </a:r>
            <a:r>
              <a:rPr lang="en-US" altLang="zh-CN" sz="2000" b="1" dirty="0"/>
              <a:t>DFD</a:t>
            </a:r>
            <a:r>
              <a:rPr lang="zh-CN" altLang="en-US" sz="2000" b="1" dirty="0"/>
              <a:t>中画出，那么在它的子孙图中应根据父图与子图平衡的原则画出该文件</a:t>
            </a:r>
            <a:endParaRPr lang="zh-CN" altLang="en-US" sz="2000" b="1"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4210" name="Rectangle 2"/>
          <p:cNvSpPr>
            <a:spLocks noGrp="1"/>
          </p:cNvSpPr>
          <p:nvPr>
            <p:ph type="title"/>
          </p:nvPr>
        </p:nvSpPr>
        <p:spPr>
          <a:xfrm>
            <a:off x="457200" y="228600"/>
            <a:ext cx="8229600" cy="1143000"/>
          </a:xfrm>
        </p:spPr>
        <p:txBody>
          <a:bodyPr vert="horz" wrap="square" lIns="0" tIns="45720" rIns="0" bIns="0" anchor="b" anchorCtr="0"/>
          <a:p>
            <a:pPr eaLnBrk="1" hangingPunct="1"/>
            <a:r>
              <a:rPr lang="zh-CN" altLang="en-US" b="1" dirty="0">
                <a:latin typeface="微软雅黑" panose="020B0503020204020204" pitchFamily="34" charset="-122"/>
                <a:ea typeface="微软雅黑" panose="020B0503020204020204" pitchFamily="34" charset="-122"/>
              </a:rPr>
              <a:t>局部文件示例</a:t>
            </a:r>
            <a:endParaRPr lang="zh-CN" altLang="en-US" b="1" dirty="0">
              <a:latin typeface="微软雅黑" panose="020B0503020204020204" pitchFamily="34" charset="-122"/>
              <a:ea typeface="微软雅黑" panose="020B0503020204020204" pitchFamily="34" charset="-122"/>
            </a:endParaRPr>
          </a:p>
        </p:txBody>
      </p:sp>
      <p:sp>
        <p:nvSpPr>
          <p:cNvPr id="94211" name="Rectangle 3"/>
          <p:cNvSpPr>
            <a:spLocks noGrp="1"/>
          </p:cNvSpPr>
          <p:nvPr>
            <p:ph idx="1"/>
          </p:nvPr>
        </p:nvSpPr>
        <p:spPr>
          <a:xfrm>
            <a:off x="381000" y="1524000"/>
            <a:ext cx="7924800" cy="990600"/>
          </a:xfrm>
        </p:spPr>
        <p:txBody>
          <a:bodyPr vert="horz" wrap="square" lIns="91440" tIns="45720" rIns="91440" bIns="45720" anchor="t" anchorCtr="0"/>
          <a:p>
            <a:pPr marL="0" indent="0" eaLnBrk="1" hangingPunct="1">
              <a:lnSpc>
                <a:spcPct val="80000"/>
              </a:lnSpc>
              <a:buFontTx/>
              <a:buNone/>
            </a:pPr>
            <a:r>
              <a:rPr lang="en-US" altLang="zh-CN" sz="2400" dirty="0">
                <a:latin typeface="Arial" panose="020B0604020202020204" pitchFamily="34" charset="0"/>
              </a:rPr>
              <a:t>“</a:t>
            </a:r>
            <a:r>
              <a:rPr lang="zh-CN" altLang="en-US" sz="2400" dirty="0"/>
              <a:t>试题得分清单</a:t>
            </a:r>
            <a:r>
              <a:rPr lang="zh-CN" altLang="en-US" sz="2400" dirty="0">
                <a:latin typeface="Arial" panose="020B0604020202020204" pitchFamily="34" charset="0"/>
              </a:rPr>
              <a:t>”</a:t>
            </a:r>
            <a:r>
              <a:rPr lang="zh-CN" altLang="en-US" sz="2400" dirty="0"/>
              <a:t>文件是加工</a:t>
            </a:r>
            <a:r>
              <a:rPr lang="en-US" altLang="zh-CN" sz="2400" dirty="0"/>
              <a:t>2</a:t>
            </a:r>
            <a:r>
              <a:rPr lang="zh-CN" altLang="en-US" sz="2400" dirty="0"/>
              <a:t>的局部文件，根据抽象原则不应该将这类表示加工细节的局部文件画在其父图</a:t>
            </a:r>
            <a:r>
              <a:rPr lang="en-US" altLang="zh-CN" sz="2400" dirty="0"/>
              <a:t>(</a:t>
            </a:r>
            <a:r>
              <a:rPr lang="zh-CN" altLang="en-US" sz="2400" dirty="0"/>
              <a:t>如图</a:t>
            </a:r>
            <a:r>
              <a:rPr lang="en-US" altLang="zh-CN" sz="2400" dirty="0"/>
              <a:t>c)</a:t>
            </a:r>
            <a:r>
              <a:rPr lang="zh-CN" altLang="en-US" sz="2400" dirty="0"/>
              <a:t>中，正确的画法是图</a:t>
            </a:r>
            <a:r>
              <a:rPr lang="en-US" altLang="zh-CN" sz="2400" dirty="0"/>
              <a:t>a</a:t>
            </a:r>
            <a:r>
              <a:rPr lang="zh-CN" altLang="en-US" sz="2400" dirty="0"/>
              <a:t>和</a:t>
            </a:r>
            <a:r>
              <a:rPr lang="en-US" altLang="zh-CN" sz="2400" dirty="0"/>
              <a:t>b</a:t>
            </a:r>
            <a:endParaRPr lang="en-US" altLang="zh-CN" sz="2400" dirty="0"/>
          </a:p>
        </p:txBody>
      </p:sp>
      <p:grpSp>
        <p:nvGrpSpPr>
          <p:cNvPr id="94212" name="Group 8"/>
          <p:cNvGrpSpPr/>
          <p:nvPr/>
        </p:nvGrpSpPr>
        <p:grpSpPr>
          <a:xfrm>
            <a:off x="2346325" y="2751138"/>
            <a:ext cx="1735138" cy="554037"/>
            <a:chOff x="3179" y="1710"/>
            <a:chExt cx="1756" cy="480"/>
          </a:xfrm>
        </p:grpSpPr>
        <p:sp>
          <p:nvSpPr>
            <p:cNvPr id="94294" name="Rectangle 9"/>
            <p:cNvSpPr/>
            <p:nvPr/>
          </p:nvSpPr>
          <p:spPr>
            <a:xfrm>
              <a:off x="4395" y="1725"/>
              <a:ext cx="540" cy="465"/>
            </a:xfrm>
            <a:prstGeom prst="rect">
              <a:avLst/>
            </a:prstGeom>
            <a:noFill/>
            <a:ln w="9525">
              <a:noFill/>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algn="just" eaLnBrk="1" hangingPunct="1">
                <a:spcBef>
                  <a:spcPct val="0"/>
                </a:spcBef>
                <a:buClrTx/>
                <a:buSzTx/>
                <a:buFontTx/>
                <a:buNone/>
              </a:pPr>
              <a:r>
                <a:rPr lang="en-US" altLang="zh-CN" sz="1800" dirty="0">
                  <a:latin typeface="黑体" panose="02010609060101010101" pitchFamily="49" charset="-122"/>
                  <a:ea typeface="黑体" panose="02010609060101010101" pitchFamily="49" charset="-122"/>
                </a:rPr>
                <a:t>2</a:t>
              </a:r>
              <a:endParaRPr lang="en-US" altLang="zh-CN" sz="1800" b="1" dirty="0">
                <a:latin typeface="黑体" panose="02010609060101010101" pitchFamily="49" charset="-122"/>
                <a:ea typeface="黑体" panose="02010609060101010101" pitchFamily="49" charset="-122"/>
              </a:endParaRPr>
            </a:p>
          </p:txBody>
        </p:sp>
        <p:sp>
          <p:nvSpPr>
            <p:cNvPr id="94295" name="Rectangle 10"/>
            <p:cNvSpPr/>
            <p:nvPr/>
          </p:nvSpPr>
          <p:spPr>
            <a:xfrm>
              <a:off x="3179" y="1710"/>
              <a:ext cx="540" cy="465"/>
            </a:xfrm>
            <a:prstGeom prst="rect">
              <a:avLst/>
            </a:prstGeom>
            <a:noFill/>
            <a:ln w="9525">
              <a:noFill/>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algn="just" eaLnBrk="1" hangingPunct="1">
                <a:spcBef>
                  <a:spcPct val="0"/>
                </a:spcBef>
                <a:buClrTx/>
                <a:buSzTx/>
                <a:buFontTx/>
                <a:buNone/>
              </a:pPr>
              <a:r>
                <a:rPr lang="en-US" altLang="zh-CN" sz="1800" dirty="0">
                  <a:latin typeface="黑体" panose="02010609060101010101" pitchFamily="49" charset="-122"/>
                  <a:ea typeface="黑体" panose="02010609060101010101" pitchFamily="49" charset="-122"/>
                </a:rPr>
                <a:t>1</a:t>
              </a:r>
              <a:endParaRPr lang="en-US" altLang="zh-CN" sz="1800" b="1" dirty="0">
                <a:latin typeface="黑体" panose="02010609060101010101" pitchFamily="49" charset="-122"/>
                <a:ea typeface="黑体" panose="02010609060101010101" pitchFamily="49" charset="-122"/>
              </a:endParaRPr>
            </a:p>
          </p:txBody>
        </p:sp>
      </p:grpSp>
      <p:grpSp>
        <p:nvGrpSpPr>
          <p:cNvPr id="94213" name="Group 12"/>
          <p:cNvGrpSpPr/>
          <p:nvPr/>
        </p:nvGrpSpPr>
        <p:grpSpPr>
          <a:xfrm>
            <a:off x="1447800" y="2578100"/>
            <a:ext cx="3395663" cy="2047875"/>
            <a:chOff x="2269" y="1560"/>
            <a:chExt cx="3438" cy="1773"/>
          </a:xfrm>
        </p:grpSpPr>
        <p:sp>
          <p:nvSpPr>
            <p:cNvPr id="94279" name="Rectangle 13"/>
            <p:cNvSpPr/>
            <p:nvPr/>
          </p:nvSpPr>
          <p:spPr>
            <a:xfrm>
              <a:off x="3304" y="2838"/>
              <a:ext cx="1440" cy="495"/>
            </a:xfrm>
            <a:prstGeom prst="rect">
              <a:avLst/>
            </a:prstGeom>
            <a:noFill/>
            <a:ln w="9525">
              <a:noFill/>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algn="just" eaLnBrk="1" hangingPunct="1">
                <a:spcBef>
                  <a:spcPct val="0"/>
                </a:spcBef>
                <a:buClrTx/>
                <a:buSzTx/>
                <a:buFontTx/>
                <a:buNone/>
              </a:pPr>
              <a:r>
                <a:rPr lang="en-US" altLang="zh-CN" sz="1800" dirty="0">
                  <a:latin typeface="黑体" panose="02010609060101010101" pitchFamily="49" charset="-122"/>
                  <a:ea typeface="黑体" panose="02010609060101010101" pitchFamily="49" charset="-122"/>
                </a:rPr>
                <a:t>(a)  </a:t>
              </a:r>
              <a:r>
                <a:rPr lang="zh-CN" altLang="en-US" sz="1800" dirty="0">
                  <a:latin typeface="黑体" panose="02010609060101010101" pitchFamily="49" charset="-122"/>
                  <a:ea typeface="黑体" panose="02010609060101010101" pitchFamily="49" charset="-122"/>
                </a:rPr>
                <a:t>父图</a:t>
              </a:r>
              <a:endParaRPr lang="zh-CN" altLang="en-US" sz="1800" b="1" dirty="0">
                <a:latin typeface="黑体" panose="02010609060101010101" pitchFamily="49" charset="-122"/>
                <a:ea typeface="黑体" panose="02010609060101010101" pitchFamily="49" charset="-122"/>
              </a:endParaRPr>
            </a:p>
          </p:txBody>
        </p:sp>
        <p:grpSp>
          <p:nvGrpSpPr>
            <p:cNvPr id="94280" name="Group 14"/>
            <p:cNvGrpSpPr/>
            <p:nvPr/>
          </p:nvGrpSpPr>
          <p:grpSpPr>
            <a:xfrm>
              <a:off x="2269" y="1560"/>
              <a:ext cx="3438" cy="1275"/>
              <a:chOff x="2269" y="1560"/>
              <a:chExt cx="3438" cy="1275"/>
            </a:xfrm>
          </p:grpSpPr>
          <p:sp>
            <p:nvSpPr>
              <p:cNvPr id="94281" name="Oval 15"/>
              <p:cNvSpPr/>
              <p:nvPr/>
            </p:nvSpPr>
            <p:spPr>
              <a:xfrm>
                <a:off x="3105" y="1676"/>
                <a:ext cx="536" cy="548"/>
              </a:xfrm>
              <a:prstGeom prst="ellipse">
                <a:avLst/>
              </a:prstGeom>
              <a:noFill/>
              <a:ln w="9525" cap="flat" cmpd="sng">
                <a:solidFill>
                  <a:srgbClr val="000000"/>
                </a:solidFill>
                <a:prstDash val="solid"/>
                <a:headEnd type="none" w="med" len="med"/>
                <a:tailEnd type="none" w="med" len="med"/>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eaLnBrk="1" hangingPunct="1">
                  <a:spcBef>
                    <a:spcPct val="0"/>
                  </a:spcBef>
                  <a:buClrTx/>
                  <a:buSzTx/>
                  <a:buFontTx/>
                  <a:buNone/>
                </a:pPr>
                <a:endParaRPr lang="zh-CN" altLang="en-US" sz="1600" b="1" dirty="0">
                  <a:latin typeface="Comic Sans MS" panose="030F0702030302020204" pitchFamily="66" charset="0"/>
                </a:endParaRPr>
              </a:p>
            </p:txBody>
          </p:sp>
          <p:sp>
            <p:nvSpPr>
              <p:cNvPr id="94282" name="Oval 16"/>
              <p:cNvSpPr/>
              <p:nvPr/>
            </p:nvSpPr>
            <p:spPr>
              <a:xfrm>
                <a:off x="4320" y="1676"/>
                <a:ext cx="536" cy="548"/>
              </a:xfrm>
              <a:prstGeom prst="ellipse">
                <a:avLst/>
              </a:prstGeom>
              <a:noFill/>
              <a:ln w="9525" cap="flat" cmpd="sng">
                <a:solidFill>
                  <a:srgbClr val="000000"/>
                </a:solidFill>
                <a:prstDash val="solid"/>
                <a:headEnd type="none" w="med" len="med"/>
                <a:tailEnd type="none" w="med" len="med"/>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eaLnBrk="1" hangingPunct="1">
                  <a:spcBef>
                    <a:spcPct val="0"/>
                  </a:spcBef>
                  <a:buClrTx/>
                  <a:buSzTx/>
                  <a:buFontTx/>
                  <a:buNone/>
                </a:pPr>
                <a:endParaRPr lang="zh-CN" altLang="en-US" sz="1600" b="1" dirty="0">
                  <a:latin typeface="Comic Sans MS" panose="030F0702030302020204" pitchFamily="66" charset="0"/>
                </a:endParaRPr>
              </a:p>
            </p:txBody>
          </p:sp>
          <p:sp>
            <p:nvSpPr>
              <p:cNvPr id="94283" name="Arc 17"/>
              <p:cNvSpPr/>
              <p:nvPr/>
            </p:nvSpPr>
            <p:spPr>
              <a:xfrm>
                <a:off x="3652" y="1944"/>
                <a:ext cx="267" cy="274"/>
              </a:xfrm>
              <a:custGeom>
                <a:avLst/>
                <a:gdLst/>
                <a:ahLst/>
                <a:cxnLst>
                  <a:cxn ang="0">
                    <a:pos x="0" y="0"/>
                  </a:cxn>
                  <a:cxn ang="0">
                    <a:pos x="0" y="0"/>
                  </a:cxn>
                  <a:cxn ang="0">
                    <a:pos x="0" y="0"/>
                  </a:cxn>
                </a:cxnLst>
                <a:pathLst>
                  <a:path w="21600" h="21600" fill="none">
                    <a:moveTo>
                      <a:pt x="-1" y="0"/>
                    </a:moveTo>
                    <a:cubicBezTo>
                      <a:pt x="11929" y="0"/>
                      <a:pt x="21600" y="9670"/>
                      <a:pt x="21600" y="21600"/>
                    </a:cubicBezTo>
                  </a:path>
                  <a:path w="21600" h="21600" stroke="0">
                    <a:moveTo>
                      <a:pt x="-1" y="0"/>
                    </a:moveTo>
                    <a:cubicBezTo>
                      <a:pt x="11929" y="0"/>
                      <a:pt x="21600" y="9670"/>
                      <a:pt x="21600" y="21600"/>
                    </a:cubicBezTo>
                    <a:lnTo>
                      <a:pt x="0" y="21600"/>
                    </a:lnTo>
                    <a:lnTo>
                      <a:pt x="-1" y="0"/>
                    </a:lnTo>
                    <a:close/>
                  </a:path>
                </a:pathLst>
              </a:custGeom>
              <a:noFill/>
              <a:ln w="9525" cap="flat" cmpd="sng">
                <a:solidFill>
                  <a:srgbClr val="000000">
                    <a:alpha val="100000"/>
                  </a:srgbClr>
                </a:solidFill>
                <a:prstDash val="solid"/>
                <a:round/>
                <a:headEnd type="none" w="sm" len="med"/>
                <a:tailEnd type="triangle" w="sm" len="med"/>
              </a:ln>
            </p:spPr>
            <p:txBody>
              <a:bodyPr/>
              <a:p>
                <a:endParaRPr lang="zh-CN" altLang="en-US"/>
              </a:p>
            </p:txBody>
          </p:sp>
          <p:sp>
            <p:nvSpPr>
              <p:cNvPr id="94284" name="Arc 18"/>
              <p:cNvSpPr/>
              <p:nvPr/>
            </p:nvSpPr>
            <p:spPr>
              <a:xfrm flipH="1">
                <a:off x="4048" y="1944"/>
                <a:ext cx="268" cy="274"/>
              </a:xfrm>
              <a:custGeom>
                <a:avLst/>
                <a:gdLst/>
                <a:ahLst/>
                <a:cxnLst>
                  <a:cxn ang="0">
                    <a:pos x="0" y="0"/>
                  </a:cxn>
                  <a:cxn ang="0">
                    <a:pos x="0" y="0"/>
                  </a:cxn>
                  <a:cxn ang="0">
                    <a:pos x="0" y="0"/>
                  </a:cxn>
                </a:cxnLst>
                <a:pathLst>
                  <a:path w="21600" h="21600" fill="none">
                    <a:moveTo>
                      <a:pt x="-1" y="0"/>
                    </a:moveTo>
                    <a:cubicBezTo>
                      <a:pt x="11929" y="0"/>
                      <a:pt x="21600" y="9670"/>
                      <a:pt x="21600" y="21600"/>
                    </a:cubicBezTo>
                  </a:path>
                  <a:path w="21600" h="21600" stroke="0">
                    <a:moveTo>
                      <a:pt x="-1" y="0"/>
                    </a:moveTo>
                    <a:cubicBezTo>
                      <a:pt x="11929" y="0"/>
                      <a:pt x="21600" y="9670"/>
                      <a:pt x="21600" y="21600"/>
                    </a:cubicBezTo>
                    <a:lnTo>
                      <a:pt x="0" y="21600"/>
                    </a:lnTo>
                    <a:lnTo>
                      <a:pt x="-1" y="0"/>
                    </a:lnTo>
                    <a:close/>
                  </a:path>
                </a:pathLst>
              </a:custGeom>
              <a:noFill/>
              <a:ln w="9525" cap="flat" cmpd="sng">
                <a:solidFill>
                  <a:srgbClr val="000000">
                    <a:alpha val="100000"/>
                  </a:srgbClr>
                </a:solidFill>
                <a:prstDash val="solid"/>
                <a:round/>
                <a:headEnd type="triangle" w="sm" len="med"/>
                <a:tailEnd type="none" w="sm" len="med"/>
              </a:ln>
            </p:spPr>
            <p:txBody>
              <a:bodyPr/>
              <a:p>
                <a:endParaRPr lang="zh-CN" altLang="en-US"/>
              </a:p>
            </p:txBody>
          </p:sp>
          <p:sp>
            <p:nvSpPr>
              <p:cNvPr id="94285" name="Line 19"/>
              <p:cNvSpPr/>
              <p:nvPr/>
            </p:nvSpPr>
            <p:spPr>
              <a:xfrm>
                <a:off x="3375" y="2226"/>
                <a:ext cx="0" cy="609"/>
              </a:xfrm>
              <a:prstGeom prst="line">
                <a:avLst/>
              </a:prstGeom>
              <a:ln w="9525" cap="flat" cmpd="sng">
                <a:solidFill>
                  <a:srgbClr val="000000"/>
                </a:solidFill>
                <a:prstDash val="solid"/>
                <a:headEnd type="none" w="sm" len="med"/>
                <a:tailEnd type="triangle" w="sm" len="med"/>
              </a:ln>
            </p:spPr>
          </p:sp>
          <p:sp>
            <p:nvSpPr>
              <p:cNvPr id="94286" name="Line 20"/>
              <p:cNvSpPr/>
              <p:nvPr/>
            </p:nvSpPr>
            <p:spPr>
              <a:xfrm flipH="1">
                <a:off x="2269" y="1937"/>
                <a:ext cx="836" cy="0"/>
              </a:xfrm>
              <a:prstGeom prst="line">
                <a:avLst/>
              </a:prstGeom>
              <a:ln w="9525" cap="flat" cmpd="sng">
                <a:solidFill>
                  <a:srgbClr val="000000"/>
                </a:solidFill>
                <a:prstDash val="solid"/>
                <a:headEnd type="none" w="sm" len="med"/>
                <a:tailEnd type="triangle" w="sm" len="med"/>
              </a:ln>
            </p:spPr>
          </p:sp>
          <p:sp>
            <p:nvSpPr>
              <p:cNvPr id="94287" name="Line 21"/>
              <p:cNvSpPr/>
              <p:nvPr/>
            </p:nvSpPr>
            <p:spPr>
              <a:xfrm>
                <a:off x="4615" y="2212"/>
                <a:ext cx="0" cy="609"/>
              </a:xfrm>
              <a:prstGeom prst="line">
                <a:avLst/>
              </a:prstGeom>
              <a:ln w="9525" cap="flat" cmpd="sng">
                <a:solidFill>
                  <a:srgbClr val="000000"/>
                </a:solidFill>
                <a:prstDash val="solid"/>
                <a:headEnd type="triangle" w="sm" len="med"/>
                <a:tailEnd type="none" w="sm" len="med"/>
              </a:ln>
            </p:spPr>
          </p:sp>
          <p:sp>
            <p:nvSpPr>
              <p:cNvPr id="94288" name="Line 22"/>
              <p:cNvSpPr/>
              <p:nvPr/>
            </p:nvSpPr>
            <p:spPr>
              <a:xfrm flipH="1">
                <a:off x="4849" y="1944"/>
                <a:ext cx="836" cy="0"/>
              </a:xfrm>
              <a:prstGeom prst="line">
                <a:avLst/>
              </a:prstGeom>
              <a:ln w="9525" cap="flat" cmpd="sng">
                <a:solidFill>
                  <a:srgbClr val="000000"/>
                </a:solidFill>
                <a:prstDash val="solid"/>
                <a:headEnd type="triangle" w="sm" len="med"/>
                <a:tailEnd type="none" w="sm" len="med"/>
              </a:ln>
            </p:spPr>
          </p:sp>
          <p:sp>
            <p:nvSpPr>
              <p:cNvPr id="94289" name="Line 23"/>
              <p:cNvSpPr/>
              <p:nvPr/>
            </p:nvSpPr>
            <p:spPr>
              <a:xfrm flipH="1" flipV="1">
                <a:off x="4743" y="2169"/>
                <a:ext cx="233" cy="586"/>
              </a:xfrm>
              <a:prstGeom prst="line">
                <a:avLst/>
              </a:prstGeom>
              <a:ln w="9525" cap="flat" cmpd="sng">
                <a:solidFill>
                  <a:srgbClr val="000000"/>
                </a:solidFill>
                <a:prstDash val="solid"/>
                <a:headEnd type="none" w="sm" len="med"/>
                <a:tailEnd type="triangle" w="sm" len="med"/>
              </a:ln>
            </p:spPr>
          </p:sp>
          <p:sp>
            <p:nvSpPr>
              <p:cNvPr id="94290" name="Line 24"/>
              <p:cNvSpPr/>
              <p:nvPr/>
            </p:nvSpPr>
            <p:spPr>
              <a:xfrm>
                <a:off x="2411" y="1560"/>
                <a:ext cx="779" cy="188"/>
              </a:xfrm>
              <a:prstGeom prst="line">
                <a:avLst/>
              </a:prstGeom>
              <a:ln w="9525" cap="flat" cmpd="sng">
                <a:solidFill>
                  <a:srgbClr val="000000"/>
                </a:solidFill>
                <a:prstDash val="solid"/>
                <a:headEnd type="none" w="sm" len="med"/>
                <a:tailEnd type="triangle" w="sm" len="med"/>
              </a:ln>
            </p:spPr>
          </p:sp>
          <p:sp>
            <p:nvSpPr>
              <p:cNvPr id="94291" name="Line 25"/>
              <p:cNvSpPr/>
              <p:nvPr/>
            </p:nvSpPr>
            <p:spPr>
              <a:xfrm flipH="1">
                <a:off x="2397" y="2125"/>
                <a:ext cx="773" cy="319"/>
              </a:xfrm>
              <a:prstGeom prst="line">
                <a:avLst/>
              </a:prstGeom>
              <a:ln w="9525" cap="flat" cmpd="sng">
                <a:solidFill>
                  <a:srgbClr val="000000"/>
                </a:solidFill>
                <a:prstDash val="solid"/>
                <a:headEnd type="none" w="sm" len="med"/>
                <a:tailEnd type="triangle" w="sm" len="med"/>
              </a:ln>
            </p:spPr>
          </p:sp>
          <p:sp>
            <p:nvSpPr>
              <p:cNvPr id="94292" name="Line 26"/>
              <p:cNvSpPr/>
              <p:nvPr/>
            </p:nvSpPr>
            <p:spPr>
              <a:xfrm flipV="1">
                <a:off x="4792" y="1654"/>
                <a:ext cx="851" cy="116"/>
              </a:xfrm>
              <a:prstGeom prst="line">
                <a:avLst/>
              </a:prstGeom>
              <a:ln w="9525" cap="flat" cmpd="sng">
                <a:solidFill>
                  <a:srgbClr val="000000"/>
                </a:solidFill>
                <a:prstDash val="solid"/>
                <a:headEnd type="none" w="sm" len="med"/>
                <a:tailEnd type="triangle" w="sm" len="med"/>
              </a:ln>
            </p:spPr>
          </p:sp>
          <p:sp>
            <p:nvSpPr>
              <p:cNvPr id="94293" name="Line 27"/>
              <p:cNvSpPr/>
              <p:nvPr/>
            </p:nvSpPr>
            <p:spPr>
              <a:xfrm>
                <a:off x="4814" y="2096"/>
                <a:ext cx="893" cy="268"/>
              </a:xfrm>
              <a:prstGeom prst="line">
                <a:avLst/>
              </a:prstGeom>
              <a:ln w="9525" cap="flat" cmpd="sng">
                <a:solidFill>
                  <a:srgbClr val="000000"/>
                </a:solidFill>
                <a:prstDash val="solid"/>
                <a:headEnd type="none" w="sm" len="med"/>
                <a:tailEnd type="triangle" w="sm" len="med"/>
              </a:ln>
            </p:spPr>
          </p:sp>
        </p:grpSp>
      </p:grpSp>
      <p:grpSp>
        <p:nvGrpSpPr>
          <p:cNvPr id="94214" name="Group 29"/>
          <p:cNvGrpSpPr/>
          <p:nvPr/>
        </p:nvGrpSpPr>
        <p:grpSpPr>
          <a:xfrm>
            <a:off x="2747963" y="3330575"/>
            <a:ext cx="774700" cy="269875"/>
            <a:chOff x="5980" y="8610"/>
            <a:chExt cx="1306" cy="360"/>
          </a:xfrm>
        </p:grpSpPr>
        <p:sp>
          <p:nvSpPr>
            <p:cNvPr id="94277" name="Line 30"/>
            <p:cNvSpPr/>
            <p:nvPr/>
          </p:nvSpPr>
          <p:spPr>
            <a:xfrm>
              <a:off x="5980" y="8610"/>
              <a:ext cx="1290" cy="0"/>
            </a:xfrm>
            <a:prstGeom prst="line">
              <a:avLst/>
            </a:prstGeom>
            <a:ln w="9525" cap="flat" cmpd="sng">
              <a:solidFill>
                <a:srgbClr val="000000"/>
              </a:solidFill>
              <a:prstDash val="solid"/>
              <a:headEnd type="none" w="sm" len="med"/>
              <a:tailEnd type="none" w="sm" len="med"/>
            </a:ln>
          </p:spPr>
        </p:sp>
        <p:sp>
          <p:nvSpPr>
            <p:cNvPr id="94278" name="Line 31"/>
            <p:cNvSpPr/>
            <p:nvPr/>
          </p:nvSpPr>
          <p:spPr>
            <a:xfrm>
              <a:off x="5996" y="8970"/>
              <a:ext cx="1290" cy="0"/>
            </a:xfrm>
            <a:prstGeom prst="line">
              <a:avLst/>
            </a:prstGeom>
            <a:ln w="9525" cap="flat" cmpd="sng">
              <a:solidFill>
                <a:srgbClr val="000000"/>
              </a:solidFill>
              <a:prstDash val="solid"/>
              <a:headEnd type="none" w="sm" len="med"/>
              <a:tailEnd type="none" w="sm" len="med"/>
            </a:ln>
          </p:spPr>
        </p:sp>
      </p:grpSp>
      <p:sp>
        <p:nvSpPr>
          <p:cNvPr id="94215" name="Rectangle 32"/>
          <p:cNvSpPr/>
          <p:nvPr/>
        </p:nvSpPr>
        <p:spPr>
          <a:xfrm>
            <a:off x="2481263" y="3263900"/>
            <a:ext cx="1304925" cy="501650"/>
          </a:xfrm>
          <a:prstGeom prst="rect">
            <a:avLst/>
          </a:prstGeom>
          <a:noFill/>
          <a:ln w="9525">
            <a:noFill/>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algn="ctr" eaLnBrk="1" hangingPunct="1">
              <a:spcBef>
                <a:spcPct val="0"/>
              </a:spcBef>
              <a:buClrTx/>
              <a:buSzTx/>
              <a:buFontTx/>
              <a:buNone/>
            </a:pPr>
            <a:r>
              <a:rPr lang="zh-CN" altLang="en-US" sz="1800" dirty="0">
                <a:latin typeface="黑体" panose="02010609060101010101" pitchFamily="49" charset="-122"/>
                <a:ea typeface="黑体" panose="02010609060101010101" pitchFamily="49" charset="-122"/>
              </a:rPr>
              <a:t>考生名册</a:t>
            </a:r>
            <a:endParaRPr lang="zh-CN" altLang="en-US" sz="1800" b="1" dirty="0">
              <a:latin typeface="黑体" panose="02010609060101010101" pitchFamily="49" charset="-122"/>
              <a:ea typeface="黑体" panose="02010609060101010101" pitchFamily="49" charset="-122"/>
            </a:endParaRPr>
          </a:p>
        </p:txBody>
      </p:sp>
      <p:sp>
        <p:nvSpPr>
          <p:cNvPr id="94216" name="Rectangle 34"/>
          <p:cNvSpPr/>
          <p:nvPr/>
        </p:nvSpPr>
        <p:spPr>
          <a:xfrm>
            <a:off x="6159500" y="5473700"/>
            <a:ext cx="1422400" cy="571500"/>
          </a:xfrm>
          <a:prstGeom prst="rect">
            <a:avLst/>
          </a:prstGeom>
          <a:noFill/>
          <a:ln w="9525">
            <a:noFill/>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algn="just" eaLnBrk="1" hangingPunct="1">
              <a:spcBef>
                <a:spcPct val="0"/>
              </a:spcBef>
              <a:buClrTx/>
              <a:buSzTx/>
              <a:buFontTx/>
              <a:buNone/>
            </a:pPr>
            <a:r>
              <a:rPr lang="en-US" altLang="zh-CN" sz="1800" dirty="0">
                <a:latin typeface="黑体" panose="02010609060101010101" pitchFamily="49" charset="-122"/>
                <a:ea typeface="黑体" panose="02010609060101010101" pitchFamily="49" charset="-122"/>
              </a:rPr>
              <a:t>(b)  </a:t>
            </a:r>
            <a:r>
              <a:rPr lang="zh-CN" altLang="en-US" sz="1800" dirty="0">
                <a:latin typeface="黑体" panose="02010609060101010101" pitchFamily="49" charset="-122"/>
                <a:ea typeface="黑体" panose="02010609060101010101" pitchFamily="49" charset="-122"/>
              </a:rPr>
              <a:t>子图</a:t>
            </a:r>
            <a:endParaRPr lang="zh-CN" altLang="en-US" sz="1800" b="1" dirty="0">
              <a:latin typeface="黑体" panose="02010609060101010101" pitchFamily="49" charset="-122"/>
              <a:ea typeface="黑体" panose="02010609060101010101" pitchFamily="49" charset="-122"/>
            </a:endParaRPr>
          </a:p>
        </p:txBody>
      </p:sp>
      <p:grpSp>
        <p:nvGrpSpPr>
          <p:cNvPr id="94217" name="Group 36"/>
          <p:cNvGrpSpPr/>
          <p:nvPr/>
        </p:nvGrpSpPr>
        <p:grpSpPr>
          <a:xfrm>
            <a:off x="5830888" y="3046413"/>
            <a:ext cx="2206625" cy="2339975"/>
            <a:chOff x="6676" y="1335"/>
            <a:chExt cx="2234" cy="2025"/>
          </a:xfrm>
        </p:grpSpPr>
        <p:sp>
          <p:nvSpPr>
            <p:cNvPr id="94272" name="Rectangle 37"/>
            <p:cNvSpPr/>
            <p:nvPr/>
          </p:nvSpPr>
          <p:spPr>
            <a:xfrm>
              <a:off x="7978" y="1335"/>
              <a:ext cx="540" cy="465"/>
            </a:xfrm>
            <a:prstGeom prst="rect">
              <a:avLst/>
            </a:prstGeom>
            <a:noFill/>
            <a:ln w="9525">
              <a:noFill/>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algn="just" eaLnBrk="1" hangingPunct="1">
                <a:spcBef>
                  <a:spcPct val="0"/>
                </a:spcBef>
                <a:buClrTx/>
                <a:buSzTx/>
                <a:buFontTx/>
                <a:buNone/>
              </a:pPr>
              <a:r>
                <a:rPr lang="en-US" altLang="zh-CN" sz="1800" dirty="0">
                  <a:latin typeface="黑体" panose="02010609060101010101" pitchFamily="49" charset="-122"/>
                  <a:ea typeface="黑体" panose="02010609060101010101" pitchFamily="49" charset="-122"/>
                </a:rPr>
                <a:t>2.5</a:t>
              </a:r>
              <a:endParaRPr lang="en-US" altLang="zh-CN" sz="1800" b="1" dirty="0">
                <a:latin typeface="黑体" panose="02010609060101010101" pitchFamily="49" charset="-122"/>
                <a:ea typeface="黑体" panose="02010609060101010101" pitchFamily="49" charset="-122"/>
              </a:endParaRPr>
            </a:p>
          </p:txBody>
        </p:sp>
        <p:sp>
          <p:nvSpPr>
            <p:cNvPr id="94273" name="Rectangle 38"/>
            <p:cNvSpPr/>
            <p:nvPr/>
          </p:nvSpPr>
          <p:spPr>
            <a:xfrm>
              <a:off x="8370" y="1950"/>
              <a:ext cx="540" cy="465"/>
            </a:xfrm>
            <a:prstGeom prst="rect">
              <a:avLst/>
            </a:prstGeom>
            <a:noFill/>
            <a:ln w="9525">
              <a:noFill/>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algn="just" eaLnBrk="1" hangingPunct="1">
                <a:spcBef>
                  <a:spcPct val="0"/>
                </a:spcBef>
                <a:buClrTx/>
                <a:buSzTx/>
                <a:buFontTx/>
                <a:buNone/>
              </a:pPr>
              <a:r>
                <a:rPr lang="en-US" altLang="zh-CN" sz="1800" dirty="0">
                  <a:latin typeface="黑体" panose="02010609060101010101" pitchFamily="49" charset="-122"/>
                  <a:ea typeface="黑体" panose="02010609060101010101" pitchFamily="49" charset="-122"/>
                </a:rPr>
                <a:t>2.4</a:t>
              </a:r>
              <a:endParaRPr lang="en-US" altLang="zh-CN" sz="1800" b="1" dirty="0">
                <a:latin typeface="黑体" panose="02010609060101010101" pitchFamily="49" charset="-122"/>
                <a:ea typeface="黑体" panose="02010609060101010101" pitchFamily="49" charset="-122"/>
              </a:endParaRPr>
            </a:p>
          </p:txBody>
        </p:sp>
        <p:sp>
          <p:nvSpPr>
            <p:cNvPr id="94274" name="Rectangle 39"/>
            <p:cNvSpPr/>
            <p:nvPr/>
          </p:nvSpPr>
          <p:spPr>
            <a:xfrm>
              <a:off x="8100" y="2895"/>
              <a:ext cx="540" cy="465"/>
            </a:xfrm>
            <a:prstGeom prst="rect">
              <a:avLst/>
            </a:prstGeom>
            <a:noFill/>
            <a:ln w="9525">
              <a:noFill/>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algn="just" eaLnBrk="1" hangingPunct="1">
                <a:spcBef>
                  <a:spcPct val="0"/>
                </a:spcBef>
                <a:buClrTx/>
                <a:buSzTx/>
                <a:buFontTx/>
                <a:buNone/>
              </a:pPr>
              <a:r>
                <a:rPr lang="en-US" altLang="zh-CN" sz="1800" dirty="0">
                  <a:latin typeface="黑体" panose="02010609060101010101" pitchFamily="49" charset="-122"/>
                  <a:ea typeface="黑体" panose="02010609060101010101" pitchFamily="49" charset="-122"/>
                </a:rPr>
                <a:t>2.3</a:t>
              </a:r>
              <a:endParaRPr lang="en-US" altLang="zh-CN" sz="1800" b="1" dirty="0">
                <a:latin typeface="黑体" panose="02010609060101010101" pitchFamily="49" charset="-122"/>
                <a:ea typeface="黑体" panose="02010609060101010101" pitchFamily="49" charset="-122"/>
              </a:endParaRPr>
            </a:p>
          </p:txBody>
        </p:sp>
        <p:sp>
          <p:nvSpPr>
            <p:cNvPr id="94275" name="Rectangle 40"/>
            <p:cNvSpPr/>
            <p:nvPr/>
          </p:nvSpPr>
          <p:spPr>
            <a:xfrm>
              <a:off x="6688" y="2865"/>
              <a:ext cx="540" cy="465"/>
            </a:xfrm>
            <a:prstGeom prst="rect">
              <a:avLst/>
            </a:prstGeom>
            <a:noFill/>
            <a:ln w="9525">
              <a:noFill/>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algn="just" eaLnBrk="1" hangingPunct="1">
                <a:spcBef>
                  <a:spcPct val="0"/>
                </a:spcBef>
                <a:buClrTx/>
                <a:buSzTx/>
                <a:buFontTx/>
                <a:buNone/>
              </a:pPr>
              <a:r>
                <a:rPr lang="en-US" altLang="zh-CN" sz="1800" dirty="0">
                  <a:latin typeface="黑体" panose="02010609060101010101" pitchFamily="49" charset="-122"/>
                  <a:ea typeface="黑体" panose="02010609060101010101" pitchFamily="49" charset="-122"/>
                </a:rPr>
                <a:t>2.2</a:t>
              </a:r>
              <a:endParaRPr lang="en-US" altLang="zh-CN" sz="1800" b="1" dirty="0">
                <a:latin typeface="黑体" panose="02010609060101010101" pitchFamily="49" charset="-122"/>
                <a:ea typeface="黑体" panose="02010609060101010101" pitchFamily="49" charset="-122"/>
              </a:endParaRPr>
            </a:p>
          </p:txBody>
        </p:sp>
        <p:sp>
          <p:nvSpPr>
            <p:cNvPr id="94276" name="Rectangle 41"/>
            <p:cNvSpPr/>
            <p:nvPr/>
          </p:nvSpPr>
          <p:spPr>
            <a:xfrm>
              <a:off x="6676" y="1335"/>
              <a:ext cx="540" cy="465"/>
            </a:xfrm>
            <a:prstGeom prst="rect">
              <a:avLst/>
            </a:prstGeom>
            <a:noFill/>
            <a:ln w="9525">
              <a:noFill/>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algn="just" eaLnBrk="1" hangingPunct="1">
                <a:spcBef>
                  <a:spcPct val="0"/>
                </a:spcBef>
                <a:buClrTx/>
                <a:buSzTx/>
                <a:buFontTx/>
                <a:buNone/>
              </a:pPr>
              <a:r>
                <a:rPr lang="en-US" altLang="zh-CN" sz="1800" dirty="0">
                  <a:latin typeface="黑体" panose="02010609060101010101" pitchFamily="49" charset="-122"/>
                  <a:ea typeface="黑体" panose="02010609060101010101" pitchFamily="49" charset="-122"/>
                </a:rPr>
                <a:t>2.1</a:t>
              </a:r>
              <a:endParaRPr lang="en-US" altLang="zh-CN" sz="1800" b="1" dirty="0">
                <a:latin typeface="黑体" panose="02010609060101010101" pitchFamily="49" charset="-122"/>
                <a:ea typeface="黑体" panose="02010609060101010101" pitchFamily="49" charset="-122"/>
              </a:endParaRPr>
            </a:p>
          </p:txBody>
        </p:sp>
      </p:grpSp>
      <p:grpSp>
        <p:nvGrpSpPr>
          <p:cNvPr id="94218" name="Group 43"/>
          <p:cNvGrpSpPr/>
          <p:nvPr/>
        </p:nvGrpSpPr>
        <p:grpSpPr>
          <a:xfrm>
            <a:off x="5346700" y="2935288"/>
            <a:ext cx="3241675" cy="2419350"/>
            <a:chOff x="6185" y="1305"/>
            <a:chExt cx="3282" cy="2094"/>
          </a:xfrm>
        </p:grpSpPr>
        <p:sp>
          <p:nvSpPr>
            <p:cNvPr id="94254" name="Arc 44"/>
            <p:cNvSpPr/>
            <p:nvPr/>
          </p:nvSpPr>
          <p:spPr>
            <a:xfrm rot="-5400000" flipH="1">
              <a:off x="7986" y="2752"/>
              <a:ext cx="229" cy="185"/>
            </a:xfrm>
            <a:custGeom>
              <a:avLst/>
              <a:gdLst/>
              <a:ahLst/>
              <a:cxnLst>
                <a:cxn ang="0">
                  <a:pos x="0" y="0"/>
                </a:cxn>
                <a:cxn ang="0">
                  <a:pos x="0" y="0"/>
                </a:cxn>
                <a:cxn ang="0">
                  <a:pos x="0" y="0"/>
                </a:cxn>
              </a:cxnLst>
              <a:pathLst>
                <a:path w="21600" h="21600" fill="none">
                  <a:moveTo>
                    <a:pt x="-1" y="0"/>
                  </a:moveTo>
                  <a:cubicBezTo>
                    <a:pt x="11929" y="0"/>
                    <a:pt x="21600" y="9670"/>
                    <a:pt x="21600" y="21600"/>
                  </a:cubicBezTo>
                </a:path>
                <a:path w="21600" h="21600" stroke="0">
                  <a:moveTo>
                    <a:pt x="-1" y="0"/>
                  </a:moveTo>
                  <a:cubicBezTo>
                    <a:pt x="11929" y="0"/>
                    <a:pt x="21600" y="9670"/>
                    <a:pt x="21600" y="21600"/>
                  </a:cubicBezTo>
                  <a:lnTo>
                    <a:pt x="0" y="21600"/>
                  </a:lnTo>
                  <a:lnTo>
                    <a:pt x="-1" y="0"/>
                  </a:lnTo>
                  <a:close/>
                </a:path>
              </a:pathLst>
            </a:custGeom>
            <a:noFill/>
            <a:ln w="9525" cap="flat" cmpd="sng">
              <a:solidFill>
                <a:srgbClr val="000000">
                  <a:alpha val="100000"/>
                </a:srgbClr>
              </a:solidFill>
              <a:prstDash val="solid"/>
              <a:round/>
              <a:headEnd type="none" w="sm" len="med"/>
              <a:tailEnd type="triangle" w="sm" len="med"/>
            </a:ln>
          </p:spPr>
          <p:txBody>
            <a:bodyPr/>
            <a:p>
              <a:endParaRPr lang="zh-CN" altLang="en-US"/>
            </a:p>
          </p:txBody>
        </p:sp>
        <p:sp>
          <p:nvSpPr>
            <p:cNvPr id="94255" name="Arc 45"/>
            <p:cNvSpPr/>
            <p:nvPr/>
          </p:nvSpPr>
          <p:spPr>
            <a:xfrm flipH="1">
              <a:off x="7416" y="1731"/>
              <a:ext cx="594" cy="460"/>
            </a:xfrm>
            <a:custGeom>
              <a:avLst/>
              <a:gdLst/>
              <a:ahLst/>
              <a:cxnLst>
                <a:cxn ang="0">
                  <a:pos x="0" y="0"/>
                </a:cxn>
                <a:cxn ang="0">
                  <a:pos x="0" y="0"/>
                </a:cxn>
                <a:cxn ang="0">
                  <a:pos x="0" y="0"/>
                </a:cxn>
              </a:cxnLst>
              <a:pathLst>
                <a:path w="24585" h="21600" fill="none">
                  <a:moveTo>
                    <a:pt x="0" y="207"/>
                  </a:moveTo>
                  <a:cubicBezTo>
                    <a:pt x="989" y="69"/>
                    <a:pt x="1986" y="-1"/>
                    <a:pt x="2985" y="0"/>
                  </a:cubicBezTo>
                  <a:cubicBezTo>
                    <a:pt x="14914" y="0"/>
                    <a:pt x="24585" y="9670"/>
                    <a:pt x="24585" y="21600"/>
                  </a:cubicBezTo>
                </a:path>
                <a:path w="24585" h="21600" stroke="0">
                  <a:moveTo>
                    <a:pt x="0" y="207"/>
                  </a:moveTo>
                  <a:cubicBezTo>
                    <a:pt x="989" y="69"/>
                    <a:pt x="1986" y="-1"/>
                    <a:pt x="2985" y="0"/>
                  </a:cubicBezTo>
                  <a:cubicBezTo>
                    <a:pt x="14914" y="0"/>
                    <a:pt x="24585" y="9670"/>
                    <a:pt x="24585" y="21600"/>
                  </a:cubicBezTo>
                  <a:lnTo>
                    <a:pt x="2985" y="21600"/>
                  </a:lnTo>
                  <a:lnTo>
                    <a:pt x="0" y="207"/>
                  </a:lnTo>
                  <a:close/>
                </a:path>
              </a:pathLst>
            </a:custGeom>
            <a:noFill/>
            <a:ln w="9525" cap="flat" cmpd="sng">
              <a:solidFill>
                <a:srgbClr val="000000">
                  <a:alpha val="100000"/>
                </a:srgbClr>
              </a:solidFill>
              <a:prstDash val="solid"/>
              <a:round/>
              <a:headEnd type="triangle" w="sm" len="med"/>
              <a:tailEnd type="none" w="sm" len="med"/>
            </a:ln>
          </p:spPr>
          <p:txBody>
            <a:bodyPr/>
            <a:p>
              <a:endParaRPr lang="zh-CN" altLang="en-US"/>
            </a:p>
          </p:txBody>
        </p:sp>
        <p:sp>
          <p:nvSpPr>
            <p:cNvPr id="94256" name="Arc 46"/>
            <p:cNvSpPr/>
            <p:nvPr/>
          </p:nvSpPr>
          <p:spPr>
            <a:xfrm flipH="1">
              <a:off x="7535" y="2022"/>
              <a:ext cx="877" cy="197"/>
            </a:xfrm>
            <a:custGeom>
              <a:avLst/>
              <a:gdLst/>
              <a:ahLst/>
              <a:cxnLst>
                <a:cxn ang="0">
                  <a:pos x="0" y="0"/>
                </a:cxn>
                <a:cxn ang="0">
                  <a:pos x="0" y="0"/>
                </a:cxn>
                <a:cxn ang="0">
                  <a:pos x="0" y="0"/>
                </a:cxn>
              </a:cxnLst>
              <a:pathLst>
                <a:path w="21854" h="21600" fill="none">
                  <a:moveTo>
                    <a:pt x="-1" y="6"/>
                  </a:moveTo>
                  <a:cubicBezTo>
                    <a:pt x="179" y="2"/>
                    <a:pt x="359" y="-1"/>
                    <a:pt x="540" y="0"/>
                  </a:cubicBezTo>
                  <a:cubicBezTo>
                    <a:pt x="11118" y="0"/>
                    <a:pt x="20139" y="7660"/>
                    <a:pt x="21854" y="18098"/>
                  </a:cubicBezTo>
                </a:path>
                <a:path w="21854" h="21600" stroke="0">
                  <a:moveTo>
                    <a:pt x="-1" y="6"/>
                  </a:moveTo>
                  <a:cubicBezTo>
                    <a:pt x="179" y="2"/>
                    <a:pt x="359" y="-1"/>
                    <a:pt x="540" y="0"/>
                  </a:cubicBezTo>
                  <a:cubicBezTo>
                    <a:pt x="11118" y="0"/>
                    <a:pt x="20139" y="7660"/>
                    <a:pt x="21854" y="18098"/>
                  </a:cubicBezTo>
                  <a:lnTo>
                    <a:pt x="540" y="21600"/>
                  </a:lnTo>
                  <a:lnTo>
                    <a:pt x="-1" y="6"/>
                  </a:lnTo>
                  <a:close/>
                </a:path>
              </a:pathLst>
            </a:custGeom>
            <a:noFill/>
            <a:ln w="9525" cap="flat" cmpd="sng">
              <a:solidFill>
                <a:srgbClr val="000000">
                  <a:alpha val="100000"/>
                </a:srgbClr>
              </a:solidFill>
              <a:prstDash val="solid"/>
              <a:round/>
              <a:headEnd type="triangle" w="sm" len="med"/>
              <a:tailEnd type="none" w="sm" len="med"/>
            </a:ln>
          </p:spPr>
          <p:txBody>
            <a:bodyPr/>
            <a:p>
              <a:endParaRPr lang="zh-CN" altLang="en-US"/>
            </a:p>
          </p:txBody>
        </p:sp>
        <p:sp>
          <p:nvSpPr>
            <p:cNvPr id="94257" name="Arc 47"/>
            <p:cNvSpPr/>
            <p:nvPr/>
          </p:nvSpPr>
          <p:spPr>
            <a:xfrm>
              <a:off x="7073" y="1727"/>
              <a:ext cx="256" cy="466"/>
            </a:xfrm>
            <a:custGeom>
              <a:avLst/>
              <a:gdLst/>
              <a:ahLst/>
              <a:cxnLst>
                <a:cxn ang="0">
                  <a:pos x="0" y="0"/>
                </a:cxn>
                <a:cxn ang="0">
                  <a:pos x="0" y="0"/>
                </a:cxn>
                <a:cxn ang="0">
                  <a:pos x="0" y="0"/>
                </a:cxn>
              </a:cxnLst>
              <a:pathLst>
                <a:path w="21600" h="21182" fill="none">
                  <a:moveTo>
                    <a:pt x="4229" y="0"/>
                  </a:moveTo>
                  <a:cubicBezTo>
                    <a:pt x="14329" y="2017"/>
                    <a:pt x="21600" y="10883"/>
                    <a:pt x="21600" y="21182"/>
                  </a:cubicBezTo>
                </a:path>
                <a:path w="21600" h="21182" stroke="0">
                  <a:moveTo>
                    <a:pt x="4229" y="0"/>
                  </a:moveTo>
                  <a:cubicBezTo>
                    <a:pt x="14329" y="2017"/>
                    <a:pt x="21600" y="10883"/>
                    <a:pt x="21600" y="21182"/>
                  </a:cubicBezTo>
                  <a:lnTo>
                    <a:pt x="0" y="21182"/>
                  </a:lnTo>
                  <a:lnTo>
                    <a:pt x="4229" y="0"/>
                  </a:lnTo>
                  <a:close/>
                </a:path>
              </a:pathLst>
            </a:custGeom>
            <a:noFill/>
            <a:ln w="9525" cap="flat" cmpd="sng">
              <a:solidFill>
                <a:srgbClr val="000000">
                  <a:alpha val="100000"/>
                </a:srgbClr>
              </a:solidFill>
              <a:prstDash val="solid"/>
              <a:round/>
              <a:headEnd type="none" w="sm" len="med"/>
              <a:tailEnd type="triangle" w="sm" len="med"/>
            </a:ln>
          </p:spPr>
          <p:txBody>
            <a:bodyPr/>
            <a:p>
              <a:endParaRPr lang="zh-CN" altLang="en-US"/>
            </a:p>
          </p:txBody>
        </p:sp>
        <p:sp>
          <p:nvSpPr>
            <p:cNvPr id="94258" name="Line 48"/>
            <p:cNvSpPr/>
            <p:nvPr/>
          </p:nvSpPr>
          <p:spPr>
            <a:xfrm>
              <a:off x="8880" y="2158"/>
              <a:ext cx="587" cy="0"/>
            </a:xfrm>
            <a:prstGeom prst="line">
              <a:avLst/>
            </a:prstGeom>
            <a:ln w="9525" cap="flat" cmpd="sng">
              <a:solidFill>
                <a:srgbClr val="000000"/>
              </a:solidFill>
              <a:prstDash val="solid"/>
              <a:headEnd type="none" w="sm" len="med"/>
              <a:tailEnd type="triangle" w="sm" len="med"/>
            </a:ln>
          </p:spPr>
        </p:sp>
        <p:sp>
          <p:nvSpPr>
            <p:cNvPr id="94259" name="Oval 49"/>
            <p:cNvSpPr/>
            <p:nvPr/>
          </p:nvSpPr>
          <p:spPr>
            <a:xfrm>
              <a:off x="8360" y="1913"/>
              <a:ext cx="521" cy="528"/>
            </a:xfrm>
            <a:prstGeom prst="ellipse">
              <a:avLst/>
            </a:prstGeom>
            <a:noFill/>
            <a:ln w="9525" cap="flat" cmpd="sng">
              <a:solidFill>
                <a:srgbClr val="000000"/>
              </a:solidFill>
              <a:prstDash val="solid"/>
              <a:headEnd type="none" w="med" len="med"/>
              <a:tailEnd type="none" w="med" len="med"/>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eaLnBrk="1" hangingPunct="1">
                <a:spcBef>
                  <a:spcPct val="0"/>
                </a:spcBef>
                <a:buClrTx/>
                <a:buSzTx/>
                <a:buFontTx/>
                <a:buNone/>
              </a:pPr>
              <a:endParaRPr lang="zh-CN" altLang="en-US" sz="1600" b="1" dirty="0">
                <a:latin typeface="Comic Sans MS" panose="030F0702030302020204" pitchFamily="66" charset="0"/>
              </a:endParaRPr>
            </a:p>
          </p:txBody>
        </p:sp>
        <p:sp>
          <p:nvSpPr>
            <p:cNvPr id="94260" name="Line 50"/>
            <p:cNvSpPr/>
            <p:nvPr/>
          </p:nvSpPr>
          <p:spPr>
            <a:xfrm>
              <a:off x="8489" y="1564"/>
              <a:ext cx="586" cy="0"/>
            </a:xfrm>
            <a:prstGeom prst="line">
              <a:avLst/>
            </a:prstGeom>
            <a:ln w="9525" cap="flat" cmpd="sng">
              <a:solidFill>
                <a:srgbClr val="000000"/>
              </a:solidFill>
              <a:prstDash val="solid"/>
              <a:headEnd type="none" w="sm" len="med"/>
              <a:tailEnd type="triangle" w="sm" len="med"/>
            </a:ln>
          </p:spPr>
        </p:sp>
        <p:sp>
          <p:nvSpPr>
            <p:cNvPr id="94261" name="Oval 51"/>
            <p:cNvSpPr/>
            <p:nvPr/>
          </p:nvSpPr>
          <p:spPr>
            <a:xfrm>
              <a:off x="7967" y="1305"/>
              <a:ext cx="522" cy="528"/>
            </a:xfrm>
            <a:prstGeom prst="ellipse">
              <a:avLst/>
            </a:prstGeom>
            <a:noFill/>
            <a:ln w="9525" cap="flat" cmpd="sng">
              <a:solidFill>
                <a:srgbClr val="000000"/>
              </a:solidFill>
              <a:prstDash val="solid"/>
              <a:headEnd type="none" w="med" len="med"/>
              <a:tailEnd type="none" w="med" len="med"/>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eaLnBrk="1" hangingPunct="1">
                <a:spcBef>
                  <a:spcPct val="0"/>
                </a:spcBef>
                <a:buClrTx/>
                <a:buSzTx/>
                <a:buFontTx/>
                <a:buNone/>
              </a:pPr>
              <a:endParaRPr lang="zh-CN" altLang="en-US" sz="1600" b="1" dirty="0">
                <a:latin typeface="Comic Sans MS" panose="030F0702030302020204" pitchFamily="66" charset="0"/>
              </a:endParaRPr>
            </a:p>
          </p:txBody>
        </p:sp>
        <p:sp>
          <p:nvSpPr>
            <p:cNvPr id="94262" name="Line 52"/>
            <p:cNvSpPr/>
            <p:nvPr/>
          </p:nvSpPr>
          <p:spPr>
            <a:xfrm>
              <a:off x="7197" y="3108"/>
              <a:ext cx="898" cy="0"/>
            </a:xfrm>
            <a:prstGeom prst="line">
              <a:avLst/>
            </a:prstGeom>
            <a:ln w="9525" cap="flat" cmpd="sng">
              <a:solidFill>
                <a:srgbClr val="000000"/>
              </a:solidFill>
              <a:prstDash val="solid"/>
              <a:headEnd type="none" w="sm" len="med"/>
              <a:tailEnd type="triangle" w="sm" len="med"/>
            </a:ln>
          </p:spPr>
        </p:sp>
        <p:sp>
          <p:nvSpPr>
            <p:cNvPr id="94263" name="Line 53"/>
            <p:cNvSpPr/>
            <p:nvPr/>
          </p:nvSpPr>
          <p:spPr>
            <a:xfrm flipV="1">
              <a:off x="6259" y="3108"/>
              <a:ext cx="428" cy="0"/>
            </a:xfrm>
            <a:prstGeom prst="line">
              <a:avLst/>
            </a:prstGeom>
            <a:ln w="9525" cap="flat" cmpd="sng">
              <a:solidFill>
                <a:srgbClr val="000000"/>
              </a:solidFill>
              <a:prstDash val="solid"/>
              <a:headEnd type="none" w="sm" len="med"/>
              <a:tailEnd type="triangle" w="sm" len="med"/>
            </a:ln>
          </p:spPr>
        </p:sp>
        <p:sp>
          <p:nvSpPr>
            <p:cNvPr id="94264" name="Line 54"/>
            <p:cNvSpPr/>
            <p:nvPr/>
          </p:nvSpPr>
          <p:spPr>
            <a:xfrm>
              <a:off x="8618" y="3108"/>
              <a:ext cx="587" cy="0"/>
            </a:xfrm>
            <a:prstGeom prst="line">
              <a:avLst/>
            </a:prstGeom>
            <a:ln w="9525" cap="flat" cmpd="sng">
              <a:solidFill>
                <a:srgbClr val="000000"/>
              </a:solidFill>
              <a:prstDash val="solid"/>
              <a:headEnd type="none" w="sm" len="med"/>
              <a:tailEnd type="triangle" w="sm" len="med"/>
            </a:ln>
          </p:spPr>
        </p:sp>
        <p:sp>
          <p:nvSpPr>
            <p:cNvPr id="94265" name="Oval 55"/>
            <p:cNvSpPr/>
            <p:nvPr/>
          </p:nvSpPr>
          <p:spPr>
            <a:xfrm>
              <a:off x="8090" y="2871"/>
              <a:ext cx="522" cy="528"/>
            </a:xfrm>
            <a:prstGeom prst="ellipse">
              <a:avLst/>
            </a:prstGeom>
            <a:noFill/>
            <a:ln w="9525" cap="flat" cmpd="sng">
              <a:solidFill>
                <a:srgbClr val="000000"/>
              </a:solidFill>
              <a:prstDash val="solid"/>
              <a:headEnd type="none" w="med" len="med"/>
              <a:tailEnd type="none" w="med" len="med"/>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eaLnBrk="1" hangingPunct="1">
                <a:spcBef>
                  <a:spcPct val="0"/>
                </a:spcBef>
                <a:buClrTx/>
                <a:buSzTx/>
                <a:buFontTx/>
                <a:buNone/>
              </a:pPr>
              <a:endParaRPr lang="zh-CN" altLang="en-US" sz="1600" b="1" dirty="0">
                <a:latin typeface="Comic Sans MS" panose="030F0702030302020204" pitchFamily="66" charset="0"/>
              </a:endParaRPr>
            </a:p>
          </p:txBody>
        </p:sp>
        <p:sp>
          <p:nvSpPr>
            <p:cNvPr id="94266" name="Oval 56"/>
            <p:cNvSpPr/>
            <p:nvPr/>
          </p:nvSpPr>
          <p:spPr>
            <a:xfrm>
              <a:off x="6677" y="2843"/>
              <a:ext cx="521" cy="528"/>
            </a:xfrm>
            <a:prstGeom prst="ellipse">
              <a:avLst/>
            </a:prstGeom>
            <a:noFill/>
            <a:ln w="9525" cap="flat" cmpd="sng">
              <a:solidFill>
                <a:srgbClr val="000000"/>
              </a:solidFill>
              <a:prstDash val="solid"/>
              <a:headEnd type="none" w="med" len="med"/>
              <a:tailEnd type="none" w="med" len="med"/>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eaLnBrk="1" hangingPunct="1">
                <a:spcBef>
                  <a:spcPct val="0"/>
                </a:spcBef>
                <a:buClrTx/>
                <a:buSzTx/>
                <a:buFontTx/>
                <a:buNone/>
              </a:pPr>
              <a:endParaRPr lang="zh-CN" altLang="en-US" sz="1600" b="1" dirty="0">
                <a:latin typeface="Comic Sans MS" panose="030F0702030302020204" pitchFamily="66" charset="0"/>
              </a:endParaRPr>
            </a:p>
          </p:txBody>
        </p:sp>
        <p:sp>
          <p:nvSpPr>
            <p:cNvPr id="94267" name="Arc 57"/>
            <p:cNvSpPr/>
            <p:nvPr/>
          </p:nvSpPr>
          <p:spPr>
            <a:xfrm flipH="1">
              <a:off x="8192" y="2270"/>
              <a:ext cx="182" cy="185"/>
            </a:xfrm>
            <a:custGeom>
              <a:avLst/>
              <a:gdLst/>
              <a:ahLst/>
              <a:cxnLst>
                <a:cxn ang="0">
                  <a:pos x="0" y="0"/>
                </a:cxn>
                <a:cxn ang="0">
                  <a:pos x="0" y="0"/>
                </a:cxn>
                <a:cxn ang="0">
                  <a:pos x="0" y="0"/>
                </a:cxn>
              </a:cxnLst>
              <a:pathLst>
                <a:path w="21600" h="21600" fill="none">
                  <a:moveTo>
                    <a:pt x="-1" y="0"/>
                  </a:moveTo>
                  <a:cubicBezTo>
                    <a:pt x="11929" y="0"/>
                    <a:pt x="21600" y="9670"/>
                    <a:pt x="21600" y="21600"/>
                  </a:cubicBezTo>
                </a:path>
                <a:path w="21600" h="21600" stroke="0">
                  <a:moveTo>
                    <a:pt x="-1" y="0"/>
                  </a:moveTo>
                  <a:cubicBezTo>
                    <a:pt x="11929" y="0"/>
                    <a:pt x="21600" y="9670"/>
                    <a:pt x="21600" y="21600"/>
                  </a:cubicBezTo>
                  <a:lnTo>
                    <a:pt x="0" y="21600"/>
                  </a:lnTo>
                  <a:lnTo>
                    <a:pt x="-1" y="0"/>
                  </a:lnTo>
                  <a:close/>
                </a:path>
              </a:pathLst>
            </a:custGeom>
            <a:noFill/>
            <a:ln w="9525" cap="flat" cmpd="sng">
              <a:solidFill>
                <a:srgbClr val="000000">
                  <a:alpha val="100000"/>
                </a:srgbClr>
              </a:solidFill>
              <a:prstDash val="solid"/>
              <a:round/>
              <a:headEnd type="triangle" w="sm" len="med"/>
              <a:tailEnd type="none" w="sm" len="med"/>
            </a:ln>
          </p:spPr>
          <p:txBody>
            <a:bodyPr/>
            <a:p>
              <a:endParaRPr lang="zh-CN" altLang="en-US"/>
            </a:p>
          </p:txBody>
        </p:sp>
        <p:sp>
          <p:nvSpPr>
            <p:cNvPr id="94268" name="Line 58"/>
            <p:cNvSpPr/>
            <p:nvPr/>
          </p:nvSpPr>
          <p:spPr>
            <a:xfrm flipV="1">
              <a:off x="6217" y="1557"/>
              <a:ext cx="429" cy="0"/>
            </a:xfrm>
            <a:prstGeom prst="line">
              <a:avLst/>
            </a:prstGeom>
            <a:ln w="9525" cap="flat" cmpd="sng">
              <a:solidFill>
                <a:srgbClr val="000000"/>
              </a:solidFill>
              <a:prstDash val="solid"/>
              <a:headEnd type="none" w="sm" len="med"/>
              <a:tailEnd type="triangle" w="sm" len="med"/>
            </a:ln>
          </p:spPr>
        </p:sp>
        <p:sp>
          <p:nvSpPr>
            <p:cNvPr id="94269" name="Line 59"/>
            <p:cNvSpPr/>
            <p:nvPr/>
          </p:nvSpPr>
          <p:spPr>
            <a:xfrm>
              <a:off x="6909" y="1836"/>
              <a:ext cx="0" cy="1000"/>
            </a:xfrm>
            <a:prstGeom prst="line">
              <a:avLst/>
            </a:prstGeom>
            <a:ln w="9525" cap="flat" cmpd="sng">
              <a:solidFill>
                <a:srgbClr val="000000"/>
              </a:solidFill>
              <a:prstDash val="solid"/>
              <a:headEnd type="none" w="sm" len="med"/>
              <a:tailEnd type="triangle" w="sm" len="med"/>
            </a:ln>
          </p:spPr>
        </p:sp>
        <p:sp>
          <p:nvSpPr>
            <p:cNvPr id="94270" name="Oval 60"/>
            <p:cNvSpPr/>
            <p:nvPr/>
          </p:nvSpPr>
          <p:spPr>
            <a:xfrm>
              <a:off x="6643" y="1305"/>
              <a:ext cx="521" cy="528"/>
            </a:xfrm>
            <a:prstGeom prst="ellipse">
              <a:avLst/>
            </a:prstGeom>
            <a:noFill/>
            <a:ln w="9525" cap="flat" cmpd="sng">
              <a:solidFill>
                <a:srgbClr val="000000"/>
              </a:solidFill>
              <a:prstDash val="solid"/>
              <a:headEnd type="none" w="med" len="med"/>
              <a:tailEnd type="none" w="med" len="med"/>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eaLnBrk="1" hangingPunct="1">
                <a:spcBef>
                  <a:spcPct val="0"/>
                </a:spcBef>
                <a:buClrTx/>
                <a:buSzTx/>
                <a:buFontTx/>
                <a:buNone/>
              </a:pPr>
              <a:endParaRPr lang="zh-CN" altLang="en-US" sz="1600" b="1" dirty="0">
                <a:latin typeface="Comic Sans MS" panose="030F0702030302020204" pitchFamily="66" charset="0"/>
              </a:endParaRPr>
            </a:p>
          </p:txBody>
        </p:sp>
        <p:sp>
          <p:nvSpPr>
            <p:cNvPr id="94271" name="Line 61"/>
            <p:cNvSpPr/>
            <p:nvPr/>
          </p:nvSpPr>
          <p:spPr>
            <a:xfrm flipH="1">
              <a:off x="6185" y="1731"/>
              <a:ext cx="510" cy="112"/>
            </a:xfrm>
            <a:prstGeom prst="line">
              <a:avLst/>
            </a:prstGeom>
            <a:ln w="9525" cap="flat" cmpd="sng">
              <a:solidFill>
                <a:srgbClr val="000000"/>
              </a:solidFill>
              <a:prstDash val="solid"/>
              <a:headEnd type="none" w="sm" len="med"/>
              <a:tailEnd type="triangle" w="sm" len="med"/>
            </a:ln>
          </p:spPr>
        </p:sp>
      </p:grpSp>
      <p:grpSp>
        <p:nvGrpSpPr>
          <p:cNvPr id="94219" name="Group 63"/>
          <p:cNvGrpSpPr/>
          <p:nvPr/>
        </p:nvGrpSpPr>
        <p:grpSpPr>
          <a:xfrm>
            <a:off x="6230938" y="4024313"/>
            <a:ext cx="936625" cy="269875"/>
            <a:chOff x="5980" y="8610"/>
            <a:chExt cx="1306" cy="360"/>
          </a:xfrm>
        </p:grpSpPr>
        <p:sp>
          <p:nvSpPr>
            <p:cNvPr id="94252" name="Line 64"/>
            <p:cNvSpPr/>
            <p:nvPr/>
          </p:nvSpPr>
          <p:spPr>
            <a:xfrm>
              <a:off x="5980" y="8610"/>
              <a:ext cx="1290" cy="0"/>
            </a:xfrm>
            <a:prstGeom prst="line">
              <a:avLst/>
            </a:prstGeom>
            <a:ln w="9525" cap="flat" cmpd="sng">
              <a:solidFill>
                <a:srgbClr val="000000"/>
              </a:solidFill>
              <a:prstDash val="solid"/>
              <a:headEnd type="none" w="sm" len="med"/>
              <a:tailEnd type="none" w="sm" len="med"/>
            </a:ln>
          </p:spPr>
        </p:sp>
        <p:sp>
          <p:nvSpPr>
            <p:cNvPr id="94253" name="Line 65"/>
            <p:cNvSpPr/>
            <p:nvPr/>
          </p:nvSpPr>
          <p:spPr>
            <a:xfrm>
              <a:off x="5996" y="8970"/>
              <a:ext cx="1290" cy="0"/>
            </a:xfrm>
            <a:prstGeom prst="line">
              <a:avLst/>
            </a:prstGeom>
            <a:ln w="9525" cap="flat" cmpd="sng">
              <a:solidFill>
                <a:srgbClr val="000000"/>
              </a:solidFill>
              <a:prstDash val="solid"/>
              <a:headEnd type="none" w="sm" len="med"/>
              <a:tailEnd type="none" w="sm" len="med"/>
            </a:ln>
          </p:spPr>
        </p:sp>
      </p:grpSp>
      <p:sp>
        <p:nvSpPr>
          <p:cNvPr id="94220" name="Rectangle 66"/>
          <p:cNvSpPr/>
          <p:nvPr/>
        </p:nvSpPr>
        <p:spPr>
          <a:xfrm>
            <a:off x="5867400" y="3981450"/>
            <a:ext cx="1735138" cy="501650"/>
          </a:xfrm>
          <a:prstGeom prst="rect">
            <a:avLst/>
          </a:prstGeom>
          <a:noFill/>
          <a:ln w="9525">
            <a:noFill/>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algn="ctr" eaLnBrk="1" hangingPunct="1">
              <a:spcBef>
                <a:spcPct val="0"/>
              </a:spcBef>
              <a:buClrTx/>
              <a:buSzTx/>
              <a:buFontTx/>
              <a:buNone/>
            </a:pPr>
            <a:r>
              <a:rPr lang="zh-CN" altLang="en-US" sz="1800" dirty="0">
                <a:latin typeface="黑体" panose="02010609060101010101" pitchFamily="49" charset="-122"/>
                <a:ea typeface="黑体" panose="02010609060101010101" pitchFamily="49" charset="-122"/>
              </a:rPr>
              <a:t>试题得分清单</a:t>
            </a:r>
            <a:endParaRPr lang="zh-CN" altLang="en-US" sz="1800" b="1" dirty="0">
              <a:latin typeface="黑体" panose="02010609060101010101" pitchFamily="49" charset="-122"/>
              <a:ea typeface="黑体" panose="02010609060101010101" pitchFamily="49" charset="-122"/>
            </a:endParaRPr>
          </a:p>
        </p:txBody>
      </p:sp>
      <p:grpSp>
        <p:nvGrpSpPr>
          <p:cNvPr id="94221" name="Group 68"/>
          <p:cNvGrpSpPr/>
          <p:nvPr/>
        </p:nvGrpSpPr>
        <p:grpSpPr>
          <a:xfrm>
            <a:off x="6707188" y="4370388"/>
            <a:ext cx="774700" cy="269875"/>
            <a:chOff x="5980" y="8610"/>
            <a:chExt cx="1306" cy="360"/>
          </a:xfrm>
        </p:grpSpPr>
        <p:sp>
          <p:nvSpPr>
            <p:cNvPr id="94250" name="Line 69"/>
            <p:cNvSpPr/>
            <p:nvPr/>
          </p:nvSpPr>
          <p:spPr>
            <a:xfrm>
              <a:off x="5980" y="8610"/>
              <a:ext cx="1290" cy="0"/>
            </a:xfrm>
            <a:prstGeom prst="line">
              <a:avLst/>
            </a:prstGeom>
            <a:ln w="9525" cap="flat" cmpd="sng">
              <a:solidFill>
                <a:srgbClr val="000000"/>
              </a:solidFill>
              <a:prstDash val="solid"/>
              <a:headEnd type="none" w="sm" len="med"/>
              <a:tailEnd type="none" w="sm" len="med"/>
            </a:ln>
          </p:spPr>
        </p:sp>
        <p:sp>
          <p:nvSpPr>
            <p:cNvPr id="94251" name="Line 70"/>
            <p:cNvSpPr/>
            <p:nvPr/>
          </p:nvSpPr>
          <p:spPr>
            <a:xfrm>
              <a:off x="5996" y="8970"/>
              <a:ext cx="1290" cy="0"/>
            </a:xfrm>
            <a:prstGeom prst="line">
              <a:avLst/>
            </a:prstGeom>
            <a:ln w="9525" cap="flat" cmpd="sng">
              <a:solidFill>
                <a:srgbClr val="000000"/>
              </a:solidFill>
              <a:prstDash val="solid"/>
              <a:headEnd type="none" w="sm" len="med"/>
              <a:tailEnd type="none" w="sm" len="med"/>
            </a:ln>
          </p:spPr>
        </p:sp>
      </p:grpSp>
      <p:sp>
        <p:nvSpPr>
          <p:cNvPr id="94222" name="Rectangle 71"/>
          <p:cNvSpPr/>
          <p:nvPr/>
        </p:nvSpPr>
        <p:spPr>
          <a:xfrm>
            <a:off x="6440488" y="4284663"/>
            <a:ext cx="1303337" cy="134937"/>
          </a:xfrm>
          <a:prstGeom prst="rect">
            <a:avLst/>
          </a:prstGeom>
          <a:noFill/>
          <a:ln w="9525">
            <a:noFill/>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algn="ctr" eaLnBrk="1" hangingPunct="1">
              <a:spcBef>
                <a:spcPct val="0"/>
              </a:spcBef>
              <a:buClrTx/>
              <a:buSzTx/>
              <a:buFontTx/>
              <a:buNone/>
            </a:pPr>
            <a:r>
              <a:rPr lang="zh-CN" altLang="en-US" sz="1800" dirty="0">
                <a:latin typeface="黑体" panose="02010609060101010101" pitchFamily="49" charset="-122"/>
                <a:ea typeface="黑体" panose="02010609060101010101" pitchFamily="49" charset="-122"/>
              </a:rPr>
              <a:t>考生名册</a:t>
            </a:r>
            <a:endParaRPr lang="zh-CN" altLang="en-US" sz="1800" b="1" dirty="0">
              <a:latin typeface="黑体" panose="02010609060101010101" pitchFamily="49" charset="-122"/>
              <a:ea typeface="黑体" panose="02010609060101010101" pitchFamily="49" charset="-122"/>
            </a:endParaRPr>
          </a:p>
        </p:txBody>
      </p:sp>
      <p:sp>
        <p:nvSpPr>
          <p:cNvPr id="94223" name="Rectangle 73"/>
          <p:cNvSpPr/>
          <p:nvPr/>
        </p:nvSpPr>
        <p:spPr>
          <a:xfrm>
            <a:off x="2100263" y="6438900"/>
            <a:ext cx="3233737" cy="571500"/>
          </a:xfrm>
          <a:prstGeom prst="rect">
            <a:avLst/>
          </a:prstGeom>
          <a:noFill/>
          <a:ln w="9525">
            <a:noFill/>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algn="just" eaLnBrk="1" hangingPunct="1">
              <a:spcBef>
                <a:spcPct val="0"/>
              </a:spcBef>
              <a:buClrTx/>
              <a:buSzTx/>
              <a:buFontTx/>
              <a:buNone/>
            </a:pPr>
            <a:r>
              <a:rPr lang="en-US" altLang="zh-CN" sz="1800" b="1" dirty="0">
                <a:solidFill>
                  <a:srgbClr val="FF0000"/>
                </a:solidFill>
                <a:latin typeface="黑体" panose="02010609060101010101" pitchFamily="49" charset="-122"/>
                <a:ea typeface="黑体" panose="02010609060101010101" pitchFamily="49" charset="-122"/>
              </a:rPr>
              <a:t>(c)  </a:t>
            </a:r>
            <a:r>
              <a:rPr lang="zh-CN" altLang="en-US" sz="1800" b="1" dirty="0">
                <a:solidFill>
                  <a:srgbClr val="FF0000"/>
                </a:solidFill>
                <a:latin typeface="黑体" panose="02010609060101010101" pitchFamily="49" charset="-122"/>
                <a:ea typeface="黑体" panose="02010609060101010101" pitchFamily="49" charset="-122"/>
              </a:rPr>
              <a:t>含局部文件的父图</a:t>
            </a:r>
            <a:endParaRPr lang="zh-CN" altLang="en-US" sz="1800" b="1" dirty="0">
              <a:solidFill>
                <a:srgbClr val="FF0000"/>
              </a:solidFill>
              <a:latin typeface="黑体" panose="02010609060101010101" pitchFamily="49" charset="-122"/>
              <a:ea typeface="黑体" panose="02010609060101010101" pitchFamily="49" charset="-122"/>
            </a:endParaRPr>
          </a:p>
        </p:txBody>
      </p:sp>
      <p:grpSp>
        <p:nvGrpSpPr>
          <p:cNvPr id="94224" name="Group 75"/>
          <p:cNvGrpSpPr/>
          <p:nvPr/>
        </p:nvGrpSpPr>
        <p:grpSpPr>
          <a:xfrm>
            <a:off x="2451100" y="5178425"/>
            <a:ext cx="1735138" cy="554038"/>
            <a:chOff x="3179" y="1710"/>
            <a:chExt cx="1756" cy="480"/>
          </a:xfrm>
        </p:grpSpPr>
        <p:sp>
          <p:nvSpPr>
            <p:cNvPr id="94248" name="Rectangle 76"/>
            <p:cNvSpPr/>
            <p:nvPr/>
          </p:nvSpPr>
          <p:spPr>
            <a:xfrm>
              <a:off x="4395" y="1725"/>
              <a:ext cx="540" cy="465"/>
            </a:xfrm>
            <a:prstGeom prst="rect">
              <a:avLst/>
            </a:prstGeom>
            <a:noFill/>
            <a:ln w="9525">
              <a:noFill/>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algn="just" eaLnBrk="1" hangingPunct="1">
                <a:spcBef>
                  <a:spcPct val="0"/>
                </a:spcBef>
                <a:buClrTx/>
                <a:buSzTx/>
                <a:buFontTx/>
                <a:buNone/>
              </a:pPr>
              <a:r>
                <a:rPr lang="en-US" altLang="zh-CN" sz="1800" dirty="0">
                  <a:latin typeface="黑体" panose="02010609060101010101" pitchFamily="49" charset="-122"/>
                  <a:ea typeface="黑体" panose="02010609060101010101" pitchFamily="49" charset="-122"/>
                </a:rPr>
                <a:t>2</a:t>
              </a:r>
              <a:endParaRPr lang="en-US" altLang="zh-CN" sz="1800" b="1" dirty="0">
                <a:latin typeface="黑体" panose="02010609060101010101" pitchFamily="49" charset="-122"/>
                <a:ea typeface="黑体" panose="02010609060101010101" pitchFamily="49" charset="-122"/>
              </a:endParaRPr>
            </a:p>
          </p:txBody>
        </p:sp>
        <p:sp>
          <p:nvSpPr>
            <p:cNvPr id="94249" name="Rectangle 77"/>
            <p:cNvSpPr/>
            <p:nvPr/>
          </p:nvSpPr>
          <p:spPr>
            <a:xfrm>
              <a:off x="3179" y="1710"/>
              <a:ext cx="540" cy="465"/>
            </a:xfrm>
            <a:prstGeom prst="rect">
              <a:avLst/>
            </a:prstGeom>
            <a:noFill/>
            <a:ln w="9525">
              <a:noFill/>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algn="just" eaLnBrk="1" hangingPunct="1">
                <a:spcBef>
                  <a:spcPct val="0"/>
                </a:spcBef>
                <a:buClrTx/>
                <a:buSzTx/>
                <a:buFontTx/>
                <a:buNone/>
              </a:pPr>
              <a:r>
                <a:rPr lang="en-US" altLang="zh-CN" sz="1800" dirty="0">
                  <a:latin typeface="黑体" panose="02010609060101010101" pitchFamily="49" charset="-122"/>
                  <a:ea typeface="黑体" panose="02010609060101010101" pitchFamily="49" charset="-122"/>
                </a:rPr>
                <a:t>1</a:t>
              </a:r>
              <a:endParaRPr lang="en-US" altLang="zh-CN" sz="1800" b="1" dirty="0">
                <a:latin typeface="黑体" panose="02010609060101010101" pitchFamily="49" charset="-122"/>
                <a:ea typeface="黑体" panose="02010609060101010101" pitchFamily="49" charset="-122"/>
              </a:endParaRPr>
            </a:p>
          </p:txBody>
        </p:sp>
      </p:grpSp>
      <p:grpSp>
        <p:nvGrpSpPr>
          <p:cNvPr id="94225" name="Group 80"/>
          <p:cNvGrpSpPr/>
          <p:nvPr/>
        </p:nvGrpSpPr>
        <p:grpSpPr>
          <a:xfrm>
            <a:off x="3589338" y="4611688"/>
            <a:ext cx="1277937" cy="269875"/>
            <a:chOff x="5980" y="8610"/>
            <a:chExt cx="1306" cy="360"/>
          </a:xfrm>
        </p:grpSpPr>
        <p:sp>
          <p:nvSpPr>
            <p:cNvPr id="94246" name="Line 81"/>
            <p:cNvSpPr/>
            <p:nvPr/>
          </p:nvSpPr>
          <p:spPr>
            <a:xfrm>
              <a:off x="5980" y="8610"/>
              <a:ext cx="1290" cy="0"/>
            </a:xfrm>
            <a:prstGeom prst="line">
              <a:avLst/>
            </a:prstGeom>
            <a:ln w="9525" cap="flat" cmpd="sng">
              <a:solidFill>
                <a:srgbClr val="000000"/>
              </a:solidFill>
              <a:prstDash val="solid"/>
              <a:headEnd type="none" w="sm" len="med"/>
              <a:tailEnd type="none" w="sm" len="med"/>
            </a:ln>
          </p:spPr>
        </p:sp>
        <p:sp>
          <p:nvSpPr>
            <p:cNvPr id="94247" name="Line 82"/>
            <p:cNvSpPr/>
            <p:nvPr/>
          </p:nvSpPr>
          <p:spPr>
            <a:xfrm>
              <a:off x="5996" y="8970"/>
              <a:ext cx="1290" cy="0"/>
            </a:xfrm>
            <a:prstGeom prst="line">
              <a:avLst/>
            </a:prstGeom>
            <a:ln w="9525" cap="flat" cmpd="sng">
              <a:solidFill>
                <a:srgbClr val="000000"/>
              </a:solidFill>
              <a:prstDash val="solid"/>
              <a:headEnd type="none" w="sm" len="med"/>
              <a:tailEnd type="none" w="sm" len="med"/>
            </a:ln>
          </p:spPr>
        </p:sp>
      </p:grpSp>
      <p:sp>
        <p:nvSpPr>
          <p:cNvPr id="94226" name="Rectangle 83"/>
          <p:cNvSpPr/>
          <p:nvPr/>
        </p:nvSpPr>
        <p:spPr>
          <a:xfrm>
            <a:off x="3324225" y="4559300"/>
            <a:ext cx="1781175" cy="501650"/>
          </a:xfrm>
          <a:prstGeom prst="rect">
            <a:avLst/>
          </a:prstGeom>
          <a:noFill/>
          <a:ln w="9525">
            <a:noFill/>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algn="ctr" eaLnBrk="1" hangingPunct="1">
              <a:spcBef>
                <a:spcPct val="0"/>
              </a:spcBef>
              <a:buClrTx/>
              <a:buSzTx/>
              <a:buFontTx/>
              <a:buNone/>
            </a:pPr>
            <a:r>
              <a:rPr lang="zh-CN" altLang="en-US" sz="1800" dirty="0">
                <a:latin typeface="黑体" panose="02010609060101010101" pitchFamily="49" charset="-122"/>
                <a:ea typeface="黑体" panose="02010609060101010101" pitchFamily="49" charset="-122"/>
              </a:rPr>
              <a:t>试题得分清单</a:t>
            </a:r>
            <a:endParaRPr lang="zh-CN" altLang="en-US" sz="1800" b="1" dirty="0">
              <a:latin typeface="黑体" panose="02010609060101010101" pitchFamily="49" charset="-122"/>
              <a:ea typeface="黑体" panose="02010609060101010101" pitchFamily="49" charset="-122"/>
            </a:endParaRPr>
          </a:p>
        </p:txBody>
      </p:sp>
      <p:grpSp>
        <p:nvGrpSpPr>
          <p:cNvPr id="94227" name="Group 85"/>
          <p:cNvGrpSpPr/>
          <p:nvPr/>
        </p:nvGrpSpPr>
        <p:grpSpPr>
          <a:xfrm>
            <a:off x="2852738" y="5756275"/>
            <a:ext cx="774700" cy="269875"/>
            <a:chOff x="5980" y="8610"/>
            <a:chExt cx="1306" cy="360"/>
          </a:xfrm>
        </p:grpSpPr>
        <p:sp>
          <p:nvSpPr>
            <p:cNvPr id="94244" name="Line 86"/>
            <p:cNvSpPr/>
            <p:nvPr/>
          </p:nvSpPr>
          <p:spPr>
            <a:xfrm>
              <a:off x="5980" y="8610"/>
              <a:ext cx="1290" cy="0"/>
            </a:xfrm>
            <a:prstGeom prst="line">
              <a:avLst/>
            </a:prstGeom>
            <a:ln w="9525" cap="flat" cmpd="sng">
              <a:solidFill>
                <a:srgbClr val="000000"/>
              </a:solidFill>
              <a:prstDash val="solid"/>
              <a:headEnd type="none" w="sm" len="med"/>
              <a:tailEnd type="none" w="sm" len="med"/>
            </a:ln>
          </p:spPr>
        </p:sp>
        <p:sp>
          <p:nvSpPr>
            <p:cNvPr id="94245" name="Line 87"/>
            <p:cNvSpPr/>
            <p:nvPr/>
          </p:nvSpPr>
          <p:spPr>
            <a:xfrm>
              <a:off x="5996" y="8970"/>
              <a:ext cx="1290" cy="0"/>
            </a:xfrm>
            <a:prstGeom prst="line">
              <a:avLst/>
            </a:prstGeom>
            <a:ln w="9525" cap="flat" cmpd="sng">
              <a:solidFill>
                <a:srgbClr val="000000"/>
              </a:solidFill>
              <a:prstDash val="solid"/>
              <a:headEnd type="none" w="sm" len="med"/>
              <a:tailEnd type="none" w="sm" len="med"/>
            </a:ln>
          </p:spPr>
        </p:sp>
      </p:grpSp>
      <p:sp>
        <p:nvSpPr>
          <p:cNvPr id="94228" name="Rectangle 88"/>
          <p:cNvSpPr/>
          <p:nvPr/>
        </p:nvSpPr>
        <p:spPr>
          <a:xfrm>
            <a:off x="2586038" y="5702300"/>
            <a:ext cx="1304925" cy="503238"/>
          </a:xfrm>
          <a:prstGeom prst="rect">
            <a:avLst/>
          </a:prstGeom>
          <a:noFill/>
          <a:ln w="9525">
            <a:noFill/>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algn="ctr" eaLnBrk="1" hangingPunct="1">
              <a:spcBef>
                <a:spcPct val="0"/>
              </a:spcBef>
              <a:buClrTx/>
              <a:buSzTx/>
              <a:buFontTx/>
              <a:buNone/>
            </a:pPr>
            <a:r>
              <a:rPr lang="zh-CN" altLang="en-US" sz="1800" dirty="0">
                <a:latin typeface="黑体" panose="02010609060101010101" pitchFamily="49" charset="-122"/>
                <a:ea typeface="黑体" panose="02010609060101010101" pitchFamily="49" charset="-122"/>
              </a:rPr>
              <a:t>考生名册</a:t>
            </a:r>
            <a:endParaRPr lang="zh-CN" altLang="en-US" sz="1800" b="1" dirty="0">
              <a:latin typeface="黑体" panose="02010609060101010101" pitchFamily="49" charset="-122"/>
              <a:ea typeface="黑体" panose="02010609060101010101" pitchFamily="49" charset="-122"/>
            </a:endParaRPr>
          </a:p>
        </p:txBody>
      </p:sp>
      <p:grpSp>
        <p:nvGrpSpPr>
          <p:cNvPr id="94229" name="Group 89"/>
          <p:cNvGrpSpPr/>
          <p:nvPr/>
        </p:nvGrpSpPr>
        <p:grpSpPr>
          <a:xfrm>
            <a:off x="1552575" y="4872038"/>
            <a:ext cx="3395663" cy="1604962"/>
            <a:chOff x="2328" y="3396"/>
            <a:chExt cx="3438" cy="1389"/>
          </a:xfrm>
        </p:grpSpPr>
        <p:sp>
          <p:nvSpPr>
            <p:cNvPr id="94230" name="Arc 90"/>
            <p:cNvSpPr/>
            <p:nvPr/>
          </p:nvSpPr>
          <p:spPr>
            <a:xfrm flipH="1">
              <a:off x="4107" y="3894"/>
              <a:ext cx="268" cy="274"/>
            </a:xfrm>
            <a:custGeom>
              <a:avLst/>
              <a:gdLst/>
              <a:ahLst/>
              <a:cxnLst>
                <a:cxn ang="0">
                  <a:pos x="0" y="0"/>
                </a:cxn>
                <a:cxn ang="0">
                  <a:pos x="0" y="0"/>
                </a:cxn>
                <a:cxn ang="0">
                  <a:pos x="0" y="0"/>
                </a:cxn>
              </a:cxnLst>
              <a:pathLst>
                <a:path w="21600" h="21600" fill="none">
                  <a:moveTo>
                    <a:pt x="-1" y="0"/>
                  </a:moveTo>
                  <a:cubicBezTo>
                    <a:pt x="11929" y="0"/>
                    <a:pt x="21600" y="9670"/>
                    <a:pt x="21600" y="21600"/>
                  </a:cubicBezTo>
                </a:path>
                <a:path w="21600" h="21600" stroke="0">
                  <a:moveTo>
                    <a:pt x="-1" y="0"/>
                  </a:moveTo>
                  <a:cubicBezTo>
                    <a:pt x="11929" y="0"/>
                    <a:pt x="21600" y="9670"/>
                    <a:pt x="21600" y="21600"/>
                  </a:cubicBezTo>
                  <a:lnTo>
                    <a:pt x="0" y="21600"/>
                  </a:lnTo>
                  <a:lnTo>
                    <a:pt x="-1" y="0"/>
                  </a:lnTo>
                  <a:close/>
                </a:path>
              </a:pathLst>
            </a:custGeom>
            <a:noFill/>
            <a:ln w="9525" cap="flat" cmpd="sng">
              <a:solidFill>
                <a:srgbClr val="000000">
                  <a:alpha val="100000"/>
                </a:srgbClr>
              </a:solidFill>
              <a:prstDash val="solid"/>
              <a:round/>
              <a:headEnd type="triangle" w="sm" len="med"/>
              <a:tailEnd type="none" w="sm" len="med"/>
            </a:ln>
          </p:spPr>
          <p:txBody>
            <a:bodyPr/>
            <a:p>
              <a:endParaRPr lang="zh-CN" altLang="en-US"/>
            </a:p>
          </p:txBody>
        </p:sp>
        <p:sp>
          <p:nvSpPr>
            <p:cNvPr id="94231" name="Oval 91"/>
            <p:cNvSpPr/>
            <p:nvPr/>
          </p:nvSpPr>
          <p:spPr>
            <a:xfrm>
              <a:off x="3164" y="3626"/>
              <a:ext cx="536" cy="548"/>
            </a:xfrm>
            <a:prstGeom prst="ellipse">
              <a:avLst/>
            </a:prstGeom>
            <a:noFill/>
            <a:ln w="9525" cap="flat" cmpd="sng">
              <a:solidFill>
                <a:srgbClr val="000000"/>
              </a:solidFill>
              <a:prstDash val="solid"/>
              <a:headEnd type="none" w="med" len="med"/>
              <a:tailEnd type="none" w="med" len="med"/>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eaLnBrk="1" hangingPunct="1">
                <a:spcBef>
                  <a:spcPct val="0"/>
                </a:spcBef>
                <a:buClrTx/>
                <a:buSzTx/>
                <a:buFontTx/>
                <a:buNone/>
              </a:pPr>
              <a:endParaRPr lang="zh-CN" altLang="en-US" sz="1600" b="1" dirty="0">
                <a:latin typeface="Comic Sans MS" panose="030F0702030302020204" pitchFamily="66" charset="0"/>
              </a:endParaRPr>
            </a:p>
          </p:txBody>
        </p:sp>
        <p:sp>
          <p:nvSpPr>
            <p:cNvPr id="94232" name="Oval 92"/>
            <p:cNvSpPr/>
            <p:nvPr/>
          </p:nvSpPr>
          <p:spPr>
            <a:xfrm>
              <a:off x="4379" y="3626"/>
              <a:ext cx="536" cy="548"/>
            </a:xfrm>
            <a:prstGeom prst="ellipse">
              <a:avLst/>
            </a:prstGeom>
            <a:noFill/>
            <a:ln w="9525" cap="flat" cmpd="sng">
              <a:solidFill>
                <a:srgbClr val="000000"/>
              </a:solidFill>
              <a:prstDash val="solid"/>
              <a:headEnd type="none" w="med" len="med"/>
              <a:tailEnd type="none" w="med" len="med"/>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eaLnBrk="1" hangingPunct="1">
                <a:spcBef>
                  <a:spcPct val="0"/>
                </a:spcBef>
                <a:buClrTx/>
                <a:buSzTx/>
                <a:buFontTx/>
                <a:buNone/>
              </a:pPr>
              <a:endParaRPr lang="zh-CN" altLang="en-US" sz="1600" b="1" dirty="0">
                <a:latin typeface="Comic Sans MS" panose="030F0702030302020204" pitchFamily="66" charset="0"/>
              </a:endParaRPr>
            </a:p>
          </p:txBody>
        </p:sp>
        <p:sp>
          <p:nvSpPr>
            <p:cNvPr id="94233" name="Arc 93"/>
            <p:cNvSpPr/>
            <p:nvPr/>
          </p:nvSpPr>
          <p:spPr>
            <a:xfrm>
              <a:off x="3711" y="3894"/>
              <a:ext cx="267" cy="274"/>
            </a:xfrm>
            <a:custGeom>
              <a:avLst/>
              <a:gdLst/>
              <a:ahLst/>
              <a:cxnLst>
                <a:cxn ang="0">
                  <a:pos x="0" y="0"/>
                </a:cxn>
                <a:cxn ang="0">
                  <a:pos x="0" y="0"/>
                </a:cxn>
                <a:cxn ang="0">
                  <a:pos x="0" y="0"/>
                </a:cxn>
              </a:cxnLst>
              <a:pathLst>
                <a:path w="21600" h="21600" fill="none">
                  <a:moveTo>
                    <a:pt x="-1" y="0"/>
                  </a:moveTo>
                  <a:cubicBezTo>
                    <a:pt x="11929" y="0"/>
                    <a:pt x="21600" y="9670"/>
                    <a:pt x="21600" y="21600"/>
                  </a:cubicBezTo>
                </a:path>
                <a:path w="21600" h="21600" stroke="0">
                  <a:moveTo>
                    <a:pt x="-1" y="0"/>
                  </a:moveTo>
                  <a:cubicBezTo>
                    <a:pt x="11929" y="0"/>
                    <a:pt x="21600" y="9670"/>
                    <a:pt x="21600" y="21600"/>
                  </a:cubicBezTo>
                  <a:lnTo>
                    <a:pt x="0" y="21600"/>
                  </a:lnTo>
                  <a:lnTo>
                    <a:pt x="-1" y="0"/>
                  </a:lnTo>
                  <a:close/>
                </a:path>
              </a:pathLst>
            </a:custGeom>
            <a:noFill/>
            <a:ln w="9525" cap="flat" cmpd="sng">
              <a:solidFill>
                <a:srgbClr val="000000">
                  <a:alpha val="100000"/>
                </a:srgbClr>
              </a:solidFill>
              <a:prstDash val="solid"/>
              <a:round/>
              <a:headEnd type="none" w="sm" len="med"/>
              <a:tailEnd type="triangle" w="sm" len="med"/>
            </a:ln>
          </p:spPr>
          <p:txBody>
            <a:bodyPr/>
            <a:p>
              <a:endParaRPr lang="zh-CN" altLang="en-US"/>
            </a:p>
          </p:txBody>
        </p:sp>
        <p:sp>
          <p:nvSpPr>
            <p:cNvPr id="94234" name="Line 94"/>
            <p:cNvSpPr/>
            <p:nvPr/>
          </p:nvSpPr>
          <p:spPr>
            <a:xfrm>
              <a:off x="3434" y="4176"/>
              <a:ext cx="0" cy="609"/>
            </a:xfrm>
            <a:prstGeom prst="line">
              <a:avLst/>
            </a:prstGeom>
            <a:ln w="9525" cap="flat" cmpd="sng">
              <a:solidFill>
                <a:srgbClr val="000000"/>
              </a:solidFill>
              <a:prstDash val="solid"/>
              <a:headEnd type="none" w="sm" len="med"/>
              <a:tailEnd type="triangle" w="sm" len="med"/>
            </a:ln>
          </p:spPr>
        </p:sp>
        <p:sp>
          <p:nvSpPr>
            <p:cNvPr id="94235" name="Line 95"/>
            <p:cNvSpPr/>
            <p:nvPr/>
          </p:nvSpPr>
          <p:spPr>
            <a:xfrm flipH="1">
              <a:off x="2328" y="3887"/>
              <a:ext cx="836" cy="0"/>
            </a:xfrm>
            <a:prstGeom prst="line">
              <a:avLst/>
            </a:prstGeom>
            <a:ln w="9525" cap="flat" cmpd="sng">
              <a:solidFill>
                <a:srgbClr val="000000"/>
              </a:solidFill>
              <a:prstDash val="solid"/>
              <a:headEnd type="none" w="sm" len="med"/>
              <a:tailEnd type="triangle" w="sm" len="med"/>
            </a:ln>
          </p:spPr>
        </p:sp>
        <p:sp>
          <p:nvSpPr>
            <p:cNvPr id="94236" name="Line 96"/>
            <p:cNvSpPr/>
            <p:nvPr/>
          </p:nvSpPr>
          <p:spPr>
            <a:xfrm>
              <a:off x="4674" y="4162"/>
              <a:ext cx="0" cy="609"/>
            </a:xfrm>
            <a:prstGeom prst="line">
              <a:avLst/>
            </a:prstGeom>
            <a:ln w="9525" cap="flat" cmpd="sng">
              <a:solidFill>
                <a:srgbClr val="000000"/>
              </a:solidFill>
              <a:prstDash val="solid"/>
              <a:headEnd type="triangle" w="sm" len="med"/>
              <a:tailEnd type="none" w="sm" len="med"/>
            </a:ln>
          </p:spPr>
        </p:sp>
        <p:sp>
          <p:nvSpPr>
            <p:cNvPr id="94237" name="Line 97"/>
            <p:cNvSpPr/>
            <p:nvPr/>
          </p:nvSpPr>
          <p:spPr>
            <a:xfrm flipH="1">
              <a:off x="4908" y="3894"/>
              <a:ext cx="836" cy="0"/>
            </a:xfrm>
            <a:prstGeom prst="line">
              <a:avLst/>
            </a:prstGeom>
            <a:ln w="9525" cap="flat" cmpd="sng">
              <a:solidFill>
                <a:srgbClr val="000000"/>
              </a:solidFill>
              <a:prstDash val="solid"/>
              <a:headEnd type="triangle" w="sm" len="med"/>
              <a:tailEnd type="none" w="sm" len="med"/>
            </a:ln>
          </p:spPr>
        </p:sp>
        <p:sp>
          <p:nvSpPr>
            <p:cNvPr id="94238" name="Line 98"/>
            <p:cNvSpPr/>
            <p:nvPr/>
          </p:nvSpPr>
          <p:spPr>
            <a:xfrm flipH="1" flipV="1">
              <a:off x="4802" y="4119"/>
              <a:ext cx="233" cy="586"/>
            </a:xfrm>
            <a:prstGeom prst="line">
              <a:avLst/>
            </a:prstGeom>
            <a:ln w="9525" cap="flat" cmpd="sng">
              <a:solidFill>
                <a:srgbClr val="000000"/>
              </a:solidFill>
              <a:prstDash val="solid"/>
              <a:headEnd type="none" w="sm" len="med"/>
              <a:tailEnd type="triangle" w="sm" len="med"/>
            </a:ln>
          </p:spPr>
        </p:sp>
        <p:sp>
          <p:nvSpPr>
            <p:cNvPr id="94239" name="Line 99"/>
            <p:cNvSpPr/>
            <p:nvPr/>
          </p:nvSpPr>
          <p:spPr>
            <a:xfrm>
              <a:off x="2470" y="3510"/>
              <a:ext cx="779" cy="188"/>
            </a:xfrm>
            <a:prstGeom prst="line">
              <a:avLst/>
            </a:prstGeom>
            <a:ln w="9525" cap="flat" cmpd="sng">
              <a:solidFill>
                <a:srgbClr val="000000"/>
              </a:solidFill>
              <a:prstDash val="solid"/>
              <a:headEnd type="none" w="sm" len="med"/>
              <a:tailEnd type="triangle" w="sm" len="med"/>
            </a:ln>
          </p:spPr>
        </p:sp>
        <p:sp>
          <p:nvSpPr>
            <p:cNvPr id="94240" name="Line 100"/>
            <p:cNvSpPr/>
            <p:nvPr/>
          </p:nvSpPr>
          <p:spPr>
            <a:xfrm flipH="1">
              <a:off x="2456" y="4075"/>
              <a:ext cx="773" cy="319"/>
            </a:xfrm>
            <a:prstGeom prst="line">
              <a:avLst/>
            </a:prstGeom>
            <a:ln w="9525" cap="flat" cmpd="sng">
              <a:solidFill>
                <a:srgbClr val="000000"/>
              </a:solidFill>
              <a:prstDash val="solid"/>
              <a:headEnd type="none" w="sm" len="med"/>
              <a:tailEnd type="triangle" w="sm" len="med"/>
            </a:ln>
          </p:spPr>
        </p:sp>
        <p:sp>
          <p:nvSpPr>
            <p:cNvPr id="94241" name="Line 101"/>
            <p:cNvSpPr/>
            <p:nvPr/>
          </p:nvSpPr>
          <p:spPr>
            <a:xfrm flipV="1">
              <a:off x="4851" y="3604"/>
              <a:ext cx="851" cy="116"/>
            </a:xfrm>
            <a:prstGeom prst="line">
              <a:avLst/>
            </a:prstGeom>
            <a:ln w="9525" cap="flat" cmpd="sng">
              <a:solidFill>
                <a:srgbClr val="000000"/>
              </a:solidFill>
              <a:prstDash val="solid"/>
              <a:headEnd type="none" w="sm" len="med"/>
              <a:tailEnd type="triangle" w="sm" len="med"/>
            </a:ln>
          </p:spPr>
        </p:sp>
        <p:sp>
          <p:nvSpPr>
            <p:cNvPr id="94242" name="Line 102"/>
            <p:cNvSpPr/>
            <p:nvPr/>
          </p:nvSpPr>
          <p:spPr>
            <a:xfrm>
              <a:off x="4873" y="4046"/>
              <a:ext cx="893" cy="268"/>
            </a:xfrm>
            <a:prstGeom prst="line">
              <a:avLst/>
            </a:prstGeom>
            <a:ln w="9525" cap="flat" cmpd="sng">
              <a:solidFill>
                <a:srgbClr val="000000"/>
              </a:solidFill>
              <a:prstDash val="solid"/>
              <a:headEnd type="none" w="sm" len="med"/>
              <a:tailEnd type="triangle" w="sm" len="med"/>
            </a:ln>
          </p:spPr>
        </p:sp>
        <p:sp>
          <p:nvSpPr>
            <p:cNvPr id="94243" name="Arc 103"/>
            <p:cNvSpPr/>
            <p:nvPr/>
          </p:nvSpPr>
          <p:spPr>
            <a:xfrm flipH="1">
              <a:off x="4680" y="3396"/>
              <a:ext cx="358" cy="247"/>
            </a:xfrm>
            <a:custGeom>
              <a:avLst/>
              <a:gdLst/>
              <a:ahLst/>
              <a:cxnLst>
                <a:cxn ang="0">
                  <a:pos x="0" y="0"/>
                </a:cxn>
                <a:cxn ang="0">
                  <a:pos x="0" y="0"/>
                </a:cxn>
                <a:cxn ang="0">
                  <a:pos x="0" y="0"/>
                </a:cxn>
              </a:cxnLst>
              <a:pathLst>
                <a:path w="21600" h="18290" fill="none">
                  <a:moveTo>
                    <a:pt x="11490" y="0"/>
                  </a:moveTo>
                  <a:cubicBezTo>
                    <a:pt x="17781" y="3952"/>
                    <a:pt x="21600" y="10860"/>
                    <a:pt x="21600" y="18290"/>
                  </a:cubicBezTo>
                </a:path>
                <a:path w="21600" h="18290" stroke="0">
                  <a:moveTo>
                    <a:pt x="11490" y="0"/>
                  </a:moveTo>
                  <a:cubicBezTo>
                    <a:pt x="17781" y="3952"/>
                    <a:pt x="21600" y="10860"/>
                    <a:pt x="21600" y="18290"/>
                  </a:cubicBezTo>
                  <a:lnTo>
                    <a:pt x="0" y="18290"/>
                  </a:lnTo>
                  <a:lnTo>
                    <a:pt x="11490" y="0"/>
                  </a:lnTo>
                  <a:close/>
                </a:path>
              </a:pathLst>
            </a:custGeom>
            <a:noFill/>
            <a:ln w="9525" cap="flat" cmpd="sng">
              <a:solidFill>
                <a:srgbClr val="000000">
                  <a:alpha val="100000"/>
                </a:srgbClr>
              </a:solidFill>
              <a:prstDash val="solid"/>
              <a:round/>
              <a:headEnd type="triangle" w="sm" len="med"/>
              <a:tailEnd type="none" w="sm" len="med"/>
            </a:ln>
          </p:spPr>
          <p:txBody>
            <a:bodyPr/>
            <a:p>
              <a:endParaRPr lang="zh-CN" altLang="en-US"/>
            </a:p>
          </p:txBody>
        </p:sp>
      </p:gr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6258" name="Rectangle 2"/>
          <p:cNvSpPr>
            <a:spLocks noGrp="1"/>
          </p:cNvSpPr>
          <p:nvPr>
            <p:ph type="title"/>
          </p:nvPr>
        </p:nvSpPr>
        <p:spPr/>
        <p:txBody>
          <a:bodyPr vert="horz" wrap="square" lIns="0" tIns="45720" rIns="0" bIns="0" anchor="b" anchorCtr="0"/>
          <a:p>
            <a:pPr eaLnBrk="1" hangingPunct="1"/>
            <a:r>
              <a:rPr lang="zh-CN" altLang="en-US" b="1" dirty="0">
                <a:latin typeface="微软雅黑" panose="020B0503020204020204" pitchFamily="34" charset="-122"/>
                <a:ea typeface="微软雅黑" panose="020B0503020204020204" pitchFamily="34" charset="-122"/>
              </a:rPr>
              <a:t>加工的输出数据流不能与该加工的输入数据流同名</a:t>
            </a:r>
            <a:endParaRPr lang="zh-CN" altLang="en-US" b="1" dirty="0">
              <a:latin typeface="微软雅黑" panose="020B0503020204020204" pitchFamily="34" charset="-122"/>
              <a:ea typeface="微软雅黑" panose="020B0503020204020204" pitchFamily="34" charset="-122"/>
            </a:endParaRPr>
          </a:p>
        </p:txBody>
      </p:sp>
      <p:sp>
        <p:nvSpPr>
          <p:cNvPr id="96259" name="Rectangle 3"/>
          <p:cNvSpPr>
            <a:spLocks noGrp="1"/>
          </p:cNvSpPr>
          <p:nvPr>
            <p:ph idx="1"/>
          </p:nvPr>
        </p:nvSpPr>
        <p:spPr>
          <a:xfrm>
            <a:off x="457200" y="2087563"/>
            <a:ext cx="8229600" cy="4389437"/>
          </a:xfrm>
        </p:spPr>
        <p:txBody>
          <a:bodyPr vert="horz" wrap="square" lIns="91440" tIns="45720" rIns="91440" bIns="45720" anchor="t" anchorCtr="0"/>
          <a:p>
            <a:pPr eaLnBrk="1" hangingPunct="1">
              <a:buFont typeface="Wingdings" panose="05000000000000000000" pitchFamily="2" charset="2"/>
              <a:buChar char="p"/>
            </a:pPr>
            <a:r>
              <a:rPr lang="zh-CN" altLang="en-US" dirty="0"/>
              <a:t>同一个加工的输出数据流和输入数据流即使组成成份相同，仍应对它们取不同的名字，以表示它们是不同数据流</a:t>
            </a:r>
            <a:endParaRPr lang="zh-CN" altLang="en-US" dirty="0"/>
          </a:p>
          <a:p>
            <a:pPr lvl="1" eaLnBrk="1" hangingPunct="1">
              <a:buFont typeface="Wingdings 2" panose="05020102010507070707" pitchFamily="18" charset="2"/>
              <a:buChar char=""/>
            </a:pPr>
            <a:r>
              <a:rPr lang="zh-CN" altLang="en-US" sz="2600" dirty="0"/>
              <a:t>例如，</a:t>
            </a:r>
            <a:r>
              <a:rPr lang="zh-CN" altLang="en-US" sz="2600" dirty="0">
                <a:latin typeface="Arial" panose="020B0604020202020204" pitchFamily="34" charset="0"/>
              </a:rPr>
              <a:t>“</a:t>
            </a:r>
            <a:r>
              <a:rPr lang="zh-CN" altLang="en-US" sz="2600" dirty="0"/>
              <a:t>报名单</a:t>
            </a:r>
            <a:r>
              <a:rPr lang="zh-CN" altLang="en-US" sz="2600" dirty="0">
                <a:latin typeface="Arial" panose="020B0604020202020204" pitchFamily="34" charset="0"/>
              </a:rPr>
              <a:t>”</a:t>
            </a:r>
            <a:r>
              <a:rPr lang="zh-CN" altLang="en-US" sz="2600" dirty="0"/>
              <a:t>和</a:t>
            </a:r>
            <a:r>
              <a:rPr lang="zh-CN" altLang="en-US" sz="2600" dirty="0">
                <a:latin typeface="Arial" panose="020B0604020202020204" pitchFamily="34" charset="0"/>
              </a:rPr>
              <a:t>“</a:t>
            </a:r>
            <a:r>
              <a:rPr lang="zh-CN" altLang="en-US" sz="2600" dirty="0"/>
              <a:t>合格报名单</a:t>
            </a:r>
            <a:r>
              <a:rPr lang="zh-CN" altLang="en-US" sz="2600" dirty="0">
                <a:latin typeface="Arial" panose="020B0604020202020204" pitchFamily="34" charset="0"/>
              </a:rPr>
              <a:t>”</a:t>
            </a:r>
            <a:endParaRPr lang="zh-CN" altLang="en-US" sz="2600" dirty="0"/>
          </a:p>
          <a:p>
            <a:pPr eaLnBrk="1" hangingPunct="1">
              <a:buFont typeface="Wingdings" panose="05000000000000000000" pitchFamily="2" charset="2"/>
              <a:buChar char="p"/>
            </a:pPr>
            <a:r>
              <a:rPr lang="zh-CN" altLang="en-US" dirty="0"/>
              <a:t>允许一个加工有二个相同的数据流分别流向二个不同的加工</a:t>
            </a:r>
            <a:endParaRPr lang="zh-CN" altLang="en-US"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8306" name="Rectangle 2"/>
          <p:cNvSpPr>
            <a:spLocks noGrp="1"/>
          </p:cNvSpPr>
          <p:nvPr>
            <p:ph type="title"/>
          </p:nvPr>
        </p:nvSpPr>
        <p:spPr>
          <a:xfrm>
            <a:off x="457200" y="457200"/>
            <a:ext cx="8229600" cy="1143000"/>
          </a:xfrm>
        </p:spPr>
        <p:txBody>
          <a:bodyPr vert="horz" wrap="square" lIns="0" tIns="45720" rIns="0" bIns="0" anchor="b" anchorCtr="0"/>
          <a:p>
            <a:pPr eaLnBrk="1" hangingPunct="1"/>
            <a:r>
              <a:rPr lang="zh-CN" altLang="en-US" b="1" dirty="0">
                <a:latin typeface="微软雅黑" panose="020B0503020204020204" pitchFamily="34" charset="-122"/>
                <a:ea typeface="微软雅黑" panose="020B0503020204020204" pitchFamily="34" charset="-122"/>
              </a:rPr>
              <a:t>分层数据流图的完整性</a:t>
            </a:r>
            <a:endParaRPr lang="zh-CN" altLang="en-US" b="1" dirty="0">
              <a:latin typeface="微软雅黑" panose="020B0503020204020204" pitchFamily="34" charset="-122"/>
              <a:ea typeface="微软雅黑" panose="020B0503020204020204" pitchFamily="34" charset="-122"/>
            </a:endParaRPr>
          </a:p>
        </p:txBody>
      </p:sp>
      <p:sp>
        <p:nvSpPr>
          <p:cNvPr id="98307" name="Rectangle 3"/>
          <p:cNvSpPr>
            <a:spLocks noGrp="1"/>
          </p:cNvSpPr>
          <p:nvPr>
            <p:ph idx="1"/>
          </p:nvPr>
        </p:nvSpPr>
        <p:spPr>
          <a:xfrm>
            <a:off x="457200" y="1935163"/>
            <a:ext cx="8534400" cy="4389437"/>
          </a:xfrm>
        </p:spPr>
        <p:txBody>
          <a:bodyPr vert="horz" wrap="square" lIns="91440" tIns="45720" rIns="91440" bIns="45720" anchor="t" anchorCtr="0"/>
          <a:p>
            <a:pPr eaLnBrk="1" hangingPunct="1">
              <a:buFont typeface="Wingdings" panose="05000000000000000000" pitchFamily="2" charset="2"/>
              <a:buChar char="p"/>
            </a:pPr>
            <a:r>
              <a:rPr lang="zh-CN" altLang="en-US" sz="2800" dirty="0"/>
              <a:t>每个加工至少有一个输入数据流和一个输出数据流</a:t>
            </a:r>
            <a:endParaRPr lang="zh-CN" altLang="en-US" sz="2800" dirty="0"/>
          </a:p>
          <a:p>
            <a:pPr eaLnBrk="1" hangingPunct="1">
              <a:buFont typeface="Wingdings" panose="05000000000000000000" pitchFamily="2" charset="2"/>
              <a:buChar char="p"/>
            </a:pPr>
            <a:r>
              <a:rPr lang="zh-CN" altLang="en-US" sz="2800" dirty="0"/>
              <a:t>在整套分层数据流中，每个文件应至少有一个加工读该文件，有另一个加工写该文件</a:t>
            </a:r>
            <a:endParaRPr lang="zh-CN" altLang="en-US" sz="2800" dirty="0"/>
          </a:p>
          <a:p>
            <a:pPr eaLnBrk="1" hangingPunct="1">
              <a:buFont typeface="Wingdings" panose="05000000000000000000" pitchFamily="2" charset="2"/>
              <a:buChar char="p"/>
            </a:pPr>
            <a:r>
              <a:rPr lang="zh-CN" altLang="en-US" sz="2800" dirty="0"/>
              <a:t>分层数据流图中的每个数据流和文件都必须命名</a:t>
            </a:r>
            <a:r>
              <a:rPr lang="en-US" altLang="zh-CN" sz="2800" dirty="0"/>
              <a:t>(</a:t>
            </a:r>
            <a:r>
              <a:rPr lang="zh-CN" altLang="en-US" sz="2800" dirty="0"/>
              <a:t>除了流入或流出文件的数据流</a:t>
            </a:r>
            <a:r>
              <a:rPr lang="en-US" altLang="zh-CN" sz="2800" dirty="0"/>
              <a:t>)</a:t>
            </a:r>
            <a:r>
              <a:rPr lang="zh-CN" altLang="en-US" sz="2800" dirty="0"/>
              <a:t>，并保持与数据字典的一致 </a:t>
            </a:r>
            <a:endParaRPr lang="zh-CN" altLang="en-US" sz="2800" dirty="0"/>
          </a:p>
          <a:p>
            <a:pPr eaLnBrk="1" hangingPunct="1">
              <a:buFont typeface="Wingdings" panose="05000000000000000000" pitchFamily="2" charset="2"/>
              <a:buChar char="p"/>
            </a:pPr>
            <a:r>
              <a:rPr lang="zh-CN" altLang="en-US" sz="2800" dirty="0"/>
              <a:t>分层</a:t>
            </a:r>
            <a:r>
              <a:rPr lang="en-US" altLang="zh-CN" sz="2800" dirty="0"/>
              <a:t>DFD</a:t>
            </a:r>
            <a:r>
              <a:rPr lang="zh-CN" altLang="en-US" sz="2800" dirty="0"/>
              <a:t>中的每个基本加工</a:t>
            </a:r>
            <a:r>
              <a:rPr lang="en-US" altLang="zh-CN" sz="2800" dirty="0"/>
              <a:t>(</a:t>
            </a:r>
            <a:r>
              <a:rPr lang="zh-CN" altLang="en-US" sz="2800" dirty="0"/>
              <a:t>即不再分解子图的加工</a:t>
            </a:r>
            <a:r>
              <a:rPr lang="en-US" altLang="zh-CN" sz="2800" dirty="0"/>
              <a:t>)</a:t>
            </a:r>
            <a:r>
              <a:rPr lang="zh-CN" altLang="en-US" sz="2800" dirty="0"/>
              <a:t>都应有一个加工规约</a:t>
            </a:r>
            <a:endParaRPr lang="zh-CN" altLang="en-US" sz="28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0354" name="Rectangle 2"/>
          <p:cNvSpPr>
            <a:spLocks noGrp="1"/>
          </p:cNvSpPr>
          <p:nvPr>
            <p:ph type="title"/>
          </p:nvPr>
        </p:nvSpPr>
        <p:spPr>
          <a:xfrm>
            <a:off x="457200" y="457200"/>
            <a:ext cx="8229600" cy="1143000"/>
          </a:xfrm>
        </p:spPr>
        <p:txBody>
          <a:bodyPr vert="horz" wrap="square" lIns="0" tIns="45720" rIns="0" bIns="0" anchor="b" anchorCtr="0"/>
          <a:p>
            <a:pPr eaLnBrk="1" hangingPunct="1"/>
            <a:r>
              <a:rPr lang="zh-CN" altLang="en-US" b="1" dirty="0">
                <a:latin typeface="微软雅黑" panose="020B0503020204020204" pitchFamily="34" charset="-122"/>
                <a:ea typeface="微软雅黑" panose="020B0503020204020204" pitchFamily="34" charset="-122"/>
              </a:rPr>
              <a:t>分解的程度</a:t>
            </a:r>
            <a:endParaRPr lang="zh-CN" altLang="en-US" b="1" dirty="0">
              <a:latin typeface="微软雅黑" panose="020B0503020204020204" pitchFamily="34" charset="-122"/>
              <a:ea typeface="微软雅黑" panose="020B0503020204020204" pitchFamily="34" charset="-122"/>
            </a:endParaRPr>
          </a:p>
        </p:txBody>
      </p:sp>
      <p:sp>
        <p:nvSpPr>
          <p:cNvPr id="100355" name="Rectangle 3"/>
          <p:cNvSpPr>
            <a:spLocks noGrp="1"/>
          </p:cNvSpPr>
          <p:nvPr>
            <p:ph idx="1"/>
          </p:nvPr>
        </p:nvSpPr>
        <p:spPr/>
        <p:txBody>
          <a:bodyPr vert="horz" wrap="square" lIns="91440" tIns="45720" rIns="91440" bIns="45720" anchor="t" anchorCtr="0"/>
          <a:p>
            <a:pPr eaLnBrk="1" hangingPunct="1">
              <a:buFont typeface="Wingdings" panose="05000000000000000000" pitchFamily="2" charset="2"/>
              <a:buChar char="p"/>
            </a:pPr>
            <a:r>
              <a:rPr lang="zh-CN" altLang="en-US" sz="3600" b="1" dirty="0"/>
              <a:t>分解的原则</a:t>
            </a:r>
            <a:r>
              <a:rPr lang="zh-CN" altLang="en-US" sz="3600" dirty="0"/>
              <a:t>：</a:t>
            </a:r>
            <a:r>
              <a:rPr lang="zh-CN" altLang="en-US" dirty="0"/>
              <a:t> </a:t>
            </a:r>
            <a:endParaRPr lang="zh-CN" altLang="en-US" dirty="0"/>
          </a:p>
          <a:p>
            <a:pPr marL="908050" lvl="1" indent="-514350" eaLnBrk="1" hangingPunct="1">
              <a:buFont typeface="Calibri" panose="020F0502020204030204" pitchFamily="34" charset="0"/>
              <a:buAutoNum type="arabicPeriod"/>
            </a:pPr>
            <a:r>
              <a:rPr lang="en-US" altLang="zh-CN" sz="2600" dirty="0"/>
              <a:t>7</a:t>
            </a:r>
            <a:r>
              <a:rPr lang="zh-CN" altLang="en-US" sz="2600" dirty="0"/>
              <a:t>加减</a:t>
            </a:r>
            <a:r>
              <a:rPr lang="en-US" altLang="zh-CN" sz="2600" dirty="0"/>
              <a:t>2</a:t>
            </a:r>
            <a:endParaRPr lang="en-US" altLang="zh-CN" sz="2600" dirty="0"/>
          </a:p>
          <a:p>
            <a:pPr marL="908050" lvl="1" indent="-514350" eaLnBrk="1" hangingPunct="1">
              <a:buFont typeface="Calibri" panose="020F0502020204030204" pitchFamily="34" charset="0"/>
              <a:buAutoNum type="arabicPeriod"/>
            </a:pPr>
            <a:r>
              <a:rPr lang="zh-CN" altLang="en-US" sz="2600" dirty="0"/>
              <a:t>分解应自然，概念上合理、清晰</a:t>
            </a:r>
            <a:endParaRPr lang="zh-CN" altLang="en-US" sz="2600" dirty="0"/>
          </a:p>
          <a:p>
            <a:pPr marL="908050" lvl="1" indent="-514350" eaLnBrk="1" hangingPunct="1">
              <a:buFont typeface="Calibri" panose="020F0502020204030204" pitchFamily="34" charset="0"/>
              <a:buAutoNum type="arabicPeriod"/>
            </a:pPr>
            <a:r>
              <a:rPr lang="zh-CN" altLang="en-US" sz="2600" dirty="0"/>
              <a:t>只要不影响</a:t>
            </a:r>
            <a:r>
              <a:rPr lang="en-US" altLang="zh-CN" sz="2600" dirty="0"/>
              <a:t>DFD</a:t>
            </a:r>
            <a:r>
              <a:rPr lang="zh-CN" altLang="en-US" sz="2600" dirty="0"/>
              <a:t>的易理解性，可适当多分解几个加工，以减少层数</a:t>
            </a:r>
            <a:endParaRPr lang="zh-CN" altLang="en-US" sz="2600" dirty="0"/>
          </a:p>
          <a:p>
            <a:pPr marL="908050" lvl="1" indent="-514350" eaLnBrk="1" hangingPunct="1">
              <a:buFont typeface="Calibri" panose="020F0502020204030204" pitchFamily="34" charset="0"/>
              <a:buAutoNum type="arabicPeriod"/>
            </a:pPr>
            <a:r>
              <a:rPr lang="zh-CN" altLang="en-US" sz="2600" dirty="0"/>
              <a:t>一般说来，上层分解得快些</a:t>
            </a:r>
            <a:r>
              <a:rPr lang="en-US" altLang="zh-CN" sz="2600" dirty="0"/>
              <a:t>(</a:t>
            </a:r>
            <a:r>
              <a:rPr lang="zh-CN" altLang="en-US" sz="2600" dirty="0"/>
              <a:t>即多分解几个加工</a:t>
            </a:r>
            <a:r>
              <a:rPr lang="en-US" altLang="zh-CN" sz="2600" dirty="0"/>
              <a:t>)</a:t>
            </a:r>
            <a:r>
              <a:rPr lang="zh-CN" altLang="en-US" sz="2600" dirty="0"/>
              <a:t>，下层分解得慢些</a:t>
            </a:r>
            <a:r>
              <a:rPr lang="en-US" altLang="zh-CN" sz="2600" dirty="0"/>
              <a:t>(</a:t>
            </a:r>
            <a:r>
              <a:rPr lang="zh-CN" altLang="en-US" sz="2600" dirty="0"/>
              <a:t>即少分解几个加工</a:t>
            </a:r>
            <a:r>
              <a:rPr lang="en-US" altLang="zh-CN" sz="2600" dirty="0"/>
              <a:t>)</a:t>
            </a:r>
            <a:endParaRPr lang="en-US" altLang="zh-CN" sz="2600" dirty="0"/>
          </a:p>
          <a:p>
            <a:pPr marL="908050" lvl="1" indent="-514350" eaLnBrk="1" hangingPunct="1">
              <a:buFont typeface="Calibri" panose="020F0502020204030204" pitchFamily="34" charset="0"/>
              <a:buAutoNum type="arabicPeriod"/>
            </a:pPr>
            <a:r>
              <a:rPr lang="zh-CN" altLang="en-US" sz="2600" dirty="0"/>
              <a:t>分解要均匀</a:t>
            </a:r>
            <a:endParaRPr lang="zh-CN" altLang="en-US" sz="2600" dirty="0"/>
          </a:p>
          <a:p>
            <a:pPr eaLnBrk="1" hangingPunct="1">
              <a:buFont typeface="Wingdings 2" panose="05020102010507070707" pitchFamily="18" charset="2"/>
              <a:buAutoNum type="arabicPeriod"/>
            </a:pPr>
            <a:endParaRPr lang="en-US" altLang="zh-CN"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5" name="图示 4"/>
          <p:cNvGraphicFramePr/>
          <p:nvPr/>
        </p:nvGraphicFramePr>
        <p:xfrm>
          <a:off x="1475656" y="2533352"/>
          <a:ext cx="6096000" cy="4064000"/>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
        <p:nvSpPr>
          <p:cNvPr id="102403" name="标题 1"/>
          <p:cNvSpPr>
            <a:spLocks noGrp="1"/>
          </p:cNvSpPr>
          <p:nvPr>
            <p:ph type="title"/>
          </p:nvPr>
        </p:nvSpPr>
        <p:spPr>
          <a:xfrm>
            <a:off x="866775" y="685800"/>
            <a:ext cx="6705600" cy="1143000"/>
          </a:xfrm>
        </p:spPr>
        <p:txBody>
          <a:bodyPr vert="horz" wrap="square" lIns="0" tIns="45720" rIns="0" bIns="0" anchor="b" anchorCtr="0"/>
          <a:p>
            <a:pPr eaLnBrk="1" hangingPunct="1"/>
            <a:r>
              <a:rPr lang="zh-CN" altLang="en-US" b="1" dirty="0">
                <a:latin typeface="微软雅黑" panose="020B0503020204020204" pitchFamily="34" charset="-122"/>
                <a:ea typeface="微软雅黑" panose="020B0503020204020204" pitchFamily="34" charset="-122"/>
              </a:rPr>
              <a:t>第五次课：结构化分析</a:t>
            </a:r>
            <a:endParaRPr lang="zh-CN" altLang="en-US" b="1" dirty="0">
              <a:latin typeface="微软雅黑" panose="020B0503020204020204" pitchFamily="34" charset="-122"/>
              <a:ea typeface="微软雅黑" panose="020B0503020204020204" pitchFamily="34" charset="-122"/>
            </a:endParaRPr>
          </a:p>
        </p:txBody>
      </p:sp>
    </p:spTree>
  </p:cSld>
  <p:clrMapOvr>
    <a:masterClrMapping/>
  </p:clrMapOvr>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3426" name="Rectangle 2"/>
          <p:cNvSpPr>
            <a:spLocks noGrp="1"/>
          </p:cNvSpPr>
          <p:nvPr>
            <p:ph type="title"/>
          </p:nvPr>
        </p:nvSpPr>
        <p:spPr/>
        <p:txBody>
          <a:bodyPr vert="horz" wrap="square" lIns="0" tIns="45720" rIns="0" bIns="0" anchor="b" anchorCtr="0"/>
          <a:p>
            <a:pPr eaLnBrk="1" hangingPunct="1"/>
            <a:r>
              <a:rPr lang="zh-CN" altLang="en-US" b="1" dirty="0">
                <a:latin typeface="微软雅黑" panose="020B0503020204020204" pitchFamily="34" charset="-122"/>
                <a:ea typeface="微软雅黑" panose="020B0503020204020204" pitchFamily="34" charset="-122"/>
              </a:rPr>
              <a:t>数据字典</a:t>
            </a:r>
            <a:endParaRPr lang="zh-CN" altLang="en-US" b="1" dirty="0">
              <a:latin typeface="微软雅黑" panose="020B0503020204020204" pitchFamily="34" charset="-122"/>
              <a:ea typeface="微软雅黑" panose="020B0503020204020204" pitchFamily="34" charset="-122"/>
            </a:endParaRPr>
          </a:p>
        </p:txBody>
      </p:sp>
      <p:sp>
        <p:nvSpPr>
          <p:cNvPr id="103427" name="Rectangle 3"/>
          <p:cNvSpPr>
            <a:spLocks noGrp="1"/>
          </p:cNvSpPr>
          <p:nvPr>
            <p:ph idx="1"/>
          </p:nvPr>
        </p:nvSpPr>
        <p:spPr/>
        <p:txBody>
          <a:bodyPr vert="horz" wrap="square" lIns="91440" tIns="45720" rIns="91440" bIns="45720" anchor="t" anchorCtr="0"/>
          <a:p>
            <a:pPr eaLnBrk="1" hangingPunct="1">
              <a:buFont typeface="Wingdings" panose="05000000000000000000" pitchFamily="2" charset="2"/>
              <a:buChar char="p"/>
            </a:pPr>
            <a:r>
              <a:rPr lang="zh-CN" altLang="en-US" dirty="0"/>
              <a:t>数据流图与数据字典是密不可分的，两者结合起来构成软件的逻辑模型</a:t>
            </a:r>
            <a:r>
              <a:rPr lang="en-US" altLang="zh-CN" dirty="0"/>
              <a:t>(</a:t>
            </a:r>
            <a:r>
              <a:rPr lang="zh-CN" altLang="en-US" dirty="0"/>
              <a:t>分析模型</a:t>
            </a:r>
            <a:r>
              <a:rPr lang="en-US" altLang="zh-CN" dirty="0"/>
              <a:t>)</a:t>
            </a:r>
            <a:endParaRPr lang="en-US" altLang="zh-CN" dirty="0"/>
          </a:p>
          <a:p>
            <a:pPr eaLnBrk="1" hangingPunct="1">
              <a:buFont typeface="Wingdings" panose="05000000000000000000" pitchFamily="2" charset="2"/>
              <a:buChar char="p"/>
            </a:pPr>
            <a:r>
              <a:rPr lang="zh-CN" altLang="en-US" dirty="0"/>
              <a:t>数据字典由字典条目组成，每个条目描述</a:t>
            </a:r>
            <a:r>
              <a:rPr lang="en-US" altLang="zh-CN" dirty="0"/>
              <a:t>DFD</a:t>
            </a:r>
            <a:r>
              <a:rPr lang="zh-CN" altLang="en-US" dirty="0"/>
              <a:t>中的一个元素</a:t>
            </a:r>
            <a:endParaRPr lang="zh-CN" altLang="en-US" dirty="0"/>
          </a:p>
          <a:p>
            <a:pPr eaLnBrk="1" hangingPunct="1">
              <a:buFont typeface="Wingdings" panose="05000000000000000000" pitchFamily="2" charset="2"/>
              <a:buChar char="p"/>
            </a:pPr>
            <a:r>
              <a:rPr lang="zh-CN" altLang="en-US" dirty="0"/>
              <a:t>数据字典条目包括：数据流、文件、数据项</a:t>
            </a:r>
            <a:r>
              <a:rPr lang="en-US" altLang="zh-CN" dirty="0"/>
              <a:t>(</a:t>
            </a:r>
            <a:r>
              <a:rPr lang="zh-CN" altLang="en-US" dirty="0"/>
              <a:t>组成数据流和文件的数据</a:t>
            </a:r>
            <a:r>
              <a:rPr lang="en-US" altLang="zh-CN" dirty="0"/>
              <a:t>)</a:t>
            </a:r>
            <a:r>
              <a:rPr lang="zh-CN" altLang="en-US" dirty="0"/>
              <a:t>、加工、源或宿</a:t>
            </a:r>
            <a:endParaRPr lang="zh-CN" altLang="en-US"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5474" name="Rectangle 2"/>
          <p:cNvSpPr>
            <a:spLocks noGrp="1"/>
          </p:cNvSpPr>
          <p:nvPr>
            <p:ph type="title"/>
          </p:nvPr>
        </p:nvSpPr>
        <p:spPr>
          <a:xfrm>
            <a:off x="457200" y="457200"/>
            <a:ext cx="8229600" cy="1143000"/>
          </a:xfrm>
        </p:spPr>
        <p:txBody>
          <a:bodyPr vert="horz" wrap="square" lIns="0" tIns="45720" rIns="0" bIns="0" anchor="b" anchorCtr="0"/>
          <a:p>
            <a:pPr eaLnBrk="1" hangingPunct="1"/>
            <a:r>
              <a:rPr lang="zh-CN" altLang="en-US" b="1" dirty="0">
                <a:latin typeface="微软雅黑" panose="020B0503020204020204" pitchFamily="34" charset="-122"/>
                <a:ea typeface="微软雅黑" panose="020B0503020204020204" pitchFamily="34" charset="-122"/>
              </a:rPr>
              <a:t>数据字典的描述符号</a:t>
            </a:r>
            <a:endParaRPr lang="zh-CN" altLang="en-US" b="1" dirty="0">
              <a:latin typeface="微软雅黑" panose="020B0503020204020204" pitchFamily="34" charset="-122"/>
              <a:ea typeface="微软雅黑" panose="020B0503020204020204" pitchFamily="34" charset="-122"/>
            </a:endParaRPr>
          </a:p>
        </p:txBody>
      </p:sp>
      <p:graphicFrame>
        <p:nvGraphicFramePr>
          <p:cNvPr id="105475" name="Object 181"/>
          <p:cNvGraphicFramePr>
            <a:graphicFrameLocks noChangeAspect="1"/>
          </p:cNvGraphicFramePr>
          <p:nvPr/>
        </p:nvGraphicFramePr>
        <p:xfrm>
          <a:off x="1468438" y="3962400"/>
          <a:ext cx="284162" cy="609600"/>
        </p:xfrm>
        <a:graphic>
          <a:graphicData uri="http://schemas.openxmlformats.org/presentationml/2006/ole">
            <mc:AlternateContent xmlns:mc="http://schemas.openxmlformats.org/markup-compatibility/2006">
              <mc:Choice xmlns:v="urn:schemas-microsoft-com:vml" Requires="v">
                <p:oleObj spid="_x0000_s3077" name="" r:id="rId1" imgW="114300" imgH="241300" progId="Equation.3">
                  <p:embed/>
                </p:oleObj>
              </mc:Choice>
              <mc:Fallback>
                <p:oleObj name="" r:id="rId1" imgW="114300" imgH="241300" progId="Equation.3">
                  <p:embed/>
                  <p:pic>
                    <p:nvPicPr>
                      <p:cNvPr id="0" name="图片 3076"/>
                      <p:cNvPicPr/>
                      <p:nvPr/>
                    </p:nvPicPr>
                    <p:blipFill>
                      <a:blip r:embed="rId2"/>
                      <a:stretch>
                        <a:fillRect/>
                      </a:stretch>
                    </p:blipFill>
                    <p:spPr>
                      <a:xfrm>
                        <a:off x="1468438" y="3962400"/>
                        <a:ext cx="284162" cy="609600"/>
                      </a:xfrm>
                      <a:prstGeom prst="rect">
                        <a:avLst/>
                      </a:prstGeom>
                      <a:noFill/>
                      <a:ln w="38100">
                        <a:noFill/>
                        <a:miter/>
                      </a:ln>
                    </p:spPr>
                  </p:pic>
                </p:oleObj>
              </mc:Fallback>
            </mc:AlternateContent>
          </a:graphicData>
        </a:graphic>
      </p:graphicFrame>
      <p:graphicFrame>
        <p:nvGraphicFramePr>
          <p:cNvPr id="105476" name="Object 180"/>
          <p:cNvGraphicFramePr>
            <a:graphicFrameLocks noChangeAspect="1"/>
          </p:cNvGraphicFramePr>
          <p:nvPr/>
        </p:nvGraphicFramePr>
        <p:xfrm>
          <a:off x="4343400" y="4105275"/>
          <a:ext cx="260350" cy="542925"/>
        </p:xfrm>
        <a:graphic>
          <a:graphicData uri="http://schemas.openxmlformats.org/presentationml/2006/ole">
            <mc:AlternateContent xmlns:mc="http://schemas.openxmlformats.org/markup-compatibility/2006">
              <mc:Choice xmlns:v="urn:schemas-microsoft-com:vml" Requires="v">
                <p:oleObj spid="_x0000_s3076" name="" r:id="rId3" imgW="88900" imgH="241300" progId="Equation.3">
                  <p:embed/>
                </p:oleObj>
              </mc:Choice>
              <mc:Fallback>
                <p:oleObj name="" r:id="rId3" imgW="88900" imgH="241300" progId="Equation.3">
                  <p:embed/>
                  <p:pic>
                    <p:nvPicPr>
                      <p:cNvPr id="0" name="图片 3075"/>
                      <p:cNvPicPr/>
                      <p:nvPr/>
                    </p:nvPicPr>
                    <p:blipFill>
                      <a:blip r:embed="rId4"/>
                      <a:stretch>
                        <a:fillRect/>
                      </a:stretch>
                    </p:blipFill>
                    <p:spPr>
                      <a:xfrm>
                        <a:off x="4343400" y="4105275"/>
                        <a:ext cx="260350" cy="542925"/>
                      </a:xfrm>
                      <a:prstGeom prst="rect">
                        <a:avLst/>
                      </a:prstGeom>
                      <a:noFill/>
                      <a:ln w="38100">
                        <a:noFill/>
                        <a:miter/>
                      </a:ln>
                    </p:spPr>
                  </p:pic>
                </p:oleObj>
              </mc:Fallback>
            </mc:AlternateContent>
          </a:graphicData>
        </a:graphic>
      </p:graphicFrame>
      <p:graphicFrame>
        <p:nvGraphicFramePr>
          <p:cNvPr id="600429" name="Group 365"/>
          <p:cNvGraphicFramePr>
            <a:graphicFrameLocks noGrp="1"/>
          </p:cNvGraphicFramePr>
          <p:nvPr/>
        </p:nvGraphicFramePr>
        <p:xfrm>
          <a:off x="609600" y="1973263"/>
          <a:ext cx="7543800" cy="3894138"/>
        </p:xfrm>
        <a:graphic>
          <a:graphicData uri="http://schemas.openxmlformats.org/drawingml/2006/table">
            <a:tbl>
              <a:tblPr/>
              <a:tblGrid>
                <a:gridCol w="1370013"/>
                <a:gridCol w="1830387"/>
                <a:gridCol w="4343400"/>
              </a:tblGrid>
              <a:tr h="459343">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2400" b="1" i="0" u="none" strike="noStrike" cap="none" normalizeH="0" baseline="0" dirty="0" smtClean="0">
                          <a:ln>
                            <a:noFill/>
                          </a:ln>
                          <a:solidFill>
                            <a:schemeClr val="bg1"/>
                          </a:solidFill>
                          <a:effectLst/>
                          <a:latin typeface="黑体" panose="02010609060101010101" pitchFamily="49" charset="-122"/>
                          <a:ea typeface="黑体" panose="02010609060101010101" pitchFamily="49" charset="-122"/>
                          <a:cs typeface="Times New Roman" panose="02020603050405020304" pitchFamily="18" charset="0"/>
                        </a:rPr>
                        <a:t>符  号</a:t>
                      </a:r>
                      <a:endParaRPr kumimoji="0" lang="zh-CN" altLang="en-US" sz="2400" b="1" i="0" u="none" strike="noStrike" cap="none" normalizeH="0" baseline="0" dirty="0" smtClean="0">
                        <a:ln>
                          <a:noFill/>
                        </a:ln>
                        <a:solidFill>
                          <a:schemeClr val="bg1"/>
                        </a:solidFill>
                        <a:effectLst/>
                        <a:latin typeface="黑体" panose="02010609060101010101" pitchFamily="49" charset="-122"/>
                        <a:ea typeface="黑体" panose="02010609060101010101" pitchFamily="49" charset="-122"/>
                        <a:cs typeface="Times New Roman" panose="02020603050405020304" pitchFamily="18" charset="0"/>
                      </a:endParaRPr>
                    </a:p>
                  </a:txBody>
                  <a:tcPr marL="90000" marR="90000" marT="46792" marB="46792"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tx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2400" b="1" i="0" u="none" strike="noStrike" cap="none" normalizeH="0" baseline="0" dirty="0" smtClean="0">
                          <a:ln>
                            <a:noFill/>
                          </a:ln>
                          <a:solidFill>
                            <a:schemeClr val="bg1"/>
                          </a:solidFill>
                          <a:effectLst/>
                          <a:latin typeface="黑体" panose="02010609060101010101" pitchFamily="49" charset="-122"/>
                          <a:ea typeface="黑体" panose="02010609060101010101" pitchFamily="49" charset="-122"/>
                          <a:cs typeface="Times New Roman" panose="02020603050405020304" pitchFamily="18" charset="0"/>
                        </a:rPr>
                        <a:t>名  称</a:t>
                      </a:r>
                      <a:endParaRPr kumimoji="0" lang="zh-CN" altLang="en-US" sz="2400" b="1" i="0" u="none" strike="noStrike" cap="none" normalizeH="0" baseline="0" dirty="0" smtClean="0">
                        <a:ln>
                          <a:noFill/>
                        </a:ln>
                        <a:solidFill>
                          <a:schemeClr val="bg1"/>
                        </a:solidFill>
                        <a:effectLst/>
                        <a:latin typeface="黑体" panose="02010609060101010101" pitchFamily="49" charset="-122"/>
                        <a:ea typeface="黑体" panose="02010609060101010101" pitchFamily="49" charset="-122"/>
                        <a:cs typeface="Times New Roman" panose="02020603050405020304" pitchFamily="18" charset="0"/>
                      </a:endParaRPr>
                    </a:p>
                  </a:txBody>
                  <a:tcPr marL="90000" marR="90000" marT="46792" marB="46792"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tx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2400" b="1" i="0" u="none" strike="noStrike" cap="none" normalizeH="0" baseline="0" dirty="0" smtClean="0">
                          <a:ln>
                            <a:noFill/>
                          </a:ln>
                          <a:solidFill>
                            <a:schemeClr val="bg1"/>
                          </a:solidFill>
                          <a:effectLst/>
                          <a:latin typeface="黑体" panose="02010609060101010101" pitchFamily="49" charset="-122"/>
                          <a:ea typeface="黑体" panose="02010609060101010101" pitchFamily="49" charset="-122"/>
                          <a:cs typeface="Times New Roman" panose="02020603050405020304" pitchFamily="18" charset="0"/>
                        </a:rPr>
                        <a:t>举            例</a:t>
                      </a:r>
                      <a:endParaRPr kumimoji="0" lang="zh-CN" altLang="en-US" sz="2400" b="1" i="0" u="none" strike="noStrike" cap="none" normalizeH="0" baseline="0" dirty="0" smtClean="0">
                        <a:ln>
                          <a:noFill/>
                        </a:ln>
                        <a:solidFill>
                          <a:schemeClr val="bg1"/>
                        </a:solidFill>
                        <a:effectLst/>
                        <a:latin typeface="黑体" panose="02010609060101010101" pitchFamily="49" charset="-122"/>
                        <a:ea typeface="黑体" panose="02010609060101010101" pitchFamily="49" charset="-122"/>
                        <a:cs typeface="Times New Roman" panose="02020603050405020304" pitchFamily="18" charset="0"/>
                      </a:endParaRPr>
                    </a:p>
                  </a:txBody>
                  <a:tcPr marL="90000" marR="90000" marT="46792" marB="46792" anchor="ctr" anchorCtr="1"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tx1"/>
                    </a:solidFill>
                  </a:tcPr>
                </a:tc>
              </a:tr>
              <a:tr h="392049">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8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a:t>
                      </a:r>
                      <a:endParaRPr kumimoji="0" lang="zh-CN" altLang="en-US" sz="18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T="45712" marB="45712"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8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定义为</a:t>
                      </a:r>
                      <a:endParaRPr kumimoji="0" lang="zh-CN" altLang="en-US" sz="18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T="45712" marB="4571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x</a:t>
                      </a:r>
                      <a:r>
                        <a:rPr kumimoji="0" lang="zh-CN" altLang="en-US" sz="18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a:t>
                      </a:r>
                      <a:r>
                        <a:rPr kumimoji="0" lang="en-US" altLang="zh-CN" sz="18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 </a:t>
                      </a:r>
                      <a:r>
                        <a:rPr kumimoji="0" lang="zh-CN" altLang="en-US" sz="18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表示</a:t>
                      </a:r>
                      <a:r>
                        <a:rPr kumimoji="0" lang="en-US" altLang="zh-CN" sz="18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x</a:t>
                      </a:r>
                      <a:r>
                        <a:rPr kumimoji="0" lang="zh-CN" altLang="en-US" sz="18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由</a:t>
                      </a:r>
                      <a:r>
                        <a:rPr kumimoji="0" lang="en-US" altLang="zh-CN" sz="18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a:t>
                      </a:r>
                      <a:r>
                        <a:rPr kumimoji="0" lang="zh-CN" altLang="en-US" sz="18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组成</a:t>
                      </a:r>
                      <a:endParaRPr kumimoji="0" lang="zh-CN" altLang="en-US" sz="18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T="45712" marB="45712"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92049">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8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a:t>
                      </a:r>
                      <a:endParaRPr kumimoji="0" lang="zh-CN" altLang="en-US" sz="18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T="45712" marB="45712"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8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与</a:t>
                      </a:r>
                      <a:endParaRPr kumimoji="0" lang="zh-CN" altLang="en-US" sz="18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T="45712" marB="4571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a</a:t>
                      </a:r>
                      <a:r>
                        <a:rPr kumimoji="0" lang="zh-CN" altLang="en-US" sz="18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a:t>
                      </a:r>
                      <a:r>
                        <a:rPr kumimoji="0" lang="en-US" altLang="zh-CN" sz="18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b     </a:t>
                      </a:r>
                      <a:r>
                        <a:rPr kumimoji="0" lang="zh-CN" altLang="en-US" sz="18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表示</a:t>
                      </a:r>
                      <a:r>
                        <a:rPr kumimoji="0" lang="en-US" altLang="zh-CN" sz="18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a</a:t>
                      </a:r>
                      <a:r>
                        <a:rPr kumimoji="0" lang="zh-CN" altLang="en-US" sz="18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和</a:t>
                      </a:r>
                      <a:r>
                        <a:rPr kumimoji="0" lang="en-US" altLang="zh-CN" sz="18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b</a:t>
                      </a:r>
                      <a:endParaRPr kumimoji="0" lang="en-US" altLang="zh-CN" sz="18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T="45712" marB="45712"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92049">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8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a:t>
                      </a:r>
                      <a:r>
                        <a:rPr kumimoji="0" lang="en-US" altLang="zh-CN" sz="18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a:t>
                      </a:r>
                      <a:r>
                        <a:rPr kumimoji="0" lang="zh-CN" altLang="en-US" sz="18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a:t>
                      </a:r>
                      <a:r>
                        <a:rPr kumimoji="0" lang="en-US" altLang="zh-CN" sz="18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a:t>
                      </a:r>
                      <a:r>
                        <a:rPr kumimoji="0" lang="zh-CN" altLang="en-US" sz="18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a:t>
                      </a:r>
                      <a:endParaRPr kumimoji="0" lang="zh-CN" altLang="en-US" sz="18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T="45712" marB="45712"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8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或</a:t>
                      </a:r>
                      <a:endParaRPr kumimoji="0" lang="zh-CN" altLang="en-US" sz="18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T="45712" marB="4571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8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a:t>
                      </a:r>
                      <a:r>
                        <a:rPr kumimoji="0" lang="en-US" altLang="zh-CN" sz="18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a</a:t>
                      </a:r>
                      <a:r>
                        <a:rPr kumimoji="0" lang="zh-CN" altLang="en-US" sz="18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a:t>
                      </a:r>
                      <a:r>
                        <a:rPr kumimoji="0" lang="en-US" altLang="zh-CN" sz="18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b</a:t>
                      </a:r>
                      <a:r>
                        <a:rPr kumimoji="0" lang="zh-CN" altLang="en-US" sz="18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］表示</a:t>
                      </a:r>
                      <a:r>
                        <a:rPr kumimoji="0" lang="en-US" altLang="zh-CN" sz="18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a</a:t>
                      </a:r>
                      <a:r>
                        <a:rPr kumimoji="0" lang="zh-CN" altLang="en-US" sz="18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或</a:t>
                      </a:r>
                      <a:r>
                        <a:rPr kumimoji="0" lang="en-US" altLang="zh-CN" sz="18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b</a:t>
                      </a:r>
                      <a:endParaRPr kumimoji="0" lang="en-US" altLang="zh-CN" sz="18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T="45712" marB="45712"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90461">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8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a:t>
                      </a:r>
                      <a:r>
                        <a:rPr kumimoji="0" lang="en-US" altLang="zh-CN" sz="18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a:t>
                      </a:r>
                      <a:r>
                        <a:rPr kumimoji="0" lang="zh-CN" altLang="en-US" sz="18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a:t>
                      </a:r>
                      <a:endParaRPr kumimoji="0" lang="zh-CN" altLang="en-US" sz="18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T="45712" marB="45712"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8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或</a:t>
                      </a:r>
                      <a:endParaRPr kumimoji="0" lang="zh-CN" altLang="en-US" sz="18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T="45712" marB="4571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8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a:t>
                      </a:r>
                      <a:r>
                        <a:rPr kumimoji="0" lang="en-US" altLang="zh-CN" sz="18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a│b</a:t>
                      </a:r>
                      <a:r>
                        <a:rPr kumimoji="0" lang="zh-CN" altLang="en-US" sz="18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］表示</a:t>
                      </a:r>
                      <a:r>
                        <a:rPr kumimoji="0" lang="en-US" altLang="zh-CN" sz="18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a</a:t>
                      </a:r>
                      <a:r>
                        <a:rPr kumimoji="0" lang="zh-CN" altLang="en-US" sz="18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或</a:t>
                      </a:r>
                      <a:r>
                        <a:rPr kumimoji="0" lang="en-US" altLang="zh-CN" sz="18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b</a:t>
                      </a:r>
                      <a:endParaRPr kumimoji="0" lang="en-US" altLang="zh-CN" sz="18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T="45712" marB="45712"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92049">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8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a:t>
                      </a:r>
                      <a:r>
                        <a:rPr kumimoji="0" lang="en-US" altLang="zh-CN" sz="18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a:t>
                      </a:r>
                      <a:r>
                        <a:rPr kumimoji="0" lang="zh-CN" altLang="en-US" sz="18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a:t>
                      </a:r>
                      <a:endParaRPr kumimoji="0" lang="zh-CN" altLang="en-US" sz="18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T="45712" marB="45712"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8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重复</a:t>
                      </a:r>
                      <a:endParaRPr kumimoji="0" lang="zh-CN" altLang="en-US" sz="18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T="45712" marB="4571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800" b="1" i="0" u="none" strike="noStrike" cap="none" normalizeH="0" baseline="0" dirty="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a:t>
                      </a:r>
                      <a:r>
                        <a:rPr kumimoji="0" lang="en-US" altLang="zh-CN" sz="1800" b="1" i="0" u="none" strike="noStrike" cap="none" normalizeH="0" baseline="0" dirty="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a</a:t>
                      </a:r>
                      <a:r>
                        <a:rPr kumimoji="0" lang="zh-CN" altLang="en-US" sz="1800" b="1" i="0" u="none" strike="noStrike" cap="none" normalizeH="0" baseline="0" dirty="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   表示</a:t>
                      </a:r>
                      <a:r>
                        <a:rPr kumimoji="0" lang="en-US" altLang="zh-CN" sz="1800" b="1" i="0" u="none" strike="noStrike" cap="none" normalizeH="0" baseline="0" dirty="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a</a:t>
                      </a:r>
                      <a:r>
                        <a:rPr kumimoji="0" lang="zh-CN" altLang="en-US" sz="1800" b="1" i="0" u="none" strike="noStrike" cap="none" normalizeH="0" baseline="0" dirty="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重复</a:t>
                      </a:r>
                      <a:r>
                        <a:rPr kumimoji="0" lang="en-US" altLang="zh-CN" sz="1800" b="1" i="0" u="none" strike="noStrike" cap="none" normalizeH="0" baseline="0" dirty="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0</a:t>
                      </a:r>
                      <a:r>
                        <a:rPr kumimoji="0" lang="zh-CN" altLang="en-US" sz="1800" b="1" i="0" u="none" strike="noStrike" cap="none" normalizeH="0" baseline="0" dirty="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或多次</a:t>
                      </a:r>
                      <a:endParaRPr kumimoji="0" lang="zh-CN" altLang="en-US" sz="1800" b="1" i="0" u="none" strike="noStrike" cap="none" normalizeH="0" baseline="0" dirty="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T="45712" marB="45712"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692038">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18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a:t>
                      </a:r>
                      <a:r>
                        <a:rPr kumimoji="0" lang="en-US" altLang="zh-CN" sz="18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a:t>
                      </a:r>
                      <a:r>
                        <a:rPr kumimoji="0" lang="zh-CN" altLang="en-US" sz="18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a:t>
                      </a:r>
                      <a:endParaRPr kumimoji="0" lang="zh-CN" altLang="en-US" sz="18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L="90000" marR="90000" marT="46792" marB="46792"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8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重复</a:t>
                      </a:r>
                      <a:endParaRPr kumimoji="0" lang="zh-CN" altLang="en-US" sz="18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L="90000" marR="90000" marT="46792" marB="4679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800" b="1" i="0" u="none" strike="noStrike" cap="none" normalizeH="0" baseline="0" dirty="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a:t>
                      </a:r>
                      <a:r>
                        <a:rPr kumimoji="0" lang="en-US" altLang="zh-CN" sz="1800" b="1" i="0" u="none" strike="noStrike" cap="none" normalizeH="0" baseline="0" dirty="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a</a:t>
                      </a:r>
                      <a:r>
                        <a:rPr kumimoji="0" lang="zh-CN" altLang="en-US" sz="1800" b="1" i="0" u="none" strike="noStrike" cap="none" normalizeH="0" baseline="0" dirty="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 表示</a:t>
                      </a:r>
                      <a:r>
                        <a:rPr kumimoji="0" lang="en-US" altLang="zh-CN" sz="1800" b="1" i="0" u="none" strike="noStrike" cap="none" normalizeH="0" baseline="0" dirty="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a</a:t>
                      </a:r>
                      <a:r>
                        <a:rPr kumimoji="0" lang="zh-CN" altLang="en-US" sz="1800" b="1" i="0" u="none" strike="noStrike" cap="none" normalizeH="0" baseline="0" dirty="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重复</a:t>
                      </a:r>
                      <a:r>
                        <a:rPr kumimoji="0" lang="en-US" altLang="zh-CN" sz="1800" b="1" i="0" u="none" strike="noStrike" cap="none" normalizeH="0" baseline="0" dirty="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3</a:t>
                      </a:r>
                      <a:r>
                        <a:rPr kumimoji="0" lang="zh-CN" altLang="en-US" sz="1800" b="1" i="0" u="none" strike="noStrike" cap="none" normalizeH="0" baseline="0" dirty="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到</a:t>
                      </a:r>
                      <a:r>
                        <a:rPr kumimoji="0" lang="en-US" altLang="zh-CN" sz="1800" b="1" i="0" u="none" strike="noStrike" cap="none" normalizeH="0" baseline="0" dirty="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8</a:t>
                      </a:r>
                      <a:r>
                        <a:rPr kumimoji="0" lang="zh-CN" altLang="en-US" sz="1800" b="1" i="0" u="none" strike="noStrike" cap="none" normalizeH="0" baseline="0" dirty="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次</a:t>
                      </a:r>
                      <a:endParaRPr kumimoji="0" lang="zh-CN" altLang="en-US" sz="1800" b="1" i="0" u="none" strike="noStrike" cap="none" normalizeH="0" baseline="0" dirty="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L="90000" marR="90000" marT="46792" marB="46792"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92049">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a:t>
                      </a:r>
                      <a:endParaRPr kumimoji="0" lang="en-US" altLang="zh-CN" sz="18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T="45712" marB="45712"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8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可选</a:t>
                      </a:r>
                      <a:endParaRPr kumimoji="0" lang="zh-CN" altLang="en-US" sz="18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T="45712" marB="4571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(a)   </a:t>
                      </a:r>
                      <a:r>
                        <a:rPr kumimoji="0" lang="zh-CN" altLang="en-US" sz="18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表示</a:t>
                      </a:r>
                      <a:r>
                        <a:rPr kumimoji="0" lang="en-US" altLang="zh-CN" sz="18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a</a:t>
                      </a:r>
                      <a:r>
                        <a:rPr kumimoji="0" lang="zh-CN" altLang="en-US" sz="18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重复</a:t>
                      </a:r>
                      <a:r>
                        <a:rPr kumimoji="0" lang="en-US" altLang="zh-CN" sz="18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0</a:t>
                      </a:r>
                      <a:r>
                        <a:rPr kumimoji="0" lang="zh-CN" altLang="en-US" sz="18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或</a:t>
                      </a:r>
                      <a:r>
                        <a:rPr kumimoji="0" lang="en-US" altLang="zh-CN" sz="18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1</a:t>
                      </a:r>
                      <a:r>
                        <a:rPr kumimoji="0" lang="zh-CN" altLang="en-US" sz="18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次</a:t>
                      </a:r>
                      <a:endParaRPr kumimoji="0" lang="zh-CN" altLang="en-US" sz="18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T="45712" marB="45712"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92049">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a:t>
                      </a:r>
                      <a:endParaRPr kumimoji="0" lang="en-US" altLang="zh-CN" sz="18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T="45712" marB="45712"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8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基本数据元素</a:t>
                      </a:r>
                      <a:endParaRPr kumimoji="0" lang="zh-CN" altLang="en-US" sz="1800" b="1" i="0" u="none" strike="noStrike" cap="none" normalizeH="0" baseline="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T="45712" marB="4571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dirty="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″a″   </a:t>
                      </a:r>
                      <a:r>
                        <a:rPr kumimoji="0" lang="zh-CN" altLang="en-US" sz="1800" b="1" i="0" u="none" strike="noStrike" cap="none" normalizeH="0" baseline="0" dirty="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表</a:t>
                      </a:r>
                      <a:r>
                        <a:rPr kumimoji="0" lang="en-US" altLang="zh-CN" sz="1800" b="1" i="0" u="none" strike="noStrike" cap="none" normalizeH="0" baseline="0" dirty="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a</a:t>
                      </a:r>
                      <a:r>
                        <a:rPr kumimoji="0" lang="zh-CN" altLang="en-US" sz="1800" b="1" i="0" u="none" strike="noStrike" cap="none" normalizeH="0" baseline="0" dirty="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是基本数据</a:t>
                      </a:r>
                      <a:endParaRPr kumimoji="0" lang="zh-CN" altLang="en-US" sz="1800" b="1" i="0" u="none" strike="noStrike" cap="none" normalizeH="0" baseline="0" dirty="0" smtClean="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T="45712" marB="45712"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bl>
          </a:graphicData>
        </a:graphic>
      </p:graphicFrame>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p:sp>
        <p:nvSpPr>
          <p:cNvPr id="107522" name="Rectangle 2"/>
          <p:cNvSpPr>
            <a:spLocks noGrp="1"/>
          </p:cNvSpPr>
          <p:nvPr>
            <p:ph type="title"/>
          </p:nvPr>
        </p:nvSpPr>
        <p:spPr>
          <a:xfrm>
            <a:off x="457200" y="533400"/>
            <a:ext cx="8229600" cy="1143000"/>
          </a:xfrm>
        </p:spPr>
        <p:txBody>
          <a:bodyPr vert="horz" wrap="square" lIns="0" tIns="45720" rIns="0" bIns="0" anchor="b" anchorCtr="0"/>
          <a:p>
            <a:pPr eaLnBrk="1" hangingPunct="1"/>
            <a:r>
              <a:rPr lang="zh-CN" altLang="en-US" b="1" dirty="0">
                <a:latin typeface="微软雅黑" panose="020B0503020204020204" pitchFamily="34" charset="-122"/>
                <a:ea typeface="微软雅黑" panose="020B0503020204020204" pitchFamily="34" charset="-122"/>
              </a:rPr>
              <a:t>字典条目</a:t>
            </a:r>
            <a:endParaRPr lang="zh-CN" altLang="en-US" b="1" dirty="0">
              <a:latin typeface="微软雅黑" panose="020B0503020204020204" pitchFamily="34" charset="-122"/>
              <a:ea typeface="微软雅黑" panose="020B0503020204020204" pitchFamily="34" charset="-122"/>
            </a:endParaRPr>
          </a:p>
        </p:txBody>
      </p:sp>
      <p:sp>
        <p:nvSpPr>
          <p:cNvPr id="107523" name="Rectangle 3"/>
          <p:cNvSpPr>
            <a:spLocks noGrp="1"/>
          </p:cNvSpPr>
          <p:nvPr>
            <p:ph idx="1"/>
          </p:nvPr>
        </p:nvSpPr>
        <p:spPr/>
        <p:txBody>
          <a:bodyPr vert="horz" wrap="square" lIns="91440" tIns="45720" rIns="91440" bIns="45720" anchor="t" anchorCtr="0"/>
          <a:p>
            <a:pPr eaLnBrk="1" hangingPunct="1">
              <a:buFont typeface="Wingdings" panose="05000000000000000000" pitchFamily="2" charset="2"/>
              <a:buChar char="p"/>
            </a:pPr>
            <a:r>
              <a:rPr lang="zh-CN" altLang="en-US" dirty="0"/>
              <a:t>不同的开发组织或团队可以根据项目的需要定义字典条目的描述内容</a:t>
            </a:r>
            <a:endParaRPr lang="zh-CN" altLang="en-US" dirty="0"/>
          </a:p>
          <a:p>
            <a:pPr eaLnBrk="1" hangingPunct="1">
              <a:buFont typeface="Wingdings" panose="05000000000000000000" pitchFamily="2" charset="2"/>
              <a:buChar char="p"/>
            </a:pPr>
            <a:r>
              <a:rPr lang="zh-CN" altLang="en-US" dirty="0"/>
              <a:t>字典条目中的描述内容主要包括</a:t>
            </a:r>
            <a:endParaRPr lang="zh-CN" altLang="en-US" dirty="0"/>
          </a:p>
          <a:p>
            <a:pPr lvl="1" eaLnBrk="1" hangingPunct="1"/>
            <a:r>
              <a:rPr lang="en-US" altLang="zh-CN" dirty="0"/>
              <a:t>DFD</a:t>
            </a:r>
            <a:r>
              <a:rPr lang="zh-CN" altLang="en-US" dirty="0"/>
              <a:t>元素的基本信息</a:t>
            </a:r>
            <a:r>
              <a:rPr lang="en-US" altLang="zh-CN" dirty="0"/>
              <a:t>(</a:t>
            </a:r>
            <a:r>
              <a:rPr lang="zh-CN" altLang="en-US" dirty="0"/>
              <a:t>名称、别名、简述、注解</a:t>
            </a:r>
            <a:r>
              <a:rPr lang="en-US" altLang="zh-CN" dirty="0"/>
              <a:t>)</a:t>
            </a:r>
            <a:endParaRPr lang="en-US" altLang="zh-CN" dirty="0"/>
          </a:p>
          <a:p>
            <a:pPr lvl="1" eaLnBrk="1" hangingPunct="1"/>
            <a:r>
              <a:rPr lang="zh-CN" altLang="en-US" dirty="0"/>
              <a:t>定义</a:t>
            </a:r>
            <a:r>
              <a:rPr lang="en-US" altLang="zh-CN" dirty="0"/>
              <a:t>(</a:t>
            </a:r>
            <a:r>
              <a:rPr lang="zh-CN" altLang="en-US" dirty="0"/>
              <a:t>数据类型、数据组成</a:t>
            </a:r>
            <a:r>
              <a:rPr lang="en-US" altLang="zh-CN" dirty="0"/>
              <a:t>)</a:t>
            </a:r>
            <a:endParaRPr lang="en-US" altLang="zh-CN" dirty="0"/>
          </a:p>
          <a:p>
            <a:pPr lvl="1" eaLnBrk="1" hangingPunct="1"/>
            <a:r>
              <a:rPr lang="zh-CN" altLang="en-US" dirty="0"/>
              <a:t>使用特点</a:t>
            </a:r>
            <a:r>
              <a:rPr lang="en-US" altLang="zh-CN" dirty="0"/>
              <a:t>(</a:t>
            </a:r>
            <a:r>
              <a:rPr lang="zh-CN" altLang="en-US" dirty="0"/>
              <a:t>取值范围、使用频率、激发条件</a:t>
            </a:r>
            <a:r>
              <a:rPr lang="en-US" altLang="zh-CN" dirty="0"/>
              <a:t>)</a:t>
            </a:r>
            <a:endParaRPr lang="en-US" altLang="zh-CN" dirty="0"/>
          </a:p>
          <a:p>
            <a:pPr lvl="1" eaLnBrk="1" hangingPunct="1"/>
            <a:r>
              <a:rPr lang="zh-CN" altLang="en-US" dirty="0"/>
              <a:t>控制信息</a:t>
            </a:r>
            <a:r>
              <a:rPr lang="en-US" altLang="zh-CN" dirty="0"/>
              <a:t>(</a:t>
            </a:r>
            <a:r>
              <a:rPr lang="zh-CN" altLang="en-US" dirty="0"/>
              <a:t>来源、去向、访问权限</a:t>
            </a:r>
            <a:r>
              <a:rPr lang="en-US" altLang="zh-CN" dirty="0"/>
              <a:t>)</a:t>
            </a:r>
            <a:r>
              <a:rPr lang="zh-CN" altLang="en-US" dirty="0"/>
              <a:t>等</a:t>
            </a:r>
            <a:endParaRPr lang="zh-CN" altLang="en-US" dirty="0"/>
          </a:p>
        </p:txBody>
      </p:sp>
    </p:spTree>
  </p:cSld>
  <p:clrMapOvr>
    <a:masterClrMapping/>
  </p:clrMapOvr>
  <p:transition spd="slow"/>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9570" name="Rectangle 2"/>
          <p:cNvSpPr>
            <a:spLocks noGrp="1"/>
          </p:cNvSpPr>
          <p:nvPr>
            <p:ph type="title"/>
          </p:nvPr>
        </p:nvSpPr>
        <p:spPr>
          <a:xfrm>
            <a:off x="457200" y="533400"/>
            <a:ext cx="8229600" cy="1143000"/>
          </a:xfrm>
        </p:spPr>
        <p:txBody>
          <a:bodyPr vert="horz" wrap="square" lIns="0" tIns="45720" rIns="0" bIns="0" anchor="b" anchorCtr="0"/>
          <a:p>
            <a:pPr eaLnBrk="1" hangingPunct="1"/>
            <a:r>
              <a:rPr lang="zh-CN" altLang="en-US" b="1" dirty="0">
                <a:latin typeface="微软雅黑" panose="020B0503020204020204" pitchFamily="34" charset="-122"/>
                <a:ea typeface="微软雅黑" panose="020B0503020204020204" pitchFamily="34" charset="-122"/>
              </a:rPr>
              <a:t>数据流条目的描述内容</a:t>
            </a:r>
            <a:endParaRPr lang="zh-CN" altLang="en-US" b="1" dirty="0">
              <a:latin typeface="微软雅黑" panose="020B0503020204020204" pitchFamily="34" charset="-122"/>
              <a:ea typeface="微软雅黑" panose="020B0503020204020204" pitchFamily="34" charset="-122"/>
            </a:endParaRPr>
          </a:p>
        </p:txBody>
      </p:sp>
      <p:sp>
        <p:nvSpPr>
          <p:cNvPr id="109571" name="Rectangle 3"/>
          <p:cNvSpPr>
            <a:spLocks noGrp="1"/>
          </p:cNvSpPr>
          <p:nvPr>
            <p:ph idx="1"/>
          </p:nvPr>
        </p:nvSpPr>
        <p:spPr>
          <a:xfrm>
            <a:off x="381000" y="1905000"/>
            <a:ext cx="7924800" cy="4724400"/>
          </a:xfrm>
        </p:spPr>
        <p:txBody>
          <a:bodyPr vert="horz" wrap="square" lIns="91440" tIns="45720" rIns="91440" bIns="45720" anchor="t" anchorCtr="0"/>
          <a:p>
            <a:pPr eaLnBrk="1" hangingPunct="1">
              <a:lnSpc>
                <a:spcPct val="90000"/>
              </a:lnSpc>
              <a:buFont typeface="Wingdings" panose="05000000000000000000" pitchFamily="2" charset="2"/>
              <a:buChar char="p"/>
            </a:pPr>
            <a:r>
              <a:rPr lang="zh-CN" altLang="en-US" sz="2400" b="1" dirty="0"/>
              <a:t>名称</a:t>
            </a:r>
            <a:r>
              <a:rPr lang="zh-CN" altLang="en-US" sz="2400" dirty="0"/>
              <a:t>：数据流名</a:t>
            </a:r>
            <a:r>
              <a:rPr lang="en-US" altLang="zh-CN" sz="2400" dirty="0"/>
              <a:t>(</a:t>
            </a:r>
            <a:r>
              <a:rPr lang="zh-CN" altLang="en-US" sz="2400" dirty="0"/>
              <a:t>可以是中文名或英文名</a:t>
            </a:r>
            <a:r>
              <a:rPr lang="en-US" altLang="zh-CN" sz="2400" dirty="0"/>
              <a:t>)</a:t>
            </a:r>
            <a:endParaRPr lang="en-US" altLang="zh-CN" sz="2400" dirty="0"/>
          </a:p>
          <a:p>
            <a:pPr eaLnBrk="1" hangingPunct="1">
              <a:lnSpc>
                <a:spcPct val="90000"/>
              </a:lnSpc>
              <a:buFont typeface="Wingdings" panose="05000000000000000000" pitchFamily="2" charset="2"/>
              <a:buChar char="p"/>
            </a:pPr>
            <a:r>
              <a:rPr lang="zh-CN" altLang="en-US" sz="2400" b="1" dirty="0"/>
              <a:t>别名</a:t>
            </a:r>
            <a:r>
              <a:rPr lang="zh-CN" altLang="en-US" sz="2400" dirty="0"/>
              <a:t>：名称的另一个名字</a:t>
            </a:r>
            <a:endParaRPr lang="zh-CN" altLang="en-US" sz="2400" dirty="0"/>
          </a:p>
          <a:p>
            <a:pPr eaLnBrk="1" hangingPunct="1">
              <a:lnSpc>
                <a:spcPct val="90000"/>
              </a:lnSpc>
              <a:buFont typeface="Wingdings" panose="05000000000000000000" pitchFamily="2" charset="2"/>
              <a:buChar char="p"/>
            </a:pPr>
            <a:r>
              <a:rPr lang="zh-CN" altLang="en-US" sz="2400" b="1" dirty="0"/>
              <a:t>简述</a:t>
            </a:r>
            <a:r>
              <a:rPr lang="zh-CN" altLang="en-US" sz="2400" dirty="0"/>
              <a:t>：对数据流的简单说明</a:t>
            </a:r>
            <a:endParaRPr lang="zh-CN" altLang="en-US" sz="2400" dirty="0"/>
          </a:p>
          <a:p>
            <a:pPr eaLnBrk="1" hangingPunct="1">
              <a:lnSpc>
                <a:spcPct val="90000"/>
              </a:lnSpc>
              <a:buFont typeface="Wingdings" panose="05000000000000000000" pitchFamily="2" charset="2"/>
              <a:buChar char="p"/>
            </a:pPr>
            <a:r>
              <a:rPr lang="zh-CN" altLang="en-US" sz="2400" b="1" dirty="0">
                <a:solidFill>
                  <a:srgbClr val="FF0000"/>
                </a:solidFill>
              </a:rPr>
              <a:t>数据流组成</a:t>
            </a:r>
            <a:r>
              <a:rPr lang="zh-CN" altLang="en-US" sz="2400" dirty="0"/>
              <a:t>：描述数据流由哪些数据项组成</a:t>
            </a:r>
            <a:endParaRPr lang="zh-CN" altLang="en-US" sz="2400" dirty="0"/>
          </a:p>
          <a:p>
            <a:pPr eaLnBrk="1" hangingPunct="1">
              <a:lnSpc>
                <a:spcPct val="90000"/>
              </a:lnSpc>
              <a:buFont typeface="Wingdings" panose="05000000000000000000" pitchFamily="2" charset="2"/>
              <a:buChar char="p"/>
            </a:pPr>
            <a:r>
              <a:rPr lang="zh-CN" altLang="en-US" sz="2400" b="1" dirty="0"/>
              <a:t>数据流来源</a:t>
            </a:r>
            <a:r>
              <a:rPr lang="zh-CN" altLang="en-US" sz="2400" dirty="0"/>
              <a:t>：描述数据流从哪个加工或源流出</a:t>
            </a:r>
            <a:endParaRPr lang="zh-CN" altLang="en-US" sz="2400" dirty="0"/>
          </a:p>
          <a:p>
            <a:pPr eaLnBrk="1" hangingPunct="1">
              <a:lnSpc>
                <a:spcPct val="90000"/>
              </a:lnSpc>
              <a:buFont typeface="Wingdings" panose="05000000000000000000" pitchFamily="2" charset="2"/>
              <a:buChar char="p"/>
            </a:pPr>
            <a:r>
              <a:rPr lang="zh-CN" altLang="en-US" sz="2400" b="1" dirty="0"/>
              <a:t>数据流去向</a:t>
            </a:r>
            <a:r>
              <a:rPr lang="zh-CN" altLang="en-US" sz="2400" dirty="0"/>
              <a:t>：描述数据流流入哪个加工或宿</a:t>
            </a:r>
            <a:endParaRPr lang="zh-CN" altLang="en-US" sz="2400" dirty="0"/>
          </a:p>
          <a:p>
            <a:pPr eaLnBrk="1" hangingPunct="1">
              <a:lnSpc>
                <a:spcPct val="90000"/>
              </a:lnSpc>
              <a:buFont typeface="Wingdings" panose="05000000000000000000" pitchFamily="2" charset="2"/>
              <a:buChar char="p"/>
            </a:pPr>
            <a:r>
              <a:rPr lang="zh-CN" altLang="en-US" sz="2400" b="1" dirty="0"/>
              <a:t>数据量</a:t>
            </a:r>
            <a:r>
              <a:rPr lang="zh-CN" altLang="en-US" sz="2400" dirty="0"/>
              <a:t>：系统中该数据流的总量</a:t>
            </a:r>
            <a:endParaRPr lang="zh-CN" altLang="en-US" sz="2400" dirty="0"/>
          </a:p>
          <a:p>
            <a:pPr lvl="1" eaLnBrk="1" hangingPunct="1">
              <a:lnSpc>
                <a:spcPct val="90000"/>
              </a:lnSpc>
              <a:buFont typeface="Wingdings" panose="05000000000000000000" pitchFamily="2" charset="2"/>
              <a:buChar char="ü"/>
            </a:pPr>
            <a:r>
              <a:rPr lang="zh-CN" altLang="en-US" sz="1800" dirty="0"/>
              <a:t>如考务处理系统中</a:t>
            </a:r>
            <a:r>
              <a:rPr lang="zh-CN" altLang="en-US" sz="1800" dirty="0">
                <a:latin typeface="Arial" panose="020B0604020202020204" pitchFamily="34" charset="0"/>
              </a:rPr>
              <a:t>“</a:t>
            </a:r>
            <a:r>
              <a:rPr lang="zh-CN" altLang="en-US" sz="1800" dirty="0"/>
              <a:t>报名单</a:t>
            </a:r>
            <a:r>
              <a:rPr lang="zh-CN" altLang="en-US" sz="1800" dirty="0">
                <a:latin typeface="Arial" panose="020B0604020202020204" pitchFamily="34" charset="0"/>
              </a:rPr>
              <a:t>”</a:t>
            </a:r>
            <a:r>
              <a:rPr lang="zh-CN" altLang="en-US" sz="1800" dirty="0"/>
              <a:t>的总量是</a:t>
            </a:r>
            <a:r>
              <a:rPr lang="en-US" altLang="zh-CN" sz="1800" dirty="0"/>
              <a:t>100000</a:t>
            </a:r>
            <a:r>
              <a:rPr lang="zh-CN" altLang="en-US" sz="1800" dirty="0"/>
              <a:t>张</a:t>
            </a:r>
            <a:endParaRPr lang="zh-CN" altLang="en-US" sz="1800" dirty="0"/>
          </a:p>
          <a:p>
            <a:pPr lvl="1" eaLnBrk="1" hangingPunct="1">
              <a:lnSpc>
                <a:spcPct val="90000"/>
              </a:lnSpc>
              <a:buFont typeface="Wingdings" panose="05000000000000000000" pitchFamily="2" charset="2"/>
              <a:buChar char="ü"/>
            </a:pPr>
            <a:r>
              <a:rPr lang="zh-CN" altLang="en-US" sz="1800" dirty="0"/>
              <a:t>或者单位时间处理的数据流数量，如</a:t>
            </a:r>
            <a:r>
              <a:rPr lang="en-US" altLang="zh-CN" sz="1800" dirty="0"/>
              <a:t>80000</a:t>
            </a:r>
            <a:r>
              <a:rPr lang="zh-CN" altLang="en-US" sz="1800" dirty="0"/>
              <a:t>张</a:t>
            </a:r>
            <a:r>
              <a:rPr lang="en-US" altLang="zh-CN" sz="1800" dirty="0"/>
              <a:t>/</a:t>
            </a:r>
            <a:r>
              <a:rPr lang="zh-CN" altLang="en-US" sz="1800" dirty="0"/>
              <a:t>天</a:t>
            </a:r>
            <a:endParaRPr lang="zh-CN" altLang="en-US" sz="1800" dirty="0"/>
          </a:p>
          <a:p>
            <a:pPr eaLnBrk="1" hangingPunct="1">
              <a:lnSpc>
                <a:spcPct val="90000"/>
              </a:lnSpc>
              <a:buFont typeface="Wingdings" panose="05000000000000000000" pitchFamily="2" charset="2"/>
              <a:buChar char="p"/>
            </a:pPr>
            <a:r>
              <a:rPr lang="zh-CN" altLang="en-US" sz="2400" b="1" dirty="0"/>
              <a:t>峰值</a:t>
            </a:r>
            <a:r>
              <a:rPr lang="zh-CN" altLang="en-US" sz="2400" dirty="0"/>
              <a:t>：某时段处理的最大数量</a:t>
            </a:r>
            <a:endParaRPr lang="zh-CN" altLang="en-US" sz="2400" dirty="0"/>
          </a:p>
          <a:p>
            <a:pPr lvl="1" eaLnBrk="1" hangingPunct="1">
              <a:lnSpc>
                <a:spcPct val="90000"/>
              </a:lnSpc>
              <a:buFont typeface="Wingdings" panose="05000000000000000000" pitchFamily="2" charset="2"/>
              <a:buChar char="ü"/>
            </a:pPr>
            <a:r>
              <a:rPr lang="zh-CN" altLang="en-US" sz="1800" dirty="0"/>
              <a:t>如每天上午</a:t>
            </a:r>
            <a:r>
              <a:rPr lang="en-US" altLang="zh-CN" sz="1800" dirty="0"/>
              <a:t>9</a:t>
            </a:r>
            <a:r>
              <a:rPr lang="zh-CN" altLang="en-US" sz="1800" dirty="0"/>
              <a:t>：</a:t>
            </a:r>
            <a:r>
              <a:rPr lang="en-US" altLang="zh-CN" sz="1800" dirty="0"/>
              <a:t>00</a:t>
            </a:r>
            <a:r>
              <a:rPr lang="zh-CN" altLang="en-US" sz="1800" dirty="0"/>
              <a:t>至</a:t>
            </a:r>
            <a:r>
              <a:rPr lang="en-US" altLang="zh-CN" sz="1800" dirty="0"/>
              <a:t>11</a:t>
            </a:r>
            <a:r>
              <a:rPr lang="zh-CN" altLang="en-US" sz="1800" dirty="0"/>
              <a:t>：</a:t>
            </a:r>
            <a:r>
              <a:rPr lang="en-US" altLang="zh-CN" sz="1800" dirty="0"/>
              <a:t>00</a:t>
            </a:r>
            <a:r>
              <a:rPr lang="zh-CN" altLang="en-US" sz="1800" dirty="0"/>
              <a:t>处理</a:t>
            </a:r>
            <a:r>
              <a:rPr lang="en-US" altLang="zh-CN" sz="1800" dirty="0"/>
              <a:t>60000</a:t>
            </a:r>
            <a:r>
              <a:rPr lang="zh-CN" altLang="en-US" sz="1800" dirty="0"/>
              <a:t>张表单</a:t>
            </a:r>
            <a:endParaRPr lang="zh-CN" altLang="en-US" sz="1800" dirty="0"/>
          </a:p>
          <a:p>
            <a:pPr eaLnBrk="1" hangingPunct="1">
              <a:lnSpc>
                <a:spcPct val="90000"/>
              </a:lnSpc>
              <a:buFont typeface="Wingdings" panose="05000000000000000000" pitchFamily="2" charset="2"/>
              <a:buChar char="p"/>
            </a:pPr>
            <a:r>
              <a:rPr lang="zh-CN" altLang="en-US" sz="2400" b="1" dirty="0"/>
              <a:t>注解</a:t>
            </a:r>
            <a:r>
              <a:rPr lang="zh-CN" altLang="en-US" sz="2400" dirty="0"/>
              <a:t>：对该数据流的其它补充说明</a:t>
            </a:r>
            <a:endParaRPr lang="zh-CN" altLang="en-US" sz="2400" dirty="0"/>
          </a:p>
          <a:p>
            <a:pPr eaLnBrk="1" hangingPunct="1">
              <a:lnSpc>
                <a:spcPct val="90000"/>
              </a:lnSpc>
              <a:buFont typeface="Wingdings 2" panose="05020102010507070707" pitchFamily="18" charset="2"/>
              <a:buChar char=""/>
            </a:pPr>
            <a:endParaRPr lang="en-US" altLang="zh-CN" sz="24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1618" name="Rectangle 2"/>
          <p:cNvSpPr>
            <a:spLocks noGrp="1"/>
          </p:cNvSpPr>
          <p:nvPr>
            <p:ph type="title"/>
          </p:nvPr>
        </p:nvSpPr>
        <p:spPr/>
        <p:txBody>
          <a:bodyPr vert="horz" wrap="square" lIns="0" tIns="45720" rIns="0" bIns="0" anchor="b" anchorCtr="0"/>
          <a:p>
            <a:pPr eaLnBrk="1" hangingPunct="1"/>
            <a:r>
              <a:rPr lang="zh-CN" altLang="en-US" b="1" dirty="0">
                <a:latin typeface="微软雅黑" panose="020B0503020204020204" pitchFamily="34" charset="-122"/>
                <a:ea typeface="微软雅黑" panose="020B0503020204020204" pitchFamily="34" charset="-122"/>
              </a:rPr>
              <a:t>数据流组成</a:t>
            </a:r>
            <a:endParaRPr lang="zh-CN" altLang="en-US" b="1" dirty="0">
              <a:latin typeface="微软雅黑" panose="020B0503020204020204" pitchFamily="34" charset="-122"/>
              <a:ea typeface="微软雅黑" panose="020B0503020204020204" pitchFamily="34" charset="-122"/>
            </a:endParaRPr>
          </a:p>
        </p:txBody>
      </p:sp>
      <p:sp>
        <p:nvSpPr>
          <p:cNvPr id="111619" name="Rectangle 3"/>
          <p:cNvSpPr>
            <a:spLocks noGrp="1"/>
          </p:cNvSpPr>
          <p:nvPr>
            <p:ph idx="1"/>
          </p:nvPr>
        </p:nvSpPr>
        <p:spPr/>
        <p:txBody>
          <a:bodyPr vert="horz" wrap="square" lIns="91440" tIns="45720" rIns="91440" bIns="45720" anchor="t" anchorCtr="0"/>
          <a:p>
            <a:pPr eaLnBrk="1" hangingPunct="1">
              <a:buFont typeface="Wingdings" panose="05000000000000000000" pitchFamily="2" charset="2"/>
              <a:buChar char="p"/>
            </a:pPr>
            <a:r>
              <a:rPr lang="zh-CN" altLang="en-US" dirty="0"/>
              <a:t>数据流组成是数据流条目的核心，它列出组成该数据流的各数据项，例如：</a:t>
            </a:r>
            <a:endParaRPr lang="zh-CN" altLang="en-US" dirty="0"/>
          </a:p>
          <a:p>
            <a:pPr lvl="1" eaLnBrk="1" hangingPunct="1">
              <a:buFont typeface="Wingdings 2" panose="05020102010507070707" pitchFamily="18" charset="2"/>
              <a:buChar char=""/>
            </a:pPr>
            <a:r>
              <a:rPr lang="zh-CN" altLang="en-US" dirty="0"/>
              <a:t>培训报名单＝姓名＋单位＋课程</a:t>
            </a:r>
            <a:endParaRPr lang="zh-CN" altLang="en-US" dirty="0"/>
          </a:p>
          <a:p>
            <a:pPr lvl="1" eaLnBrk="1" hangingPunct="1">
              <a:buFont typeface="Wingdings 2" panose="05020102010507070707" pitchFamily="18" charset="2"/>
              <a:buChar char=""/>
            </a:pPr>
            <a:r>
              <a:rPr lang="zh-CN" altLang="en-US" dirty="0"/>
              <a:t>运动员报名单＝队名＋姓名＋性别＋｛参赛项目｝</a:t>
            </a:r>
            <a:endParaRPr lang="zh-CN" altLang="en-US" dirty="0"/>
          </a:p>
          <a:p>
            <a:pPr eaLnBrk="1" hangingPunct="1">
              <a:buFont typeface="Wingdings" panose="05000000000000000000" pitchFamily="2" charset="2"/>
              <a:buChar char="p"/>
            </a:pPr>
            <a:r>
              <a:rPr lang="zh-CN" altLang="en-US" dirty="0"/>
              <a:t>当一个数据流的组成比较复杂时，可以将其分解成几个数据流，例如：</a:t>
            </a:r>
            <a:endParaRPr lang="zh-CN" altLang="en-US" dirty="0"/>
          </a:p>
          <a:p>
            <a:pPr lvl="1" eaLnBrk="1" hangingPunct="1"/>
            <a:r>
              <a:rPr lang="zh-CN" altLang="en-US" dirty="0"/>
              <a:t>课程＝课程名＋任课教师＋教材＋时间地点</a:t>
            </a:r>
            <a:endParaRPr lang="zh-CN" altLang="en-US" dirty="0"/>
          </a:p>
          <a:p>
            <a:pPr lvl="1" eaLnBrk="1" hangingPunct="1"/>
            <a:r>
              <a:rPr lang="zh-CN" altLang="en-US" dirty="0"/>
              <a:t>时间地点＝｛星期几＋第几节＋教室｝</a:t>
            </a:r>
            <a:endParaRPr lang="zh-CN" altLang="en-US" dirty="0"/>
          </a:p>
        </p:txBody>
      </p:sp>
      <p:sp>
        <p:nvSpPr>
          <p:cNvPr id="111620" name="Rectangle 5"/>
          <p:cNvSpPr/>
          <p:nvPr/>
        </p:nvSpPr>
        <p:spPr>
          <a:xfrm>
            <a:off x="0" y="0"/>
            <a:ext cx="9144000" cy="0"/>
          </a:xfrm>
          <a:prstGeom prst="rect">
            <a:avLst/>
          </a:prstGeom>
          <a:noFill/>
          <a:ln w="9525">
            <a:noFill/>
          </a:ln>
        </p:spPr>
        <p:txBody>
          <a:bodyPr wrap="none" anchor="ctr" anchorCtr="0">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eaLnBrk="1" hangingPunct="1">
              <a:spcBef>
                <a:spcPct val="0"/>
              </a:spcBef>
              <a:buClrTx/>
              <a:buSzTx/>
              <a:buFontTx/>
              <a:buNone/>
            </a:pPr>
            <a:endParaRPr lang="zh-CN" altLang="en-US" sz="1600" b="1" dirty="0">
              <a:latin typeface="Comic Sans MS" panose="030F0702030302020204" pitchFamily="66" charset="0"/>
            </a:endParaRPr>
          </a:p>
        </p:txBody>
      </p:sp>
      <p:graphicFrame>
        <p:nvGraphicFramePr>
          <p:cNvPr id="111621" name="Object 4"/>
          <p:cNvGraphicFramePr>
            <a:graphicFrameLocks noChangeAspect="1"/>
          </p:cNvGraphicFramePr>
          <p:nvPr/>
        </p:nvGraphicFramePr>
        <p:xfrm>
          <a:off x="0" y="0"/>
          <a:ext cx="85725" cy="228600"/>
        </p:xfrm>
        <a:graphic>
          <a:graphicData uri="http://schemas.openxmlformats.org/presentationml/2006/ole">
            <mc:AlternateContent xmlns:mc="http://schemas.openxmlformats.org/markup-compatibility/2006">
              <mc:Choice xmlns:v="urn:schemas-microsoft-com:vml" Requires="v">
                <p:oleObj spid="_x0000_s3078" name="" r:id="rId1" imgW="88900" imgH="228600" progId="Equation.3">
                  <p:embed/>
                </p:oleObj>
              </mc:Choice>
              <mc:Fallback>
                <p:oleObj name="" r:id="rId1" imgW="88900" imgH="228600" progId="Equation.3">
                  <p:embed/>
                  <p:pic>
                    <p:nvPicPr>
                      <p:cNvPr id="0" name="图片 3077"/>
                      <p:cNvPicPr/>
                      <p:nvPr/>
                    </p:nvPicPr>
                    <p:blipFill>
                      <a:blip r:embed="rId2"/>
                      <a:stretch>
                        <a:fillRect/>
                      </a:stretch>
                    </p:blipFill>
                    <p:spPr>
                      <a:xfrm>
                        <a:off x="0" y="0"/>
                        <a:ext cx="85725" cy="228600"/>
                      </a:xfrm>
                      <a:prstGeom prst="rect">
                        <a:avLst/>
                      </a:prstGeom>
                      <a:noFill/>
                      <a:ln w="38100">
                        <a:noFill/>
                        <a:miter/>
                      </a:ln>
                    </p:spPr>
                  </p:pic>
                </p:oleObj>
              </mc:Fallback>
            </mc:AlternateContent>
          </a:graphicData>
        </a:graphic>
      </p:graphicFrame>
      <p:sp>
        <p:nvSpPr>
          <p:cNvPr id="111622" name="Text Box 7"/>
          <p:cNvSpPr txBox="1"/>
          <p:nvPr/>
        </p:nvSpPr>
        <p:spPr>
          <a:xfrm>
            <a:off x="7653338" y="3200400"/>
            <a:ext cx="304800" cy="581025"/>
          </a:xfrm>
          <a:prstGeom prst="rect">
            <a:avLst/>
          </a:prstGeom>
          <a:noFill/>
          <a:ln w="9525">
            <a:noFill/>
          </a:ln>
        </p:spPr>
        <p:txBody>
          <a:bodyPr>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eaLnBrk="1" hangingPunct="1">
              <a:spcBef>
                <a:spcPct val="50000"/>
              </a:spcBef>
              <a:buClrTx/>
              <a:buSzTx/>
              <a:buFontTx/>
              <a:buNone/>
            </a:pPr>
            <a:r>
              <a:rPr lang="en-US" altLang="zh-CN" sz="1600" b="1" dirty="0">
                <a:latin typeface="Comic Sans MS" panose="030F0702030302020204" pitchFamily="66" charset="0"/>
              </a:rPr>
              <a:t>31</a:t>
            </a:r>
            <a:endParaRPr lang="en-US" altLang="zh-CN" sz="1600" b="1" dirty="0">
              <a:latin typeface="Comic Sans MS" panose="030F0702030302020204" pitchFamily="66" charset="0"/>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3666" name="Rectangle 2"/>
          <p:cNvSpPr>
            <a:spLocks noGrp="1"/>
          </p:cNvSpPr>
          <p:nvPr>
            <p:ph type="title"/>
          </p:nvPr>
        </p:nvSpPr>
        <p:spPr>
          <a:xfrm>
            <a:off x="457200" y="381000"/>
            <a:ext cx="8229600" cy="1143000"/>
          </a:xfrm>
        </p:spPr>
        <p:txBody>
          <a:bodyPr vert="horz" wrap="square" lIns="0" tIns="45720" rIns="0" bIns="0" anchor="b" anchorCtr="0"/>
          <a:p>
            <a:pPr eaLnBrk="1" hangingPunct="1"/>
            <a:r>
              <a:rPr lang="zh-CN" altLang="en-US" b="1" dirty="0">
                <a:latin typeface="微软雅黑" panose="020B0503020204020204" pitchFamily="34" charset="-122"/>
                <a:ea typeface="微软雅黑" panose="020B0503020204020204" pitchFamily="34" charset="-122"/>
              </a:rPr>
              <a:t>数据流组成示例</a:t>
            </a:r>
            <a:r>
              <a:rPr lang="en-US" altLang="zh-CN" b="1" dirty="0">
                <a:latin typeface="微软雅黑" panose="020B0503020204020204" pitchFamily="34" charset="-122"/>
                <a:ea typeface="微软雅黑" panose="020B0503020204020204" pitchFamily="34" charset="-122"/>
              </a:rPr>
              <a:t>(</a:t>
            </a:r>
            <a:r>
              <a:rPr lang="zh-CN" altLang="en-US" b="1" dirty="0">
                <a:latin typeface="微软雅黑" panose="020B0503020204020204" pitchFamily="34" charset="-122"/>
                <a:ea typeface="微软雅黑" panose="020B0503020204020204" pitchFamily="34" charset="-122"/>
              </a:rPr>
              <a:t>发票</a:t>
            </a:r>
            <a:r>
              <a:rPr lang="en-US" altLang="zh-CN" b="1" dirty="0">
                <a:latin typeface="微软雅黑" panose="020B0503020204020204" pitchFamily="34" charset="-122"/>
                <a:ea typeface="微软雅黑" panose="020B0503020204020204" pitchFamily="34" charset="-122"/>
              </a:rPr>
              <a:t>)</a:t>
            </a:r>
            <a:endParaRPr lang="en-US" altLang="zh-CN" b="1" dirty="0">
              <a:latin typeface="微软雅黑" panose="020B0503020204020204" pitchFamily="34" charset="-122"/>
              <a:ea typeface="微软雅黑" panose="020B0503020204020204" pitchFamily="34" charset="-122"/>
            </a:endParaRPr>
          </a:p>
        </p:txBody>
      </p:sp>
      <p:sp>
        <p:nvSpPr>
          <p:cNvPr id="113667" name="Rectangle 6"/>
          <p:cNvSpPr/>
          <p:nvPr/>
        </p:nvSpPr>
        <p:spPr>
          <a:xfrm>
            <a:off x="1828800" y="3021013"/>
            <a:ext cx="5715000" cy="3455987"/>
          </a:xfrm>
          <a:prstGeom prst="rect">
            <a:avLst/>
          </a:prstGeom>
          <a:noFill/>
          <a:ln w="9525" cap="flat" cmpd="sng">
            <a:solidFill>
              <a:srgbClr val="000000"/>
            </a:solidFill>
            <a:prstDash val="solid"/>
            <a:miter/>
            <a:headEnd type="none" w="med" len="med"/>
            <a:tailEnd type="none" w="med" len="med"/>
          </a:ln>
        </p:spPr>
        <p:txBody>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eaLnBrk="1" hangingPunct="1">
              <a:spcBef>
                <a:spcPct val="0"/>
              </a:spcBef>
              <a:buClrTx/>
              <a:buSzTx/>
              <a:buFontTx/>
              <a:buNone/>
            </a:pPr>
            <a:endParaRPr lang="zh-CN" altLang="en-US" sz="1600" b="1" dirty="0">
              <a:latin typeface="Comic Sans MS" panose="030F0702030302020204" pitchFamily="66" charset="0"/>
            </a:endParaRPr>
          </a:p>
        </p:txBody>
      </p:sp>
      <p:sp>
        <p:nvSpPr>
          <p:cNvPr id="113668" name="Rectangle 8"/>
          <p:cNvSpPr/>
          <p:nvPr/>
        </p:nvSpPr>
        <p:spPr>
          <a:xfrm>
            <a:off x="609600" y="1997075"/>
            <a:ext cx="7315200" cy="822325"/>
          </a:xfrm>
          <a:prstGeom prst="rect">
            <a:avLst/>
          </a:prstGeom>
          <a:noFill/>
          <a:ln w="9525">
            <a:noFill/>
          </a:ln>
        </p:spPr>
        <p:txBody>
          <a:bodyPr anchor="ctr" anchorCtr="0">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eaLnBrk="1" hangingPunct="1">
              <a:spcBef>
                <a:spcPct val="0"/>
              </a:spcBef>
              <a:buClrTx/>
              <a:buSzTx/>
              <a:buFontTx/>
              <a:buNone/>
            </a:pPr>
            <a:r>
              <a:rPr lang="zh-CN" altLang="en-US" sz="2400" b="1" dirty="0">
                <a:latin typeface="Comic Sans MS" panose="030F0702030302020204" pitchFamily="66" charset="0"/>
              </a:rPr>
              <a:t>发票＝单位名称＋｛商品名＋数量＋单价＋金额｝</a:t>
            </a:r>
            <a:br>
              <a:rPr lang="zh-CN" altLang="en-US" sz="2400" b="1" dirty="0">
                <a:latin typeface="Comic Sans MS" panose="030F0702030302020204" pitchFamily="66" charset="0"/>
              </a:rPr>
            </a:br>
            <a:r>
              <a:rPr lang="zh-CN" altLang="en-US" sz="2400" b="1" dirty="0">
                <a:latin typeface="Comic Sans MS" panose="030F0702030302020204" pitchFamily="66" charset="0"/>
              </a:rPr>
              <a:t>         ＋总金额＋日期＋</a:t>
            </a:r>
            <a:r>
              <a:rPr lang="en-US" altLang="zh-CN" sz="2400" b="1" dirty="0">
                <a:latin typeface="Comic Sans MS" panose="030F0702030302020204" pitchFamily="66" charset="0"/>
              </a:rPr>
              <a:t>(</a:t>
            </a:r>
            <a:r>
              <a:rPr lang="zh-CN" altLang="en-US" sz="2400" b="1" dirty="0">
                <a:latin typeface="Comic Sans MS" panose="030F0702030302020204" pitchFamily="66" charset="0"/>
              </a:rPr>
              <a:t>营业员</a:t>
            </a:r>
            <a:r>
              <a:rPr lang="en-US" altLang="zh-CN" sz="2400" b="1" dirty="0">
                <a:latin typeface="Comic Sans MS" panose="030F0702030302020204" pitchFamily="66" charset="0"/>
              </a:rPr>
              <a:t>)</a:t>
            </a:r>
            <a:endParaRPr lang="en-US" altLang="zh-CN" sz="2400" b="1" dirty="0">
              <a:latin typeface="Comic Sans MS" panose="030F0702030302020204" pitchFamily="66" charset="0"/>
            </a:endParaRPr>
          </a:p>
        </p:txBody>
      </p:sp>
      <p:sp>
        <p:nvSpPr>
          <p:cNvPr id="113669" name="Rectangle 11"/>
          <p:cNvSpPr/>
          <p:nvPr/>
        </p:nvSpPr>
        <p:spPr>
          <a:xfrm>
            <a:off x="1600200" y="2573338"/>
            <a:ext cx="1498600" cy="1084262"/>
          </a:xfrm>
          <a:prstGeom prst="rect">
            <a:avLst/>
          </a:prstGeom>
          <a:noFill/>
          <a:ln w="9525">
            <a:noFill/>
          </a:ln>
        </p:spPr>
        <p:txBody>
          <a:bodyPr anchor="ctr" anchorCtr="0">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400050" eaLnBrk="1" hangingPunct="1">
              <a:spcBef>
                <a:spcPct val="0"/>
              </a:spcBef>
              <a:buClrTx/>
              <a:buSzTx/>
              <a:buFontTx/>
              <a:buNone/>
            </a:pPr>
            <a:br>
              <a:rPr lang="en-US" altLang="zh-CN" sz="1100" b="1" dirty="0">
                <a:latin typeface="Comic Sans MS" panose="030F0702030302020204" pitchFamily="66" charset="0"/>
              </a:rPr>
            </a:br>
            <a:endParaRPr lang="en-US" altLang="zh-CN" sz="1800" dirty="0">
              <a:latin typeface="Arial" panose="020B0604020202020204" pitchFamily="34" charset="0"/>
            </a:endParaRPr>
          </a:p>
          <a:p>
            <a:pPr marL="0" lvl="0" indent="400050">
              <a:spcBef>
                <a:spcPct val="0"/>
              </a:spcBef>
              <a:buClrTx/>
              <a:buSzTx/>
              <a:buFontTx/>
              <a:buNone/>
            </a:pPr>
            <a:r>
              <a:rPr lang="zh-CN" altLang="en-US" sz="1800" dirty="0">
                <a:latin typeface="Times New Roman" panose="02020603050405020304" pitchFamily="18" charset="0"/>
                <a:cs typeface="Times New Roman" panose="02020603050405020304" pitchFamily="18" charset="0"/>
              </a:rPr>
              <a:t>单位名称</a:t>
            </a:r>
            <a:endParaRPr lang="zh-CN" altLang="en-US" sz="1800" dirty="0">
              <a:latin typeface="Comic Sans MS" panose="030F0702030302020204" pitchFamily="66" charset="0"/>
            </a:endParaRPr>
          </a:p>
          <a:p>
            <a:pPr marL="0" lvl="0" indent="400050">
              <a:spcBef>
                <a:spcPct val="0"/>
              </a:spcBef>
              <a:buClrTx/>
              <a:buSzTx/>
              <a:buFontTx/>
              <a:buNone/>
            </a:pPr>
            <a:endParaRPr lang="en-US" altLang="zh-CN" sz="1800" dirty="0">
              <a:latin typeface="Arial" panose="020B0604020202020204" pitchFamily="34" charset="0"/>
            </a:endParaRPr>
          </a:p>
        </p:txBody>
      </p:sp>
      <p:graphicFrame>
        <p:nvGraphicFramePr>
          <p:cNvPr id="608444" name="Group 188"/>
          <p:cNvGraphicFramePr>
            <a:graphicFrameLocks noGrp="1"/>
          </p:cNvGraphicFramePr>
          <p:nvPr/>
        </p:nvGraphicFramePr>
        <p:xfrm>
          <a:off x="2057400" y="3429000"/>
          <a:ext cx="5181600" cy="2041526"/>
        </p:xfrm>
        <a:graphic>
          <a:graphicData uri="http://schemas.openxmlformats.org/drawingml/2006/table">
            <a:tbl>
              <a:tblPr/>
              <a:tblGrid>
                <a:gridCol w="1295400"/>
                <a:gridCol w="1295400"/>
                <a:gridCol w="1295400"/>
                <a:gridCol w="1295400"/>
              </a:tblGrid>
              <a:tr h="382587">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商品名</a:t>
                      </a:r>
                      <a:endParaRPr kumimoji="0" lang="zh-CN" altLang="en-US"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数量</a:t>
                      </a:r>
                      <a:endParaRPr kumimoji="0" lang="zh-CN" altLang="en-US"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单价</a:t>
                      </a:r>
                      <a:endParaRPr kumimoji="0" lang="zh-CN" altLang="en-US"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金额</a:t>
                      </a:r>
                      <a:endParaRPr kumimoji="0" lang="zh-CN" altLang="en-US"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55588">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zh-CN" altLang="zh-CN" sz="1000" b="1" i="0" u="none" strike="noStrike" cap="none" normalizeH="0" baseline="0" smtClean="0">
                        <a:ln>
                          <a:noFill/>
                        </a:ln>
                        <a:solidFill>
                          <a:schemeClr val="tx1"/>
                        </a:solidFill>
                        <a:effectLst/>
                        <a:latin typeface="Comic Sans MS" panose="030F0702030302020204" pitchFamily="66" charset="0"/>
                        <a:ea typeface="楷体_GB2312" pitchFamily="49"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zh-CN" altLang="zh-CN" sz="1000" b="1" i="0" u="none" strike="noStrike" cap="none" normalizeH="0" baseline="0" smtClean="0">
                        <a:ln>
                          <a:noFill/>
                        </a:ln>
                        <a:solidFill>
                          <a:schemeClr val="tx1"/>
                        </a:solidFill>
                        <a:effectLst/>
                        <a:latin typeface="Comic Sans MS" panose="030F0702030302020204" pitchFamily="66" charset="0"/>
                        <a:ea typeface="楷体_GB2312" pitchFamily="49"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zh-CN" altLang="zh-CN" sz="1000" b="1" i="0" u="none" strike="noStrike" cap="none" normalizeH="0" baseline="0" smtClean="0">
                        <a:ln>
                          <a:noFill/>
                        </a:ln>
                        <a:solidFill>
                          <a:schemeClr val="tx1"/>
                        </a:solidFill>
                        <a:effectLst/>
                        <a:latin typeface="Comic Sans MS" panose="030F0702030302020204" pitchFamily="66" charset="0"/>
                        <a:ea typeface="楷体_GB2312" pitchFamily="49"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zh-CN" altLang="zh-CN" sz="1000" b="1" i="0" u="none" strike="noStrike" cap="none" normalizeH="0" baseline="0" smtClean="0">
                        <a:ln>
                          <a:noFill/>
                        </a:ln>
                        <a:solidFill>
                          <a:schemeClr val="tx1"/>
                        </a:solidFill>
                        <a:effectLst/>
                        <a:latin typeface="Comic Sans MS" panose="030F0702030302020204" pitchFamily="66" charset="0"/>
                        <a:ea typeface="楷体_GB2312" pitchFamily="49"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55588">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zh-CN" altLang="zh-CN" sz="1000" b="1" i="0" u="none" strike="noStrike" cap="none" normalizeH="0" baseline="0" smtClean="0">
                        <a:ln>
                          <a:noFill/>
                        </a:ln>
                        <a:solidFill>
                          <a:schemeClr val="tx1"/>
                        </a:solidFill>
                        <a:effectLst/>
                        <a:latin typeface="Comic Sans MS" panose="030F0702030302020204" pitchFamily="66" charset="0"/>
                        <a:ea typeface="楷体_GB2312" pitchFamily="49"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zh-CN" altLang="zh-CN" sz="1000" b="1" i="0" u="none" strike="noStrike" cap="none" normalizeH="0" baseline="0" smtClean="0">
                        <a:ln>
                          <a:noFill/>
                        </a:ln>
                        <a:solidFill>
                          <a:schemeClr val="tx1"/>
                        </a:solidFill>
                        <a:effectLst/>
                        <a:latin typeface="Comic Sans MS" panose="030F0702030302020204" pitchFamily="66" charset="0"/>
                        <a:ea typeface="楷体_GB2312" pitchFamily="49"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zh-CN" altLang="zh-CN" sz="1000" b="1" i="0" u="none" strike="noStrike" cap="none" normalizeH="0" baseline="0" smtClean="0">
                        <a:ln>
                          <a:noFill/>
                        </a:ln>
                        <a:solidFill>
                          <a:schemeClr val="tx1"/>
                        </a:solidFill>
                        <a:effectLst/>
                        <a:latin typeface="Comic Sans MS" panose="030F0702030302020204" pitchFamily="66" charset="0"/>
                        <a:ea typeface="楷体_GB2312" pitchFamily="49"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zh-CN" altLang="zh-CN" sz="1000" b="1" i="0" u="none" strike="noStrike" cap="none" normalizeH="0" baseline="0" smtClean="0">
                        <a:ln>
                          <a:noFill/>
                        </a:ln>
                        <a:solidFill>
                          <a:schemeClr val="tx1"/>
                        </a:solidFill>
                        <a:effectLst/>
                        <a:latin typeface="Comic Sans MS" panose="030F0702030302020204" pitchFamily="66" charset="0"/>
                        <a:ea typeface="楷体_GB2312" pitchFamily="49"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54000">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zh-CN" altLang="zh-CN" sz="1000" b="1" i="0" u="none" strike="noStrike" cap="none" normalizeH="0" baseline="0" smtClean="0">
                        <a:ln>
                          <a:noFill/>
                        </a:ln>
                        <a:solidFill>
                          <a:schemeClr val="tx1"/>
                        </a:solidFill>
                        <a:effectLst/>
                        <a:latin typeface="Comic Sans MS" panose="030F0702030302020204" pitchFamily="66" charset="0"/>
                        <a:ea typeface="楷体_GB2312" pitchFamily="49"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zh-CN" altLang="zh-CN" sz="1000" b="1" i="0" u="none" strike="noStrike" cap="none" normalizeH="0" baseline="0" smtClean="0">
                        <a:ln>
                          <a:noFill/>
                        </a:ln>
                        <a:solidFill>
                          <a:schemeClr val="tx1"/>
                        </a:solidFill>
                        <a:effectLst/>
                        <a:latin typeface="Comic Sans MS" panose="030F0702030302020204" pitchFamily="66" charset="0"/>
                        <a:ea typeface="楷体_GB2312" pitchFamily="49"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zh-CN" altLang="zh-CN" sz="1000" b="1" i="0" u="none" strike="noStrike" cap="none" normalizeH="0" baseline="0" smtClean="0">
                        <a:ln>
                          <a:noFill/>
                        </a:ln>
                        <a:solidFill>
                          <a:schemeClr val="tx1"/>
                        </a:solidFill>
                        <a:effectLst/>
                        <a:latin typeface="Comic Sans MS" panose="030F0702030302020204" pitchFamily="66" charset="0"/>
                        <a:ea typeface="楷体_GB2312" pitchFamily="49"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zh-CN" altLang="zh-CN" sz="1000" b="1" i="0" u="none" strike="noStrike" cap="none" normalizeH="0" baseline="0" smtClean="0">
                        <a:ln>
                          <a:noFill/>
                        </a:ln>
                        <a:solidFill>
                          <a:schemeClr val="tx1"/>
                        </a:solidFill>
                        <a:effectLst/>
                        <a:latin typeface="Comic Sans MS" panose="030F0702030302020204" pitchFamily="66" charset="0"/>
                        <a:ea typeface="楷体_GB2312" pitchFamily="49"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55588">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zh-CN" altLang="zh-CN" sz="1000" b="1" i="0" u="none" strike="noStrike" cap="none" normalizeH="0" baseline="0" smtClean="0">
                        <a:ln>
                          <a:noFill/>
                        </a:ln>
                        <a:solidFill>
                          <a:schemeClr val="tx1"/>
                        </a:solidFill>
                        <a:effectLst/>
                        <a:latin typeface="Comic Sans MS" panose="030F0702030302020204" pitchFamily="66" charset="0"/>
                        <a:ea typeface="楷体_GB2312" pitchFamily="49"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zh-CN" altLang="zh-CN" sz="1000" b="1" i="0" u="none" strike="noStrike" cap="none" normalizeH="0" baseline="0" smtClean="0">
                        <a:ln>
                          <a:noFill/>
                        </a:ln>
                        <a:solidFill>
                          <a:schemeClr val="tx1"/>
                        </a:solidFill>
                        <a:effectLst/>
                        <a:latin typeface="Comic Sans MS" panose="030F0702030302020204" pitchFamily="66" charset="0"/>
                        <a:ea typeface="楷体_GB2312" pitchFamily="49"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zh-CN" altLang="zh-CN" sz="1000" b="1" i="0" u="none" strike="noStrike" cap="none" normalizeH="0" baseline="0" smtClean="0">
                        <a:ln>
                          <a:noFill/>
                        </a:ln>
                        <a:solidFill>
                          <a:schemeClr val="tx1"/>
                        </a:solidFill>
                        <a:effectLst/>
                        <a:latin typeface="Comic Sans MS" panose="030F0702030302020204" pitchFamily="66" charset="0"/>
                        <a:ea typeface="楷体_GB2312" pitchFamily="49"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zh-CN" altLang="zh-CN" sz="1000" b="1" i="0" u="none" strike="noStrike" cap="none" normalizeH="0" baseline="0" smtClean="0">
                        <a:ln>
                          <a:noFill/>
                        </a:ln>
                        <a:solidFill>
                          <a:schemeClr val="tx1"/>
                        </a:solidFill>
                        <a:effectLst/>
                        <a:latin typeface="Comic Sans MS" panose="030F0702030302020204" pitchFamily="66" charset="0"/>
                        <a:ea typeface="楷体_GB2312" pitchFamily="49"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55588">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zh-CN" altLang="zh-CN" sz="1000" b="1" i="0" u="none" strike="noStrike" cap="none" normalizeH="0" baseline="0" smtClean="0">
                        <a:ln>
                          <a:noFill/>
                        </a:ln>
                        <a:solidFill>
                          <a:schemeClr val="tx1"/>
                        </a:solidFill>
                        <a:effectLst/>
                        <a:latin typeface="Comic Sans MS" panose="030F0702030302020204" pitchFamily="66" charset="0"/>
                        <a:ea typeface="楷体_GB2312" pitchFamily="49"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zh-CN" altLang="zh-CN" sz="1000" b="1" i="0" u="none" strike="noStrike" cap="none" normalizeH="0" baseline="0" smtClean="0">
                        <a:ln>
                          <a:noFill/>
                        </a:ln>
                        <a:solidFill>
                          <a:schemeClr val="tx1"/>
                        </a:solidFill>
                        <a:effectLst/>
                        <a:latin typeface="Comic Sans MS" panose="030F0702030302020204" pitchFamily="66" charset="0"/>
                        <a:ea typeface="楷体_GB2312" pitchFamily="49"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zh-CN" altLang="zh-CN" sz="1000" b="1" i="0" u="none" strike="noStrike" cap="none" normalizeH="0" baseline="0" smtClean="0">
                        <a:ln>
                          <a:noFill/>
                        </a:ln>
                        <a:solidFill>
                          <a:schemeClr val="tx1"/>
                        </a:solidFill>
                        <a:effectLst/>
                        <a:latin typeface="Comic Sans MS" panose="030F0702030302020204" pitchFamily="66" charset="0"/>
                        <a:ea typeface="楷体_GB2312" pitchFamily="49"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zh-CN" altLang="zh-CN" sz="1000" b="1" i="0" u="none" strike="noStrike" cap="none" normalizeH="0" baseline="0" smtClean="0">
                        <a:ln>
                          <a:noFill/>
                        </a:ln>
                        <a:solidFill>
                          <a:schemeClr val="tx1"/>
                        </a:solidFill>
                        <a:effectLst/>
                        <a:latin typeface="Comic Sans MS" panose="030F0702030302020204" pitchFamily="66" charset="0"/>
                        <a:ea typeface="楷体_GB2312" pitchFamily="49"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82587">
                <a:tc gridSpan="4">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总金额　</a:t>
                      </a:r>
                      <a:endParaRPr kumimoji="0" lang="zh-CN" altLang="en-US"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cPr/>
                </a:tc>
                <a:tc hMerge="1">
                  <a:tcPr/>
                </a:tc>
                <a:tc hMerge="1">
                  <a:tcPr/>
                </a:tc>
              </a:tr>
            </a:tbl>
          </a:graphicData>
        </a:graphic>
      </p:graphicFrame>
      <p:sp>
        <p:nvSpPr>
          <p:cNvPr id="113709" name="Rectangle 181"/>
          <p:cNvSpPr/>
          <p:nvPr/>
        </p:nvSpPr>
        <p:spPr>
          <a:xfrm>
            <a:off x="2133600" y="5611813"/>
            <a:ext cx="4800600" cy="641350"/>
          </a:xfrm>
          <a:prstGeom prst="rect">
            <a:avLst/>
          </a:prstGeom>
          <a:noFill/>
          <a:ln w="9525">
            <a:noFill/>
          </a:ln>
        </p:spPr>
        <p:txBody>
          <a:bodyPr anchor="ctr" anchorCtr="0">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eaLnBrk="1" hangingPunct="1">
              <a:spcBef>
                <a:spcPct val="0"/>
              </a:spcBef>
              <a:buClrTx/>
              <a:buSzTx/>
              <a:buFontTx/>
              <a:buNone/>
            </a:pPr>
            <a:r>
              <a:rPr lang="zh-CN" altLang="en-US" sz="1800" dirty="0">
                <a:latin typeface="Times New Roman" panose="02020603050405020304" pitchFamily="18" charset="0"/>
                <a:cs typeface="Times New Roman" panose="02020603050405020304" pitchFamily="18" charset="0"/>
              </a:rPr>
              <a:t>日期　　　　　　　　　　　　营业员</a:t>
            </a:r>
            <a:endParaRPr lang="zh-CN" altLang="en-US" sz="1800" dirty="0">
              <a:latin typeface="Comic Sans MS" panose="030F0702030302020204" pitchFamily="66" charset="0"/>
            </a:endParaRPr>
          </a:p>
          <a:p>
            <a:pPr marL="0" lvl="0" indent="0">
              <a:spcBef>
                <a:spcPct val="0"/>
              </a:spcBef>
              <a:buClrTx/>
              <a:buSzTx/>
              <a:buFontTx/>
              <a:buNone/>
            </a:pPr>
            <a:r>
              <a:rPr lang="zh-CN" altLang="en-US" sz="1800" dirty="0">
                <a:latin typeface="宋体" panose="02010600030101010101" pitchFamily="2" charset="-122"/>
                <a:cs typeface="Times New Roman" panose="02020603050405020304" pitchFamily="18" charset="0"/>
              </a:rPr>
              <a:t>	</a:t>
            </a:r>
            <a:endParaRPr lang="zh-CN" altLang="en-US" sz="1800" dirty="0">
              <a:latin typeface="Arial" panose="020B0604020202020204" pitchFamily="34" charset="0"/>
            </a:endParaRPr>
          </a:p>
        </p:txBody>
      </p:sp>
      <p:sp>
        <p:nvSpPr>
          <p:cNvPr id="113710" name="Text Box 189"/>
          <p:cNvSpPr txBox="1"/>
          <p:nvPr/>
        </p:nvSpPr>
        <p:spPr>
          <a:xfrm>
            <a:off x="7239000" y="1905000"/>
            <a:ext cx="304800" cy="581025"/>
          </a:xfrm>
          <a:prstGeom prst="rect">
            <a:avLst/>
          </a:prstGeom>
          <a:noFill/>
          <a:ln w="9525">
            <a:noFill/>
          </a:ln>
        </p:spPr>
        <p:txBody>
          <a:bodyPr>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eaLnBrk="1" hangingPunct="1">
              <a:spcBef>
                <a:spcPct val="50000"/>
              </a:spcBef>
              <a:buClrTx/>
              <a:buSzTx/>
              <a:buFontTx/>
              <a:buNone/>
            </a:pPr>
            <a:r>
              <a:rPr lang="en-US" altLang="zh-CN" sz="1600" b="1" dirty="0">
                <a:latin typeface="Comic Sans MS" panose="030F0702030302020204" pitchFamily="66" charset="0"/>
              </a:rPr>
              <a:t>51</a:t>
            </a:r>
            <a:endParaRPr lang="en-US" altLang="zh-CN" sz="1600" b="1" dirty="0">
              <a:latin typeface="Comic Sans MS" panose="030F0702030302020204" pitchFamily="66" charset="0"/>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5714" name="Rectangle 2"/>
          <p:cNvSpPr>
            <a:spLocks noGrp="1"/>
          </p:cNvSpPr>
          <p:nvPr>
            <p:ph type="title"/>
          </p:nvPr>
        </p:nvSpPr>
        <p:spPr>
          <a:xfrm>
            <a:off x="457200" y="457200"/>
            <a:ext cx="8229600" cy="1143000"/>
          </a:xfrm>
        </p:spPr>
        <p:txBody>
          <a:bodyPr vert="horz" wrap="square" lIns="0" tIns="45720" rIns="0" bIns="0" anchor="b" anchorCtr="0"/>
          <a:p>
            <a:pPr eaLnBrk="1" hangingPunct="1"/>
            <a:r>
              <a:rPr lang="zh-CN" altLang="en-US" b="1" dirty="0">
                <a:latin typeface="微软雅黑" panose="020B0503020204020204" pitchFamily="34" charset="-122"/>
                <a:ea typeface="微软雅黑" panose="020B0503020204020204" pitchFamily="34" charset="-122"/>
              </a:rPr>
              <a:t>文件条目的描述内容</a:t>
            </a:r>
            <a:endParaRPr lang="zh-CN" altLang="en-US" b="1" dirty="0">
              <a:latin typeface="微软雅黑" panose="020B0503020204020204" pitchFamily="34" charset="-122"/>
              <a:ea typeface="微软雅黑" panose="020B0503020204020204" pitchFamily="34" charset="-122"/>
            </a:endParaRPr>
          </a:p>
        </p:txBody>
      </p:sp>
      <p:sp>
        <p:nvSpPr>
          <p:cNvPr id="115715" name="Rectangle 3"/>
          <p:cNvSpPr>
            <a:spLocks noGrp="1"/>
          </p:cNvSpPr>
          <p:nvPr>
            <p:ph idx="1"/>
          </p:nvPr>
        </p:nvSpPr>
        <p:spPr/>
        <p:txBody>
          <a:bodyPr vert="horz" wrap="square" lIns="91440" tIns="45720" rIns="91440" bIns="45720" anchor="t" anchorCtr="0"/>
          <a:p>
            <a:pPr eaLnBrk="1" hangingPunct="1">
              <a:lnSpc>
                <a:spcPct val="80000"/>
              </a:lnSpc>
              <a:buFont typeface="Wingdings" panose="05000000000000000000" pitchFamily="2" charset="2"/>
              <a:buChar char="p"/>
            </a:pPr>
            <a:r>
              <a:rPr lang="zh-CN" altLang="en-US" sz="2200" b="1" dirty="0"/>
              <a:t>名称</a:t>
            </a:r>
            <a:r>
              <a:rPr lang="zh-CN" altLang="en-US" sz="2200" dirty="0"/>
              <a:t>：文件名</a:t>
            </a:r>
            <a:endParaRPr lang="zh-CN" altLang="en-US" sz="2200" dirty="0"/>
          </a:p>
          <a:p>
            <a:pPr eaLnBrk="1" hangingPunct="1">
              <a:lnSpc>
                <a:spcPct val="80000"/>
              </a:lnSpc>
              <a:buFont typeface="Wingdings" panose="05000000000000000000" pitchFamily="2" charset="2"/>
              <a:buChar char="p"/>
            </a:pPr>
            <a:r>
              <a:rPr lang="zh-CN" altLang="en-US" sz="2200" b="1" dirty="0"/>
              <a:t>别名</a:t>
            </a:r>
            <a:r>
              <a:rPr lang="zh-CN" altLang="en-US" sz="2200" dirty="0"/>
              <a:t>：同数据流条目</a:t>
            </a:r>
            <a:endParaRPr lang="zh-CN" altLang="en-US" sz="2200" dirty="0"/>
          </a:p>
          <a:p>
            <a:pPr eaLnBrk="1" hangingPunct="1">
              <a:lnSpc>
                <a:spcPct val="80000"/>
              </a:lnSpc>
              <a:buFont typeface="Wingdings" panose="05000000000000000000" pitchFamily="2" charset="2"/>
              <a:buChar char="p"/>
            </a:pPr>
            <a:r>
              <a:rPr lang="zh-CN" altLang="en-US" sz="2200" b="1" dirty="0"/>
              <a:t>简述</a:t>
            </a:r>
            <a:r>
              <a:rPr lang="zh-CN" altLang="en-US" sz="2200" dirty="0"/>
              <a:t>：对文件的简单说明</a:t>
            </a:r>
            <a:endParaRPr lang="zh-CN" altLang="en-US" sz="2200" dirty="0"/>
          </a:p>
          <a:p>
            <a:pPr eaLnBrk="1" hangingPunct="1">
              <a:lnSpc>
                <a:spcPct val="80000"/>
              </a:lnSpc>
              <a:buFont typeface="Wingdings" panose="05000000000000000000" pitchFamily="2" charset="2"/>
              <a:buChar char="p"/>
            </a:pPr>
            <a:r>
              <a:rPr lang="zh-CN" altLang="en-US" sz="2200" b="1" dirty="0">
                <a:solidFill>
                  <a:srgbClr val="FF0000"/>
                </a:solidFill>
              </a:rPr>
              <a:t>文件组成</a:t>
            </a:r>
            <a:r>
              <a:rPr lang="zh-CN" altLang="en-US" sz="2200" dirty="0"/>
              <a:t>：描述文件的记录由哪些数据项组成</a:t>
            </a:r>
            <a:r>
              <a:rPr lang="en-US" altLang="zh-CN" sz="2200" dirty="0"/>
              <a:t>(</a:t>
            </a:r>
            <a:r>
              <a:rPr lang="zh-CN" altLang="en-US" sz="2200" dirty="0"/>
              <a:t>与数据流条目中的文件组成描述方法相同</a:t>
            </a:r>
            <a:r>
              <a:rPr lang="en-US" altLang="zh-CN" sz="2200" dirty="0"/>
              <a:t>)</a:t>
            </a:r>
            <a:endParaRPr lang="en-US" altLang="zh-CN" sz="2200" dirty="0"/>
          </a:p>
          <a:p>
            <a:pPr eaLnBrk="1" hangingPunct="1">
              <a:lnSpc>
                <a:spcPct val="80000"/>
              </a:lnSpc>
              <a:buFont typeface="Wingdings" panose="05000000000000000000" pitchFamily="2" charset="2"/>
              <a:buChar char="p"/>
            </a:pPr>
            <a:r>
              <a:rPr lang="zh-CN" altLang="en-US" sz="2200" b="1" dirty="0"/>
              <a:t>写文件的加工</a:t>
            </a:r>
            <a:r>
              <a:rPr lang="zh-CN" altLang="en-US" sz="2200" dirty="0"/>
              <a:t>：描述哪些加工写文件</a:t>
            </a:r>
            <a:endParaRPr lang="zh-CN" altLang="en-US" sz="2200" dirty="0"/>
          </a:p>
          <a:p>
            <a:pPr eaLnBrk="1" hangingPunct="1">
              <a:lnSpc>
                <a:spcPct val="80000"/>
              </a:lnSpc>
              <a:buFont typeface="Wingdings" panose="05000000000000000000" pitchFamily="2" charset="2"/>
              <a:buChar char="p"/>
            </a:pPr>
            <a:r>
              <a:rPr lang="zh-CN" altLang="en-US" sz="2200" b="1" dirty="0"/>
              <a:t>读文件的加工</a:t>
            </a:r>
            <a:r>
              <a:rPr lang="zh-CN" altLang="en-US" sz="2200" dirty="0"/>
              <a:t>：描述哪些加工读文件</a:t>
            </a:r>
            <a:endParaRPr lang="zh-CN" altLang="en-US" sz="2200" dirty="0"/>
          </a:p>
          <a:p>
            <a:pPr eaLnBrk="1" hangingPunct="1">
              <a:lnSpc>
                <a:spcPct val="80000"/>
              </a:lnSpc>
              <a:buFont typeface="Wingdings" panose="05000000000000000000" pitchFamily="2" charset="2"/>
              <a:buChar char="p"/>
            </a:pPr>
            <a:r>
              <a:rPr lang="zh-CN" altLang="en-US" sz="2200" b="1" dirty="0"/>
              <a:t>文件组织</a:t>
            </a:r>
            <a:r>
              <a:rPr lang="zh-CN" altLang="en-US" sz="2200" dirty="0"/>
              <a:t>：描述文件的存储方式</a:t>
            </a:r>
            <a:r>
              <a:rPr lang="en-US" altLang="zh-CN" sz="2200" dirty="0"/>
              <a:t>(</a:t>
            </a:r>
            <a:r>
              <a:rPr lang="zh-CN" altLang="en-US" sz="2200" dirty="0"/>
              <a:t>顺序、索引</a:t>
            </a:r>
            <a:r>
              <a:rPr lang="en-US" altLang="zh-CN" sz="2200" dirty="0"/>
              <a:t>)</a:t>
            </a:r>
            <a:r>
              <a:rPr lang="zh-CN" altLang="en-US" sz="2200" dirty="0"/>
              <a:t>，排序的关键字</a:t>
            </a:r>
            <a:endParaRPr lang="zh-CN" altLang="en-US" sz="2200" dirty="0"/>
          </a:p>
          <a:p>
            <a:pPr eaLnBrk="1" hangingPunct="1">
              <a:lnSpc>
                <a:spcPct val="80000"/>
              </a:lnSpc>
              <a:buFont typeface="Wingdings" panose="05000000000000000000" pitchFamily="2" charset="2"/>
              <a:buChar char="p"/>
            </a:pPr>
            <a:r>
              <a:rPr lang="zh-CN" altLang="en-US" sz="2200" b="1" dirty="0"/>
              <a:t>使用权限</a:t>
            </a:r>
            <a:r>
              <a:rPr lang="zh-CN" altLang="en-US" sz="2200" dirty="0"/>
              <a:t>：描述各类用户对文件读、写、修改的使用权限</a:t>
            </a:r>
            <a:endParaRPr lang="zh-CN" altLang="en-US" sz="2200" dirty="0"/>
          </a:p>
          <a:p>
            <a:pPr eaLnBrk="1" hangingPunct="1">
              <a:lnSpc>
                <a:spcPct val="80000"/>
              </a:lnSpc>
              <a:buFont typeface="Wingdings" panose="05000000000000000000" pitchFamily="2" charset="2"/>
              <a:buChar char="p"/>
            </a:pPr>
            <a:r>
              <a:rPr lang="zh-CN" altLang="en-US" sz="2200" b="1" dirty="0"/>
              <a:t>数据量</a:t>
            </a:r>
            <a:r>
              <a:rPr lang="zh-CN" altLang="en-US" sz="2200" dirty="0"/>
              <a:t>：文件的最大记录个数</a:t>
            </a:r>
            <a:endParaRPr lang="zh-CN" altLang="en-US" sz="2200" dirty="0"/>
          </a:p>
          <a:p>
            <a:pPr eaLnBrk="1" hangingPunct="1">
              <a:lnSpc>
                <a:spcPct val="80000"/>
              </a:lnSpc>
              <a:buFont typeface="Wingdings" panose="05000000000000000000" pitchFamily="2" charset="2"/>
              <a:buChar char="p"/>
            </a:pPr>
            <a:r>
              <a:rPr lang="zh-CN" altLang="en-US" sz="2200" b="1" dirty="0"/>
              <a:t>存取频率</a:t>
            </a:r>
            <a:r>
              <a:rPr lang="zh-CN" altLang="en-US" sz="2200" dirty="0"/>
              <a:t>：描述对该文件的读写频率</a:t>
            </a:r>
            <a:endParaRPr lang="zh-CN" altLang="en-US" sz="2200" dirty="0"/>
          </a:p>
          <a:p>
            <a:pPr eaLnBrk="1" hangingPunct="1">
              <a:lnSpc>
                <a:spcPct val="80000"/>
              </a:lnSpc>
              <a:buFont typeface="Wingdings" panose="05000000000000000000" pitchFamily="2" charset="2"/>
              <a:buChar char="p"/>
            </a:pPr>
            <a:r>
              <a:rPr lang="zh-CN" altLang="en-US" sz="2200" b="1" dirty="0"/>
              <a:t>注解</a:t>
            </a:r>
            <a:r>
              <a:rPr lang="zh-CN" altLang="en-US" sz="2200" dirty="0"/>
              <a:t>：对该文件的其它补充说明</a:t>
            </a:r>
            <a:endParaRPr lang="zh-CN" altLang="en-US" sz="2200" dirty="0"/>
          </a:p>
          <a:p>
            <a:pPr eaLnBrk="1" hangingPunct="1">
              <a:lnSpc>
                <a:spcPct val="80000"/>
              </a:lnSpc>
              <a:buFont typeface="Wingdings 2" panose="05020102010507070707" pitchFamily="18" charset="2"/>
              <a:buChar char=""/>
            </a:pPr>
            <a:endParaRPr lang="en-US" altLang="zh-CN" sz="22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7762" name="Rectangle 2"/>
          <p:cNvSpPr>
            <a:spLocks noGrp="1"/>
          </p:cNvSpPr>
          <p:nvPr>
            <p:ph type="title"/>
          </p:nvPr>
        </p:nvSpPr>
        <p:spPr/>
        <p:txBody>
          <a:bodyPr vert="horz" wrap="square" lIns="0" tIns="45720" rIns="0" bIns="0" anchor="b" anchorCtr="0"/>
          <a:p>
            <a:pPr eaLnBrk="1" hangingPunct="1"/>
            <a:r>
              <a:rPr lang="zh-CN" altLang="en-US" b="1" dirty="0">
                <a:latin typeface="微软雅黑" panose="020B0503020204020204" pitchFamily="34" charset="-122"/>
                <a:ea typeface="微软雅黑" panose="020B0503020204020204" pitchFamily="34" charset="-122"/>
              </a:rPr>
              <a:t>数据项条目的描述内容</a:t>
            </a:r>
            <a:endParaRPr lang="zh-CN" altLang="en-US" b="1" dirty="0">
              <a:latin typeface="微软雅黑" panose="020B0503020204020204" pitchFamily="34" charset="-122"/>
              <a:ea typeface="微软雅黑" panose="020B0503020204020204" pitchFamily="34" charset="-122"/>
            </a:endParaRPr>
          </a:p>
        </p:txBody>
      </p:sp>
      <p:sp>
        <p:nvSpPr>
          <p:cNvPr id="117763" name="Rectangle 3"/>
          <p:cNvSpPr>
            <a:spLocks noGrp="1"/>
          </p:cNvSpPr>
          <p:nvPr>
            <p:ph idx="1"/>
          </p:nvPr>
        </p:nvSpPr>
        <p:spPr>
          <a:xfrm>
            <a:off x="457200" y="2239963"/>
            <a:ext cx="8229600" cy="4389437"/>
          </a:xfrm>
        </p:spPr>
        <p:txBody>
          <a:bodyPr vert="horz" wrap="square" lIns="91440" tIns="45720" rIns="91440" bIns="45720" anchor="t" anchorCtr="0"/>
          <a:p>
            <a:pPr eaLnBrk="1" hangingPunct="1">
              <a:lnSpc>
                <a:spcPct val="90000"/>
              </a:lnSpc>
              <a:buFont typeface="Wingdings" panose="05000000000000000000" pitchFamily="2" charset="2"/>
              <a:buChar char="p"/>
            </a:pPr>
            <a:r>
              <a:rPr lang="zh-CN" altLang="en-US" sz="2200" b="1" dirty="0"/>
              <a:t>名称</a:t>
            </a:r>
            <a:r>
              <a:rPr lang="zh-CN" altLang="en-US" sz="2200" dirty="0"/>
              <a:t>：数据项名</a:t>
            </a:r>
            <a:endParaRPr lang="zh-CN" altLang="en-US" sz="2200" dirty="0"/>
          </a:p>
          <a:p>
            <a:pPr eaLnBrk="1" hangingPunct="1">
              <a:lnSpc>
                <a:spcPct val="90000"/>
              </a:lnSpc>
              <a:buFont typeface="Wingdings" panose="05000000000000000000" pitchFamily="2" charset="2"/>
              <a:buChar char="p"/>
            </a:pPr>
            <a:r>
              <a:rPr lang="zh-CN" altLang="en-US" sz="2200" b="1" dirty="0"/>
              <a:t>别名</a:t>
            </a:r>
            <a:r>
              <a:rPr lang="zh-CN" altLang="en-US" sz="2200" dirty="0"/>
              <a:t>：同数据流条目</a:t>
            </a:r>
            <a:endParaRPr lang="zh-CN" altLang="en-US" sz="2200" dirty="0"/>
          </a:p>
          <a:p>
            <a:pPr eaLnBrk="1" hangingPunct="1">
              <a:lnSpc>
                <a:spcPct val="90000"/>
              </a:lnSpc>
              <a:buFont typeface="Wingdings" panose="05000000000000000000" pitchFamily="2" charset="2"/>
              <a:buChar char="p"/>
            </a:pPr>
            <a:r>
              <a:rPr lang="zh-CN" altLang="en-US" sz="2200" b="1" dirty="0"/>
              <a:t>简述</a:t>
            </a:r>
            <a:r>
              <a:rPr lang="zh-CN" altLang="en-US" sz="2200" dirty="0"/>
              <a:t>：对数据项的简单描述</a:t>
            </a:r>
            <a:endParaRPr lang="zh-CN" altLang="en-US" sz="2200" dirty="0"/>
          </a:p>
          <a:p>
            <a:pPr eaLnBrk="1" hangingPunct="1">
              <a:lnSpc>
                <a:spcPct val="90000"/>
              </a:lnSpc>
              <a:buFont typeface="Wingdings" panose="05000000000000000000" pitchFamily="2" charset="2"/>
              <a:buChar char="p"/>
            </a:pPr>
            <a:r>
              <a:rPr lang="zh-CN" altLang="en-US" sz="2200" b="1" dirty="0"/>
              <a:t>数据类型</a:t>
            </a:r>
            <a:r>
              <a:rPr lang="zh-CN" altLang="en-US" sz="2200" dirty="0"/>
              <a:t>：描述数据项的类型，如整型、实型、字符串等</a:t>
            </a:r>
            <a:endParaRPr lang="zh-CN" altLang="en-US" sz="2200" dirty="0"/>
          </a:p>
          <a:p>
            <a:pPr eaLnBrk="1" hangingPunct="1">
              <a:lnSpc>
                <a:spcPct val="90000"/>
              </a:lnSpc>
              <a:buFont typeface="Wingdings" panose="05000000000000000000" pitchFamily="2" charset="2"/>
              <a:buChar char="p"/>
            </a:pPr>
            <a:r>
              <a:rPr lang="zh-CN" altLang="en-US" sz="2200" b="1" dirty="0"/>
              <a:t>计量单位</a:t>
            </a:r>
            <a:r>
              <a:rPr lang="zh-CN" altLang="en-US" sz="2200" dirty="0"/>
              <a:t>：指明数据项值的计量单位，如公斤、吨等</a:t>
            </a:r>
            <a:endParaRPr lang="zh-CN" altLang="en-US" sz="2200" dirty="0"/>
          </a:p>
          <a:p>
            <a:pPr eaLnBrk="1" hangingPunct="1">
              <a:lnSpc>
                <a:spcPct val="90000"/>
              </a:lnSpc>
              <a:buFont typeface="Wingdings" panose="05000000000000000000" pitchFamily="2" charset="2"/>
              <a:buChar char="p"/>
            </a:pPr>
            <a:r>
              <a:rPr lang="zh-CN" altLang="en-US" sz="2200" b="1" dirty="0"/>
              <a:t>取值范围</a:t>
            </a:r>
            <a:r>
              <a:rPr lang="zh-CN" altLang="en-US" sz="2200" dirty="0"/>
              <a:t>：描述数据项允许的值域，如</a:t>
            </a:r>
            <a:r>
              <a:rPr lang="en-US" altLang="zh-CN" sz="2200" dirty="0"/>
              <a:t>1</a:t>
            </a:r>
            <a:r>
              <a:rPr lang="en-US" altLang="zh-CN" sz="2200" dirty="0">
                <a:latin typeface="Arial" panose="020B0604020202020204" pitchFamily="34" charset="0"/>
              </a:rPr>
              <a:t>…</a:t>
            </a:r>
            <a:r>
              <a:rPr lang="en-US" altLang="zh-CN" sz="2200" dirty="0"/>
              <a:t>100</a:t>
            </a:r>
            <a:endParaRPr lang="en-US" altLang="zh-CN" sz="2200" dirty="0"/>
          </a:p>
          <a:p>
            <a:pPr eaLnBrk="1" hangingPunct="1">
              <a:lnSpc>
                <a:spcPct val="90000"/>
              </a:lnSpc>
              <a:buFont typeface="Wingdings" panose="05000000000000000000" pitchFamily="2" charset="2"/>
              <a:buChar char="p"/>
            </a:pPr>
            <a:r>
              <a:rPr lang="zh-CN" altLang="en-US" sz="2200" b="1" dirty="0"/>
              <a:t>编辑方式</a:t>
            </a:r>
            <a:r>
              <a:rPr lang="zh-CN" altLang="en-US" sz="2200" dirty="0"/>
              <a:t>：描述该数据项外部表示的编辑方式，如</a:t>
            </a:r>
            <a:r>
              <a:rPr lang="en-US" altLang="zh-CN" sz="2200" dirty="0"/>
              <a:t>23,345.67</a:t>
            </a:r>
            <a:endParaRPr lang="en-US" altLang="zh-CN" sz="2200" dirty="0"/>
          </a:p>
          <a:p>
            <a:pPr eaLnBrk="1" hangingPunct="1">
              <a:lnSpc>
                <a:spcPct val="90000"/>
              </a:lnSpc>
              <a:buFont typeface="Wingdings" panose="05000000000000000000" pitchFamily="2" charset="2"/>
              <a:buChar char="p"/>
            </a:pPr>
            <a:r>
              <a:rPr lang="zh-CN" altLang="en-US" sz="2200" b="1" dirty="0"/>
              <a:t>与其它数据项的关系</a:t>
            </a:r>
            <a:r>
              <a:rPr lang="zh-CN" altLang="en-US" sz="2200" dirty="0"/>
              <a:t>：描述该数据项与数据字典中其它数据项的关系</a:t>
            </a:r>
            <a:endParaRPr lang="zh-CN" altLang="en-US" sz="2200" dirty="0"/>
          </a:p>
          <a:p>
            <a:pPr eaLnBrk="1" hangingPunct="1">
              <a:lnSpc>
                <a:spcPct val="90000"/>
              </a:lnSpc>
              <a:buFont typeface="Wingdings" panose="05000000000000000000" pitchFamily="2" charset="2"/>
              <a:buChar char="p"/>
            </a:pPr>
            <a:r>
              <a:rPr lang="zh-CN" altLang="en-US" sz="2200" b="1" dirty="0"/>
              <a:t>注解</a:t>
            </a:r>
            <a:r>
              <a:rPr lang="zh-CN" altLang="en-US" sz="2200" dirty="0"/>
              <a:t>：对数据项的其它补充说明</a:t>
            </a:r>
            <a:endParaRPr lang="zh-CN" altLang="en-US" sz="2200" dirty="0"/>
          </a:p>
          <a:p>
            <a:pPr eaLnBrk="1" hangingPunct="1">
              <a:lnSpc>
                <a:spcPct val="90000"/>
              </a:lnSpc>
              <a:buFont typeface="Wingdings 2" panose="05020102010507070707" pitchFamily="18" charset="2"/>
              <a:buChar char=""/>
            </a:pPr>
            <a:endParaRPr lang="en-US" altLang="zh-CN" sz="22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9810" name="Rectangle 2"/>
          <p:cNvSpPr>
            <a:spLocks noGrp="1"/>
          </p:cNvSpPr>
          <p:nvPr>
            <p:ph type="title"/>
          </p:nvPr>
        </p:nvSpPr>
        <p:spPr>
          <a:xfrm>
            <a:off x="457200" y="457200"/>
            <a:ext cx="8229600" cy="1143000"/>
          </a:xfrm>
        </p:spPr>
        <p:txBody>
          <a:bodyPr vert="horz" wrap="square" lIns="0" tIns="45720" rIns="0" bIns="0" anchor="b" anchorCtr="0"/>
          <a:p>
            <a:pPr eaLnBrk="1" hangingPunct="1"/>
            <a:r>
              <a:rPr lang="zh-CN" altLang="en-US" b="1" dirty="0">
                <a:latin typeface="微软雅黑" panose="020B0503020204020204" pitchFamily="34" charset="-122"/>
                <a:ea typeface="微软雅黑" panose="020B0503020204020204" pitchFamily="34" charset="-122"/>
              </a:rPr>
              <a:t>加工条目的描述内容</a:t>
            </a:r>
            <a:endParaRPr lang="zh-CN" altLang="en-US" b="1" dirty="0">
              <a:latin typeface="微软雅黑" panose="020B0503020204020204" pitchFamily="34" charset="-122"/>
              <a:ea typeface="微软雅黑" panose="020B0503020204020204" pitchFamily="34" charset="-122"/>
            </a:endParaRPr>
          </a:p>
        </p:txBody>
      </p:sp>
      <p:sp>
        <p:nvSpPr>
          <p:cNvPr id="119811" name="Rectangle 3"/>
          <p:cNvSpPr>
            <a:spLocks noGrp="1"/>
          </p:cNvSpPr>
          <p:nvPr>
            <p:ph idx="1"/>
          </p:nvPr>
        </p:nvSpPr>
        <p:spPr>
          <a:xfrm>
            <a:off x="381000" y="1905000"/>
            <a:ext cx="8153400" cy="4724400"/>
          </a:xfrm>
        </p:spPr>
        <p:txBody>
          <a:bodyPr vert="horz" wrap="square" lIns="91440" tIns="45720" rIns="91440" bIns="45720" anchor="t" anchorCtr="0"/>
          <a:p>
            <a:pPr eaLnBrk="1" hangingPunct="1">
              <a:lnSpc>
                <a:spcPct val="80000"/>
              </a:lnSpc>
              <a:buFont typeface="Wingdings" panose="05000000000000000000" pitchFamily="2" charset="2"/>
              <a:buChar char="p"/>
            </a:pPr>
            <a:r>
              <a:rPr lang="zh-CN" altLang="en-US" sz="2000" b="1" dirty="0"/>
              <a:t>名称</a:t>
            </a:r>
            <a:r>
              <a:rPr lang="zh-CN" altLang="en-US" sz="2000" dirty="0"/>
              <a:t>：加工名</a:t>
            </a:r>
            <a:endParaRPr lang="zh-CN" altLang="en-US" sz="2000" dirty="0"/>
          </a:p>
          <a:p>
            <a:pPr eaLnBrk="1" hangingPunct="1">
              <a:lnSpc>
                <a:spcPct val="80000"/>
              </a:lnSpc>
              <a:buFont typeface="Wingdings" panose="05000000000000000000" pitchFamily="2" charset="2"/>
              <a:buChar char="p"/>
            </a:pPr>
            <a:r>
              <a:rPr lang="zh-CN" altLang="en-US" sz="2000" b="1" dirty="0"/>
              <a:t>别名</a:t>
            </a:r>
            <a:r>
              <a:rPr lang="zh-CN" altLang="en-US" sz="2000" dirty="0"/>
              <a:t>：同数据流条目</a:t>
            </a:r>
            <a:endParaRPr lang="zh-CN" altLang="en-US" sz="2000" dirty="0"/>
          </a:p>
          <a:p>
            <a:pPr eaLnBrk="1" hangingPunct="1">
              <a:lnSpc>
                <a:spcPct val="80000"/>
              </a:lnSpc>
              <a:buFont typeface="Wingdings" panose="05000000000000000000" pitchFamily="2" charset="2"/>
              <a:buChar char="p"/>
            </a:pPr>
            <a:r>
              <a:rPr lang="zh-CN" altLang="en-US" sz="2000" b="1" dirty="0"/>
              <a:t>加工号</a:t>
            </a:r>
            <a:r>
              <a:rPr lang="en-US" altLang="zh-CN" sz="2000" dirty="0"/>
              <a:t>: </a:t>
            </a:r>
            <a:r>
              <a:rPr lang="zh-CN" altLang="en-US" sz="2000" dirty="0"/>
              <a:t>加工在</a:t>
            </a:r>
            <a:r>
              <a:rPr lang="en-US" altLang="zh-CN" sz="2000" dirty="0"/>
              <a:t>DFD</a:t>
            </a:r>
            <a:r>
              <a:rPr lang="zh-CN" altLang="en-US" sz="2000" dirty="0"/>
              <a:t>中的编号</a:t>
            </a:r>
            <a:endParaRPr lang="zh-CN" altLang="en-US" sz="2000" dirty="0"/>
          </a:p>
          <a:p>
            <a:pPr eaLnBrk="1" hangingPunct="1">
              <a:lnSpc>
                <a:spcPct val="80000"/>
              </a:lnSpc>
              <a:buFont typeface="Wingdings" panose="05000000000000000000" pitchFamily="2" charset="2"/>
              <a:buChar char="p"/>
            </a:pPr>
            <a:r>
              <a:rPr lang="zh-CN" altLang="en-US" sz="2000" b="1" dirty="0"/>
              <a:t>简述</a:t>
            </a:r>
            <a:r>
              <a:rPr lang="zh-CN" altLang="en-US" sz="2000" dirty="0"/>
              <a:t>：对加工的功能的简要说明</a:t>
            </a:r>
            <a:endParaRPr lang="zh-CN" altLang="en-US" sz="2000" dirty="0"/>
          </a:p>
          <a:p>
            <a:pPr eaLnBrk="1" hangingPunct="1">
              <a:lnSpc>
                <a:spcPct val="80000"/>
              </a:lnSpc>
              <a:buFont typeface="Wingdings" panose="05000000000000000000" pitchFamily="2" charset="2"/>
              <a:buChar char="p"/>
            </a:pPr>
            <a:r>
              <a:rPr lang="zh-CN" altLang="en-US" sz="2000" b="1" dirty="0"/>
              <a:t>输入数据流</a:t>
            </a:r>
            <a:r>
              <a:rPr lang="zh-CN" altLang="en-US" sz="2000" dirty="0"/>
              <a:t>：描述加工的输入数据流，包括读哪些文件名</a:t>
            </a:r>
            <a:endParaRPr lang="zh-CN" altLang="en-US" sz="2000" dirty="0"/>
          </a:p>
          <a:p>
            <a:pPr eaLnBrk="1" hangingPunct="1">
              <a:lnSpc>
                <a:spcPct val="80000"/>
              </a:lnSpc>
              <a:buFont typeface="Wingdings" panose="05000000000000000000" pitchFamily="2" charset="2"/>
              <a:buChar char="p"/>
            </a:pPr>
            <a:r>
              <a:rPr lang="zh-CN" altLang="en-US" sz="2000" b="1" dirty="0"/>
              <a:t>输出数据流</a:t>
            </a:r>
            <a:r>
              <a:rPr lang="zh-CN" altLang="en-US" sz="2000" dirty="0"/>
              <a:t>：描述加工的输出数据流，包括写哪些文件名</a:t>
            </a:r>
            <a:endParaRPr lang="zh-CN" altLang="en-US" sz="2000" dirty="0"/>
          </a:p>
          <a:p>
            <a:pPr eaLnBrk="1" hangingPunct="1">
              <a:lnSpc>
                <a:spcPct val="80000"/>
              </a:lnSpc>
              <a:buFont typeface="Wingdings" panose="05000000000000000000" pitchFamily="2" charset="2"/>
              <a:buChar char="p"/>
            </a:pPr>
            <a:r>
              <a:rPr lang="zh-CN" altLang="en-US" sz="2000" b="1" dirty="0">
                <a:solidFill>
                  <a:srgbClr val="FF0000"/>
                </a:solidFill>
              </a:rPr>
              <a:t>加工逻辑</a:t>
            </a:r>
            <a:r>
              <a:rPr lang="zh-CN" altLang="en-US" sz="2000" dirty="0"/>
              <a:t>：简要描述加工逻辑，或者对加工规约的索引</a:t>
            </a:r>
            <a:endParaRPr lang="zh-CN" altLang="en-US" sz="2000" dirty="0"/>
          </a:p>
          <a:p>
            <a:pPr lvl="1" eaLnBrk="1" hangingPunct="1">
              <a:lnSpc>
                <a:spcPct val="80000"/>
              </a:lnSpc>
              <a:buFont typeface="Wingdings" panose="05000000000000000000" pitchFamily="2" charset="2"/>
              <a:buChar char="ü"/>
            </a:pPr>
            <a:r>
              <a:rPr lang="zh-CN" altLang="en-US" sz="1600" dirty="0"/>
              <a:t>基本加工的加工逻辑用小说明描述，在加工条目中可填写对加工规约的索引</a:t>
            </a:r>
            <a:endParaRPr lang="zh-CN" altLang="en-US" sz="1600" dirty="0"/>
          </a:p>
          <a:p>
            <a:pPr lvl="1" eaLnBrk="1" hangingPunct="1">
              <a:lnSpc>
                <a:spcPct val="80000"/>
              </a:lnSpc>
              <a:buFont typeface="Wingdings" panose="05000000000000000000" pitchFamily="2" charset="2"/>
              <a:buChar char="ü"/>
            </a:pPr>
            <a:r>
              <a:rPr lang="zh-CN" altLang="en-US" sz="1600" dirty="0"/>
              <a:t>非基本加工分解而成的</a:t>
            </a:r>
            <a:r>
              <a:rPr lang="en-US" altLang="zh-CN" sz="1600" dirty="0"/>
              <a:t>DFD</a:t>
            </a:r>
            <a:r>
              <a:rPr lang="zh-CN" altLang="en-US" sz="1600" dirty="0"/>
              <a:t>子图已反映了它的加工逻辑，不必书写小说明</a:t>
            </a:r>
            <a:endParaRPr lang="zh-CN" altLang="en-US" sz="1600" dirty="0"/>
          </a:p>
          <a:p>
            <a:pPr eaLnBrk="1" hangingPunct="1">
              <a:lnSpc>
                <a:spcPct val="80000"/>
              </a:lnSpc>
              <a:buFont typeface="Wingdings" panose="05000000000000000000" pitchFamily="2" charset="2"/>
              <a:buChar char="p"/>
            </a:pPr>
            <a:r>
              <a:rPr lang="zh-CN" altLang="en-US" sz="2000" b="1" dirty="0"/>
              <a:t>异常处理</a:t>
            </a:r>
            <a:r>
              <a:rPr lang="zh-CN" altLang="en-US" sz="2000" dirty="0"/>
              <a:t>：描述加工处理过程中可能出现的异常情况，及其处理方式</a:t>
            </a:r>
            <a:endParaRPr lang="zh-CN" altLang="en-US" sz="2000" dirty="0"/>
          </a:p>
          <a:p>
            <a:pPr eaLnBrk="1" hangingPunct="1">
              <a:lnSpc>
                <a:spcPct val="80000"/>
              </a:lnSpc>
              <a:buFont typeface="Wingdings" panose="05000000000000000000" pitchFamily="2" charset="2"/>
              <a:buChar char="p"/>
            </a:pPr>
            <a:r>
              <a:rPr lang="zh-CN" altLang="en-US" sz="2000" b="1" dirty="0"/>
              <a:t>加工激发条件</a:t>
            </a:r>
            <a:r>
              <a:rPr lang="zh-CN" altLang="en-US" sz="2000" dirty="0"/>
              <a:t>：描述执行加工的条件，如，</a:t>
            </a:r>
            <a:r>
              <a:rPr lang="zh-CN" altLang="en-US" sz="2000" dirty="0">
                <a:latin typeface="Arial" panose="020B0604020202020204" pitchFamily="34" charset="0"/>
              </a:rPr>
              <a:t>“</a:t>
            </a:r>
            <a:r>
              <a:rPr lang="zh-CN" altLang="en-US" sz="2000" dirty="0"/>
              <a:t>身份认证正确</a:t>
            </a:r>
            <a:r>
              <a:rPr lang="zh-CN" altLang="en-US" sz="2000" dirty="0">
                <a:latin typeface="Arial" panose="020B0604020202020204" pitchFamily="34" charset="0"/>
              </a:rPr>
              <a:t>”</a:t>
            </a:r>
            <a:r>
              <a:rPr lang="zh-CN" altLang="en-US" sz="2000" dirty="0"/>
              <a:t>，</a:t>
            </a:r>
            <a:r>
              <a:rPr lang="zh-CN" altLang="en-US" sz="2000" dirty="0">
                <a:latin typeface="Arial" panose="020B0604020202020204" pitchFamily="34" charset="0"/>
              </a:rPr>
              <a:t>“</a:t>
            </a:r>
            <a:r>
              <a:rPr lang="zh-CN" altLang="en-US" sz="2000" dirty="0"/>
              <a:t>收到报名单</a:t>
            </a:r>
            <a:r>
              <a:rPr lang="zh-CN" altLang="en-US" sz="2000" dirty="0">
                <a:latin typeface="Arial" panose="020B0604020202020204" pitchFamily="34" charset="0"/>
              </a:rPr>
              <a:t>”</a:t>
            </a:r>
            <a:endParaRPr lang="zh-CN" altLang="en-US" sz="2000" dirty="0"/>
          </a:p>
          <a:p>
            <a:pPr eaLnBrk="1" hangingPunct="1">
              <a:lnSpc>
                <a:spcPct val="80000"/>
              </a:lnSpc>
              <a:buFont typeface="Wingdings" panose="05000000000000000000" pitchFamily="2" charset="2"/>
              <a:buChar char="p"/>
            </a:pPr>
            <a:r>
              <a:rPr lang="zh-CN" altLang="en-US" sz="2000" b="1" dirty="0"/>
              <a:t>执行频率</a:t>
            </a:r>
            <a:r>
              <a:rPr lang="zh-CN" altLang="en-US" sz="2000" dirty="0"/>
              <a:t>：描述加工的执行频率，如，每月执行一次，每天</a:t>
            </a:r>
            <a:r>
              <a:rPr lang="en-US" altLang="zh-CN" sz="2000" dirty="0"/>
              <a:t>0</a:t>
            </a:r>
            <a:r>
              <a:rPr lang="zh-CN" altLang="en-US" sz="2000" dirty="0"/>
              <a:t>点执行</a:t>
            </a:r>
            <a:endParaRPr lang="zh-CN" altLang="en-US" sz="2000" dirty="0"/>
          </a:p>
          <a:p>
            <a:pPr eaLnBrk="1" hangingPunct="1">
              <a:lnSpc>
                <a:spcPct val="80000"/>
              </a:lnSpc>
              <a:buFont typeface="Wingdings" panose="05000000000000000000" pitchFamily="2" charset="2"/>
              <a:buChar char="p"/>
            </a:pPr>
            <a:r>
              <a:rPr lang="zh-CN" altLang="en-US" sz="2000" b="1" dirty="0"/>
              <a:t>注解</a:t>
            </a:r>
            <a:r>
              <a:rPr lang="zh-CN" altLang="en-US" sz="2000" dirty="0"/>
              <a:t>：对加工的其它补充说明</a:t>
            </a:r>
            <a:endParaRPr lang="zh-CN" altLang="en-US" sz="2000" dirty="0"/>
          </a:p>
          <a:p>
            <a:pPr eaLnBrk="1" hangingPunct="1">
              <a:lnSpc>
                <a:spcPct val="80000"/>
              </a:lnSpc>
              <a:buFont typeface="Wingdings 2" panose="05020102010507070707" pitchFamily="18" charset="2"/>
              <a:buChar char=""/>
            </a:pPr>
            <a:endParaRPr lang="en-US" altLang="zh-CN" sz="20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1858" name="Rectangle 2"/>
          <p:cNvSpPr>
            <a:spLocks noGrp="1"/>
          </p:cNvSpPr>
          <p:nvPr>
            <p:ph type="title"/>
          </p:nvPr>
        </p:nvSpPr>
        <p:spPr>
          <a:xfrm>
            <a:off x="457200" y="381000"/>
            <a:ext cx="8229600" cy="1143000"/>
          </a:xfrm>
        </p:spPr>
        <p:txBody>
          <a:bodyPr vert="horz" wrap="square" lIns="0" tIns="45720" rIns="0" bIns="0" anchor="b" anchorCtr="0"/>
          <a:p>
            <a:pPr eaLnBrk="1" hangingPunct="1"/>
            <a:r>
              <a:rPr lang="zh-CN" altLang="en-US" b="1" dirty="0">
                <a:latin typeface="微软雅黑" panose="020B0503020204020204" pitchFamily="34" charset="-122"/>
                <a:ea typeface="微软雅黑" panose="020B0503020204020204" pitchFamily="34" charset="-122"/>
              </a:rPr>
              <a:t>源或宿条目的描述内容</a:t>
            </a:r>
            <a:endParaRPr lang="zh-CN" altLang="en-US" b="1" dirty="0">
              <a:latin typeface="微软雅黑" panose="020B0503020204020204" pitchFamily="34" charset="-122"/>
              <a:ea typeface="微软雅黑" panose="020B0503020204020204" pitchFamily="34" charset="-122"/>
            </a:endParaRPr>
          </a:p>
        </p:txBody>
      </p:sp>
      <p:sp>
        <p:nvSpPr>
          <p:cNvPr id="121859" name="Rectangle 3"/>
          <p:cNvSpPr>
            <a:spLocks noGrp="1"/>
          </p:cNvSpPr>
          <p:nvPr>
            <p:ph idx="1"/>
          </p:nvPr>
        </p:nvSpPr>
        <p:spPr>
          <a:xfrm>
            <a:off x="381000" y="1752600"/>
            <a:ext cx="8077200" cy="4724400"/>
          </a:xfrm>
        </p:spPr>
        <p:txBody>
          <a:bodyPr vert="horz" wrap="square" lIns="91440" tIns="45720" rIns="91440" bIns="45720" anchor="t" anchorCtr="0"/>
          <a:p>
            <a:pPr eaLnBrk="1" hangingPunct="1">
              <a:buFont typeface="Wingdings" panose="05000000000000000000" pitchFamily="2" charset="2"/>
              <a:buChar char="p"/>
            </a:pPr>
            <a:r>
              <a:rPr lang="zh-CN" altLang="en-US" sz="2800" b="1" dirty="0"/>
              <a:t>名称</a:t>
            </a:r>
            <a:r>
              <a:rPr lang="zh-CN" altLang="en-US" sz="2800" dirty="0"/>
              <a:t>：源或宿的名</a:t>
            </a:r>
            <a:r>
              <a:rPr lang="en-US" altLang="zh-CN" sz="2800" dirty="0"/>
              <a:t>(</a:t>
            </a:r>
            <a:r>
              <a:rPr lang="zh-CN" altLang="en-US" sz="2800" dirty="0"/>
              <a:t>外部实体名</a:t>
            </a:r>
            <a:r>
              <a:rPr lang="en-US" altLang="zh-CN" sz="2800" dirty="0"/>
              <a:t>)</a:t>
            </a:r>
            <a:endParaRPr lang="en-US" altLang="zh-CN" sz="2800" dirty="0"/>
          </a:p>
          <a:p>
            <a:pPr eaLnBrk="1" hangingPunct="1">
              <a:buFont typeface="Wingdings" panose="05000000000000000000" pitchFamily="2" charset="2"/>
              <a:buChar char="p"/>
            </a:pPr>
            <a:r>
              <a:rPr lang="zh-CN" altLang="en-US" sz="2800" b="1" dirty="0"/>
              <a:t>别名</a:t>
            </a:r>
            <a:r>
              <a:rPr lang="zh-CN" altLang="en-US" sz="2800" dirty="0"/>
              <a:t>：同数据流条目</a:t>
            </a:r>
            <a:endParaRPr lang="zh-CN" altLang="en-US" sz="2800" dirty="0"/>
          </a:p>
          <a:p>
            <a:pPr eaLnBrk="1" hangingPunct="1">
              <a:buFont typeface="Wingdings" panose="05000000000000000000" pitchFamily="2" charset="2"/>
              <a:buChar char="p"/>
            </a:pPr>
            <a:r>
              <a:rPr lang="zh-CN" altLang="en-US" sz="2800" b="1" dirty="0"/>
              <a:t>简要描述</a:t>
            </a:r>
            <a:r>
              <a:rPr lang="zh-CN" altLang="en-US" sz="2800" dirty="0"/>
              <a:t>：对源或宿的简要描述</a:t>
            </a:r>
            <a:r>
              <a:rPr lang="en-US" altLang="zh-CN" sz="2800" dirty="0"/>
              <a:t>(</a:t>
            </a:r>
            <a:r>
              <a:rPr lang="zh-CN" altLang="en-US" sz="2800" dirty="0"/>
              <a:t>包括指明该外部实体在</a:t>
            </a:r>
            <a:r>
              <a:rPr lang="en-US" altLang="zh-CN" sz="2800" dirty="0"/>
              <a:t>DFD</a:t>
            </a:r>
            <a:r>
              <a:rPr lang="zh-CN" altLang="en-US" sz="2800" dirty="0"/>
              <a:t>中是用作</a:t>
            </a:r>
            <a:r>
              <a:rPr lang="zh-CN" altLang="en-US" sz="2800" dirty="0">
                <a:latin typeface="Arial" panose="020B0604020202020204" pitchFamily="34" charset="0"/>
              </a:rPr>
              <a:t>“</a:t>
            </a:r>
            <a:r>
              <a:rPr lang="zh-CN" altLang="en-US" sz="2800" dirty="0"/>
              <a:t>源</a:t>
            </a:r>
            <a:r>
              <a:rPr lang="zh-CN" altLang="en-US" sz="2800" dirty="0">
                <a:latin typeface="Arial" panose="020B0604020202020204" pitchFamily="34" charset="0"/>
              </a:rPr>
              <a:t>”</a:t>
            </a:r>
            <a:r>
              <a:rPr lang="zh-CN" altLang="en-US" sz="2800" dirty="0"/>
              <a:t>，还是</a:t>
            </a:r>
            <a:r>
              <a:rPr lang="zh-CN" altLang="en-US" sz="2800" dirty="0">
                <a:latin typeface="Arial" panose="020B0604020202020204" pitchFamily="34" charset="0"/>
              </a:rPr>
              <a:t>“</a:t>
            </a:r>
            <a:r>
              <a:rPr lang="zh-CN" altLang="en-US" sz="2800" dirty="0"/>
              <a:t>宿</a:t>
            </a:r>
            <a:r>
              <a:rPr lang="zh-CN" altLang="en-US" sz="2800" dirty="0">
                <a:latin typeface="Arial" panose="020B0604020202020204" pitchFamily="34" charset="0"/>
              </a:rPr>
              <a:t>”</a:t>
            </a:r>
            <a:r>
              <a:rPr lang="zh-CN" altLang="en-US" sz="2800" dirty="0"/>
              <a:t>，还是</a:t>
            </a:r>
            <a:r>
              <a:rPr lang="zh-CN" altLang="en-US" sz="2800" dirty="0">
                <a:latin typeface="Arial" panose="020B0604020202020204" pitchFamily="34" charset="0"/>
              </a:rPr>
              <a:t>“</a:t>
            </a:r>
            <a:r>
              <a:rPr lang="zh-CN" altLang="en-US" sz="2800" dirty="0"/>
              <a:t>既是源又是宿</a:t>
            </a:r>
            <a:r>
              <a:rPr lang="zh-CN" altLang="en-US" sz="2800" dirty="0">
                <a:latin typeface="Arial" panose="020B0604020202020204" pitchFamily="34" charset="0"/>
              </a:rPr>
              <a:t>”</a:t>
            </a:r>
            <a:r>
              <a:rPr lang="en-US" altLang="zh-CN" sz="2800" dirty="0"/>
              <a:t>)</a:t>
            </a:r>
            <a:endParaRPr lang="en-US" altLang="zh-CN" sz="2800" dirty="0"/>
          </a:p>
          <a:p>
            <a:pPr eaLnBrk="1" hangingPunct="1">
              <a:buFont typeface="Wingdings" panose="05000000000000000000" pitchFamily="2" charset="2"/>
              <a:buChar char="p"/>
            </a:pPr>
            <a:r>
              <a:rPr lang="zh-CN" altLang="en-US" sz="2800" b="1" dirty="0"/>
              <a:t>输入数据流</a:t>
            </a:r>
            <a:r>
              <a:rPr lang="zh-CN" altLang="en-US" sz="2800" dirty="0"/>
              <a:t>：描述源向系统提供哪些输入数据流</a:t>
            </a:r>
            <a:endParaRPr lang="zh-CN" altLang="en-US" sz="2800" dirty="0"/>
          </a:p>
          <a:p>
            <a:pPr eaLnBrk="1" hangingPunct="1">
              <a:buFont typeface="Wingdings" panose="05000000000000000000" pitchFamily="2" charset="2"/>
              <a:buChar char="p"/>
            </a:pPr>
            <a:r>
              <a:rPr lang="zh-CN" altLang="en-US" sz="2800" b="1" dirty="0"/>
              <a:t>输出数据流</a:t>
            </a:r>
            <a:r>
              <a:rPr lang="zh-CN" altLang="en-US" sz="2800" dirty="0"/>
              <a:t>：描述系统向宿提供哪些输出数据流</a:t>
            </a:r>
            <a:endParaRPr lang="zh-CN" altLang="en-US" sz="2800" dirty="0"/>
          </a:p>
          <a:p>
            <a:pPr eaLnBrk="1" hangingPunct="1">
              <a:buFont typeface="Wingdings" panose="05000000000000000000" pitchFamily="2" charset="2"/>
              <a:buChar char="p"/>
            </a:pPr>
            <a:r>
              <a:rPr lang="zh-CN" altLang="en-US" sz="2800" b="1" dirty="0"/>
              <a:t>注解</a:t>
            </a:r>
            <a:r>
              <a:rPr lang="zh-CN" altLang="en-US" sz="2800" dirty="0"/>
              <a:t>：对源或宿的其它补充说明</a:t>
            </a:r>
            <a:endParaRPr lang="zh-CN" altLang="en-US" sz="2800" dirty="0"/>
          </a:p>
          <a:p>
            <a:pPr eaLnBrk="1" hangingPunct="1">
              <a:buFont typeface="Wingdings 2" panose="05020102010507070707" pitchFamily="18" charset="2"/>
              <a:buChar char=""/>
            </a:pPr>
            <a:endParaRPr lang="en-US" altLang="zh-CN" sz="280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3906" name="Rectangle 2"/>
          <p:cNvSpPr>
            <a:spLocks noGrp="1"/>
          </p:cNvSpPr>
          <p:nvPr>
            <p:ph type="title"/>
          </p:nvPr>
        </p:nvSpPr>
        <p:spPr>
          <a:xfrm>
            <a:off x="457200" y="228600"/>
            <a:ext cx="8229600" cy="1143000"/>
          </a:xfrm>
        </p:spPr>
        <p:txBody>
          <a:bodyPr vert="horz" wrap="square" lIns="0" tIns="45720" rIns="0" bIns="0" anchor="b" anchorCtr="0"/>
          <a:p>
            <a:pPr eaLnBrk="1" hangingPunct="1"/>
            <a:r>
              <a:rPr lang="zh-CN" altLang="en-US" b="1" dirty="0">
                <a:latin typeface="微软雅黑" panose="020B0503020204020204" pitchFamily="34" charset="-122"/>
                <a:ea typeface="微软雅黑" panose="020B0503020204020204" pitchFamily="34" charset="-122"/>
              </a:rPr>
              <a:t>数据字典的实现</a:t>
            </a:r>
            <a:endParaRPr lang="zh-CN" altLang="en-US" b="1" dirty="0">
              <a:latin typeface="微软雅黑" panose="020B0503020204020204" pitchFamily="34" charset="-122"/>
              <a:ea typeface="微软雅黑" panose="020B0503020204020204" pitchFamily="34" charset="-122"/>
            </a:endParaRPr>
          </a:p>
        </p:txBody>
      </p:sp>
      <p:sp>
        <p:nvSpPr>
          <p:cNvPr id="123907" name="Rectangle 3"/>
          <p:cNvSpPr>
            <a:spLocks noGrp="1"/>
          </p:cNvSpPr>
          <p:nvPr>
            <p:ph idx="1"/>
          </p:nvPr>
        </p:nvSpPr>
        <p:spPr>
          <a:xfrm>
            <a:off x="381000" y="1600200"/>
            <a:ext cx="7924800" cy="4724400"/>
          </a:xfrm>
        </p:spPr>
        <p:txBody>
          <a:bodyPr vert="horz" wrap="square" lIns="91440" tIns="45720" rIns="91440" bIns="45720" anchor="t" anchorCtr="0"/>
          <a:p>
            <a:pPr eaLnBrk="1" hangingPunct="1">
              <a:lnSpc>
                <a:spcPct val="90000"/>
              </a:lnSpc>
              <a:buFont typeface="Wingdings" panose="05000000000000000000" pitchFamily="2" charset="2"/>
              <a:buChar char="p"/>
            </a:pPr>
            <a:r>
              <a:rPr lang="zh-CN" altLang="en-US" sz="2800" dirty="0"/>
              <a:t>提倡采用专用的软件工具或者常用的实用程序</a:t>
            </a:r>
            <a:r>
              <a:rPr lang="en-US" altLang="zh-CN" sz="2800" dirty="0"/>
              <a:t>(</a:t>
            </a:r>
            <a:r>
              <a:rPr lang="zh-CN" altLang="en-US" sz="2800" dirty="0"/>
              <a:t>如，正文编辑程序、电子表格</a:t>
            </a:r>
            <a:r>
              <a:rPr lang="en-US" altLang="zh-CN" sz="2800" dirty="0"/>
              <a:t>)</a:t>
            </a:r>
            <a:r>
              <a:rPr lang="zh-CN" altLang="en-US" sz="2800" dirty="0"/>
              <a:t>来建立数据字典的电子文档，其好处是便于字典条目的检索，字典的管理和维护</a:t>
            </a:r>
            <a:endParaRPr lang="zh-CN" altLang="en-US" sz="2800" dirty="0"/>
          </a:p>
          <a:p>
            <a:pPr eaLnBrk="1" hangingPunct="1">
              <a:lnSpc>
                <a:spcPct val="90000"/>
              </a:lnSpc>
              <a:buFont typeface="Wingdings" panose="05000000000000000000" pitchFamily="2" charset="2"/>
              <a:buChar char="p"/>
            </a:pPr>
            <a:r>
              <a:rPr lang="zh-CN" altLang="en-US" sz="2800" dirty="0"/>
              <a:t>如果数据字典由辅助绘制</a:t>
            </a:r>
            <a:r>
              <a:rPr lang="en-US" altLang="zh-CN" sz="2800" dirty="0"/>
              <a:t>DFD</a:t>
            </a:r>
            <a:r>
              <a:rPr lang="zh-CN" altLang="en-US" sz="2800" dirty="0"/>
              <a:t>的工具自动产生的话，那么可以利用数据字典来检查</a:t>
            </a:r>
            <a:r>
              <a:rPr lang="en-US" altLang="zh-CN" sz="2800" dirty="0"/>
              <a:t>DFD</a:t>
            </a:r>
            <a:r>
              <a:rPr lang="zh-CN" altLang="en-US" sz="2800" dirty="0"/>
              <a:t>的一致性和完整性，并保持数据字典与</a:t>
            </a:r>
            <a:r>
              <a:rPr lang="en-US" altLang="zh-CN" sz="2800" dirty="0"/>
              <a:t>DFD</a:t>
            </a:r>
            <a:r>
              <a:rPr lang="zh-CN" altLang="en-US" sz="2800" dirty="0"/>
              <a:t>的一致</a:t>
            </a:r>
            <a:endParaRPr lang="zh-CN" altLang="en-US" sz="2800" dirty="0"/>
          </a:p>
          <a:p>
            <a:pPr eaLnBrk="1" hangingPunct="1">
              <a:lnSpc>
                <a:spcPct val="90000"/>
              </a:lnSpc>
              <a:buFont typeface="Wingdings" panose="05000000000000000000" pitchFamily="2" charset="2"/>
              <a:buChar char="p"/>
            </a:pPr>
            <a:r>
              <a:rPr lang="zh-CN" altLang="en-US" sz="2800" dirty="0"/>
              <a:t>如果数据字典是由人工制作的，我们可以为每个字典条目制作一张卡片，所有卡片按字典条目的种类</a:t>
            </a:r>
            <a:r>
              <a:rPr lang="en-US" altLang="zh-CN" sz="2800" dirty="0"/>
              <a:t>(</a:t>
            </a:r>
            <a:r>
              <a:rPr lang="zh-CN" altLang="en-US" sz="2800" dirty="0"/>
              <a:t>数据流、文件、加工等</a:t>
            </a:r>
            <a:r>
              <a:rPr lang="en-US" altLang="zh-CN" sz="2800" dirty="0"/>
              <a:t>)</a:t>
            </a:r>
            <a:r>
              <a:rPr lang="zh-CN" altLang="en-US" sz="2800" dirty="0"/>
              <a:t>分类成册，每类卡片按某种约定排序</a:t>
            </a:r>
            <a:endParaRPr lang="zh-CN" altLang="en-US" sz="2800" dirty="0"/>
          </a:p>
          <a:p>
            <a:pPr eaLnBrk="1" hangingPunct="1">
              <a:lnSpc>
                <a:spcPct val="90000"/>
              </a:lnSpc>
              <a:buFont typeface="Wingdings 2" panose="05020102010507070707" pitchFamily="18" charset="2"/>
              <a:buChar char=""/>
            </a:pPr>
            <a:endParaRPr lang="en-US" altLang="zh-CN" sz="280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5" name="图示 4"/>
          <p:cNvGraphicFramePr/>
          <p:nvPr/>
        </p:nvGraphicFramePr>
        <p:xfrm>
          <a:off x="1475656" y="2533352"/>
          <a:ext cx="6096000" cy="4064000"/>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
        <p:nvSpPr>
          <p:cNvPr id="125955" name="标题 1"/>
          <p:cNvSpPr>
            <a:spLocks noGrp="1"/>
          </p:cNvSpPr>
          <p:nvPr>
            <p:ph type="title"/>
          </p:nvPr>
        </p:nvSpPr>
        <p:spPr>
          <a:xfrm>
            <a:off x="866775" y="609600"/>
            <a:ext cx="6705600" cy="1143000"/>
          </a:xfrm>
        </p:spPr>
        <p:txBody>
          <a:bodyPr vert="horz" wrap="square" lIns="0" tIns="45720" rIns="0" bIns="0" anchor="b" anchorCtr="0"/>
          <a:p>
            <a:pPr eaLnBrk="1" hangingPunct="1"/>
            <a:r>
              <a:rPr lang="zh-CN" altLang="en-US" b="1" dirty="0">
                <a:latin typeface="微软雅黑" panose="020B0503020204020204" pitchFamily="34" charset="-122"/>
                <a:ea typeface="微软雅黑" panose="020B0503020204020204" pitchFamily="34" charset="-122"/>
              </a:rPr>
              <a:t>第五次课：结构化分析</a:t>
            </a:r>
            <a:endParaRPr lang="zh-CN" altLang="en-US" b="1" dirty="0">
              <a:latin typeface="微软雅黑" panose="020B0503020204020204" pitchFamily="34" charset="-122"/>
              <a:ea typeface="微软雅黑" panose="020B0503020204020204" pitchFamily="34" charset="-122"/>
            </a:endParaRPr>
          </a:p>
        </p:txBody>
      </p:sp>
    </p:spTree>
  </p:cSld>
  <p:clrMapOvr>
    <a:masterClrMapping/>
  </p:clrMapOvr>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6978" name="Rectangle 2"/>
          <p:cNvSpPr>
            <a:spLocks noGrp="1"/>
          </p:cNvSpPr>
          <p:nvPr>
            <p:ph type="title"/>
          </p:nvPr>
        </p:nvSpPr>
        <p:spPr>
          <a:xfrm>
            <a:off x="457200" y="457200"/>
            <a:ext cx="8229600" cy="1143000"/>
          </a:xfrm>
        </p:spPr>
        <p:txBody>
          <a:bodyPr vert="horz" wrap="square" lIns="0" tIns="45720" rIns="0" bIns="0" anchor="b" anchorCtr="0"/>
          <a:p>
            <a:pPr eaLnBrk="1" hangingPunct="1"/>
            <a:r>
              <a:rPr lang="zh-CN" altLang="en-US" b="1" dirty="0">
                <a:latin typeface="微软雅黑" panose="020B0503020204020204" pitchFamily="34" charset="-122"/>
                <a:ea typeface="微软雅黑" panose="020B0503020204020204" pitchFamily="34" charset="-122"/>
              </a:rPr>
              <a:t>加工条目的描述内容</a:t>
            </a:r>
            <a:endParaRPr lang="zh-CN" altLang="en-US" b="1" dirty="0">
              <a:latin typeface="微软雅黑" panose="020B0503020204020204" pitchFamily="34" charset="-122"/>
              <a:ea typeface="微软雅黑" panose="020B0503020204020204" pitchFamily="34" charset="-122"/>
            </a:endParaRPr>
          </a:p>
        </p:txBody>
      </p:sp>
      <p:sp>
        <p:nvSpPr>
          <p:cNvPr id="126979" name="Rectangle 3"/>
          <p:cNvSpPr>
            <a:spLocks noGrp="1"/>
          </p:cNvSpPr>
          <p:nvPr>
            <p:ph idx="1"/>
          </p:nvPr>
        </p:nvSpPr>
        <p:spPr>
          <a:xfrm>
            <a:off x="381000" y="1905000"/>
            <a:ext cx="8153400" cy="4724400"/>
          </a:xfrm>
        </p:spPr>
        <p:txBody>
          <a:bodyPr vert="horz" wrap="square" lIns="91440" tIns="45720" rIns="91440" bIns="45720" anchor="t" anchorCtr="0"/>
          <a:p>
            <a:pPr eaLnBrk="1" hangingPunct="1">
              <a:lnSpc>
                <a:spcPct val="80000"/>
              </a:lnSpc>
              <a:buFont typeface="Wingdings" panose="05000000000000000000" pitchFamily="2" charset="2"/>
              <a:buChar char="p"/>
            </a:pPr>
            <a:r>
              <a:rPr lang="zh-CN" altLang="en-US" sz="2000" b="1" dirty="0"/>
              <a:t>名称</a:t>
            </a:r>
            <a:r>
              <a:rPr lang="zh-CN" altLang="en-US" sz="2000" dirty="0"/>
              <a:t>：加工名</a:t>
            </a:r>
            <a:endParaRPr lang="zh-CN" altLang="en-US" sz="2000" dirty="0"/>
          </a:p>
          <a:p>
            <a:pPr eaLnBrk="1" hangingPunct="1">
              <a:lnSpc>
                <a:spcPct val="80000"/>
              </a:lnSpc>
              <a:buFont typeface="Wingdings" panose="05000000000000000000" pitchFamily="2" charset="2"/>
              <a:buChar char="p"/>
            </a:pPr>
            <a:r>
              <a:rPr lang="zh-CN" altLang="en-US" sz="2000" b="1" dirty="0"/>
              <a:t>别名</a:t>
            </a:r>
            <a:r>
              <a:rPr lang="zh-CN" altLang="en-US" sz="2000" dirty="0"/>
              <a:t>：同数据流条目</a:t>
            </a:r>
            <a:endParaRPr lang="zh-CN" altLang="en-US" sz="2000" dirty="0"/>
          </a:p>
          <a:p>
            <a:pPr eaLnBrk="1" hangingPunct="1">
              <a:lnSpc>
                <a:spcPct val="80000"/>
              </a:lnSpc>
              <a:buFont typeface="Wingdings" panose="05000000000000000000" pitchFamily="2" charset="2"/>
              <a:buChar char="p"/>
            </a:pPr>
            <a:r>
              <a:rPr lang="zh-CN" altLang="en-US" sz="2000" b="1" dirty="0"/>
              <a:t>加工号</a:t>
            </a:r>
            <a:r>
              <a:rPr lang="en-US" altLang="zh-CN" sz="2000" dirty="0"/>
              <a:t>: </a:t>
            </a:r>
            <a:r>
              <a:rPr lang="zh-CN" altLang="en-US" sz="2000" dirty="0"/>
              <a:t>加工在</a:t>
            </a:r>
            <a:r>
              <a:rPr lang="en-US" altLang="zh-CN" sz="2000" dirty="0"/>
              <a:t>DFD</a:t>
            </a:r>
            <a:r>
              <a:rPr lang="zh-CN" altLang="en-US" sz="2000" dirty="0"/>
              <a:t>中的编号</a:t>
            </a:r>
            <a:endParaRPr lang="zh-CN" altLang="en-US" sz="2000" dirty="0"/>
          </a:p>
          <a:p>
            <a:pPr eaLnBrk="1" hangingPunct="1">
              <a:lnSpc>
                <a:spcPct val="80000"/>
              </a:lnSpc>
              <a:buFont typeface="Wingdings" panose="05000000000000000000" pitchFamily="2" charset="2"/>
              <a:buChar char="p"/>
            </a:pPr>
            <a:r>
              <a:rPr lang="zh-CN" altLang="en-US" sz="2000" b="1" dirty="0"/>
              <a:t>简述</a:t>
            </a:r>
            <a:r>
              <a:rPr lang="zh-CN" altLang="en-US" sz="2000" dirty="0"/>
              <a:t>：对加工的功能的简要说明</a:t>
            </a:r>
            <a:endParaRPr lang="zh-CN" altLang="en-US" sz="2000" dirty="0"/>
          </a:p>
          <a:p>
            <a:pPr eaLnBrk="1" hangingPunct="1">
              <a:lnSpc>
                <a:spcPct val="80000"/>
              </a:lnSpc>
              <a:buFont typeface="Wingdings" panose="05000000000000000000" pitchFamily="2" charset="2"/>
              <a:buChar char="p"/>
            </a:pPr>
            <a:r>
              <a:rPr lang="zh-CN" altLang="en-US" sz="2000" b="1" dirty="0"/>
              <a:t>输入数据流</a:t>
            </a:r>
            <a:r>
              <a:rPr lang="zh-CN" altLang="en-US" sz="2000" dirty="0"/>
              <a:t>：描述加工的输入数据流，包括读哪些文件名</a:t>
            </a:r>
            <a:endParaRPr lang="zh-CN" altLang="en-US" sz="2000" dirty="0"/>
          </a:p>
          <a:p>
            <a:pPr eaLnBrk="1" hangingPunct="1">
              <a:lnSpc>
                <a:spcPct val="80000"/>
              </a:lnSpc>
              <a:buFont typeface="Wingdings" panose="05000000000000000000" pitchFamily="2" charset="2"/>
              <a:buChar char="p"/>
            </a:pPr>
            <a:r>
              <a:rPr lang="zh-CN" altLang="en-US" sz="2000" b="1" dirty="0"/>
              <a:t>输出数据流</a:t>
            </a:r>
            <a:r>
              <a:rPr lang="zh-CN" altLang="en-US" sz="2000" dirty="0"/>
              <a:t>：描述加工的输出数据流，包括写哪些文件名</a:t>
            </a:r>
            <a:endParaRPr lang="zh-CN" altLang="en-US" sz="2000" dirty="0"/>
          </a:p>
          <a:p>
            <a:pPr eaLnBrk="1" hangingPunct="1">
              <a:lnSpc>
                <a:spcPct val="80000"/>
              </a:lnSpc>
              <a:buFont typeface="Wingdings" panose="05000000000000000000" pitchFamily="2" charset="2"/>
              <a:buChar char="p"/>
            </a:pPr>
            <a:r>
              <a:rPr lang="zh-CN" altLang="en-US" sz="2000" b="1" dirty="0">
                <a:solidFill>
                  <a:srgbClr val="FF0000"/>
                </a:solidFill>
              </a:rPr>
              <a:t>加工逻辑</a:t>
            </a:r>
            <a:r>
              <a:rPr lang="zh-CN" altLang="en-US" sz="2000" dirty="0"/>
              <a:t>：简要描述加工逻辑，或者对加工规约的索引</a:t>
            </a:r>
            <a:endParaRPr lang="zh-CN" altLang="en-US" sz="2000" dirty="0"/>
          </a:p>
          <a:p>
            <a:pPr lvl="1" eaLnBrk="1" hangingPunct="1">
              <a:lnSpc>
                <a:spcPct val="80000"/>
              </a:lnSpc>
              <a:buFont typeface="Wingdings" panose="05000000000000000000" pitchFamily="2" charset="2"/>
              <a:buChar char="ü"/>
            </a:pPr>
            <a:r>
              <a:rPr lang="zh-CN" altLang="en-US" sz="1600" dirty="0"/>
              <a:t>基本加工的加工逻辑用小说明描述，在加工条目中可填写对加工规约的索引</a:t>
            </a:r>
            <a:endParaRPr lang="zh-CN" altLang="en-US" sz="1600" dirty="0"/>
          </a:p>
          <a:p>
            <a:pPr lvl="1" eaLnBrk="1" hangingPunct="1">
              <a:lnSpc>
                <a:spcPct val="80000"/>
              </a:lnSpc>
              <a:buFont typeface="Wingdings" panose="05000000000000000000" pitchFamily="2" charset="2"/>
              <a:buChar char="ü"/>
            </a:pPr>
            <a:r>
              <a:rPr lang="zh-CN" altLang="en-US" sz="1600" dirty="0"/>
              <a:t>非基本加工分解而成的</a:t>
            </a:r>
            <a:r>
              <a:rPr lang="en-US" altLang="zh-CN" sz="1600" dirty="0"/>
              <a:t>DFD</a:t>
            </a:r>
            <a:r>
              <a:rPr lang="zh-CN" altLang="en-US" sz="1600" dirty="0"/>
              <a:t>子图已反映了它的加工逻辑，不必书写小说明</a:t>
            </a:r>
            <a:endParaRPr lang="zh-CN" altLang="en-US" sz="1600" dirty="0"/>
          </a:p>
          <a:p>
            <a:pPr eaLnBrk="1" hangingPunct="1">
              <a:lnSpc>
                <a:spcPct val="80000"/>
              </a:lnSpc>
              <a:buFont typeface="Wingdings" panose="05000000000000000000" pitchFamily="2" charset="2"/>
              <a:buChar char="p"/>
            </a:pPr>
            <a:r>
              <a:rPr lang="zh-CN" altLang="en-US" sz="2000" b="1" dirty="0"/>
              <a:t>异常处理</a:t>
            </a:r>
            <a:r>
              <a:rPr lang="zh-CN" altLang="en-US" sz="2000" dirty="0"/>
              <a:t>：描述加工处理过程中可能出现的异常情况，及其处理方式</a:t>
            </a:r>
            <a:endParaRPr lang="zh-CN" altLang="en-US" sz="2000" dirty="0"/>
          </a:p>
          <a:p>
            <a:pPr eaLnBrk="1" hangingPunct="1">
              <a:lnSpc>
                <a:spcPct val="80000"/>
              </a:lnSpc>
              <a:buFont typeface="Wingdings" panose="05000000000000000000" pitchFamily="2" charset="2"/>
              <a:buChar char="p"/>
            </a:pPr>
            <a:r>
              <a:rPr lang="zh-CN" altLang="en-US" sz="2000" b="1" dirty="0"/>
              <a:t>加工激发条件</a:t>
            </a:r>
            <a:r>
              <a:rPr lang="zh-CN" altLang="en-US" sz="2000" dirty="0"/>
              <a:t>：描述执行加工的条件，如，</a:t>
            </a:r>
            <a:r>
              <a:rPr lang="zh-CN" altLang="en-US" sz="2000" dirty="0">
                <a:latin typeface="Arial" panose="020B0604020202020204" pitchFamily="34" charset="0"/>
              </a:rPr>
              <a:t>“</a:t>
            </a:r>
            <a:r>
              <a:rPr lang="zh-CN" altLang="en-US" sz="2000" dirty="0"/>
              <a:t>身份认证正确</a:t>
            </a:r>
            <a:r>
              <a:rPr lang="zh-CN" altLang="en-US" sz="2000" dirty="0">
                <a:latin typeface="Arial" panose="020B0604020202020204" pitchFamily="34" charset="0"/>
              </a:rPr>
              <a:t>”</a:t>
            </a:r>
            <a:r>
              <a:rPr lang="zh-CN" altLang="en-US" sz="2000" dirty="0"/>
              <a:t>，</a:t>
            </a:r>
            <a:r>
              <a:rPr lang="zh-CN" altLang="en-US" sz="2000" dirty="0">
                <a:latin typeface="Arial" panose="020B0604020202020204" pitchFamily="34" charset="0"/>
              </a:rPr>
              <a:t>“</a:t>
            </a:r>
            <a:r>
              <a:rPr lang="zh-CN" altLang="en-US" sz="2000" dirty="0"/>
              <a:t>收到报名单</a:t>
            </a:r>
            <a:r>
              <a:rPr lang="zh-CN" altLang="en-US" sz="2000" dirty="0">
                <a:latin typeface="Arial" panose="020B0604020202020204" pitchFamily="34" charset="0"/>
              </a:rPr>
              <a:t>”</a:t>
            </a:r>
            <a:endParaRPr lang="zh-CN" altLang="en-US" sz="2000" dirty="0"/>
          </a:p>
          <a:p>
            <a:pPr eaLnBrk="1" hangingPunct="1">
              <a:lnSpc>
                <a:spcPct val="80000"/>
              </a:lnSpc>
              <a:buFont typeface="Wingdings" panose="05000000000000000000" pitchFamily="2" charset="2"/>
              <a:buChar char="p"/>
            </a:pPr>
            <a:r>
              <a:rPr lang="zh-CN" altLang="en-US" sz="2000" b="1" dirty="0"/>
              <a:t>执行频率</a:t>
            </a:r>
            <a:r>
              <a:rPr lang="zh-CN" altLang="en-US" sz="2000" dirty="0"/>
              <a:t>：描述加工的执行频率，如，每月执行一次，每天</a:t>
            </a:r>
            <a:r>
              <a:rPr lang="en-US" altLang="zh-CN" sz="2000" dirty="0"/>
              <a:t>0</a:t>
            </a:r>
            <a:r>
              <a:rPr lang="zh-CN" altLang="en-US" sz="2000" dirty="0"/>
              <a:t>点执行</a:t>
            </a:r>
            <a:endParaRPr lang="zh-CN" altLang="en-US" sz="2000" dirty="0"/>
          </a:p>
          <a:p>
            <a:pPr eaLnBrk="1" hangingPunct="1">
              <a:lnSpc>
                <a:spcPct val="80000"/>
              </a:lnSpc>
              <a:buFont typeface="Wingdings" panose="05000000000000000000" pitchFamily="2" charset="2"/>
              <a:buChar char="p"/>
            </a:pPr>
            <a:r>
              <a:rPr lang="zh-CN" altLang="en-US" sz="2000" b="1" dirty="0"/>
              <a:t>注解</a:t>
            </a:r>
            <a:r>
              <a:rPr lang="zh-CN" altLang="en-US" sz="2000" dirty="0"/>
              <a:t>：对加工的其它补充说明</a:t>
            </a:r>
            <a:endParaRPr lang="zh-CN" altLang="en-US" sz="2000" dirty="0"/>
          </a:p>
          <a:p>
            <a:pPr eaLnBrk="1" hangingPunct="1">
              <a:lnSpc>
                <a:spcPct val="80000"/>
              </a:lnSpc>
              <a:buFont typeface="Wingdings 2" panose="05020102010507070707" pitchFamily="18" charset="2"/>
              <a:buChar char=""/>
            </a:pPr>
            <a:endParaRPr lang="en-US" altLang="zh-CN" sz="200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9026" name="Rectangle 2"/>
          <p:cNvSpPr>
            <a:spLocks noGrp="1"/>
          </p:cNvSpPr>
          <p:nvPr>
            <p:ph type="title"/>
          </p:nvPr>
        </p:nvSpPr>
        <p:spPr>
          <a:xfrm>
            <a:off x="457200" y="533400"/>
            <a:ext cx="8229600" cy="1143000"/>
          </a:xfrm>
        </p:spPr>
        <p:txBody>
          <a:bodyPr vert="horz" wrap="square" lIns="0" tIns="45720" rIns="0" bIns="0" anchor="b" anchorCtr="0"/>
          <a:p>
            <a:pPr eaLnBrk="1" hangingPunct="1"/>
            <a:r>
              <a:rPr lang="zh-CN" altLang="en-US" b="1" dirty="0">
                <a:latin typeface="微软雅黑" panose="020B0503020204020204" pitchFamily="34" charset="-122"/>
                <a:ea typeface="微软雅黑" panose="020B0503020204020204" pitchFamily="34" charset="-122"/>
              </a:rPr>
              <a:t>基本加工的小说明</a:t>
            </a:r>
            <a:endParaRPr lang="zh-CN" altLang="en-US" b="1" dirty="0">
              <a:latin typeface="微软雅黑" panose="020B0503020204020204" pitchFamily="34" charset="-122"/>
              <a:ea typeface="微软雅黑" panose="020B0503020204020204" pitchFamily="34" charset="-122"/>
            </a:endParaRPr>
          </a:p>
        </p:txBody>
      </p:sp>
      <p:sp>
        <p:nvSpPr>
          <p:cNvPr id="129027" name="Rectangle 3"/>
          <p:cNvSpPr>
            <a:spLocks noGrp="1"/>
          </p:cNvSpPr>
          <p:nvPr>
            <p:ph idx="1"/>
          </p:nvPr>
        </p:nvSpPr>
        <p:spPr/>
        <p:txBody>
          <a:bodyPr vert="horz" wrap="square" lIns="91440" tIns="45720" rIns="91440" bIns="45720" anchor="t" anchorCtr="0"/>
          <a:p>
            <a:pPr eaLnBrk="1" hangingPunct="1">
              <a:lnSpc>
                <a:spcPct val="90000"/>
              </a:lnSpc>
              <a:buFont typeface="Wingdings" panose="05000000000000000000" pitchFamily="2" charset="2"/>
              <a:buChar char="p"/>
            </a:pPr>
            <a:r>
              <a:rPr lang="zh-CN" altLang="en-US" dirty="0"/>
              <a:t>小说明是基本加工的规约说明，应精确地描述用户要求一个加工</a:t>
            </a:r>
            <a:r>
              <a:rPr lang="zh-CN" altLang="en-US" dirty="0">
                <a:latin typeface="Arial" panose="020B0604020202020204" pitchFamily="34" charset="0"/>
              </a:rPr>
              <a:t>“</a:t>
            </a:r>
            <a:r>
              <a:rPr lang="zh-CN" altLang="en-US" dirty="0"/>
              <a:t>做什么</a:t>
            </a:r>
            <a:r>
              <a:rPr lang="zh-CN" altLang="en-US" dirty="0">
                <a:latin typeface="Arial" panose="020B0604020202020204" pitchFamily="34" charset="0"/>
              </a:rPr>
              <a:t>”</a:t>
            </a:r>
            <a:endParaRPr lang="zh-CN" altLang="en-US" dirty="0"/>
          </a:p>
          <a:p>
            <a:pPr eaLnBrk="1" hangingPunct="1">
              <a:lnSpc>
                <a:spcPct val="90000"/>
              </a:lnSpc>
              <a:buFont typeface="Wingdings" panose="05000000000000000000" pitchFamily="2" charset="2"/>
              <a:buChar char="p"/>
            </a:pPr>
            <a:r>
              <a:rPr lang="zh-CN" altLang="en-US" dirty="0"/>
              <a:t>包括加工的激发条件、加工逻辑、优先级、执行频率、出错处理等</a:t>
            </a:r>
            <a:endParaRPr lang="zh-CN" altLang="en-US" dirty="0"/>
          </a:p>
          <a:p>
            <a:pPr eaLnBrk="1" hangingPunct="1">
              <a:lnSpc>
                <a:spcPct val="90000"/>
              </a:lnSpc>
              <a:buFont typeface="Wingdings" panose="05000000000000000000" pitchFamily="2" charset="2"/>
              <a:buChar char="p"/>
            </a:pPr>
            <a:r>
              <a:rPr lang="zh-CN" altLang="en-US" dirty="0"/>
              <a:t>最基本的部分是加工逻辑，即该加工的输出数据流与输入数据流之间的逻辑关系</a:t>
            </a:r>
            <a:endParaRPr lang="zh-CN" altLang="en-US" dirty="0"/>
          </a:p>
          <a:p>
            <a:pPr eaLnBrk="1" hangingPunct="1">
              <a:lnSpc>
                <a:spcPct val="90000"/>
              </a:lnSpc>
              <a:buFont typeface="Wingdings" panose="05000000000000000000" pitchFamily="2" charset="2"/>
              <a:buChar char="p"/>
            </a:pPr>
            <a:r>
              <a:rPr lang="zh-CN" altLang="en-US" dirty="0"/>
              <a:t>加工逻辑不是对加工的设计，不涉及数据结构、算法实现、编程语言等与设计和实现有关的细节</a:t>
            </a:r>
            <a:endParaRPr lang="zh-CN" altLang="en-US" dirty="0"/>
          </a:p>
          <a:p>
            <a:pPr eaLnBrk="1" hangingPunct="1">
              <a:lnSpc>
                <a:spcPct val="90000"/>
              </a:lnSpc>
              <a:buFont typeface="Wingdings 2" panose="05020102010507070707" pitchFamily="18" charset="2"/>
              <a:buChar char=""/>
            </a:pPr>
            <a:endParaRPr lang="en-US" altLang="zh-CN"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1074" name="Rectangle 2"/>
          <p:cNvSpPr>
            <a:spLocks noGrp="1"/>
          </p:cNvSpPr>
          <p:nvPr>
            <p:ph type="title"/>
          </p:nvPr>
        </p:nvSpPr>
        <p:spPr>
          <a:xfrm>
            <a:off x="457200" y="533400"/>
            <a:ext cx="8229600" cy="1143000"/>
          </a:xfrm>
        </p:spPr>
        <p:txBody>
          <a:bodyPr vert="horz" wrap="square" lIns="0" tIns="45720" rIns="0" bIns="0" anchor="b" anchorCtr="0"/>
          <a:p>
            <a:pPr eaLnBrk="1" hangingPunct="1"/>
            <a:r>
              <a:rPr lang="zh-CN" altLang="en-US" b="1" dirty="0">
                <a:latin typeface="微软雅黑" panose="020B0503020204020204" pitchFamily="34" charset="-122"/>
                <a:ea typeface="微软雅黑" panose="020B0503020204020204" pitchFamily="34" charset="-122"/>
              </a:rPr>
              <a:t>加工逻辑的描述方法</a:t>
            </a:r>
            <a:endParaRPr lang="zh-CN" altLang="en-US" b="1" dirty="0">
              <a:latin typeface="微软雅黑" panose="020B0503020204020204" pitchFamily="34" charset="-122"/>
              <a:ea typeface="微软雅黑" panose="020B0503020204020204" pitchFamily="34" charset="-122"/>
            </a:endParaRPr>
          </a:p>
        </p:txBody>
      </p:sp>
      <p:sp>
        <p:nvSpPr>
          <p:cNvPr id="131075" name="Rectangle 3"/>
          <p:cNvSpPr>
            <a:spLocks noGrp="1"/>
          </p:cNvSpPr>
          <p:nvPr>
            <p:ph idx="1"/>
          </p:nvPr>
        </p:nvSpPr>
        <p:spPr/>
        <p:txBody>
          <a:bodyPr vert="horz" wrap="square" lIns="91440" tIns="45720" rIns="91440" bIns="45720" anchor="t" anchorCtr="0"/>
          <a:p>
            <a:pPr eaLnBrk="1" hangingPunct="1">
              <a:buFont typeface="Wingdings" panose="05000000000000000000" pitchFamily="2" charset="2"/>
              <a:buChar char="p"/>
            </a:pPr>
            <a:r>
              <a:rPr lang="zh-CN" altLang="en-US" b="1" dirty="0"/>
              <a:t>结构化语言</a:t>
            </a:r>
            <a:r>
              <a:rPr lang="zh-CN" altLang="en-US" dirty="0"/>
              <a:t>：介于自然语言和形式语言之间的一种半形式语言</a:t>
            </a:r>
            <a:endParaRPr lang="zh-CN" altLang="en-US" dirty="0"/>
          </a:p>
          <a:p>
            <a:pPr eaLnBrk="1" hangingPunct="1">
              <a:buFont typeface="Wingdings" panose="05000000000000000000" pitchFamily="2" charset="2"/>
              <a:buChar char="p"/>
            </a:pPr>
            <a:r>
              <a:rPr lang="zh-CN" altLang="en-US" b="1" dirty="0"/>
              <a:t>判定表</a:t>
            </a:r>
            <a:r>
              <a:rPr lang="zh-CN" altLang="en-US" dirty="0"/>
              <a:t>：适用于加工逻辑包含多个条件，而不同的条件组合需做不同的动作</a:t>
            </a:r>
            <a:endParaRPr lang="zh-CN" altLang="en-US" dirty="0"/>
          </a:p>
          <a:p>
            <a:pPr eaLnBrk="1" hangingPunct="1">
              <a:buFont typeface="Wingdings" panose="05000000000000000000" pitchFamily="2" charset="2"/>
              <a:buChar char="p"/>
            </a:pPr>
            <a:r>
              <a:rPr lang="zh-CN" altLang="en-US" b="1" dirty="0"/>
              <a:t>判定树</a:t>
            </a:r>
            <a:r>
              <a:rPr lang="zh-CN" altLang="en-US" dirty="0"/>
              <a:t>：判定表的变种，它本质上与判定表是相同的，只是表示形式不同</a:t>
            </a:r>
            <a:endParaRPr lang="zh-CN" altLang="en-US"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3122" name="Rectangle 2"/>
          <p:cNvSpPr>
            <a:spLocks noGrp="1"/>
          </p:cNvSpPr>
          <p:nvPr>
            <p:ph type="title"/>
          </p:nvPr>
        </p:nvSpPr>
        <p:spPr>
          <a:xfrm>
            <a:off x="457200" y="457200"/>
            <a:ext cx="8229600" cy="1143000"/>
          </a:xfrm>
        </p:spPr>
        <p:txBody>
          <a:bodyPr vert="horz" wrap="square" lIns="0" tIns="45720" rIns="0" bIns="0" anchor="b" anchorCtr="0"/>
          <a:p>
            <a:pPr eaLnBrk="1" hangingPunct="1"/>
            <a:r>
              <a:rPr lang="zh-CN" altLang="en-US" b="1" dirty="0">
                <a:latin typeface="微软雅黑" panose="020B0503020204020204" pitchFamily="34" charset="-122"/>
                <a:ea typeface="微软雅黑" panose="020B0503020204020204" pitchFamily="34" charset="-122"/>
              </a:rPr>
              <a:t>结构化语言</a:t>
            </a:r>
            <a:endParaRPr lang="zh-CN" altLang="en-US" b="1" dirty="0">
              <a:latin typeface="微软雅黑" panose="020B0503020204020204" pitchFamily="34" charset="-122"/>
              <a:ea typeface="微软雅黑" panose="020B0503020204020204" pitchFamily="34" charset="-122"/>
            </a:endParaRPr>
          </a:p>
        </p:txBody>
      </p:sp>
      <p:sp>
        <p:nvSpPr>
          <p:cNvPr id="133123" name="Rectangle 3"/>
          <p:cNvSpPr>
            <a:spLocks noGrp="1"/>
          </p:cNvSpPr>
          <p:nvPr>
            <p:ph idx="1"/>
          </p:nvPr>
        </p:nvSpPr>
        <p:spPr/>
        <p:txBody>
          <a:bodyPr vert="horz" wrap="square" lIns="91440" tIns="45720" rIns="91440" bIns="45720" anchor="t" anchorCtr="0"/>
          <a:p>
            <a:pPr eaLnBrk="1" hangingPunct="1">
              <a:buFont typeface="Wingdings" panose="05000000000000000000" pitchFamily="2" charset="2"/>
              <a:buChar char="p"/>
            </a:pPr>
            <a:r>
              <a:rPr lang="zh-CN" altLang="en-US" dirty="0"/>
              <a:t>没有严格的语法</a:t>
            </a:r>
            <a:endParaRPr lang="zh-CN" altLang="en-US" dirty="0"/>
          </a:p>
          <a:p>
            <a:pPr eaLnBrk="1" hangingPunct="1">
              <a:buFont typeface="Wingdings" panose="05000000000000000000" pitchFamily="2" charset="2"/>
              <a:buChar char="p"/>
            </a:pPr>
            <a:r>
              <a:rPr lang="zh-CN" altLang="en-US" dirty="0"/>
              <a:t>加工规约分为若干个段落，每个段落可分为内外两层：</a:t>
            </a:r>
            <a:endParaRPr lang="zh-CN" altLang="en-US" dirty="0"/>
          </a:p>
          <a:p>
            <a:pPr lvl="1" eaLnBrk="1" hangingPunct="1">
              <a:buFont typeface="Wingdings" panose="05000000000000000000" pitchFamily="2" charset="2"/>
              <a:buChar char="ü"/>
            </a:pPr>
            <a:r>
              <a:rPr lang="zh-CN" altLang="en-US" dirty="0"/>
              <a:t>外层有严格的语法来描述它的控制结构</a:t>
            </a:r>
            <a:endParaRPr lang="zh-CN" altLang="en-US" dirty="0"/>
          </a:p>
          <a:p>
            <a:pPr lvl="2" eaLnBrk="1" hangingPunct="1">
              <a:buFont typeface="Wingdings" panose="05000000000000000000" pitchFamily="2" charset="2"/>
              <a:buChar char="l"/>
            </a:pPr>
            <a:r>
              <a:rPr lang="zh-CN" altLang="en-US" dirty="0"/>
              <a:t>如结构化英语中可使用</a:t>
            </a:r>
            <a:r>
              <a:rPr lang="en-US" altLang="zh-CN" dirty="0"/>
              <a:t>if_then_else</a:t>
            </a:r>
            <a:r>
              <a:rPr lang="zh-CN" altLang="en-US" dirty="0"/>
              <a:t>、</a:t>
            </a:r>
            <a:r>
              <a:rPr lang="en-US" altLang="zh-CN" dirty="0"/>
              <a:t>while_do</a:t>
            </a:r>
            <a:r>
              <a:rPr lang="zh-CN" altLang="en-US" dirty="0"/>
              <a:t>、</a:t>
            </a:r>
            <a:r>
              <a:rPr lang="en-US" altLang="zh-CN" dirty="0"/>
              <a:t>repeat_until</a:t>
            </a:r>
            <a:r>
              <a:rPr lang="zh-CN" altLang="en-US" dirty="0"/>
              <a:t>、</a:t>
            </a:r>
            <a:r>
              <a:rPr lang="en-US" altLang="zh-CN" dirty="0"/>
              <a:t>for_do</a:t>
            </a:r>
            <a:r>
              <a:rPr lang="zh-CN" altLang="en-US" dirty="0"/>
              <a:t>、</a:t>
            </a:r>
            <a:r>
              <a:rPr lang="en-US" altLang="zh-CN" dirty="0"/>
              <a:t>case</a:t>
            </a:r>
            <a:r>
              <a:rPr lang="zh-CN" altLang="en-US" dirty="0"/>
              <a:t>等结构</a:t>
            </a:r>
            <a:endParaRPr lang="zh-CN" altLang="en-US" dirty="0"/>
          </a:p>
          <a:p>
            <a:pPr lvl="1" eaLnBrk="1" hangingPunct="1">
              <a:buFont typeface="Wingdings" panose="05000000000000000000" pitchFamily="2" charset="2"/>
              <a:buChar char="ü"/>
            </a:pPr>
            <a:r>
              <a:rPr lang="zh-CN" altLang="en-US" dirty="0"/>
              <a:t>内层可以用自然语言来描述</a:t>
            </a:r>
            <a:endParaRPr lang="zh-CN" altLang="en-US" dirty="0"/>
          </a:p>
          <a:p>
            <a:pPr eaLnBrk="1" hangingPunct="1">
              <a:buFont typeface="Wingdings" panose="05000000000000000000" pitchFamily="2" charset="2"/>
              <a:buChar char="p"/>
            </a:pPr>
            <a:r>
              <a:rPr lang="zh-CN" altLang="en-US" dirty="0"/>
              <a:t>允许使用嵌套结构</a:t>
            </a:r>
            <a:endParaRPr lang="zh-CN" altLang="en-US"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5170" name="Rectangle 2"/>
          <p:cNvSpPr>
            <a:spLocks noGrp="1"/>
          </p:cNvSpPr>
          <p:nvPr>
            <p:ph type="title"/>
          </p:nvPr>
        </p:nvSpPr>
        <p:spPr>
          <a:xfrm>
            <a:off x="457200" y="914400"/>
            <a:ext cx="8229600" cy="1143000"/>
          </a:xfrm>
        </p:spPr>
        <p:txBody>
          <a:bodyPr vert="horz" wrap="square" lIns="0" tIns="45720" rIns="0" bIns="0" anchor="b" anchorCtr="0"/>
          <a:p>
            <a:pPr eaLnBrk="1" hangingPunct="1"/>
            <a:r>
              <a:rPr lang="en-US" altLang="zh-CN" b="1" dirty="0">
                <a:latin typeface="微软雅黑" panose="020B0503020204020204" pitchFamily="34" charset="-122"/>
                <a:ea typeface="微软雅黑" panose="020B0503020204020204" pitchFamily="34" charset="-122"/>
              </a:rPr>
              <a:t>“</a:t>
            </a:r>
            <a:r>
              <a:rPr lang="zh-CN" altLang="en-US" b="1" dirty="0">
                <a:latin typeface="微软雅黑" panose="020B0503020204020204" pitchFamily="34" charset="-122"/>
                <a:ea typeface="微软雅黑" panose="020B0503020204020204" pitchFamily="34" charset="-122"/>
              </a:rPr>
              <a:t>计算信用度”的结构化英语描述</a:t>
            </a:r>
            <a:endParaRPr lang="zh-CN" altLang="en-US" b="1" dirty="0">
              <a:latin typeface="微软雅黑" panose="020B0503020204020204" pitchFamily="34" charset="-122"/>
              <a:ea typeface="微软雅黑" panose="020B0503020204020204" pitchFamily="34" charset="-122"/>
            </a:endParaRPr>
          </a:p>
        </p:txBody>
      </p:sp>
      <p:sp>
        <p:nvSpPr>
          <p:cNvPr id="135171" name="Rectangle 4"/>
          <p:cNvSpPr/>
          <p:nvPr/>
        </p:nvSpPr>
        <p:spPr>
          <a:xfrm>
            <a:off x="1195388" y="2444750"/>
            <a:ext cx="7262812" cy="3270250"/>
          </a:xfrm>
          <a:prstGeom prst="rect">
            <a:avLst/>
          </a:prstGeom>
          <a:noFill/>
          <a:ln w="9525">
            <a:noFill/>
          </a:ln>
        </p:spPr>
        <p:txBody>
          <a:bodyPr wrap="none" anchor="ctr" anchorCtr="0">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266700" eaLnBrk="1" hangingPunct="1">
              <a:spcBef>
                <a:spcPct val="0"/>
              </a:spcBef>
              <a:buClrTx/>
              <a:buSzTx/>
              <a:buFontTx/>
              <a:buNone/>
            </a:pPr>
            <a:r>
              <a:rPr lang="en-US" altLang="zh-CN" sz="1600" dirty="0">
                <a:latin typeface="Comic Sans MS" panose="030F0702030302020204" pitchFamily="66" charset="0"/>
              </a:rPr>
              <a:t>Case 1 </a:t>
            </a:r>
            <a:r>
              <a:rPr lang="en-CA" altLang="zh-CN" sz="1600" dirty="0">
                <a:latin typeface="Comic Sans MS" panose="030F0702030302020204" pitchFamily="66" charset="0"/>
              </a:rPr>
              <a:t>(</a:t>
            </a:r>
            <a:r>
              <a:rPr lang="en-US" altLang="zh-CN" sz="1600" dirty="0">
                <a:latin typeface="Comic Sans MS" panose="030F0702030302020204" pitchFamily="66" charset="0"/>
              </a:rPr>
              <a:t>No Bounced</a:t>
            </a:r>
            <a:r>
              <a:rPr lang="zh-CN" altLang="en-CA" sz="1600" dirty="0">
                <a:latin typeface="Comic Sans MS" panose="030F0702030302020204" pitchFamily="66" charset="0"/>
              </a:rPr>
              <a:t>－</a:t>
            </a:r>
            <a:r>
              <a:rPr lang="en-US" altLang="zh-CN" sz="1600" dirty="0">
                <a:latin typeface="Comic Sans MS" panose="030F0702030302020204" pitchFamily="66" charset="0"/>
              </a:rPr>
              <a:t>Checks in Customer Record</a:t>
            </a:r>
            <a:r>
              <a:rPr lang="en-CA" altLang="zh-CN" sz="1600" dirty="0">
                <a:latin typeface="Comic Sans MS" panose="030F0702030302020204" pitchFamily="66" charset="0"/>
              </a:rPr>
              <a:t>)</a:t>
            </a:r>
            <a:r>
              <a:rPr lang="zh-CN" altLang="en-CA" sz="1600" dirty="0">
                <a:latin typeface="Comic Sans MS" panose="030F0702030302020204" pitchFamily="66" charset="0"/>
              </a:rPr>
              <a:t>：</a:t>
            </a:r>
            <a:endParaRPr lang="zh-CN" altLang="en-CA" sz="1600" dirty="0">
              <a:latin typeface="Comic Sans MS" panose="030F0702030302020204" pitchFamily="66" charset="0"/>
            </a:endParaRPr>
          </a:p>
          <a:p>
            <a:pPr marL="0" lvl="0" indent="266700" eaLnBrk="1" hangingPunct="1">
              <a:spcBef>
                <a:spcPct val="0"/>
              </a:spcBef>
              <a:buClrTx/>
              <a:buSzTx/>
              <a:buFontTx/>
              <a:buNone/>
            </a:pPr>
            <a:r>
              <a:rPr lang="zh-CN" altLang="en-US" sz="1600" dirty="0">
                <a:latin typeface="Comic Sans MS" panose="030F0702030302020204" pitchFamily="66" charset="0"/>
              </a:rPr>
              <a:t>            </a:t>
            </a:r>
            <a:r>
              <a:rPr lang="en-US" altLang="zh-CN" sz="1600" dirty="0">
                <a:latin typeface="Comic Sans MS" panose="030F0702030302020204" pitchFamily="66" charset="0"/>
              </a:rPr>
              <a:t>Write Exemplary</a:t>
            </a:r>
            <a:r>
              <a:rPr lang="zh-CN" altLang="en-CA" sz="1600" dirty="0">
                <a:latin typeface="Comic Sans MS" panose="030F0702030302020204" pitchFamily="66" charset="0"/>
              </a:rPr>
              <a:t>－</a:t>
            </a:r>
            <a:r>
              <a:rPr lang="en-US" altLang="zh-CN" sz="1600" dirty="0">
                <a:latin typeface="Comic Sans MS" panose="030F0702030302020204" pitchFamily="66" charset="0"/>
              </a:rPr>
              <a:t>Customer</a:t>
            </a:r>
            <a:r>
              <a:rPr lang="en-CA" altLang="zh-CN" sz="1600" dirty="0">
                <a:latin typeface="Comic Sans MS" panose="030F0702030302020204" pitchFamily="66" charset="0"/>
              </a:rPr>
              <a:t>―</a:t>
            </a:r>
            <a:r>
              <a:rPr lang="en-US" altLang="zh-CN" sz="1600" dirty="0">
                <a:latin typeface="Comic Sans MS" panose="030F0702030302020204" pitchFamily="66" charset="0"/>
              </a:rPr>
              <a:t>Citation to Annual</a:t>
            </a:r>
            <a:r>
              <a:rPr lang="en-CA" altLang="zh-CN" sz="1600" dirty="0">
                <a:latin typeface="Comic Sans MS" panose="030F0702030302020204" pitchFamily="66" charset="0"/>
              </a:rPr>
              <a:t>―</a:t>
            </a:r>
            <a:r>
              <a:rPr lang="en-US" altLang="zh-CN" sz="1600" dirty="0">
                <a:latin typeface="Comic Sans MS" panose="030F0702030302020204" pitchFamily="66" charset="0"/>
              </a:rPr>
              <a:t>Summary.</a:t>
            </a:r>
            <a:endParaRPr lang="en-US" altLang="zh-CN" sz="1600" dirty="0">
              <a:latin typeface="Comic Sans MS" panose="030F0702030302020204" pitchFamily="66" charset="0"/>
            </a:endParaRPr>
          </a:p>
          <a:p>
            <a:pPr marL="0" lvl="0" indent="266700" eaLnBrk="1" hangingPunct="1">
              <a:spcBef>
                <a:spcPct val="0"/>
              </a:spcBef>
              <a:buClrTx/>
              <a:buSzTx/>
              <a:buFontTx/>
              <a:buNone/>
            </a:pPr>
            <a:r>
              <a:rPr lang="en-US" altLang="zh-CN" sz="1600" dirty="0">
                <a:latin typeface="Comic Sans MS" panose="030F0702030302020204" pitchFamily="66" charset="0"/>
              </a:rPr>
              <a:t>Case 2 </a:t>
            </a:r>
            <a:r>
              <a:rPr lang="en-CA" altLang="zh-CN" sz="1600" dirty="0">
                <a:latin typeface="Comic Sans MS" panose="030F0702030302020204" pitchFamily="66" charset="0"/>
              </a:rPr>
              <a:t>(</a:t>
            </a:r>
            <a:r>
              <a:rPr lang="en-US" altLang="zh-CN" sz="1600" dirty="0">
                <a:latin typeface="Comic Sans MS" panose="030F0702030302020204" pitchFamily="66" charset="0"/>
              </a:rPr>
              <a:t>One Bounced</a:t>
            </a:r>
            <a:r>
              <a:rPr lang="zh-CN" altLang="en-CA" sz="1600" dirty="0">
                <a:latin typeface="Comic Sans MS" panose="030F0702030302020204" pitchFamily="66" charset="0"/>
              </a:rPr>
              <a:t>－</a:t>
            </a:r>
            <a:r>
              <a:rPr lang="en-US" altLang="zh-CN" sz="1600" dirty="0">
                <a:latin typeface="Comic Sans MS" panose="030F0702030302020204" pitchFamily="66" charset="0"/>
              </a:rPr>
              <a:t>check</a:t>
            </a:r>
            <a:r>
              <a:rPr lang="en-CA" altLang="zh-CN" sz="1600" dirty="0">
                <a:latin typeface="Comic Sans MS" panose="030F0702030302020204" pitchFamily="66" charset="0"/>
              </a:rPr>
              <a:t>)</a:t>
            </a:r>
            <a:r>
              <a:rPr lang="zh-CN" altLang="en-CA" sz="1600" dirty="0">
                <a:latin typeface="Comic Sans MS" panose="030F0702030302020204" pitchFamily="66" charset="0"/>
              </a:rPr>
              <a:t>：</a:t>
            </a:r>
            <a:endParaRPr lang="zh-CN" altLang="en-CA" sz="1600" dirty="0">
              <a:latin typeface="Comic Sans MS" panose="030F0702030302020204" pitchFamily="66" charset="0"/>
            </a:endParaRPr>
          </a:p>
          <a:p>
            <a:pPr marL="0" lvl="0" indent="266700" eaLnBrk="1" hangingPunct="1">
              <a:spcBef>
                <a:spcPct val="0"/>
              </a:spcBef>
              <a:buClrTx/>
              <a:buSzTx/>
              <a:buFontTx/>
              <a:buNone/>
            </a:pPr>
            <a:r>
              <a:rPr lang="zh-CN" altLang="en-US" sz="1600" b="1" dirty="0">
                <a:latin typeface="Comic Sans MS" panose="030F0702030302020204" pitchFamily="66" charset="0"/>
              </a:rPr>
              <a:t>        </a:t>
            </a:r>
            <a:r>
              <a:rPr lang="en-US" altLang="zh-CN" sz="1600" dirty="0">
                <a:latin typeface="Comic Sans MS" panose="030F0702030302020204" pitchFamily="66" charset="0"/>
              </a:rPr>
              <a:t>If Yearly</a:t>
            </a:r>
            <a:r>
              <a:rPr lang="en-CA" altLang="zh-CN" sz="1600" dirty="0">
                <a:latin typeface="Comic Sans MS" panose="030F0702030302020204" pitchFamily="66" charset="0"/>
              </a:rPr>
              <a:t>―</a:t>
            </a:r>
            <a:r>
              <a:rPr lang="en-US" altLang="zh-CN" sz="1600" dirty="0">
                <a:latin typeface="Comic Sans MS" panose="030F0702030302020204" pitchFamily="66" charset="0"/>
              </a:rPr>
              <a:t>Average</a:t>
            </a:r>
            <a:r>
              <a:rPr lang="en-CA" altLang="zh-CN" sz="1600" dirty="0">
                <a:latin typeface="Comic Sans MS" panose="030F0702030302020204" pitchFamily="66" charset="0"/>
              </a:rPr>
              <a:t>―</a:t>
            </a:r>
            <a:r>
              <a:rPr lang="en-US" altLang="zh-CN" sz="1600" dirty="0">
                <a:latin typeface="Comic Sans MS" panose="030F0702030302020204" pitchFamily="66" charset="0"/>
              </a:rPr>
              <a:t>Balance exceeds $ 1000.</a:t>
            </a:r>
            <a:endParaRPr lang="en-US" altLang="zh-CN" sz="1600" dirty="0">
              <a:latin typeface="Comic Sans MS" panose="030F0702030302020204" pitchFamily="66" charset="0"/>
            </a:endParaRPr>
          </a:p>
          <a:p>
            <a:pPr marL="0" lvl="0" indent="266700" eaLnBrk="1" hangingPunct="1">
              <a:spcBef>
                <a:spcPct val="0"/>
              </a:spcBef>
              <a:buClrTx/>
              <a:buSzTx/>
              <a:buFontTx/>
              <a:buNone/>
            </a:pPr>
            <a:r>
              <a:rPr lang="en-US" altLang="zh-CN" sz="1600" dirty="0">
                <a:latin typeface="Comic Sans MS" panose="030F0702030302020204" pitchFamily="66" charset="0"/>
              </a:rPr>
              <a:t>                 Remove Bounced</a:t>
            </a:r>
            <a:r>
              <a:rPr lang="en-CA" altLang="zh-CN" sz="1600" dirty="0">
                <a:latin typeface="Comic Sans MS" panose="030F0702030302020204" pitchFamily="66" charset="0"/>
              </a:rPr>
              <a:t>―</a:t>
            </a:r>
            <a:r>
              <a:rPr lang="en-US" altLang="zh-CN" sz="1600" dirty="0">
                <a:latin typeface="Comic Sans MS" panose="030F0702030302020204" pitchFamily="66" charset="0"/>
              </a:rPr>
              <a:t>Check from Customer</a:t>
            </a:r>
            <a:r>
              <a:rPr lang="en-CA" altLang="zh-CN" sz="1600" dirty="0">
                <a:latin typeface="Comic Sans MS" panose="030F0702030302020204" pitchFamily="66" charset="0"/>
              </a:rPr>
              <a:t>―</a:t>
            </a:r>
            <a:r>
              <a:rPr lang="en-US" altLang="zh-CN" sz="1600" dirty="0">
                <a:latin typeface="Comic Sans MS" panose="030F0702030302020204" pitchFamily="66" charset="0"/>
              </a:rPr>
              <a:t>Record.</a:t>
            </a:r>
            <a:endParaRPr lang="en-US" altLang="zh-CN" sz="1600" dirty="0">
              <a:latin typeface="Comic Sans MS" panose="030F0702030302020204" pitchFamily="66" charset="0"/>
            </a:endParaRPr>
          </a:p>
          <a:p>
            <a:pPr marL="0" lvl="0" indent="266700" eaLnBrk="1" hangingPunct="1">
              <a:spcBef>
                <a:spcPct val="0"/>
              </a:spcBef>
              <a:buClrTx/>
              <a:buSzTx/>
              <a:buFontTx/>
              <a:buNone/>
            </a:pPr>
            <a:r>
              <a:rPr lang="en-US" altLang="zh-CN" sz="1600" dirty="0">
                <a:latin typeface="Comic Sans MS" panose="030F0702030302020204" pitchFamily="66" charset="0"/>
              </a:rPr>
              <a:t>            Otherwise.</a:t>
            </a:r>
            <a:endParaRPr lang="en-US" altLang="zh-CN" sz="1600" dirty="0">
              <a:latin typeface="Comic Sans MS" panose="030F0702030302020204" pitchFamily="66" charset="0"/>
            </a:endParaRPr>
          </a:p>
          <a:p>
            <a:pPr marL="0" lvl="0" indent="266700" eaLnBrk="1" hangingPunct="1">
              <a:spcBef>
                <a:spcPct val="0"/>
              </a:spcBef>
              <a:buClrTx/>
              <a:buSzTx/>
              <a:buFontTx/>
              <a:buNone/>
            </a:pPr>
            <a:r>
              <a:rPr lang="en-US" altLang="zh-CN" sz="1600" dirty="0">
                <a:latin typeface="Comic Sans MS" panose="030F0702030302020204" pitchFamily="66" charset="0"/>
              </a:rPr>
              <a:t>	  Recuce Credit</a:t>
            </a:r>
            <a:r>
              <a:rPr lang="en-CA" altLang="zh-CN" sz="1600" dirty="0">
                <a:latin typeface="Comic Sans MS" panose="030F0702030302020204" pitchFamily="66" charset="0"/>
              </a:rPr>
              <a:t>―</a:t>
            </a:r>
            <a:r>
              <a:rPr lang="en-US" altLang="zh-CN" sz="1600" dirty="0">
                <a:latin typeface="Comic Sans MS" panose="030F0702030302020204" pitchFamily="66" charset="0"/>
              </a:rPr>
              <a:t>Limit by 10%.</a:t>
            </a:r>
            <a:endParaRPr lang="en-US" altLang="zh-CN" sz="1600" dirty="0">
              <a:latin typeface="Comic Sans MS" panose="030F0702030302020204" pitchFamily="66" charset="0"/>
            </a:endParaRPr>
          </a:p>
          <a:p>
            <a:pPr marL="0" lvl="0" indent="266700" eaLnBrk="1" hangingPunct="1">
              <a:spcBef>
                <a:spcPct val="0"/>
              </a:spcBef>
              <a:buClrTx/>
              <a:buSzTx/>
              <a:buFontTx/>
              <a:buNone/>
            </a:pPr>
            <a:r>
              <a:rPr lang="en-US" altLang="zh-CN" sz="1600" dirty="0">
                <a:latin typeface="Comic Sans MS" panose="030F0702030302020204" pitchFamily="66" charset="0"/>
              </a:rPr>
              <a:t>Case 3 </a:t>
            </a:r>
            <a:r>
              <a:rPr lang="en-CA" altLang="zh-CN" sz="1600" dirty="0">
                <a:latin typeface="Comic Sans MS" panose="030F0702030302020204" pitchFamily="66" charset="0"/>
              </a:rPr>
              <a:t>(</a:t>
            </a:r>
            <a:r>
              <a:rPr lang="en-US" altLang="zh-CN" sz="1600" dirty="0">
                <a:latin typeface="Comic Sans MS" panose="030F0702030302020204" pitchFamily="66" charset="0"/>
              </a:rPr>
              <a:t>Multiple Bounced</a:t>
            </a:r>
            <a:r>
              <a:rPr lang="zh-CN" altLang="en-CA" sz="1600" dirty="0">
                <a:latin typeface="Comic Sans MS" panose="030F0702030302020204" pitchFamily="66" charset="0"/>
              </a:rPr>
              <a:t>－</a:t>
            </a:r>
            <a:r>
              <a:rPr lang="en-US" altLang="zh-CN" sz="1600" dirty="0">
                <a:latin typeface="Comic Sans MS" panose="030F0702030302020204" pitchFamily="66" charset="0"/>
              </a:rPr>
              <a:t>Checks</a:t>
            </a:r>
            <a:r>
              <a:rPr lang="en-CA" altLang="zh-CN" sz="1600" dirty="0">
                <a:latin typeface="Comic Sans MS" panose="030F0702030302020204" pitchFamily="66" charset="0"/>
              </a:rPr>
              <a:t>)</a:t>
            </a:r>
            <a:r>
              <a:rPr lang="zh-CN" altLang="en-CA" sz="1600" dirty="0">
                <a:latin typeface="Comic Sans MS" panose="030F0702030302020204" pitchFamily="66" charset="0"/>
              </a:rPr>
              <a:t>：</a:t>
            </a:r>
            <a:endParaRPr lang="zh-CN" altLang="en-CA" sz="1600" dirty="0">
              <a:latin typeface="Comic Sans MS" panose="030F0702030302020204" pitchFamily="66" charset="0"/>
            </a:endParaRPr>
          </a:p>
          <a:p>
            <a:pPr marL="0" lvl="0" indent="266700" eaLnBrk="1" hangingPunct="1">
              <a:spcBef>
                <a:spcPct val="0"/>
              </a:spcBef>
              <a:buClrTx/>
              <a:buSzTx/>
              <a:buFontTx/>
              <a:buNone/>
            </a:pPr>
            <a:r>
              <a:rPr lang="zh-CN" altLang="en-US" sz="1600" dirty="0">
                <a:latin typeface="Comic Sans MS" panose="030F0702030302020204" pitchFamily="66" charset="0"/>
              </a:rPr>
              <a:t>            </a:t>
            </a:r>
            <a:r>
              <a:rPr lang="en-US" altLang="zh-CN" sz="1600" dirty="0">
                <a:latin typeface="Comic Sans MS" panose="030F0702030302020204" pitchFamily="66" charset="0"/>
              </a:rPr>
              <a:t>For each Bounced</a:t>
            </a:r>
            <a:r>
              <a:rPr lang="en-CA" altLang="zh-CN" sz="1600" dirty="0">
                <a:latin typeface="Comic Sans MS" panose="030F0702030302020204" pitchFamily="66" charset="0"/>
              </a:rPr>
              <a:t>―</a:t>
            </a:r>
            <a:r>
              <a:rPr lang="en-US" altLang="zh-CN" sz="1600" dirty="0">
                <a:latin typeface="Comic Sans MS" panose="030F0702030302020204" pitchFamily="66" charset="0"/>
              </a:rPr>
              <a:t>Check.</a:t>
            </a:r>
            <a:endParaRPr lang="en-US" altLang="zh-CN" sz="1600" dirty="0">
              <a:latin typeface="Comic Sans MS" panose="030F0702030302020204" pitchFamily="66" charset="0"/>
            </a:endParaRPr>
          </a:p>
          <a:p>
            <a:pPr marL="0" lvl="0" indent="266700" eaLnBrk="1" hangingPunct="1">
              <a:spcBef>
                <a:spcPct val="0"/>
              </a:spcBef>
              <a:buClrTx/>
              <a:buSzTx/>
              <a:buFontTx/>
              <a:buNone/>
            </a:pPr>
            <a:r>
              <a:rPr lang="en-US" altLang="zh-CN" sz="1600" dirty="0">
                <a:latin typeface="Comic Sans MS" panose="030F0702030302020204" pitchFamily="66" charset="0"/>
              </a:rPr>
              <a:t>                 Recuce Credit</a:t>
            </a:r>
            <a:r>
              <a:rPr lang="en-CA" altLang="zh-CN" sz="1600" dirty="0">
                <a:latin typeface="Comic Sans MS" panose="030F0702030302020204" pitchFamily="66" charset="0"/>
              </a:rPr>
              <a:t>―</a:t>
            </a:r>
            <a:r>
              <a:rPr lang="en-US" altLang="zh-CN" sz="1600" dirty="0">
                <a:latin typeface="Comic Sans MS" panose="030F0702030302020204" pitchFamily="66" charset="0"/>
              </a:rPr>
              <a:t>Limit by 15%.</a:t>
            </a:r>
            <a:endParaRPr lang="en-US" altLang="zh-CN" sz="1600" dirty="0">
              <a:latin typeface="Comic Sans MS" panose="030F0702030302020204" pitchFamily="66" charset="0"/>
            </a:endParaRPr>
          </a:p>
          <a:p>
            <a:pPr marL="0" lvl="0" indent="266700" eaLnBrk="1" hangingPunct="1">
              <a:spcBef>
                <a:spcPct val="0"/>
              </a:spcBef>
              <a:buClrTx/>
              <a:buSzTx/>
              <a:buFontTx/>
              <a:buNone/>
            </a:pPr>
            <a:r>
              <a:rPr lang="en-US" altLang="zh-CN" sz="1600" dirty="0">
                <a:latin typeface="Comic Sans MS" panose="030F0702030302020204" pitchFamily="66" charset="0"/>
              </a:rPr>
              <a:t>            Set Credit</a:t>
            </a:r>
            <a:r>
              <a:rPr lang="en-CA" altLang="zh-CN" sz="1600" dirty="0">
                <a:latin typeface="Comic Sans MS" panose="030F0702030302020204" pitchFamily="66" charset="0"/>
              </a:rPr>
              <a:t>―</a:t>
            </a:r>
            <a:r>
              <a:rPr lang="en-US" altLang="zh-CN" sz="1600" dirty="0">
                <a:latin typeface="Comic Sans MS" panose="030F0702030302020204" pitchFamily="66" charset="0"/>
              </a:rPr>
              <a:t>Rating to Deadbeat.</a:t>
            </a:r>
            <a:endParaRPr lang="en-US" altLang="zh-CN" sz="1600" dirty="0">
              <a:latin typeface="Comic Sans MS" panose="030F0702030302020204" pitchFamily="66" charset="0"/>
            </a:endParaRPr>
          </a:p>
          <a:p>
            <a:pPr marL="0" lvl="0" indent="266700" eaLnBrk="1" hangingPunct="1">
              <a:spcBef>
                <a:spcPct val="0"/>
              </a:spcBef>
              <a:buClrTx/>
              <a:buSzTx/>
              <a:buFontTx/>
              <a:buNone/>
            </a:pPr>
            <a:r>
              <a:rPr lang="en-US" altLang="zh-CN" sz="1600" dirty="0">
                <a:latin typeface="Comic Sans MS" panose="030F0702030302020204" pitchFamily="66" charset="0"/>
              </a:rPr>
              <a:t>            Write Scathing</a:t>
            </a:r>
            <a:r>
              <a:rPr lang="en-CA" altLang="zh-CN" sz="1600" dirty="0">
                <a:latin typeface="Comic Sans MS" panose="030F0702030302020204" pitchFamily="66" charset="0"/>
              </a:rPr>
              <a:t>―</a:t>
            </a:r>
            <a:r>
              <a:rPr lang="en-US" altLang="zh-CN" sz="1600" dirty="0">
                <a:latin typeface="Comic Sans MS" panose="030F0702030302020204" pitchFamily="66" charset="0"/>
              </a:rPr>
              <a:t>Comment to Annual</a:t>
            </a:r>
            <a:r>
              <a:rPr lang="en-CA" altLang="zh-CN" sz="1600" dirty="0">
                <a:latin typeface="Comic Sans MS" panose="030F0702030302020204" pitchFamily="66" charset="0"/>
              </a:rPr>
              <a:t>―</a:t>
            </a:r>
            <a:r>
              <a:rPr lang="en-US" altLang="zh-CN" sz="1600" dirty="0">
                <a:latin typeface="Comic Sans MS" panose="030F0702030302020204" pitchFamily="66" charset="0"/>
              </a:rPr>
              <a:t>Summary.</a:t>
            </a:r>
            <a:endParaRPr lang="en-US" altLang="zh-CN" sz="1600" dirty="0">
              <a:latin typeface="Comic Sans MS" panose="030F0702030302020204" pitchFamily="66" charset="0"/>
            </a:endParaRPr>
          </a:p>
          <a:p>
            <a:pPr marL="0" lvl="0" indent="266700" eaLnBrk="1" hangingPunct="1">
              <a:spcBef>
                <a:spcPct val="0"/>
              </a:spcBef>
              <a:buClrTx/>
              <a:buSzTx/>
              <a:buFontTx/>
              <a:buNone/>
            </a:pPr>
            <a:r>
              <a:rPr lang="en-US" altLang="zh-CN" sz="1600" dirty="0">
                <a:latin typeface="Comic Sans MS" panose="030F0702030302020204" pitchFamily="66" charset="0"/>
              </a:rPr>
              <a:t>            Write Customer</a:t>
            </a:r>
            <a:r>
              <a:rPr lang="en-CA" altLang="zh-CN" sz="1600" dirty="0">
                <a:latin typeface="Comic Sans MS" panose="030F0702030302020204" pitchFamily="66" charset="0"/>
              </a:rPr>
              <a:t>―</a:t>
            </a:r>
            <a:r>
              <a:rPr lang="en-US" altLang="zh-CN" sz="1600" dirty="0">
                <a:latin typeface="Comic Sans MS" panose="030F0702030302020204" pitchFamily="66" charset="0"/>
              </a:rPr>
              <a:t>Name</a:t>
            </a:r>
            <a:r>
              <a:rPr lang="en-CA" altLang="zh-CN" sz="1600" dirty="0">
                <a:latin typeface="Comic Sans MS" panose="030F0702030302020204" pitchFamily="66" charset="0"/>
              </a:rPr>
              <a:t>―</a:t>
            </a:r>
            <a:r>
              <a:rPr lang="en-US" altLang="zh-CN" sz="1600" dirty="0">
                <a:latin typeface="Comic Sans MS" panose="030F0702030302020204" pitchFamily="66" charset="0"/>
              </a:rPr>
              <a:t>and</a:t>
            </a:r>
            <a:r>
              <a:rPr lang="en-CA" altLang="zh-CN" sz="1600" dirty="0">
                <a:latin typeface="Comic Sans MS" panose="030F0702030302020204" pitchFamily="66" charset="0"/>
              </a:rPr>
              <a:t>―</a:t>
            </a:r>
            <a:r>
              <a:rPr lang="en-US" altLang="zh-CN" sz="1600" dirty="0">
                <a:latin typeface="Comic Sans MS" panose="030F0702030302020204" pitchFamily="66" charset="0"/>
              </a:rPr>
              <a:t>Address to IRS</a:t>
            </a:r>
            <a:r>
              <a:rPr lang="en-CA" altLang="zh-CN" sz="1600" dirty="0">
                <a:latin typeface="Comic Sans MS" panose="030F0702030302020204" pitchFamily="66" charset="0"/>
              </a:rPr>
              <a:t>―</a:t>
            </a:r>
            <a:r>
              <a:rPr lang="en-US" altLang="zh-CN" sz="1600" dirty="0">
                <a:latin typeface="Comic Sans MS" panose="030F0702030302020204" pitchFamily="66" charset="0"/>
              </a:rPr>
              <a:t>Enemies</a:t>
            </a:r>
            <a:r>
              <a:rPr lang="en-CA" altLang="zh-CN" sz="1600" dirty="0">
                <a:latin typeface="Comic Sans MS" panose="030F0702030302020204" pitchFamily="66" charset="0"/>
              </a:rPr>
              <a:t>―</a:t>
            </a:r>
            <a:r>
              <a:rPr lang="en-US" altLang="zh-CN" sz="1600" dirty="0">
                <a:latin typeface="Comic Sans MS" panose="030F0702030302020204" pitchFamily="66" charset="0"/>
              </a:rPr>
              <a:t>List.</a:t>
            </a:r>
            <a:endParaRPr lang="en-US" altLang="zh-CN" sz="1600" dirty="0">
              <a:latin typeface="Comic Sans MS" panose="030F0702030302020204" pitchFamily="66" charset="0"/>
            </a:endParaRP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p:sp>
        <p:nvSpPr>
          <p:cNvPr id="137218" name="Rectangle 2"/>
          <p:cNvSpPr>
            <a:spLocks noGrp="1"/>
          </p:cNvSpPr>
          <p:nvPr>
            <p:ph type="title"/>
          </p:nvPr>
        </p:nvSpPr>
        <p:spPr>
          <a:xfrm>
            <a:off x="533400" y="685800"/>
            <a:ext cx="7924800" cy="1143000"/>
          </a:xfrm>
        </p:spPr>
        <p:txBody>
          <a:bodyPr vert="horz" wrap="square" lIns="0" tIns="45720" rIns="0" bIns="0" anchor="b" anchorCtr="0"/>
          <a:p>
            <a:pPr eaLnBrk="1" hangingPunct="1"/>
            <a:r>
              <a:rPr lang="zh-CN" altLang="en-US" b="1" dirty="0">
                <a:latin typeface="微软雅黑" panose="020B0503020204020204" pitchFamily="34" charset="-122"/>
                <a:ea typeface="微软雅黑" panose="020B0503020204020204" pitchFamily="34" charset="-122"/>
              </a:rPr>
              <a:t>结构化语言书写加工规约注意事项</a:t>
            </a:r>
            <a:endParaRPr lang="zh-CN" altLang="en-US" b="1" dirty="0">
              <a:latin typeface="微软雅黑" panose="020B0503020204020204" pitchFamily="34" charset="-122"/>
              <a:ea typeface="微软雅黑" panose="020B0503020204020204" pitchFamily="34" charset="-122"/>
            </a:endParaRPr>
          </a:p>
        </p:txBody>
      </p:sp>
      <p:sp>
        <p:nvSpPr>
          <p:cNvPr id="137219" name="Rectangle 3"/>
          <p:cNvSpPr>
            <a:spLocks noGrp="1"/>
          </p:cNvSpPr>
          <p:nvPr>
            <p:ph idx="1"/>
          </p:nvPr>
        </p:nvSpPr>
        <p:spPr>
          <a:xfrm>
            <a:off x="381000" y="1981200"/>
            <a:ext cx="8305800" cy="4724400"/>
          </a:xfrm>
        </p:spPr>
        <p:txBody>
          <a:bodyPr vert="horz" wrap="square" lIns="91440" tIns="45720" rIns="91440" bIns="45720" anchor="t" anchorCtr="0"/>
          <a:p>
            <a:pPr eaLnBrk="1" hangingPunct="1">
              <a:buFont typeface="Wingdings" panose="05000000000000000000" pitchFamily="2" charset="2"/>
              <a:buChar char="p"/>
            </a:pPr>
            <a:r>
              <a:rPr lang="zh-CN" altLang="en-US" sz="2800" dirty="0"/>
              <a:t>精炼、易读、易理解、无二义</a:t>
            </a:r>
            <a:endParaRPr lang="zh-CN" altLang="en-US" sz="2800" dirty="0"/>
          </a:p>
          <a:p>
            <a:pPr eaLnBrk="1" hangingPunct="1">
              <a:buFont typeface="Wingdings" panose="05000000000000000000" pitchFamily="2" charset="2"/>
              <a:buChar char="p"/>
            </a:pPr>
            <a:r>
              <a:rPr lang="zh-CN" altLang="en-US" sz="2800" dirty="0"/>
              <a:t>主要使用祈使句，祈使句中的动词要明确表达要执行的动作</a:t>
            </a:r>
            <a:endParaRPr lang="zh-CN" altLang="en-US" sz="2800" dirty="0"/>
          </a:p>
          <a:p>
            <a:pPr eaLnBrk="1" hangingPunct="1">
              <a:buFont typeface="Wingdings" panose="05000000000000000000" pitchFamily="2" charset="2"/>
              <a:buChar char="p"/>
            </a:pPr>
            <a:r>
              <a:rPr lang="zh-CN" altLang="en-US" sz="2800" dirty="0"/>
              <a:t>所有名字必须是数据字典中有定义的名字</a:t>
            </a:r>
            <a:endParaRPr lang="zh-CN" altLang="en-US" sz="2800" dirty="0"/>
          </a:p>
          <a:p>
            <a:pPr eaLnBrk="1" hangingPunct="1">
              <a:buFont typeface="Wingdings" panose="05000000000000000000" pitchFamily="2" charset="2"/>
              <a:buChar char="p"/>
            </a:pPr>
            <a:r>
              <a:rPr lang="zh-CN" altLang="en-US" sz="2800" dirty="0"/>
              <a:t>不使用形容词、副词等修饰语，不使用含义相同的动词，如</a:t>
            </a:r>
            <a:r>
              <a:rPr lang="zh-CN" altLang="en-US" sz="2800" dirty="0">
                <a:latin typeface="Arial" panose="020B0604020202020204" pitchFamily="34" charset="0"/>
              </a:rPr>
              <a:t>“</a:t>
            </a:r>
            <a:r>
              <a:rPr lang="zh-CN" altLang="en-US" sz="2800" dirty="0"/>
              <a:t>修改</a:t>
            </a:r>
            <a:r>
              <a:rPr lang="zh-CN" altLang="en-US" sz="2800" dirty="0">
                <a:latin typeface="Arial" panose="020B0604020202020204" pitchFamily="34" charset="0"/>
              </a:rPr>
              <a:t>”</a:t>
            </a:r>
            <a:r>
              <a:rPr lang="zh-CN" altLang="en-US" sz="2800" dirty="0"/>
              <a:t>、</a:t>
            </a:r>
            <a:r>
              <a:rPr lang="zh-CN" altLang="en-US" sz="2800" dirty="0">
                <a:latin typeface="Arial" panose="020B0604020202020204" pitchFamily="34" charset="0"/>
              </a:rPr>
              <a:t>“</a:t>
            </a:r>
            <a:r>
              <a:rPr lang="zh-CN" altLang="en-US" sz="2800" dirty="0"/>
              <a:t>修正</a:t>
            </a:r>
            <a:r>
              <a:rPr lang="zh-CN" altLang="en-US" sz="2800" dirty="0">
                <a:latin typeface="Arial" panose="020B0604020202020204" pitchFamily="34" charset="0"/>
              </a:rPr>
              <a:t>”</a:t>
            </a:r>
            <a:r>
              <a:rPr lang="zh-CN" altLang="en-US" sz="2800" dirty="0"/>
              <a:t>等</a:t>
            </a:r>
            <a:endParaRPr lang="zh-CN" altLang="en-US" sz="2800" dirty="0"/>
          </a:p>
          <a:p>
            <a:pPr eaLnBrk="1" hangingPunct="1">
              <a:buFont typeface="Wingdings" panose="05000000000000000000" pitchFamily="2" charset="2"/>
              <a:buChar char="p"/>
            </a:pPr>
            <a:r>
              <a:rPr lang="zh-CN" altLang="en-US" sz="2800" dirty="0"/>
              <a:t>可以使用常用的算术和关系运算符</a:t>
            </a:r>
            <a:endParaRPr lang="zh-CN" altLang="en-US" sz="2800" dirty="0"/>
          </a:p>
          <a:p>
            <a:pPr eaLnBrk="1" hangingPunct="1">
              <a:buFont typeface="Wingdings" panose="05000000000000000000" pitchFamily="2" charset="2"/>
              <a:buChar char="p"/>
            </a:pPr>
            <a:r>
              <a:rPr lang="zh-CN" altLang="en-US" sz="2800" dirty="0">
                <a:solidFill>
                  <a:schemeClr val="tx2"/>
                </a:solidFill>
              </a:rPr>
              <a:t>总之要尽可能精确、无二义、简明扼要、易理解</a:t>
            </a:r>
            <a:endParaRPr lang="zh-CN" altLang="en-US" sz="2800" dirty="0">
              <a:solidFill>
                <a:schemeClr val="tx2"/>
              </a:solidFill>
            </a:endParaRPr>
          </a:p>
          <a:p>
            <a:pPr eaLnBrk="1" hangingPunct="1">
              <a:buFont typeface="Wingdings 2" panose="05020102010507070707" pitchFamily="18" charset="2"/>
              <a:buChar char=""/>
            </a:pPr>
            <a:endParaRPr lang="en-US" altLang="zh-CN" sz="2800" dirty="0">
              <a:solidFill>
                <a:schemeClr val="tx2"/>
              </a:solidFill>
            </a:endParaRPr>
          </a:p>
        </p:txBody>
      </p:sp>
    </p:spTree>
  </p:cSld>
  <p:clrMapOvr>
    <a:masterClrMapping/>
  </p:clrMapOvr>
  <p:transition spd="slow"/>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9266" name="Rectangle 2"/>
          <p:cNvSpPr>
            <a:spLocks noGrp="1"/>
          </p:cNvSpPr>
          <p:nvPr>
            <p:ph type="title"/>
          </p:nvPr>
        </p:nvSpPr>
        <p:spPr>
          <a:xfrm>
            <a:off x="457200" y="228600"/>
            <a:ext cx="8229600" cy="1143000"/>
          </a:xfrm>
        </p:spPr>
        <p:txBody>
          <a:bodyPr vert="horz" wrap="square" lIns="0" tIns="45720" rIns="0" bIns="0" anchor="b" anchorCtr="0"/>
          <a:p>
            <a:pPr eaLnBrk="1" hangingPunct="1"/>
            <a:r>
              <a:rPr lang="zh-CN" altLang="en-US" b="1" dirty="0">
                <a:latin typeface="微软雅黑" panose="020B0503020204020204" pitchFamily="34" charset="-122"/>
                <a:ea typeface="微软雅黑" panose="020B0503020204020204" pitchFamily="34" charset="-122"/>
              </a:rPr>
              <a:t>判定表</a:t>
            </a:r>
            <a:endParaRPr lang="zh-CN" altLang="en-US" b="1" dirty="0">
              <a:latin typeface="微软雅黑" panose="020B0503020204020204" pitchFamily="34" charset="-122"/>
              <a:ea typeface="微软雅黑" panose="020B0503020204020204" pitchFamily="34" charset="-122"/>
            </a:endParaRPr>
          </a:p>
        </p:txBody>
      </p:sp>
      <p:sp>
        <p:nvSpPr>
          <p:cNvPr id="139267" name="Rectangle 3"/>
          <p:cNvSpPr>
            <a:spLocks noGrp="1"/>
          </p:cNvSpPr>
          <p:nvPr>
            <p:ph idx="1"/>
          </p:nvPr>
        </p:nvSpPr>
        <p:spPr>
          <a:xfrm>
            <a:off x="381000" y="1371600"/>
            <a:ext cx="8305800" cy="4724400"/>
          </a:xfrm>
        </p:spPr>
        <p:txBody>
          <a:bodyPr vert="horz" wrap="square" lIns="91440" tIns="45720" rIns="91440" bIns="45720" anchor="t" anchorCtr="0"/>
          <a:p>
            <a:pPr eaLnBrk="1" hangingPunct="1">
              <a:buFont typeface="Wingdings" panose="05000000000000000000" pitchFamily="2" charset="2"/>
              <a:buChar char="p"/>
            </a:pPr>
            <a:r>
              <a:rPr lang="zh-CN" altLang="en-US" dirty="0"/>
              <a:t>判定表的组成元素</a:t>
            </a:r>
            <a:endParaRPr lang="zh-CN" altLang="en-US" dirty="0"/>
          </a:p>
          <a:p>
            <a:pPr lvl="1" eaLnBrk="1" hangingPunct="1">
              <a:buFont typeface="Wingdings" panose="05000000000000000000" pitchFamily="2" charset="2"/>
              <a:buChar char="ü"/>
            </a:pPr>
            <a:r>
              <a:rPr lang="zh-CN" altLang="en-US" sz="2000" b="1" dirty="0"/>
              <a:t>条件桩</a:t>
            </a:r>
            <a:r>
              <a:rPr lang="en-US" altLang="zh-CN" sz="2000" dirty="0"/>
              <a:t>(Condition Stub)</a:t>
            </a:r>
            <a:r>
              <a:rPr lang="zh-CN" altLang="en-US" sz="2000" dirty="0"/>
              <a:t>：列出各种条件的对象，如发货单金额，赊欠天数等，每行写一个条件对象</a:t>
            </a:r>
            <a:endParaRPr lang="zh-CN" altLang="en-US" sz="2000" dirty="0"/>
          </a:p>
          <a:p>
            <a:pPr lvl="1" eaLnBrk="1" hangingPunct="1">
              <a:buFont typeface="Wingdings" panose="05000000000000000000" pitchFamily="2" charset="2"/>
              <a:buChar char="ü"/>
            </a:pPr>
            <a:r>
              <a:rPr lang="zh-CN" altLang="en-US" sz="2000" b="1" dirty="0"/>
              <a:t>条件条目</a:t>
            </a:r>
            <a:r>
              <a:rPr lang="en-US" altLang="zh-CN" sz="2000" dirty="0"/>
              <a:t>(Conditien entry)</a:t>
            </a:r>
            <a:r>
              <a:rPr lang="zh-CN" altLang="en-US" sz="2000" dirty="0"/>
              <a:t>：列出各条件对象的取值，条件条目的每一列表示了一个可能的条件组合</a:t>
            </a:r>
            <a:endParaRPr lang="zh-CN" altLang="en-US" sz="2000" dirty="0"/>
          </a:p>
          <a:p>
            <a:pPr lvl="1" eaLnBrk="1" hangingPunct="1">
              <a:buFont typeface="Wingdings" panose="05000000000000000000" pitchFamily="2" charset="2"/>
              <a:buChar char="ü"/>
            </a:pPr>
            <a:r>
              <a:rPr lang="zh-CN" altLang="en-US" sz="2000" b="1" dirty="0"/>
              <a:t>动作桩</a:t>
            </a:r>
            <a:r>
              <a:rPr lang="en-US" altLang="zh-CN" sz="2000" dirty="0"/>
              <a:t>(action stub)</a:t>
            </a:r>
            <a:r>
              <a:rPr lang="zh-CN" altLang="en-US" sz="2000" dirty="0"/>
              <a:t>：列出所有可能采取的动作，如发出发货单等，每行写一个动作</a:t>
            </a:r>
            <a:endParaRPr lang="zh-CN" altLang="en-US" sz="2000" dirty="0"/>
          </a:p>
          <a:p>
            <a:pPr lvl="1" eaLnBrk="1" hangingPunct="1">
              <a:buFont typeface="Wingdings" panose="05000000000000000000" pitchFamily="2" charset="2"/>
              <a:buChar char="ü"/>
            </a:pPr>
            <a:r>
              <a:rPr lang="zh-CN" altLang="en-US" sz="2000" b="1" dirty="0"/>
              <a:t>动作条目</a:t>
            </a:r>
            <a:r>
              <a:rPr lang="en-US" altLang="zh-CN" sz="2000" dirty="0"/>
              <a:t>(action eutry)</a:t>
            </a:r>
            <a:r>
              <a:rPr lang="zh-CN" altLang="en-US" sz="2000" dirty="0"/>
              <a:t>：列出各种条件组合下应采取的动作</a:t>
            </a:r>
            <a:endParaRPr lang="zh-CN" altLang="en-US" sz="2000" dirty="0"/>
          </a:p>
          <a:p>
            <a:pPr eaLnBrk="1" hangingPunct="1">
              <a:buFont typeface="Wingdings 2" panose="05020102010507070707" pitchFamily="18" charset="2"/>
              <a:buChar char=""/>
            </a:pPr>
            <a:endParaRPr lang="en-US" altLang="zh-CN" sz="2000" dirty="0"/>
          </a:p>
        </p:txBody>
      </p:sp>
      <p:sp>
        <p:nvSpPr>
          <p:cNvPr id="139268" name="Rectangle 4"/>
          <p:cNvSpPr/>
          <p:nvPr/>
        </p:nvSpPr>
        <p:spPr>
          <a:xfrm>
            <a:off x="3581400" y="6338888"/>
            <a:ext cx="2944813" cy="366712"/>
          </a:xfrm>
          <a:prstGeom prst="rect">
            <a:avLst/>
          </a:prstGeom>
          <a:noFill/>
          <a:ln w="9525">
            <a:noFill/>
          </a:ln>
        </p:spPr>
        <p:txBody>
          <a:bodyPr wrap="none" anchor="ctr" anchorCtr="0">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algn="ctr" eaLnBrk="1" hangingPunct="1">
              <a:spcBef>
                <a:spcPct val="0"/>
              </a:spcBef>
              <a:buClrTx/>
              <a:buSzTx/>
              <a:buFontTx/>
              <a:buNone/>
            </a:pPr>
            <a:r>
              <a:rPr lang="en-US" altLang="zh-CN" sz="1800" b="1" dirty="0">
                <a:latin typeface="Times New Roman" panose="02020603050405020304" pitchFamily="18" charset="0"/>
                <a:cs typeface="Times New Roman" panose="02020603050405020304" pitchFamily="18" charset="0"/>
              </a:rPr>
              <a:t>“</a:t>
            </a:r>
            <a:r>
              <a:rPr lang="zh-CN" altLang="en-US" sz="1800" b="1" dirty="0">
                <a:latin typeface="Times New Roman" panose="02020603050405020304" pitchFamily="18" charset="0"/>
                <a:cs typeface="Times New Roman" panose="02020603050405020304" pitchFamily="18" charset="0"/>
              </a:rPr>
              <a:t>审批发货单”加工的判定表</a:t>
            </a:r>
            <a:endParaRPr lang="zh-CN" altLang="en-US" sz="1800" b="1" dirty="0">
              <a:latin typeface="Arial" panose="020B0604020202020204" pitchFamily="34" charset="0"/>
            </a:endParaRPr>
          </a:p>
        </p:txBody>
      </p:sp>
      <p:graphicFrame>
        <p:nvGraphicFramePr>
          <p:cNvPr id="641230" name="Group 206"/>
          <p:cNvGraphicFramePr>
            <a:graphicFrameLocks noGrp="1"/>
          </p:cNvGraphicFramePr>
          <p:nvPr/>
        </p:nvGraphicFramePr>
        <p:xfrm>
          <a:off x="1981200" y="4397375"/>
          <a:ext cx="5562600" cy="1858963"/>
        </p:xfrm>
        <a:graphic>
          <a:graphicData uri="http://schemas.openxmlformats.org/drawingml/2006/table">
            <a:tbl>
              <a:tblPr/>
              <a:tblGrid>
                <a:gridCol w="1400175"/>
                <a:gridCol w="1057275"/>
                <a:gridCol w="1035050"/>
                <a:gridCol w="1035050"/>
                <a:gridCol w="1035050"/>
              </a:tblGrid>
              <a:tr h="335227">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600" b="1"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发货单金额</a:t>
                      </a:r>
                      <a:endParaRPr kumimoji="0" lang="zh-CN" altLang="en-US" sz="16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T="45695" marB="45695" horzOverflow="overflow">
                    <a:lnL w="9525"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6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r>
                        <a:rPr kumimoji="0" lang="en-US" altLang="zh-CN" sz="16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500</a:t>
                      </a:r>
                      <a:endParaRPr kumimoji="0" lang="en-US" altLang="zh-CN"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T="45695" marB="45695" horzOverflow="overflow">
                    <a:lnL w="254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6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r>
                        <a:rPr kumimoji="0" lang="en-US" altLang="zh-CN" sz="16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500</a:t>
                      </a:r>
                      <a:endParaRPr kumimoji="0" lang="en-US" altLang="zh-CN"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T="45695" marB="4569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≤500</a:t>
                      </a:r>
                      <a:endParaRPr kumimoji="0" lang="en-US" altLang="zh-CN"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T="45695" marB="4569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≤500</a:t>
                      </a:r>
                      <a:endParaRPr kumimoji="0" lang="en-US" altLang="zh-CN"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T="45695" marB="45695"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04747">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400" b="1"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赊欠天数</a:t>
                      </a:r>
                      <a:endParaRPr kumimoji="0" lang="zh-CN" altLang="en-US" sz="14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T="45695" marB="45695" horzOverflow="overflow">
                    <a:lnL w="9525"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r>
                        <a:rPr kumimoji="0" lang="en-US" altLang="zh-CN" sz="1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60</a:t>
                      </a:r>
                      <a:endParaRPr kumimoji="0" lang="en-US" altLang="zh-CN" sz="1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T="45695" marB="45695" horzOverflow="overflow">
                    <a:lnL w="254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≤60</a:t>
                      </a:r>
                      <a:endParaRPr kumimoji="0" lang="en-US" altLang="zh-CN" sz="1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T="45695" marB="4569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r>
                        <a:rPr kumimoji="0" lang="en-US" altLang="zh-CN" sz="1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60</a:t>
                      </a:r>
                      <a:endParaRPr kumimoji="0" lang="en-US" altLang="zh-CN" sz="1400" b="1"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T="45695" marB="4569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≤60</a:t>
                      </a:r>
                      <a:endParaRPr kumimoji="0" lang="en-US" altLang="zh-CN" sz="14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T="45695" marB="45695"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tr>
              <a:tr h="304747">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发不批准通知</a:t>
                      </a:r>
                      <a:endParaRPr kumimoji="0" lang="zh-CN" altLang="en-US" sz="1400" b="0"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T="45695" marB="45695" horzOverflow="overflow">
                    <a:lnL w="9525"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0" i="0" u="none" strike="noStrike" cap="none" normalizeH="0" baseline="0" dirty="0" smtClean="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a:t>
                      </a:r>
                      <a:endParaRPr kumimoji="0" lang="en-US" altLang="zh-CN" sz="1400" b="0"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T="45695" marB="45695" horzOverflow="overflow">
                    <a:lnL w="254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zh-CN" altLang="zh-CN" sz="1400" b="1" i="0" u="none" strike="noStrike" cap="none" normalizeH="0" baseline="0" dirty="0" smtClean="0">
                        <a:ln>
                          <a:noFill/>
                        </a:ln>
                        <a:solidFill>
                          <a:schemeClr val="tx1"/>
                        </a:solidFill>
                        <a:effectLst/>
                        <a:latin typeface="Comic Sans MS" panose="030F0702030302020204" pitchFamily="66" charset="0"/>
                        <a:ea typeface="楷体_GB2312" pitchFamily="49" charset="-122"/>
                      </a:endParaRPr>
                    </a:p>
                  </a:txBody>
                  <a:tcPr marT="45695" marB="4569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zh-CN" altLang="zh-CN" sz="1400" b="1" i="0" u="none" strike="noStrike" cap="none" normalizeH="0" baseline="0" dirty="0" smtClean="0">
                        <a:ln>
                          <a:noFill/>
                        </a:ln>
                        <a:solidFill>
                          <a:schemeClr val="tx1"/>
                        </a:solidFill>
                        <a:effectLst/>
                        <a:latin typeface="Comic Sans MS" panose="030F0702030302020204" pitchFamily="66" charset="0"/>
                        <a:ea typeface="楷体_GB2312" pitchFamily="49" charset="-122"/>
                      </a:endParaRPr>
                    </a:p>
                  </a:txBody>
                  <a:tcPr marT="45695" marB="4569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zh-CN" altLang="zh-CN" sz="1400" b="1" i="0" u="none" strike="noStrike" cap="none" normalizeH="0" baseline="0" dirty="0" smtClean="0">
                        <a:ln>
                          <a:noFill/>
                        </a:ln>
                        <a:solidFill>
                          <a:schemeClr val="tx1"/>
                        </a:solidFill>
                        <a:effectLst/>
                        <a:latin typeface="Comic Sans MS" panose="030F0702030302020204" pitchFamily="66" charset="0"/>
                        <a:ea typeface="楷体_GB2312" pitchFamily="49" charset="-122"/>
                      </a:endParaRPr>
                    </a:p>
                  </a:txBody>
                  <a:tcPr marT="45695" marB="45695"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04747">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发出批准书</a:t>
                      </a:r>
                      <a:endParaRPr kumimoji="0" lang="zh-CN" altLang="en-US" sz="1400" b="0"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T="45695" marB="45695" horzOverflow="overflow">
                    <a:lnL w="9525"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zh-CN" altLang="zh-CN" sz="1400" b="1" i="0" u="none" strike="noStrike" cap="none" normalizeH="0" baseline="0" smtClean="0">
                        <a:ln>
                          <a:noFill/>
                        </a:ln>
                        <a:solidFill>
                          <a:schemeClr val="tx1"/>
                        </a:solidFill>
                        <a:effectLst/>
                        <a:latin typeface="Comic Sans MS" panose="030F0702030302020204" pitchFamily="66" charset="0"/>
                        <a:ea typeface="楷体_GB2312" pitchFamily="49" charset="-122"/>
                      </a:endParaRPr>
                    </a:p>
                  </a:txBody>
                  <a:tcPr marT="45695" marB="45695" horzOverflow="overflow">
                    <a:lnL w="254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0" i="0" u="none" strike="noStrike" cap="none" normalizeH="0" baseline="0" smtClean="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a:t>
                      </a:r>
                      <a:endParaRPr kumimoji="0" lang="en-US" altLang="zh-CN" sz="1400" b="0"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T="45695" marB="4569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0" i="0" u="none" strike="noStrike" cap="none" normalizeH="0" baseline="0" smtClean="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a:t>
                      </a:r>
                      <a:endParaRPr kumimoji="0" lang="en-US" altLang="zh-CN" sz="1400" b="0"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T="45695" marB="4569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0" i="0" u="none" strike="noStrike" cap="none" normalizeH="0" baseline="0" smtClean="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a:t>
                      </a:r>
                      <a:endParaRPr kumimoji="0" lang="en-US" altLang="zh-CN" sz="1400" b="0"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T="45695" marB="45695"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04747">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发出发货单</a:t>
                      </a:r>
                      <a:endParaRPr kumimoji="0" lang="zh-CN" altLang="en-US" sz="1400" b="0"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T="45695" marB="45695" horzOverflow="overflow">
                    <a:lnL w="9525"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zh-CN" altLang="zh-CN" sz="1400" b="1" i="0" u="none" strike="noStrike" cap="none" normalizeH="0" baseline="0" smtClean="0">
                        <a:ln>
                          <a:noFill/>
                        </a:ln>
                        <a:solidFill>
                          <a:schemeClr val="tx1"/>
                        </a:solidFill>
                        <a:effectLst/>
                        <a:latin typeface="Comic Sans MS" panose="030F0702030302020204" pitchFamily="66" charset="0"/>
                        <a:ea typeface="楷体_GB2312" pitchFamily="49" charset="-122"/>
                      </a:endParaRPr>
                    </a:p>
                  </a:txBody>
                  <a:tcPr marT="45695" marB="45695" horzOverflow="overflow">
                    <a:lnL w="254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0" i="0" u="none" strike="noStrike" cap="none" normalizeH="0" baseline="0" smtClean="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a:t>
                      </a:r>
                      <a:endParaRPr kumimoji="0" lang="en-US" altLang="zh-CN" sz="1400" b="0"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T="45695" marB="4569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0" i="0" u="none" strike="noStrike" cap="none" normalizeH="0" baseline="0" smtClean="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a:t>
                      </a:r>
                      <a:endParaRPr kumimoji="0" lang="en-US" altLang="zh-CN" sz="1400" b="0"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T="45695" marB="4569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0" i="0" u="none" strike="noStrike" cap="none" normalizeH="0" baseline="0" smtClean="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a:t>
                      </a:r>
                      <a:endParaRPr kumimoji="0" lang="en-US" altLang="zh-CN" sz="1400" b="0"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T="45695" marB="45695"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04747">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发出赊欠报告</a:t>
                      </a:r>
                      <a:endParaRPr kumimoji="0" lang="zh-CN" altLang="en-US" sz="1400" b="0"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T="45695" marB="45695" horzOverflow="overflow">
                    <a:lnL w="9525"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zh-CN" altLang="zh-CN" sz="1400" b="1" i="0" u="none" strike="noStrike" cap="none" normalizeH="0" baseline="0" smtClean="0">
                        <a:ln>
                          <a:noFill/>
                        </a:ln>
                        <a:solidFill>
                          <a:schemeClr val="tx1"/>
                        </a:solidFill>
                        <a:effectLst/>
                        <a:latin typeface="Comic Sans MS" panose="030F0702030302020204" pitchFamily="66" charset="0"/>
                        <a:ea typeface="楷体_GB2312" pitchFamily="49" charset="-122"/>
                      </a:endParaRPr>
                    </a:p>
                  </a:txBody>
                  <a:tcPr marT="45695" marB="45695" horzOverflow="overflow">
                    <a:lnL w="254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zh-CN" altLang="zh-CN" sz="1400" b="1" i="0" u="none" strike="noStrike" cap="none" normalizeH="0" baseline="0" smtClean="0">
                        <a:ln>
                          <a:noFill/>
                        </a:ln>
                        <a:solidFill>
                          <a:schemeClr val="tx1"/>
                        </a:solidFill>
                        <a:effectLst/>
                        <a:latin typeface="Comic Sans MS" panose="030F0702030302020204" pitchFamily="66" charset="0"/>
                        <a:ea typeface="楷体_GB2312" pitchFamily="49" charset="-122"/>
                      </a:endParaRPr>
                    </a:p>
                  </a:txBody>
                  <a:tcPr marT="45695" marB="4569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0" i="0" u="none" strike="noStrike" cap="none" normalizeH="0" baseline="0" smtClean="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a:t>
                      </a:r>
                      <a:endParaRPr kumimoji="0" lang="en-US" altLang="zh-CN" sz="1400" b="0"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T="45695" marB="4569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zh-CN" altLang="zh-CN" sz="1400" b="1" i="0" u="none" strike="noStrike" cap="none" normalizeH="0" baseline="0" smtClean="0">
                        <a:ln>
                          <a:noFill/>
                        </a:ln>
                        <a:solidFill>
                          <a:schemeClr val="tx1"/>
                        </a:solidFill>
                        <a:effectLst/>
                        <a:latin typeface="Comic Sans MS" panose="030F0702030302020204" pitchFamily="66" charset="0"/>
                        <a:ea typeface="楷体_GB2312" pitchFamily="49" charset="-122"/>
                      </a:endParaRPr>
                    </a:p>
                  </a:txBody>
                  <a:tcPr marT="45695" marB="45695"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tr>
            </a:tbl>
          </a:graphicData>
        </a:graphic>
      </p:graphicFrame>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1314" name="Rectangle 2"/>
          <p:cNvSpPr>
            <a:spLocks noGrp="1"/>
          </p:cNvSpPr>
          <p:nvPr>
            <p:ph type="title"/>
          </p:nvPr>
        </p:nvSpPr>
        <p:spPr>
          <a:xfrm>
            <a:off x="457200" y="457200"/>
            <a:ext cx="8229600" cy="1143000"/>
          </a:xfrm>
        </p:spPr>
        <p:txBody>
          <a:bodyPr vert="horz" wrap="square" lIns="0" tIns="45720" rIns="0" bIns="0" anchor="b" anchorCtr="0"/>
          <a:p>
            <a:pPr eaLnBrk="1" hangingPunct="1"/>
            <a:r>
              <a:rPr lang="zh-CN" altLang="en-US" b="1" dirty="0">
                <a:latin typeface="微软雅黑" panose="020B0503020204020204" pitchFamily="34" charset="-122"/>
                <a:ea typeface="微软雅黑" panose="020B0503020204020204" pitchFamily="34" charset="-122"/>
              </a:rPr>
              <a:t>判定表的其它形式</a:t>
            </a:r>
            <a:endParaRPr lang="zh-CN" altLang="en-US" b="1" dirty="0">
              <a:latin typeface="微软雅黑" panose="020B0503020204020204" pitchFamily="34" charset="-122"/>
              <a:ea typeface="微软雅黑" panose="020B0503020204020204" pitchFamily="34" charset="-122"/>
            </a:endParaRPr>
          </a:p>
        </p:txBody>
      </p:sp>
      <p:graphicFrame>
        <p:nvGraphicFramePr>
          <p:cNvPr id="643515" name="Group 443"/>
          <p:cNvGraphicFramePr>
            <a:graphicFrameLocks noGrp="1"/>
          </p:cNvGraphicFramePr>
          <p:nvPr>
            <p:ph sz="half" idx="1"/>
          </p:nvPr>
        </p:nvGraphicFramePr>
        <p:xfrm>
          <a:off x="427038" y="3003550"/>
          <a:ext cx="3733800" cy="2011363"/>
        </p:xfrm>
        <a:graphic>
          <a:graphicData uri="http://schemas.openxmlformats.org/drawingml/2006/table">
            <a:tbl>
              <a:tblPr/>
              <a:tblGrid>
                <a:gridCol w="1524000"/>
                <a:gridCol w="838200"/>
                <a:gridCol w="762000"/>
                <a:gridCol w="609600"/>
              </a:tblGrid>
              <a:tr h="335227">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zh-CN" altLang="en-US" sz="1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发货单金额</a:t>
                      </a:r>
                      <a:endParaRPr kumimoji="0" lang="zh-CN" altLang="en-US"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T="45695" marB="45695" horzOverflow="overflow">
                    <a:lnL w="9525"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zh-CN" altLang="en-US" sz="1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r>
                        <a:rPr kumimoji="0" lang="en-US" altLang="zh-CN" sz="1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500</a:t>
                      </a:r>
                      <a:endParaRPr kumimoji="0" lang="en-US" alt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T="45695" marB="45695" horzOverflow="overflow">
                    <a:lnL w="254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≤500</a:t>
                      </a:r>
                      <a:endParaRPr kumimoji="0" lang="en-US" alt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T="45695" marB="4569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zh-CN" altLang="en-US" sz="1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0" lang="zh-CN" altLang="en-US"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T="45695" marB="45695"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35227">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zh-CN" altLang="en-US" sz="1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赊欠天数</a:t>
                      </a:r>
                      <a:endParaRPr kumimoji="0" lang="zh-CN" altLang="en-US"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T="45695" marB="45695" horzOverflow="overflow">
                    <a:lnL w="9525"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zh-CN" altLang="en-US" sz="1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r>
                        <a:rPr kumimoji="0" lang="en-US" altLang="zh-CN" sz="1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60</a:t>
                      </a:r>
                      <a:endParaRPr kumimoji="0" lang="en-US" alt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T="45695" marB="45695" horzOverflow="overflow">
                    <a:lnL w="254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zh-CN" altLang="en-US" sz="1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r>
                        <a:rPr kumimoji="0" lang="en-US" altLang="zh-CN" sz="1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60</a:t>
                      </a:r>
                      <a:endParaRPr kumimoji="0" lang="en-US" alt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T="45695" marB="4569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≤60</a:t>
                      </a:r>
                      <a:endParaRPr kumimoji="0" lang="en-US" alt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T="45695" marB="45695"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tr>
              <a:tr h="335227">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zh-CN" altLang="en-US" sz="1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发不批准通知</a:t>
                      </a:r>
                      <a:endParaRPr kumimoji="0" lang="zh-CN" altLang="en-US"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T="45695" marB="45695" horzOverflow="overflow">
                    <a:lnL w="9525"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smtClean="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a:t>
                      </a:r>
                      <a:endParaRPr kumimoji="0" lang="en-US" alt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T="45695" marB="45695" horzOverflow="overflow">
                    <a:lnL w="254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zh-CN" altLang="zh-CN" sz="1600" b="1" i="0" u="none" strike="noStrike" cap="none" normalizeH="0" baseline="0" smtClean="0">
                        <a:ln>
                          <a:noFill/>
                        </a:ln>
                        <a:solidFill>
                          <a:schemeClr val="tx1"/>
                        </a:solidFill>
                        <a:effectLst/>
                        <a:latin typeface="Comic Sans MS" panose="030F0702030302020204" pitchFamily="66" charset="0"/>
                        <a:ea typeface="楷体_GB2312" pitchFamily="49" charset="-122"/>
                      </a:endParaRPr>
                    </a:p>
                  </a:txBody>
                  <a:tcPr marT="45695" marB="4569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zh-CN" altLang="zh-CN" sz="1600" b="1" i="0" u="none" strike="noStrike" cap="none" normalizeH="0" baseline="0" smtClean="0">
                        <a:ln>
                          <a:noFill/>
                        </a:ln>
                        <a:solidFill>
                          <a:schemeClr val="tx1"/>
                        </a:solidFill>
                        <a:effectLst/>
                        <a:latin typeface="Comic Sans MS" panose="030F0702030302020204" pitchFamily="66" charset="0"/>
                        <a:ea typeface="楷体_GB2312" pitchFamily="49" charset="-122"/>
                      </a:endParaRPr>
                    </a:p>
                  </a:txBody>
                  <a:tcPr marT="45695" marB="45695"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35227">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zh-CN" altLang="en-US" sz="1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发出批准书</a:t>
                      </a:r>
                      <a:endParaRPr kumimoji="0" lang="zh-CN" altLang="en-US"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T="45695" marB="45695" horzOverflow="overflow">
                    <a:lnL w="9525"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zh-CN" altLang="zh-CN" sz="1600" b="1" i="0" u="none" strike="noStrike" cap="none" normalizeH="0" baseline="0" smtClean="0">
                        <a:ln>
                          <a:noFill/>
                        </a:ln>
                        <a:solidFill>
                          <a:schemeClr val="tx1"/>
                        </a:solidFill>
                        <a:effectLst/>
                        <a:latin typeface="Comic Sans MS" panose="030F0702030302020204" pitchFamily="66" charset="0"/>
                        <a:ea typeface="楷体_GB2312" pitchFamily="49" charset="-122"/>
                      </a:endParaRPr>
                    </a:p>
                  </a:txBody>
                  <a:tcPr marT="45695" marB="45695" horzOverflow="overflow">
                    <a:lnL w="254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smtClean="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a:t>
                      </a:r>
                      <a:endParaRPr kumimoji="0" lang="en-US" alt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T="45695" marB="4569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smtClean="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a:t>
                      </a:r>
                      <a:endParaRPr kumimoji="0" lang="en-US" alt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T="45695" marB="45695"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35227">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zh-CN" altLang="en-US" sz="1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发出发货单</a:t>
                      </a:r>
                      <a:endParaRPr kumimoji="0" lang="zh-CN" altLang="en-US"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T="45695" marB="45695" horzOverflow="overflow">
                    <a:lnL w="9525"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zh-CN" altLang="zh-CN" sz="1600" b="1" i="0" u="none" strike="noStrike" cap="none" normalizeH="0" baseline="0" smtClean="0">
                        <a:ln>
                          <a:noFill/>
                        </a:ln>
                        <a:solidFill>
                          <a:schemeClr val="tx1"/>
                        </a:solidFill>
                        <a:effectLst/>
                        <a:latin typeface="Comic Sans MS" panose="030F0702030302020204" pitchFamily="66" charset="0"/>
                        <a:ea typeface="楷体_GB2312" pitchFamily="49" charset="-122"/>
                      </a:endParaRPr>
                    </a:p>
                  </a:txBody>
                  <a:tcPr marT="45695" marB="45695" horzOverflow="overflow">
                    <a:lnL w="254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smtClean="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a:t>
                      </a:r>
                      <a:endParaRPr kumimoji="0" lang="en-US" alt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T="45695" marB="4569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smtClean="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a:t>
                      </a:r>
                      <a:endParaRPr kumimoji="0" lang="en-US" alt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T="45695" marB="45695"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35227">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zh-CN" altLang="en-US" sz="1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发出赊欠报告</a:t>
                      </a:r>
                      <a:endParaRPr kumimoji="0" lang="zh-CN" altLang="en-US"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T="45695" marB="45695" horzOverflow="overflow">
                    <a:lnL w="9525"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zh-CN" altLang="zh-CN" sz="1600" b="1" i="0" u="none" strike="noStrike" cap="none" normalizeH="0" baseline="0" smtClean="0">
                        <a:ln>
                          <a:noFill/>
                        </a:ln>
                        <a:solidFill>
                          <a:schemeClr val="tx1"/>
                        </a:solidFill>
                        <a:effectLst/>
                        <a:latin typeface="Comic Sans MS" panose="030F0702030302020204" pitchFamily="66" charset="0"/>
                        <a:ea typeface="楷体_GB2312" pitchFamily="49" charset="-122"/>
                      </a:endParaRPr>
                    </a:p>
                  </a:txBody>
                  <a:tcPr marT="45695" marB="45695" horzOverflow="overflow">
                    <a:lnL w="254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smtClean="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a:t>
                      </a:r>
                      <a:endParaRPr kumimoji="0" lang="en-US" alt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T="45695" marB="4569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zh-CN" altLang="zh-CN" sz="1600" b="1" i="0" u="none" strike="noStrike" cap="none" normalizeH="0" baseline="0" smtClean="0">
                        <a:ln>
                          <a:noFill/>
                        </a:ln>
                        <a:solidFill>
                          <a:schemeClr val="tx1"/>
                        </a:solidFill>
                        <a:effectLst/>
                        <a:latin typeface="Comic Sans MS" panose="030F0702030302020204" pitchFamily="66" charset="0"/>
                        <a:ea typeface="楷体_GB2312" pitchFamily="49" charset="-122"/>
                      </a:endParaRPr>
                    </a:p>
                  </a:txBody>
                  <a:tcPr marT="45695" marB="45695"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tr>
            </a:tbl>
          </a:graphicData>
        </a:graphic>
      </p:graphicFrame>
      <p:graphicFrame>
        <p:nvGraphicFramePr>
          <p:cNvPr id="643505" name="Group 433"/>
          <p:cNvGraphicFramePr>
            <a:graphicFrameLocks noGrp="1"/>
          </p:cNvGraphicFramePr>
          <p:nvPr>
            <p:ph sz="half" idx="1"/>
          </p:nvPr>
        </p:nvGraphicFramePr>
        <p:xfrm>
          <a:off x="4389438" y="2346325"/>
          <a:ext cx="4191000" cy="2682875"/>
        </p:xfrm>
        <a:graphic>
          <a:graphicData uri="http://schemas.openxmlformats.org/drawingml/2006/table">
            <a:tbl>
              <a:tblPr/>
              <a:tblGrid>
                <a:gridCol w="1752600"/>
                <a:gridCol w="609600"/>
                <a:gridCol w="609600"/>
                <a:gridCol w="517525"/>
                <a:gridCol w="701675"/>
              </a:tblGrid>
              <a:tr h="335359">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0" lang="zh-CN" altLang="en-US" sz="1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发货单金额≤</a:t>
                      </a:r>
                      <a:r>
                        <a:rPr kumimoji="0" lang="en-US" altLang="zh-CN" sz="1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500</a:t>
                      </a:r>
                      <a:endParaRPr kumimoji="0" lang="en-US" alt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T="45731" marB="45731" horzOverflow="overflow">
                    <a:lnL w="9525"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0" lang="en-US" alt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T="45731" marB="45731" horzOverflow="overflow">
                    <a:lnL w="254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0" lang="en-US" alt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T="45731" marB="4573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0" lang="en-US" alt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T="45731" marB="4573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0" lang="en-US" alt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T="45731" marB="45731"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35359">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0" lang="zh-CN" altLang="en-US" sz="1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发货单金额＞</a:t>
                      </a:r>
                      <a:r>
                        <a:rPr kumimoji="0" lang="en-US" altLang="zh-CN" sz="1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500</a:t>
                      </a:r>
                      <a:endParaRPr kumimoji="0" lang="en-US" alt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T="45731" marB="45731" horzOverflow="overflow">
                    <a:lnL w="9525"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0" lang="en-US" alt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T="45731" marB="45731" horzOverflow="overflow">
                    <a:lnL w="254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0" lang="en-US" alt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T="45731" marB="4573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0" lang="en-US" alt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T="45731" marB="4573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0" lang="en-US" alt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T="45731" marB="45731"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35359">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0" lang="zh-CN" altLang="en-US" sz="1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赊欠天数≤</a:t>
                      </a:r>
                      <a:r>
                        <a:rPr kumimoji="0" lang="en-US" altLang="zh-CN" sz="1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60</a:t>
                      </a:r>
                      <a:endParaRPr kumimoji="0" lang="en-US" alt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T="45731" marB="45731" horzOverflow="overflow">
                    <a:lnL w="9525"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0" lang="en-US" alt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T="45731" marB="45731" horzOverflow="overflow">
                    <a:lnL w="254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0" lang="en-US" alt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T="45731" marB="4573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0" lang="en-US" alt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T="45731" marB="4573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0" lang="en-US" alt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T="45731" marB="45731"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35359">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0" lang="zh-CN" altLang="en-US" sz="1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赊欠天数＞</a:t>
                      </a:r>
                      <a:r>
                        <a:rPr kumimoji="0" lang="en-US" altLang="zh-CN" sz="1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60</a:t>
                      </a:r>
                      <a:endParaRPr kumimoji="0" lang="en-US" alt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T="45731" marB="45731" horzOverflow="overflow">
                    <a:lnL w="9525"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0" lang="en-US" alt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T="45731" marB="45731" horzOverflow="overflow">
                    <a:lnL w="254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0" lang="en-US" alt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T="45731" marB="4573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0" lang="en-US" alt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T="45731" marB="4573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0" lang="en-US" alt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T="45731" marB="45731"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tr>
              <a:tr h="335359">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0" lang="zh-CN" altLang="en-US" sz="1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发不批准通知</a:t>
                      </a:r>
                      <a:endParaRPr kumimoji="0" lang="zh-CN" altLang="en-US"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T="45731" marB="45731" horzOverflow="overflow">
                    <a:lnL w="9525"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smtClean="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a:t>
                      </a:r>
                      <a:endParaRPr kumimoji="0" lang="en-US" alt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T="45731" marB="45731" horzOverflow="overflow">
                    <a:lnL w="254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zh-CN" altLang="zh-CN" sz="1600" b="1" i="0" u="none" strike="noStrike" cap="none" normalizeH="0" baseline="0" smtClean="0">
                        <a:ln>
                          <a:noFill/>
                        </a:ln>
                        <a:solidFill>
                          <a:schemeClr val="tx1"/>
                        </a:solidFill>
                        <a:effectLst/>
                        <a:latin typeface="Comic Sans MS" panose="030F0702030302020204" pitchFamily="66" charset="0"/>
                        <a:ea typeface="楷体_GB2312" pitchFamily="49" charset="-122"/>
                      </a:endParaRPr>
                    </a:p>
                  </a:txBody>
                  <a:tcPr marT="45731" marB="4573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zh-CN" altLang="zh-CN" sz="1600" b="1" i="0" u="none" strike="noStrike" cap="none" normalizeH="0" baseline="0" smtClean="0">
                        <a:ln>
                          <a:noFill/>
                        </a:ln>
                        <a:solidFill>
                          <a:schemeClr val="tx1"/>
                        </a:solidFill>
                        <a:effectLst/>
                        <a:latin typeface="Comic Sans MS" panose="030F0702030302020204" pitchFamily="66" charset="0"/>
                        <a:ea typeface="楷体_GB2312" pitchFamily="49" charset="-122"/>
                      </a:endParaRPr>
                    </a:p>
                  </a:txBody>
                  <a:tcPr marT="45731" marB="4573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zh-CN" altLang="zh-CN" sz="1600" b="1" i="0" u="none" strike="noStrike" cap="none" normalizeH="0" baseline="0" smtClean="0">
                        <a:ln>
                          <a:noFill/>
                        </a:ln>
                        <a:solidFill>
                          <a:schemeClr val="tx1"/>
                        </a:solidFill>
                        <a:effectLst/>
                        <a:latin typeface="Comic Sans MS" panose="030F0702030302020204" pitchFamily="66" charset="0"/>
                        <a:ea typeface="楷体_GB2312" pitchFamily="49" charset="-122"/>
                      </a:endParaRPr>
                    </a:p>
                  </a:txBody>
                  <a:tcPr marT="45731" marB="45731"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35359">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0" lang="zh-CN" altLang="en-US" sz="1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发出批准单</a:t>
                      </a:r>
                      <a:endParaRPr kumimoji="0" lang="zh-CN" altLang="en-US"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T="45731" marB="45731" horzOverflow="overflow">
                    <a:lnL w="9525"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zh-CN" altLang="zh-CN" sz="1600" b="1" i="0" u="none" strike="noStrike" cap="none" normalizeH="0" baseline="0" smtClean="0">
                        <a:ln>
                          <a:noFill/>
                        </a:ln>
                        <a:solidFill>
                          <a:schemeClr val="tx1"/>
                        </a:solidFill>
                        <a:effectLst/>
                        <a:latin typeface="Comic Sans MS" panose="030F0702030302020204" pitchFamily="66" charset="0"/>
                        <a:ea typeface="楷体_GB2312" pitchFamily="49" charset="-122"/>
                      </a:endParaRPr>
                    </a:p>
                  </a:txBody>
                  <a:tcPr marT="45731" marB="45731" horzOverflow="overflow">
                    <a:lnL w="254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smtClean="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a:t>
                      </a:r>
                      <a:endParaRPr kumimoji="0" lang="en-US" alt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T="45731" marB="4573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smtClean="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a:t>
                      </a:r>
                      <a:endParaRPr kumimoji="0" lang="en-US" alt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T="45731" marB="4573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smtClean="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a:t>
                      </a:r>
                      <a:endParaRPr kumimoji="0" lang="en-US" alt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T="45731" marB="45731"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35359">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0" lang="zh-CN" altLang="en-US" sz="1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发出发货单</a:t>
                      </a:r>
                      <a:endParaRPr kumimoji="0" lang="zh-CN" altLang="en-US"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T="45731" marB="45731" horzOverflow="overflow">
                    <a:lnL w="9525"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zh-CN" altLang="zh-CN" sz="1600" b="1" i="0" u="none" strike="noStrike" cap="none" normalizeH="0" baseline="0" smtClean="0">
                        <a:ln>
                          <a:noFill/>
                        </a:ln>
                        <a:solidFill>
                          <a:schemeClr val="tx1"/>
                        </a:solidFill>
                        <a:effectLst/>
                        <a:latin typeface="Comic Sans MS" panose="030F0702030302020204" pitchFamily="66" charset="0"/>
                        <a:ea typeface="楷体_GB2312" pitchFamily="49" charset="-122"/>
                      </a:endParaRPr>
                    </a:p>
                  </a:txBody>
                  <a:tcPr marT="45731" marB="45731" horzOverflow="overflow">
                    <a:lnL w="254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smtClean="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a:t>
                      </a:r>
                      <a:endParaRPr kumimoji="0" lang="en-US" alt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T="45731" marB="4573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smtClean="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a:t>
                      </a:r>
                      <a:endParaRPr kumimoji="0" lang="en-US" alt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T="45731" marB="4573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smtClean="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a:t>
                      </a:r>
                      <a:endParaRPr kumimoji="0" lang="en-US" alt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T="45731" marB="45731"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35359">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0" lang="zh-CN" altLang="en-US" sz="16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发出赊欠报告</a:t>
                      </a:r>
                      <a:endParaRPr kumimoji="0" lang="zh-CN" altLang="en-US"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T="45731" marB="45731" horzOverflow="overflow">
                    <a:lnL w="9525"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zh-CN" altLang="zh-CN" sz="1600" b="1" i="0" u="none" strike="noStrike" cap="none" normalizeH="0" baseline="0" smtClean="0">
                        <a:ln>
                          <a:noFill/>
                        </a:ln>
                        <a:solidFill>
                          <a:schemeClr val="tx1"/>
                        </a:solidFill>
                        <a:effectLst/>
                        <a:latin typeface="Comic Sans MS" panose="030F0702030302020204" pitchFamily="66" charset="0"/>
                        <a:ea typeface="楷体_GB2312" pitchFamily="49" charset="-122"/>
                      </a:endParaRPr>
                    </a:p>
                  </a:txBody>
                  <a:tcPr marT="45731" marB="45731" horzOverflow="overflow">
                    <a:lnL w="254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zh-CN" altLang="zh-CN" sz="1600" b="1" i="0" u="none" strike="noStrike" cap="none" normalizeH="0" baseline="0" smtClean="0">
                        <a:ln>
                          <a:noFill/>
                        </a:ln>
                        <a:solidFill>
                          <a:schemeClr val="tx1"/>
                        </a:solidFill>
                        <a:effectLst/>
                        <a:latin typeface="Comic Sans MS" panose="030F0702030302020204" pitchFamily="66" charset="0"/>
                        <a:ea typeface="楷体_GB2312" pitchFamily="49" charset="-122"/>
                      </a:endParaRPr>
                    </a:p>
                  </a:txBody>
                  <a:tcPr marT="45731" marB="4573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smtClean="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a:t>
                      </a:r>
                      <a:endParaRPr kumimoji="0" lang="en-US" alt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T="45731" marB="4573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zh-CN" altLang="zh-CN" sz="1600" b="1" i="0" u="none" strike="noStrike" cap="none" normalizeH="0" baseline="0" smtClean="0">
                        <a:ln>
                          <a:noFill/>
                        </a:ln>
                        <a:solidFill>
                          <a:schemeClr val="tx1"/>
                        </a:solidFill>
                        <a:effectLst/>
                        <a:latin typeface="Comic Sans MS" panose="030F0702030302020204" pitchFamily="66" charset="0"/>
                        <a:ea typeface="楷体_GB2312" pitchFamily="49" charset="-122"/>
                      </a:endParaRPr>
                    </a:p>
                  </a:txBody>
                  <a:tcPr marT="45731" marB="45731"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tr>
            </a:tbl>
          </a:graphicData>
        </a:graphic>
      </p:graphicFrame>
      <p:sp>
        <p:nvSpPr>
          <p:cNvPr id="141408" name="Rectangle 444"/>
          <p:cNvSpPr/>
          <p:nvPr/>
        </p:nvSpPr>
        <p:spPr>
          <a:xfrm>
            <a:off x="350838" y="5241925"/>
            <a:ext cx="3889375" cy="396875"/>
          </a:xfrm>
          <a:prstGeom prst="rect">
            <a:avLst/>
          </a:prstGeom>
          <a:noFill/>
          <a:ln w="9525">
            <a:noFill/>
          </a:ln>
        </p:spPr>
        <p:txBody>
          <a:bodyPr wrap="none" anchor="ctr" anchorCtr="0">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eaLnBrk="1" hangingPunct="1">
              <a:spcBef>
                <a:spcPct val="0"/>
              </a:spcBef>
              <a:buClrTx/>
              <a:buSzTx/>
              <a:buFontTx/>
              <a:buNone/>
            </a:pPr>
            <a:r>
              <a:rPr lang="en-US" altLang="zh-CN" sz="2000" b="1" dirty="0">
                <a:latin typeface="Arial" panose="020B0604020202020204" pitchFamily="34" charset="0"/>
                <a:ea typeface="黑体" panose="02010609060101010101" pitchFamily="49" charset="-122"/>
              </a:rPr>
              <a:t>“</a:t>
            </a:r>
            <a:r>
              <a:rPr lang="zh-CN" altLang="en-US" sz="2000" b="1" dirty="0">
                <a:latin typeface="黑体" panose="02010609060101010101" pitchFamily="49" charset="-122"/>
                <a:ea typeface="黑体" panose="02010609060101010101" pitchFamily="49" charset="-122"/>
              </a:rPr>
              <a:t>审批发货单</a:t>
            </a:r>
            <a:r>
              <a:rPr lang="zh-CN" altLang="en-US" sz="2000" b="1" dirty="0">
                <a:latin typeface="Arial" panose="020B0604020202020204" pitchFamily="34" charset="0"/>
                <a:ea typeface="黑体" panose="02010609060101010101" pitchFamily="49" charset="-122"/>
              </a:rPr>
              <a:t>”</a:t>
            </a:r>
            <a:r>
              <a:rPr lang="zh-CN" altLang="en-US" sz="2000" b="1" dirty="0">
                <a:latin typeface="黑体" panose="02010609060101010101" pitchFamily="49" charset="-122"/>
                <a:ea typeface="黑体" panose="02010609060101010101" pitchFamily="49" charset="-122"/>
              </a:rPr>
              <a:t>加工的简化判定表 </a:t>
            </a:r>
            <a:endParaRPr lang="zh-CN" altLang="en-US" sz="2000" b="1" dirty="0">
              <a:latin typeface="黑体" panose="02010609060101010101" pitchFamily="49" charset="-122"/>
              <a:ea typeface="黑体" panose="02010609060101010101" pitchFamily="49" charset="-122"/>
            </a:endParaRPr>
          </a:p>
        </p:txBody>
      </p:sp>
      <p:sp>
        <p:nvSpPr>
          <p:cNvPr id="141409" name="Rectangle 445"/>
          <p:cNvSpPr/>
          <p:nvPr/>
        </p:nvSpPr>
        <p:spPr>
          <a:xfrm>
            <a:off x="4465638" y="5241925"/>
            <a:ext cx="4144962" cy="396875"/>
          </a:xfrm>
          <a:prstGeom prst="rect">
            <a:avLst/>
          </a:prstGeom>
          <a:noFill/>
          <a:ln w="9525">
            <a:noFill/>
          </a:ln>
        </p:spPr>
        <p:txBody>
          <a:bodyPr wrap="none" anchor="ctr" anchorCtr="0">
            <a:spAutoFit/>
          </a:bodyPr>
          <a:lstStyle>
            <a:lvl1pPr marL="273050" indent="-273050" algn="l" rtl="0" eaLnBrk="0" fontAlgn="base" hangingPunct="0">
              <a:spcBef>
                <a:spcPct val="20000"/>
              </a:spcBef>
              <a:spcAft>
                <a:spcPct val="0"/>
              </a:spcAft>
              <a:buClr>
                <a:srgbClr val="0BD0D9"/>
              </a:buClr>
              <a:buSzPct val="95000"/>
              <a:buFont typeface="Wingdings 2" panose="05020102010507070707" pitchFamily="18" charset="2"/>
              <a:buChar char=""/>
              <a:defRPr sz="2600" b="0" kern="1200">
                <a:solidFill>
                  <a:schemeClr val="tx1"/>
                </a:solidFill>
                <a:latin typeface="+mn-lt"/>
                <a:ea typeface="+mn-ea"/>
                <a:cs typeface="+mn-cs"/>
              </a:defRPr>
            </a:lvl1pPr>
            <a:lvl2pPr marL="640080" indent="-246380" algn="l" rtl="0" eaLnBrk="0" fontAlgn="base" hangingPunct="0">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n-ea"/>
                <a:cs typeface="+mn-cs"/>
              </a:defRPr>
            </a:lvl2pPr>
            <a:lvl3pPr marL="914400" indent="-246380" algn="l" rtl="0" eaLnBrk="0" fontAlgn="base" hangingPunct="0">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n-ea"/>
                <a:cs typeface="+mn-cs"/>
              </a:defRPr>
            </a:lvl4pPr>
            <a:lvl5pPr marL="1462405" indent="-209550" algn="l" rtl="0" eaLnBrk="0" fontAlgn="base" hangingPunct="0">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n-ea"/>
                <a:cs typeface="+mn-cs"/>
              </a:defRPr>
            </a:lvl5pPr>
          </a:lstStyle>
          <a:p>
            <a:pPr marL="0" lvl="0" indent="0" eaLnBrk="1" hangingPunct="1">
              <a:spcBef>
                <a:spcPct val="0"/>
              </a:spcBef>
              <a:buClrTx/>
              <a:buSzTx/>
              <a:buFontTx/>
              <a:buNone/>
            </a:pPr>
            <a:r>
              <a:rPr lang="en-US" altLang="zh-CN" sz="2000" b="1" dirty="0">
                <a:latin typeface="Arial" panose="020B0604020202020204" pitchFamily="34" charset="0"/>
                <a:ea typeface="黑体" panose="02010609060101010101" pitchFamily="49" charset="-122"/>
              </a:rPr>
              <a:t>“</a:t>
            </a:r>
            <a:r>
              <a:rPr lang="zh-CN" altLang="en-US" sz="2000" b="1" dirty="0">
                <a:latin typeface="黑体" panose="02010609060101010101" pitchFamily="49" charset="-122"/>
                <a:ea typeface="黑体" panose="02010609060101010101" pitchFamily="49" charset="-122"/>
              </a:rPr>
              <a:t>审批发货单</a:t>
            </a:r>
            <a:r>
              <a:rPr lang="zh-CN" altLang="en-US" sz="2000" b="1" dirty="0">
                <a:latin typeface="Arial" panose="020B0604020202020204" pitchFamily="34" charset="0"/>
                <a:ea typeface="黑体" panose="02010609060101010101" pitchFamily="49" charset="-122"/>
              </a:rPr>
              <a:t>”</a:t>
            </a:r>
            <a:r>
              <a:rPr lang="zh-CN" altLang="en-US" sz="2000" b="1" dirty="0">
                <a:latin typeface="黑体" panose="02010609060101010101" pitchFamily="49" charset="-122"/>
                <a:ea typeface="黑体" panose="02010609060101010101" pitchFamily="49" charset="-122"/>
              </a:rPr>
              <a:t>加工的另一种判定表 </a:t>
            </a:r>
            <a:endParaRPr lang="zh-CN" altLang="en-US" sz="2000" b="1" dirty="0">
              <a:latin typeface="黑体" panose="02010609060101010101" pitchFamily="49" charset="-122"/>
              <a:ea typeface="黑体" panose="02010609060101010101" pitchFamily="49" charset="-122"/>
            </a:endParaRP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3362" name="Rectangle 2"/>
          <p:cNvSpPr>
            <a:spLocks noGrp="1"/>
          </p:cNvSpPr>
          <p:nvPr>
            <p:ph type="title"/>
          </p:nvPr>
        </p:nvSpPr>
        <p:spPr>
          <a:xfrm>
            <a:off x="457200" y="228600"/>
            <a:ext cx="8229600" cy="1143000"/>
          </a:xfrm>
        </p:spPr>
        <p:txBody>
          <a:bodyPr vert="horz" wrap="square" lIns="0" tIns="45720" rIns="0" bIns="0" anchor="b" anchorCtr="0"/>
          <a:p>
            <a:pPr eaLnBrk="1" hangingPunct="1"/>
            <a:r>
              <a:rPr lang="zh-CN" altLang="en-US" b="1" dirty="0">
                <a:latin typeface="微软雅黑" panose="020B0503020204020204" pitchFamily="34" charset="-122"/>
                <a:ea typeface="微软雅黑" panose="020B0503020204020204" pitchFamily="34" charset="-122"/>
              </a:rPr>
              <a:t>判定树</a:t>
            </a:r>
            <a:endParaRPr lang="zh-CN" altLang="en-US" b="1" dirty="0">
              <a:latin typeface="微软雅黑" panose="020B0503020204020204" pitchFamily="34" charset="-122"/>
              <a:ea typeface="微软雅黑" panose="020B0503020204020204" pitchFamily="34" charset="-122"/>
            </a:endParaRPr>
          </a:p>
        </p:txBody>
      </p:sp>
      <p:sp>
        <p:nvSpPr>
          <p:cNvPr id="143363" name="Rectangle 3"/>
          <p:cNvSpPr>
            <a:spLocks noGrp="1"/>
          </p:cNvSpPr>
          <p:nvPr>
            <p:ph idx="1"/>
          </p:nvPr>
        </p:nvSpPr>
        <p:spPr>
          <a:xfrm>
            <a:off x="381000" y="1600200"/>
            <a:ext cx="7924800" cy="2286000"/>
          </a:xfrm>
        </p:spPr>
        <p:txBody>
          <a:bodyPr vert="horz" wrap="square" lIns="91440" tIns="45720" rIns="91440" bIns="45720" anchor="t" anchorCtr="0"/>
          <a:p>
            <a:pPr eaLnBrk="1" hangingPunct="1">
              <a:lnSpc>
                <a:spcPct val="90000"/>
              </a:lnSpc>
              <a:buFont typeface="Wingdings" panose="05000000000000000000" pitchFamily="2" charset="2"/>
              <a:buChar char="p"/>
            </a:pPr>
            <a:r>
              <a:rPr lang="zh-CN" altLang="en-US" sz="3600" dirty="0"/>
              <a:t>本质上与判定表是相同的，只是表示形式不同 </a:t>
            </a:r>
            <a:endParaRPr lang="zh-CN" altLang="en-US" sz="3600" dirty="0"/>
          </a:p>
          <a:p>
            <a:pPr eaLnBrk="1" hangingPunct="1">
              <a:lnSpc>
                <a:spcPct val="90000"/>
              </a:lnSpc>
              <a:buFont typeface="Wingdings" panose="05000000000000000000" pitchFamily="2" charset="2"/>
              <a:buChar char="p"/>
            </a:pPr>
            <a:r>
              <a:rPr lang="zh-CN" altLang="en-US" sz="3600" dirty="0"/>
              <a:t>例如</a:t>
            </a:r>
            <a:r>
              <a:rPr lang="zh-CN" altLang="en-US" sz="3600" dirty="0">
                <a:latin typeface="Arial" panose="020B0604020202020204" pitchFamily="34" charset="0"/>
              </a:rPr>
              <a:t>“</a:t>
            </a:r>
            <a:r>
              <a:rPr lang="zh-CN" altLang="en-US" sz="3600" dirty="0"/>
              <a:t>审批发货单</a:t>
            </a:r>
            <a:r>
              <a:rPr lang="zh-CN" altLang="en-US" sz="3600" dirty="0">
                <a:latin typeface="Arial" panose="020B0604020202020204" pitchFamily="34" charset="0"/>
              </a:rPr>
              <a:t>”</a:t>
            </a:r>
            <a:r>
              <a:rPr lang="zh-CN" altLang="en-US" sz="3600" dirty="0"/>
              <a:t>加工逻辑的判定树描述入下：</a:t>
            </a:r>
            <a:r>
              <a:rPr lang="zh-CN" altLang="en-US" sz="2800" dirty="0"/>
              <a:t> </a:t>
            </a:r>
            <a:endParaRPr lang="zh-CN" altLang="en-US" sz="2800" dirty="0"/>
          </a:p>
        </p:txBody>
      </p:sp>
      <p:pic>
        <p:nvPicPr>
          <p:cNvPr id="143364" name="Picture 15"/>
          <p:cNvPicPr>
            <a:picLocks noChangeAspect="1"/>
          </p:cNvPicPr>
          <p:nvPr/>
        </p:nvPicPr>
        <p:blipFill>
          <a:blip r:embed="rId1"/>
          <a:stretch>
            <a:fillRect/>
          </a:stretch>
        </p:blipFill>
        <p:spPr>
          <a:xfrm>
            <a:off x="381000" y="4108450"/>
            <a:ext cx="8305800" cy="1758950"/>
          </a:xfrm>
          <a:prstGeom prst="rect">
            <a:avLst/>
          </a:prstGeom>
          <a:noFill/>
          <a:ln w="9525">
            <a:noFill/>
          </a:ln>
        </p:spPr>
      </p:pic>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5410" name="标题 1"/>
          <p:cNvSpPr>
            <a:spLocks noGrp="1"/>
          </p:cNvSpPr>
          <p:nvPr>
            <p:ph type="title"/>
          </p:nvPr>
        </p:nvSpPr>
        <p:spPr/>
        <p:txBody>
          <a:bodyPr vert="horz" wrap="square" lIns="0" tIns="45720" rIns="0" bIns="0" anchor="b" anchorCtr="0"/>
          <a:p>
            <a:pPr eaLnBrk="1" hangingPunct="1"/>
            <a:r>
              <a:rPr lang="zh-CN" altLang="en-US" b="1" dirty="0">
                <a:latin typeface="微软雅黑" panose="020B0503020204020204" pitchFamily="34" charset="-122"/>
                <a:ea typeface="微软雅黑" panose="020B0503020204020204" pitchFamily="34" charset="-122"/>
              </a:rPr>
              <a:t>小结</a:t>
            </a:r>
            <a:endParaRPr lang="zh-CN" altLang="en-US" b="1" dirty="0">
              <a:latin typeface="微软雅黑" panose="020B0503020204020204" pitchFamily="34" charset="-122"/>
              <a:ea typeface="微软雅黑" panose="020B0503020204020204" pitchFamily="34" charset="-122"/>
            </a:endParaRPr>
          </a:p>
        </p:txBody>
      </p:sp>
      <p:sp>
        <p:nvSpPr>
          <p:cNvPr id="5" name="Rectangle 46"/>
          <p:cNvSpPr txBox="1">
            <a:spLocks noChangeArrowheads="1"/>
          </p:cNvSpPr>
          <p:nvPr/>
        </p:nvSpPr>
        <p:spPr bwMode="black">
          <a:xfrm>
            <a:off x="884238" y="1908175"/>
            <a:ext cx="7580313" cy="4721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gn="l" rtl="0" fontAlgn="base">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fontAlgn="base">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fontAlgn="base">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fontAlgn="base">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fontAlgn="base">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342900" marR="0" lvl="0" indent="-342900" algn="l" defTabSz="914400" rtl="0" eaLnBrk="1" fontAlgn="base" latinLnBrk="0" hangingPunct="1">
              <a:lnSpc>
                <a:spcPct val="100000"/>
              </a:lnSpc>
              <a:spcBef>
                <a:spcPct val="20000"/>
              </a:spcBef>
              <a:spcAft>
                <a:spcPct val="0"/>
              </a:spcAft>
              <a:buClrTx/>
              <a:buSzTx/>
              <a:buFont typeface="Wingdings" panose="05000000000000000000" pitchFamily="2" charset="2"/>
              <a:buChar char="p"/>
              <a:defRPr/>
            </a:pPr>
            <a:r>
              <a:rPr kumimoji="0" lang="zh-CN" altLang="en-US" sz="2000" b="1" i="0" u="none" strike="noStrike" kern="1200" cap="none" spc="0" normalizeH="0" baseline="0" noProof="0" dirty="0" smtClean="0">
                <a:ln>
                  <a:noFill/>
                </a:ln>
                <a:solidFill>
                  <a:schemeClr val="tx1"/>
                </a:solidFill>
                <a:effectLst/>
                <a:uLnTx/>
                <a:uFillTx/>
                <a:latin typeface="+mn-ea"/>
                <a:ea typeface="+mn-ea"/>
                <a:cs typeface="+mn-cs"/>
              </a:rPr>
              <a:t>结构化分析是</a:t>
            </a:r>
            <a:r>
              <a:rPr kumimoji="0" lang="zh-CN" altLang="en-US" sz="2000" b="1" i="0" u="none" strike="noStrike" kern="1200" cap="none" spc="0" normalizeH="0" baseline="0" noProof="0" dirty="0" smtClean="0">
                <a:ln>
                  <a:noFill/>
                </a:ln>
                <a:solidFill>
                  <a:srgbClr val="FF0000"/>
                </a:solidFill>
                <a:effectLst/>
                <a:uLnTx/>
                <a:uFillTx/>
                <a:latin typeface="+mn-ea"/>
                <a:ea typeface="+mn-ea"/>
                <a:cs typeface="+mn-cs"/>
              </a:rPr>
              <a:t>结构化方法</a:t>
            </a:r>
            <a:r>
              <a:rPr kumimoji="0" lang="zh-CN" altLang="en-US" sz="2000" b="1" i="0" u="none" strike="noStrike" kern="1200" cap="none" spc="0" normalizeH="0" baseline="0" noProof="0" dirty="0" smtClean="0">
                <a:ln>
                  <a:noFill/>
                </a:ln>
                <a:solidFill>
                  <a:schemeClr val="tx1"/>
                </a:solidFill>
                <a:effectLst/>
                <a:uLnTx/>
                <a:uFillTx/>
                <a:latin typeface="+mn-ea"/>
                <a:ea typeface="+mn-ea"/>
                <a:cs typeface="+mn-cs"/>
              </a:rPr>
              <a:t>在需求分析阶段的活动</a:t>
            </a:r>
            <a:endParaRPr kumimoji="0" lang="en-US" altLang="zh-CN" sz="2000" b="1" i="0" u="none" strike="noStrike" kern="1200" cap="none" spc="0" normalizeH="0" baseline="0" noProof="0" dirty="0" smtClean="0">
              <a:ln>
                <a:noFill/>
              </a:ln>
              <a:solidFill>
                <a:schemeClr val="tx1"/>
              </a:solidFill>
              <a:effectLst/>
              <a:uLnTx/>
              <a:uFillTx/>
              <a:latin typeface="+mn-ea"/>
              <a:ea typeface="+mn-ea"/>
              <a:cs typeface="+mn-cs"/>
            </a:endParaRPr>
          </a:p>
          <a:p>
            <a:pPr marL="342900" marR="0" lvl="0" indent="-342900" algn="l" defTabSz="914400" rtl="0" eaLnBrk="1" fontAlgn="base" latinLnBrk="0" hangingPunct="1">
              <a:lnSpc>
                <a:spcPct val="100000"/>
              </a:lnSpc>
              <a:spcBef>
                <a:spcPct val="20000"/>
              </a:spcBef>
              <a:spcAft>
                <a:spcPct val="0"/>
              </a:spcAft>
              <a:buClrTx/>
              <a:buSzTx/>
              <a:buFont typeface="Wingdings" panose="05000000000000000000" pitchFamily="2" charset="2"/>
              <a:buChar char="p"/>
              <a:defRPr/>
            </a:pPr>
            <a:r>
              <a:rPr kumimoji="0" lang="zh-CN" altLang="en-US" sz="2000" b="1" i="0" u="none" strike="noStrike" kern="1200" cap="none" spc="0" normalizeH="0" baseline="0" noProof="0" dirty="0" smtClean="0">
                <a:ln>
                  <a:noFill/>
                </a:ln>
                <a:solidFill>
                  <a:schemeClr val="tx1"/>
                </a:solidFill>
                <a:effectLst/>
                <a:uLnTx/>
                <a:uFillTx/>
                <a:latin typeface="+mn-ea"/>
                <a:ea typeface="+mn-ea"/>
                <a:cs typeface="+mn-cs"/>
              </a:rPr>
              <a:t>结构化方法是</a:t>
            </a:r>
            <a:r>
              <a:rPr kumimoji="0" lang="zh-CN" altLang="en-US" sz="2000" b="1" i="0" u="none" strike="noStrike" kern="1200" cap="none" spc="0" normalizeH="0" baseline="0" noProof="0" dirty="0" smtClean="0">
                <a:ln>
                  <a:noFill/>
                </a:ln>
                <a:solidFill>
                  <a:srgbClr val="FF0000"/>
                </a:solidFill>
                <a:effectLst/>
                <a:uLnTx/>
                <a:uFillTx/>
                <a:latin typeface="+mn-ea"/>
                <a:ea typeface="+mn-ea"/>
                <a:cs typeface="+mn-cs"/>
              </a:rPr>
              <a:t>面向数据流</a:t>
            </a:r>
            <a:r>
              <a:rPr kumimoji="0" lang="zh-CN" altLang="en-US" sz="2000" b="1" i="0" u="none" strike="noStrike" kern="1200" cap="none" spc="0" normalizeH="0" baseline="0" noProof="0" dirty="0" smtClean="0">
                <a:ln>
                  <a:noFill/>
                </a:ln>
                <a:solidFill>
                  <a:schemeClr val="tx1"/>
                </a:solidFill>
                <a:effectLst/>
                <a:uLnTx/>
                <a:uFillTx/>
                <a:latin typeface="+mn-ea"/>
                <a:ea typeface="+mn-ea"/>
                <a:cs typeface="+mn-cs"/>
              </a:rPr>
              <a:t>（或者过程）的传统方法，它以数据流为中心构建系统的逻辑模型</a:t>
            </a:r>
            <a:endParaRPr kumimoji="0" lang="en-US" altLang="zh-CN" sz="2000" b="1" i="0" u="none" strike="noStrike" kern="1200" cap="none" spc="0" normalizeH="0" baseline="0" noProof="0" dirty="0" smtClean="0">
              <a:ln>
                <a:noFill/>
              </a:ln>
              <a:solidFill>
                <a:schemeClr val="tx1"/>
              </a:solidFill>
              <a:effectLst/>
              <a:uLnTx/>
              <a:uFillTx/>
              <a:latin typeface="+mn-ea"/>
              <a:ea typeface="+mn-ea"/>
              <a:cs typeface="+mn-cs"/>
            </a:endParaRPr>
          </a:p>
          <a:p>
            <a:pPr marL="342900" marR="0" lvl="0" indent="-342900" algn="l" defTabSz="914400" rtl="0" eaLnBrk="1" fontAlgn="base" latinLnBrk="0" hangingPunct="1">
              <a:lnSpc>
                <a:spcPct val="100000"/>
              </a:lnSpc>
              <a:spcBef>
                <a:spcPct val="20000"/>
              </a:spcBef>
              <a:spcAft>
                <a:spcPct val="0"/>
              </a:spcAft>
              <a:buClrTx/>
              <a:buSzTx/>
              <a:buFont typeface="Wingdings" panose="05000000000000000000" pitchFamily="2" charset="2"/>
              <a:buChar char="p"/>
              <a:defRPr/>
            </a:pPr>
            <a:r>
              <a:rPr kumimoji="0" lang="zh-CN" altLang="en-US" sz="2000" b="1" i="0" u="none" strike="noStrike" kern="1200" cap="none" spc="0" normalizeH="0" baseline="0" noProof="0" dirty="0" smtClean="0">
                <a:ln>
                  <a:noFill/>
                </a:ln>
                <a:solidFill>
                  <a:schemeClr val="tx1"/>
                </a:solidFill>
                <a:effectLst/>
                <a:uLnTx/>
                <a:uFillTx/>
                <a:latin typeface="+mn-ea"/>
                <a:ea typeface="+mn-ea"/>
                <a:cs typeface="+mn-cs"/>
              </a:rPr>
              <a:t>结构化分析的主要思想：</a:t>
            </a:r>
            <a:r>
              <a:rPr kumimoji="0" lang="zh-CN" altLang="en-US" sz="2000" b="1" i="0" u="none" strike="noStrike" kern="1200" cap="none" spc="0" normalizeH="0" baseline="0" noProof="0" dirty="0" smtClean="0">
                <a:ln>
                  <a:noFill/>
                </a:ln>
                <a:solidFill>
                  <a:srgbClr val="FF0000"/>
                </a:solidFill>
                <a:effectLst/>
                <a:uLnTx/>
                <a:uFillTx/>
                <a:latin typeface="+mn-ea"/>
                <a:ea typeface="+mn-ea"/>
                <a:cs typeface="+mn-cs"/>
              </a:rPr>
              <a:t>抽象</a:t>
            </a:r>
            <a:r>
              <a:rPr kumimoji="0" lang="zh-CN" altLang="en-US" sz="2000" b="1" i="0" u="none" strike="noStrike" kern="1200" cap="none" spc="0" normalizeH="0" baseline="0" noProof="0" dirty="0" smtClean="0">
                <a:ln>
                  <a:noFill/>
                </a:ln>
                <a:solidFill>
                  <a:schemeClr val="tx1"/>
                </a:solidFill>
                <a:effectLst/>
                <a:uLnTx/>
                <a:uFillTx/>
                <a:latin typeface="+mn-ea"/>
                <a:ea typeface="+mn-ea"/>
                <a:cs typeface="+mn-cs"/>
              </a:rPr>
              <a:t>与</a:t>
            </a:r>
            <a:r>
              <a:rPr kumimoji="0" lang="zh-CN" altLang="en-US" sz="2000" b="1" i="0" u="none" strike="noStrike" kern="1200" cap="none" spc="0" normalizeH="0" baseline="0" noProof="0" dirty="0" smtClean="0">
                <a:ln>
                  <a:noFill/>
                </a:ln>
                <a:solidFill>
                  <a:srgbClr val="FF0000"/>
                </a:solidFill>
                <a:effectLst/>
                <a:uLnTx/>
                <a:uFillTx/>
                <a:latin typeface="+mn-ea"/>
                <a:ea typeface="+mn-ea"/>
                <a:cs typeface="+mn-cs"/>
              </a:rPr>
              <a:t>分解</a:t>
            </a:r>
            <a:endParaRPr kumimoji="0" lang="en-US" altLang="zh-CN" sz="2000" b="1" i="0" u="none" strike="noStrike" kern="1200" cap="none" spc="0" normalizeH="0" baseline="0" noProof="0" dirty="0" smtClean="0">
              <a:ln>
                <a:noFill/>
              </a:ln>
              <a:solidFill>
                <a:srgbClr val="FF0000"/>
              </a:solidFill>
              <a:effectLst/>
              <a:uLnTx/>
              <a:uFillTx/>
              <a:latin typeface="+mn-ea"/>
              <a:ea typeface="+mn-ea"/>
              <a:cs typeface="+mn-cs"/>
            </a:endParaRPr>
          </a:p>
          <a:p>
            <a:pPr marL="342900" marR="0" lvl="0" indent="-342900" algn="l" defTabSz="914400" rtl="0" eaLnBrk="1" fontAlgn="base" latinLnBrk="0" hangingPunct="1">
              <a:lnSpc>
                <a:spcPct val="100000"/>
              </a:lnSpc>
              <a:spcBef>
                <a:spcPct val="20000"/>
              </a:spcBef>
              <a:spcAft>
                <a:spcPct val="0"/>
              </a:spcAft>
              <a:buClrTx/>
              <a:buSzTx/>
              <a:buFont typeface="Wingdings" panose="05000000000000000000" pitchFamily="2" charset="2"/>
              <a:buChar char="p"/>
              <a:defRPr/>
            </a:pPr>
            <a:r>
              <a:rPr kumimoji="0" lang="zh-CN" altLang="en-US" sz="2000" b="1" i="0" u="none" strike="noStrike" kern="1200" cap="none" spc="0" normalizeH="0" baseline="0" noProof="0" dirty="0" smtClean="0">
                <a:ln>
                  <a:noFill/>
                </a:ln>
                <a:solidFill>
                  <a:schemeClr val="tx1"/>
                </a:solidFill>
                <a:effectLst/>
                <a:uLnTx/>
                <a:uFillTx/>
                <a:latin typeface="+mn-ea"/>
                <a:ea typeface="+mn-ea"/>
                <a:cs typeface="+mn-cs"/>
              </a:rPr>
              <a:t>结构化分析的逻辑模型：</a:t>
            </a:r>
            <a:r>
              <a:rPr kumimoji="0" lang="zh-CN" altLang="en-US" sz="2000" b="1" i="0" u="none" strike="noStrike" kern="1200" cap="none" spc="0" normalizeH="0" baseline="0" noProof="0" dirty="0" smtClean="0">
                <a:ln>
                  <a:noFill/>
                </a:ln>
                <a:solidFill>
                  <a:srgbClr val="FF0000"/>
                </a:solidFill>
                <a:effectLst/>
                <a:uLnTx/>
                <a:uFillTx/>
                <a:latin typeface="+mn-ea"/>
                <a:ea typeface="+mn-ea"/>
                <a:cs typeface="+mn-cs"/>
              </a:rPr>
              <a:t>数据字典</a:t>
            </a:r>
            <a:r>
              <a:rPr kumimoji="0" lang="zh-CN" altLang="en-US" sz="2000" b="1" i="0" u="none" strike="noStrike" kern="1200" cap="none" spc="0" normalizeH="0" baseline="0" noProof="0" dirty="0" smtClean="0">
                <a:ln>
                  <a:noFill/>
                </a:ln>
                <a:solidFill>
                  <a:schemeClr val="tx1"/>
                </a:solidFill>
                <a:effectLst/>
                <a:uLnTx/>
                <a:uFillTx/>
                <a:latin typeface="+mn-ea"/>
                <a:ea typeface="+mn-ea"/>
                <a:cs typeface="+mn-cs"/>
              </a:rPr>
              <a:t>、</a:t>
            </a:r>
            <a:r>
              <a:rPr kumimoji="0" lang="zh-CN" altLang="en-US" sz="2000" b="1" i="0" u="none" strike="noStrike" kern="1200" cap="none" spc="0" normalizeH="0" baseline="0" noProof="0" dirty="0" smtClean="0">
                <a:ln>
                  <a:noFill/>
                </a:ln>
                <a:solidFill>
                  <a:srgbClr val="FF0000"/>
                </a:solidFill>
                <a:effectLst/>
                <a:uLnTx/>
                <a:uFillTx/>
                <a:latin typeface="+mn-ea"/>
                <a:ea typeface="+mn-ea"/>
                <a:cs typeface="+mn-cs"/>
              </a:rPr>
              <a:t>数据流图</a:t>
            </a:r>
            <a:r>
              <a:rPr kumimoji="0" lang="zh-CN" altLang="en-US" sz="2000" b="1" i="0" u="none" strike="noStrike" kern="1200" cap="none" spc="0" normalizeH="0" baseline="0" noProof="0" dirty="0" smtClean="0">
                <a:ln>
                  <a:noFill/>
                </a:ln>
                <a:solidFill>
                  <a:schemeClr val="tx1"/>
                </a:solidFill>
                <a:effectLst/>
                <a:uLnTx/>
                <a:uFillTx/>
                <a:latin typeface="+mn-ea"/>
                <a:ea typeface="+mn-ea"/>
                <a:cs typeface="+mn-cs"/>
              </a:rPr>
              <a:t>、</a:t>
            </a:r>
            <a:r>
              <a:rPr kumimoji="0" lang="zh-CN" altLang="en-US" sz="2000" b="1" i="0" u="none" strike="noStrike" kern="1200" cap="none" spc="0" normalizeH="0" baseline="0" noProof="0" dirty="0" smtClean="0">
                <a:ln>
                  <a:noFill/>
                </a:ln>
                <a:solidFill>
                  <a:srgbClr val="FF0000"/>
                </a:solidFill>
                <a:effectLst/>
                <a:uLnTx/>
                <a:uFillTx/>
                <a:latin typeface="+mn-ea"/>
                <a:ea typeface="+mn-ea"/>
                <a:cs typeface="+mn-cs"/>
              </a:rPr>
              <a:t>实体</a:t>
            </a:r>
            <a:r>
              <a:rPr kumimoji="0" lang="en-US" altLang="zh-CN" sz="2000" b="1" i="0" u="none" strike="noStrike" kern="1200" cap="none" spc="0" normalizeH="0" baseline="0" noProof="0" dirty="0" smtClean="0">
                <a:ln>
                  <a:noFill/>
                </a:ln>
                <a:solidFill>
                  <a:srgbClr val="FF0000"/>
                </a:solidFill>
                <a:effectLst/>
                <a:uLnTx/>
                <a:uFillTx/>
                <a:latin typeface="+mn-ea"/>
                <a:ea typeface="+mn-ea"/>
                <a:cs typeface="+mn-cs"/>
              </a:rPr>
              <a:t>-</a:t>
            </a:r>
            <a:r>
              <a:rPr kumimoji="0" lang="zh-CN" altLang="en-US" sz="2000" b="1" i="0" u="none" strike="noStrike" kern="1200" cap="none" spc="0" normalizeH="0" baseline="0" noProof="0" dirty="0" smtClean="0">
                <a:ln>
                  <a:noFill/>
                </a:ln>
                <a:solidFill>
                  <a:srgbClr val="FF0000"/>
                </a:solidFill>
                <a:effectLst/>
                <a:uLnTx/>
                <a:uFillTx/>
                <a:latin typeface="+mn-ea"/>
                <a:ea typeface="+mn-ea"/>
                <a:cs typeface="+mn-cs"/>
              </a:rPr>
              <a:t>关系图</a:t>
            </a:r>
            <a:r>
              <a:rPr kumimoji="0" lang="zh-CN" altLang="en-US" sz="2000" b="1" i="0" u="none" strike="noStrike" kern="1200" cap="none" spc="0" normalizeH="0" baseline="0" noProof="0" dirty="0" smtClean="0">
                <a:ln>
                  <a:noFill/>
                </a:ln>
                <a:solidFill>
                  <a:schemeClr val="tx1"/>
                </a:solidFill>
                <a:effectLst/>
                <a:uLnTx/>
                <a:uFillTx/>
                <a:latin typeface="+mn-ea"/>
                <a:ea typeface="+mn-ea"/>
                <a:cs typeface="+mn-cs"/>
              </a:rPr>
              <a:t>、</a:t>
            </a:r>
            <a:r>
              <a:rPr kumimoji="0" lang="zh-CN" altLang="en-US" sz="2000" b="1" i="0" u="none" strike="noStrike" kern="1200" cap="none" spc="0" normalizeH="0" baseline="0" noProof="0" dirty="0" smtClean="0">
                <a:ln>
                  <a:noFill/>
                </a:ln>
                <a:solidFill>
                  <a:srgbClr val="FF0000"/>
                </a:solidFill>
                <a:effectLst/>
                <a:uLnTx/>
                <a:uFillTx/>
                <a:latin typeface="+mn-ea"/>
                <a:ea typeface="+mn-ea"/>
                <a:cs typeface="+mn-cs"/>
              </a:rPr>
              <a:t>状态转换图</a:t>
            </a:r>
            <a:endParaRPr kumimoji="0" lang="en-US" altLang="zh-CN" sz="2000" b="1" i="0" u="none" strike="noStrike" kern="1200" cap="none" spc="0" normalizeH="0" baseline="0" noProof="0" dirty="0" smtClean="0">
              <a:ln>
                <a:noFill/>
              </a:ln>
              <a:solidFill>
                <a:srgbClr val="FF0000"/>
              </a:solidFill>
              <a:effectLst/>
              <a:uLnTx/>
              <a:uFillTx/>
              <a:latin typeface="+mn-ea"/>
              <a:ea typeface="+mn-ea"/>
              <a:cs typeface="+mn-cs"/>
            </a:endParaRPr>
          </a:p>
          <a:p>
            <a:pPr marL="342900" marR="0" lvl="0" indent="-342900" algn="l" defTabSz="914400" rtl="0" eaLnBrk="1" fontAlgn="base" latinLnBrk="0" hangingPunct="1">
              <a:lnSpc>
                <a:spcPct val="100000"/>
              </a:lnSpc>
              <a:spcBef>
                <a:spcPct val="20000"/>
              </a:spcBef>
              <a:spcAft>
                <a:spcPct val="0"/>
              </a:spcAft>
              <a:buClrTx/>
              <a:buSzTx/>
              <a:buFont typeface="Wingdings" panose="05000000000000000000" pitchFamily="2" charset="2"/>
              <a:buChar char="p"/>
              <a:defRPr/>
            </a:pPr>
            <a:r>
              <a:rPr kumimoji="0" lang="zh-CN" altLang="en-US" sz="2000" b="1" i="0" u="none" strike="noStrike" kern="1200" cap="none" spc="0" normalizeH="0" baseline="0" noProof="0" dirty="0" smtClean="0">
                <a:ln>
                  <a:noFill/>
                </a:ln>
                <a:solidFill>
                  <a:schemeClr val="tx1"/>
                </a:solidFill>
                <a:effectLst/>
                <a:uLnTx/>
                <a:uFillTx/>
                <a:latin typeface="+mn-ea"/>
                <a:ea typeface="+mn-ea"/>
                <a:cs typeface="+mn-cs"/>
              </a:rPr>
              <a:t>数据流图（</a:t>
            </a:r>
            <a:r>
              <a:rPr kumimoji="0" lang="en-US" altLang="zh-CN" sz="2000" b="1" i="0" u="none" strike="noStrike" kern="1200" cap="none" spc="0" normalizeH="0" baseline="0" noProof="0" dirty="0" smtClean="0">
                <a:ln>
                  <a:noFill/>
                </a:ln>
                <a:solidFill>
                  <a:schemeClr val="tx1"/>
                </a:solidFill>
                <a:effectLst/>
                <a:uLnTx/>
                <a:uFillTx/>
                <a:latin typeface="+mn-ea"/>
                <a:ea typeface="+mn-ea"/>
                <a:cs typeface="+mn-cs"/>
              </a:rPr>
              <a:t>DFD</a:t>
            </a:r>
            <a:r>
              <a:rPr kumimoji="0" lang="zh-CN" altLang="en-US" sz="2000" b="1" i="0" u="none" strike="noStrike" kern="1200" cap="none" spc="0" normalizeH="0" baseline="0" noProof="0" dirty="0" smtClean="0">
                <a:ln>
                  <a:noFill/>
                </a:ln>
                <a:solidFill>
                  <a:schemeClr val="tx1"/>
                </a:solidFill>
                <a:effectLst/>
                <a:uLnTx/>
                <a:uFillTx/>
                <a:latin typeface="+mn-ea"/>
                <a:ea typeface="+mn-ea"/>
                <a:cs typeface="+mn-cs"/>
              </a:rPr>
              <a:t>）</a:t>
            </a:r>
            <a:r>
              <a:rPr kumimoji="0" lang="zh-CN" altLang="en-US" sz="2000" b="1" i="0" u="none" strike="noStrike" kern="1200" cap="none" spc="0" normalizeH="0" baseline="0" noProof="0" dirty="0">
                <a:ln>
                  <a:noFill/>
                </a:ln>
                <a:solidFill>
                  <a:schemeClr val="tx1"/>
                </a:solidFill>
                <a:effectLst/>
                <a:uLnTx/>
                <a:uFillTx/>
                <a:latin typeface="+mn-lt"/>
                <a:ea typeface="+mn-ea"/>
                <a:cs typeface="+mn-cs"/>
              </a:rPr>
              <a:t>描述输入数据流到输出数据流的变换</a:t>
            </a:r>
            <a:r>
              <a:rPr kumimoji="0" lang="en-US" altLang="zh-CN" sz="2000" b="1" i="0" u="none" strike="noStrike" kern="1200" cap="none" spc="0" normalizeH="0" baseline="0" noProof="0" dirty="0">
                <a:ln>
                  <a:noFill/>
                </a:ln>
                <a:solidFill>
                  <a:schemeClr val="tx1"/>
                </a:solidFill>
                <a:effectLst/>
                <a:uLnTx/>
                <a:uFillTx/>
                <a:latin typeface="+mn-lt"/>
                <a:ea typeface="+mn-ea"/>
                <a:cs typeface="+mn-cs"/>
              </a:rPr>
              <a:t>(</a:t>
            </a:r>
            <a:r>
              <a:rPr kumimoji="0" lang="zh-CN" altLang="en-US" sz="2000" b="1" i="0" u="none" strike="noStrike" kern="1200" cap="none" spc="0" normalizeH="0" baseline="0" noProof="0" dirty="0">
                <a:ln>
                  <a:noFill/>
                </a:ln>
                <a:solidFill>
                  <a:schemeClr val="tx1"/>
                </a:solidFill>
                <a:effectLst/>
                <a:uLnTx/>
                <a:uFillTx/>
                <a:latin typeface="+mn-lt"/>
                <a:ea typeface="+mn-ea"/>
                <a:cs typeface="+mn-cs"/>
              </a:rPr>
              <a:t>即加工</a:t>
            </a:r>
            <a:r>
              <a:rPr kumimoji="0" lang="en-US" altLang="zh-CN" sz="2000" b="1" i="0" u="none" strike="noStrike" kern="1200" cap="none" spc="0" normalizeH="0" baseline="0" noProof="0" dirty="0">
                <a:ln>
                  <a:noFill/>
                </a:ln>
                <a:solidFill>
                  <a:schemeClr val="tx1"/>
                </a:solidFill>
                <a:effectLst/>
                <a:uLnTx/>
                <a:uFillTx/>
                <a:latin typeface="+mn-lt"/>
                <a:ea typeface="+mn-ea"/>
                <a:cs typeface="+mn-cs"/>
              </a:rPr>
              <a:t>)</a:t>
            </a:r>
            <a:r>
              <a:rPr kumimoji="0" lang="zh-CN" altLang="en-US" sz="2000" b="1" i="0" u="none" strike="noStrike" kern="1200" cap="none" spc="0" normalizeH="0" baseline="0" noProof="0" dirty="0">
                <a:ln>
                  <a:noFill/>
                </a:ln>
                <a:solidFill>
                  <a:schemeClr val="tx1"/>
                </a:solidFill>
                <a:effectLst/>
                <a:uLnTx/>
                <a:uFillTx/>
                <a:latin typeface="+mn-lt"/>
                <a:ea typeface="+mn-ea"/>
                <a:cs typeface="+mn-cs"/>
              </a:rPr>
              <a:t>过程，用于对系统的功能</a:t>
            </a:r>
            <a:r>
              <a:rPr kumimoji="0" lang="zh-CN" altLang="en-US" sz="2000" b="1" i="0" u="none" strike="noStrike" kern="1200" cap="none" spc="0" normalizeH="0" baseline="0" noProof="0" dirty="0" smtClean="0">
                <a:ln>
                  <a:noFill/>
                </a:ln>
                <a:solidFill>
                  <a:schemeClr val="tx1"/>
                </a:solidFill>
                <a:effectLst/>
                <a:uLnTx/>
                <a:uFillTx/>
                <a:latin typeface="+mn-lt"/>
                <a:ea typeface="+mn-ea"/>
                <a:cs typeface="+mn-cs"/>
              </a:rPr>
              <a:t>建模。</a:t>
            </a:r>
            <a:endParaRPr kumimoji="0" lang="en-US" altLang="zh-CN" sz="2000" b="1"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base" latinLnBrk="0" hangingPunct="1">
              <a:lnSpc>
                <a:spcPct val="100000"/>
              </a:lnSpc>
              <a:spcBef>
                <a:spcPct val="20000"/>
              </a:spcBef>
              <a:spcAft>
                <a:spcPct val="0"/>
              </a:spcAft>
              <a:buClrTx/>
              <a:buSzTx/>
              <a:buFont typeface="Wingdings" panose="05000000000000000000" pitchFamily="2" charset="2"/>
              <a:buChar char="p"/>
              <a:defRPr/>
            </a:pPr>
            <a:r>
              <a:rPr kumimoji="0" lang="zh-CN" altLang="en-US" sz="2000" b="1" i="0" u="none" strike="noStrike" kern="1200" cap="none" spc="0" normalizeH="0" baseline="0" noProof="0" dirty="0" smtClean="0">
                <a:ln>
                  <a:noFill/>
                </a:ln>
                <a:solidFill>
                  <a:schemeClr val="tx1"/>
                </a:solidFill>
                <a:effectLst/>
                <a:uLnTx/>
                <a:uFillTx/>
                <a:latin typeface="+mn-lt"/>
                <a:ea typeface="+mn-ea"/>
                <a:cs typeface="+mn-cs"/>
              </a:rPr>
              <a:t>数据流图由括</a:t>
            </a:r>
            <a:r>
              <a:rPr kumimoji="0" lang="zh-CN" altLang="en-US" sz="2000" b="1" i="0" u="none" strike="noStrike" kern="1200" cap="none" spc="0" normalizeH="0" baseline="0" noProof="0" dirty="0" smtClean="0">
                <a:ln>
                  <a:noFill/>
                </a:ln>
                <a:solidFill>
                  <a:srgbClr val="FF0000"/>
                </a:solidFill>
                <a:effectLst/>
                <a:uLnTx/>
                <a:uFillTx/>
                <a:latin typeface="+mn-lt"/>
                <a:ea typeface="+mn-ea"/>
                <a:cs typeface="+mn-cs"/>
              </a:rPr>
              <a:t>源和宿</a:t>
            </a:r>
            <a:r>
              <a:rPr kumimoji="0" lang="zh-CN" altLang="en-US" sz="2000" b="1" i="0" u="none" strike="noStrike" kern="1200" cap="none" spc="0" normalizeH="0" baseline="0" noProof="0" dirty="0" smtClean="0">
                <a:ln>
                  <a:noFill/>
                </a:ln>
                <a:solidFill>
                  <a:schemeClr val="tx1"/>
                </a:solidFill>
                <a:effectLst/>
                <a:uLnTx/>
                <a:uFillTx/>
                <a:latin typeface="+mn-lt"/>
                <a:ea typeface="+mn-ea"/>
                <a:cs typeface="+mn-cs"/>
              </a:rPr>
              <a:t>、</a:t>
            </a:r>
            <a:r>
              <a:rPr kumimoji="0" lang="zh-CN" altLang="en-US" sz="2000" b="1" i="0" u="none" strike="noStrike" kern="1200" cap="none" spc="0" normalizeH="0" baseline="0" noProof="0" dirty="0" smtClean="0">
                <a:ln>
                  <a:noFill/>
                </a:ln>
                <a:solidFill>
                  <a:srgbClr val="FF0000"/>
                </a:solidFill>
                <a:effectLst/>
                <a:uLnTx/>
                <a:uFillTx/>
                <a:latin typeface="+mn-lt"/>
                <a:ea typeface="+mn-ea"/>
                <a:cs typeface="+mn-cs"/>
              </a:rPr>
              <a:t>数据流</a:t>
            </a:r>
            <a:r>
              <a:rPr kumimoji="0" lang="zh-CN" altLang="en-US" sz="2000" b="1" i="0" u="none" strike="noStrike" kern="1200" cap="none" spc="0" normalizeH="0" baseline="0" noProof="0" dirty="0" smtClean="0">
                <a:ln>
                  <a:noFill/>
                </a:ln>
                <a:solidFill>
                  <a:schemeClr val="tx1"/>
                </a:solidFill>
                <a:effectLst/>
                <a:uLnTx/>
                <a:uFillTx/>
                <a:latin typeface="+mn-lt"/>
                <a:ea typeface="+mn-ea"/>
                <a:cs typeface="+mn-cs"/>
              </a:rPr>
              <a:t>、</a:t>
            </a:r>
            <a:r>
              <a:rPr kumimoji="0" lang="zh-CN" altLang="en-US" sz="2000" b="1" i="0" u="none" strike="noStrike" kern="1200" cap="none" spc="0" normalizeH="0" baseline="0" noProof="0" dirty="0" smtClean="0">
                <a:ln>
                  <a:noFill/>
                </a:ln>
                <a:solidFill>
                  <a:srgbClr val="FF0000"/>
                </a:solidFill>
                <a:effectLst/>
                <a:uLnTx/>
                <a:uFillTx/>
                <a:latin typeface="+mn-lt"/>
                <a:ea typeface="+mn-ea"/>
                <a:cs typeface="+mn-cs"/>
              </a:rPr>
              <a:t>加工</a:t>
            </a:r>
            <a:r>
              <a:rPr kumimoji="0" lang="zh-CN" altLang="en-US" sz="2000" b="1" i="0" u="none" strike="noStrike" kern="1200" cap="none" spc="0" normalizeH="0" baseline="0" noProof="0" dirty="0" smtClean="0">
                <a:ln>
                  <a:noFill/>
                </a:ln>
                <a:solidFill>
                  <a:schemeClr val="tx1"/>
                </a:solidFill>
                <a:effectLst/>
                <a:uLnTx/>
                <a:uFillTx/>
                <a:latin typeface="+mn-lt"/>
                <a:ea typeface="+mn-ea"/>
                <a:cs typeface="+mn-cs"/>
              </a:rPr>
              <a:t>、</a:t>
            </a:r>
            <a:r>
              <a:rPr kumimoji="0" lang="zh-CN" altLang="en-US" sz="2000" b="1" i="0" u="none" strike="noStrike" kern="1200" cap="none" spc="0" normalizeH="0" baseline="0" noProof="0" dirty="0" smtClean="0">
                <a:ln>
                  <a:noFill/>
                </a:ln>
                <a:solidFill>
                  <a:srgbClr val="FF0000"/>
                </a:solidFill>
                <a:effectLst/>
                <a:uLnTx/>
                <a:uFillTx/>
                <a:latin typeface="+mn-lt"/>
                <a:ea typeface="+mn-ea"/>
                <a:cs typeface="+mn-cs"/>
              </a:rPr>
              <a:t>文件</a:t>
            </a:r>
            <a:r>
              <a:rPr kumimoji="0" lang="zh-CN" altLang="en-US" sz="2000" b="1" i="0" u="none" strike="noStrike" kern="1200" cap="none" spc="0" normalizeH="0" baseline="0" noProof="0" dirty="0" smtClean="0">
                <a:ln>
                  <a:noFill/>
                </a:ln>
                <a:solidFill>
                  <a:schemeClr val="tx1"/>
                </a:solidFill>
                <a:effectLst/>
                <a:uLnTx/>
                <a:uFillTx/>
                <a:latin typeface="+mn-lt"/>
                <a:ea typeface="+mn-ea"/>
                <a:cs typeface="+mn-cs"/>
              </a:rPr>
              <a:t>组成</a:t>
            </a:r>
            <a:endParaRPr kumimoji="0" lang="en-US" altLang="zh-CN" sz="2000" b="1" i="0" u="none" strike="noStrike" kern="1200" cap="none" spc="0" normalizeH="0" baseline="0" noProof="0" dirty="0">
              <a:ln>
                <a:noFill/>
              </a:ln>
              <a:solidFill>
                <a:schemeClr val="tx1"/>
              </a:solidFill>
              <a:effectLst/>
              <a:uLnTx/>
              <a:uFillTx/>
              <a:latin typeface="+mn-lt"/>
              <a:ea typeface="+mn-ea"/>
              <a:cs typeface="+mn-cs"/>
            </a:endParaRPr>
          </a:p>
          <a:p>
            <a:pPr marL="342900" marR="0" lvl="0" indent="-342900" algn="l" defTabSz="914400" rtl="0" eaLnBrk="1" fontAlgn="base" latinLnBrk="0" hangingPunct="1">
              <a:lnSpc>
                <a:spcPct val="100000"/>
              </a:lnSpc>
              <a:spcBef>
                <a:spcPct val="20000"/>
              </a:spcBef>
              <a:spcAft>
                <a:spcPct val="0"/>
              </a:spcAft>
              <a:buClrTx/>
              <a:buSzTx/>
              <a:buFont typeface="Wingdings" panose="05000000000000000000" pitchFamily="2" charset="2"/>
              <a:buChar char="p"/>
              <a:defRPr/>
            </a:pPr>
            <a:r>
              <a:rPr kumimoji="0" lang="zh-CN" altLang="en-US" sz="2000" b="1" i="0" u="none" strike="noStrike" kern="1200" cap="none" spc="0" normalizeH="0" baseline="0" noProof="0" dirty="0" smtClean="0">
                <a:ln>
                  <a:noFill/>
                </a:ln>
                <a:solidFill>
                  <a:schemeClr val="tx1"/>
                </a:solidFill>
                <a:effectLst/>
                <a:uLnTx/>
                <a:uFillTx/>
                <a:latin typeface="+mn-ea"/>
                <a:ea typeface="+mn-ea"/>
                <a:cs typeface="+mn-cs"/>
              </a:rPr>
              <a:t>建立数据流图的步骤：</a:t>
            </a:r>
            <a:r>
              <a:rPr kumimoji="0" lang="zh-CN" altLang="en-US" sz="2000" b="1" i="0" u="none" strike="noStrike" kern="1200" cap="none" spc="0" normalizeH="0" baseline="0" noProof="0" dirty="0">
                <a:ln>
                  <a:noFill/>
                </a:ln>
                <a:solidFill>
                  <a:schemeClr val="tx1"/>
                </a:solidFill>
                <a:effectLst/>
                <a:uLnTx/>
                <a:uFillTx/>
                <a:latin typeface="+mn-lt"/>
                <a:ea typeface="+mn-ea"/>
                <a:cs typeface="+mn-cs"/>
              </a:rPr>
              <a:t>第一</a:t>
            </a:r>
            <a:r>
              <a:rPr kumimoji="0" lang="zh-CN" altLang="en-US" sz="2000" b="1" i="0" u="none" strike="noStrike" kern="1200" cap="none" spc="0" normalizeH="0" baseline="0" noProof="0" dirty="0" smtClean="0">
                <a:ln>
                  <a:noFill/>
                </a:ln>
                <a:solidFill>
                  <a:schemeClr val="tx1"/>
                </a:solidFill>
                <a:effectLst/>
                <a:uLnTx/>
                <a:uFillTx/>
                <a:latin typeface="+mn-lt"/>
                <a:ea typeface="+mn-ea"/>
                <a:cs typeface="+mn-cs"/>
              </a:rPr>
              <a:t>步画</a:t>
            </a:r>
            <a:r>
              <a:rPr kumimoji="0" lang="zh-CN" altLang="en-US" sz="2000" b="1" i="0" u="none" strike="noStrike" kern="1200" cap="none" spc="0" normalizeH="0" baseline="0" noProof="0" dirty="0">
                <a:ln>
                  <a:noFill/>
                </a:ln>
                <a:solidFill>
                  <a:schemeClr val="tx1"/>
                </a:solidFill>
                <a:effectLst/>
                <a:uLnTx/>
                <a:uFillTx/>
                <a:latin typeface="+mn-lt"/>
                <a:ea typeface="+mn-ea"/>
                <a:cs typeface="+mn-cs"/>
              </a:rPr>
              <a:t>系统的输入和</a:t>
            </a:r>
            <a:r>
              <a:rPr kumimoji="0" lang="zh-CN" altLang="en-US" sz="2000" b="1" i="0" u="none" strike="noStrike" kern="1200" cap="none" spc="0" normalizeH="0" baseline="0" noProof="0" dirty="0" smtClean="0">
                <a:ln>
                  <a:noFill/>
                </a:ln>
                <a:solidFill>
                  <a:schemeClr val="tx1"/>
                </a:solidFill>
                <a:effectLst/>
                <a:uLnTx/>
                <a:uFillTx/>
                <a:latin typeface="+mn-lt"/>
                <a:ea typeface="+mn-ea"/>
                <a:cs typeface="+mn-cs"/>
              </a:rPr>
              <a:t>输出，第二步画</a:t>
            </a:r>
            <a:r>
              <a:rPr kumimoji="0" lang="zh-CN" altLang="en-US" sz="2000" b="1" i="0" u="none" strike="noStrike" kern="1200" cap="none" spc="0" normalizeH="0" baseline="0" noProof="0" dirty="0">
                <a:ln>
                  <a:noFill/>
                </a:ln>
                <a:solidFill>
                  <a:schemeClr val="tx1"/>
                </a:solidFill>
                <a:effectLst/>
                <a:uLnTx/>
                <a:uFillTx/>
                <a:latin typeface="+mn-lt"/>
                <a:ea typeface="+mn-ea"/>
                <a:cs typeface="+mn-cs"/>
              </a:rPr>
              <a:t>系统</a:t>
            </a:r>
            <a:r>
              <a:rPr kumimoji="0" lang="zh-CN" altLang="en-US" sz="2000" b="1" i="0" u="none" strike="noStrike" kern="1200" cap="none" spc="0" normalizeH="0" baseline="0" noProof="0" dirty="0" smtClean="0">
                <a:ln>
                  <a:noFill/>
                </a:ln>
                <a:solidFill>
                  <a:schemeClr val="tx1"/>
                </a:solidFill>
                <a:effectLst/>
                <a:uLnTx/>
                <a:uFillTx/>
                <a:latin typeface="+mn-lt"/>
                <a:ea typeface="+mn-ea"/>
                <a:cs typeface="+mn-cs"/>
              </a:rPr>
              <a:t>内部，第三步画</a:t>
            </a:r>
            <a:r>
              <a:rPr kumimoji="0" lang="zh-CN" altLang="en-US" sz="2000" b="1" i="0" u="none" strike="noStrike" kern="1200" cap="none" spc="0" normalizeH="0" baseline="0" noProof="0" dirty="0">
                <a:ln>
                  <a:noFill/>
                </a:ln>
                <a:solidFill>
                  <a:schemeClr val="tx1"/>
                </a:solidFill>
                <a:effectLst/>
                <a:uLnTx/>
                <a:uFillTx/>
                <a:latin typeface="+mn-lt"/>
                <a:ea typeface="+mn-ea"/>
                <a:cs typeface="+mn-cs"/>
              </a:rPr>
              <a:t>加工</a:t>
            </a:r>
            <a:r>
              <a:rPr kumimoji="0" lang="zh-CN" altLang="en-US" sz="2000" b="1" i="0" u="none" strike="noStrike" kern="1200" cap="none" spc="0" normalizeH="0" baseline="0" noProof="0" dirty="0" smtClean="0">
                <a:ln>
                  <a:noFill/>
                </a:ln>
                <a:solidFill>
                  <a:schemeClr val="tx1"/>
                </a:solidFill>
                <a:effectLst/>
                <a:uLnTx/>
                <a:uFillTx/>
                <a:latin typeface="+mn-lt"/>
                <a:ea typeface="+mn-ea"/>
                <a:cs typeface="+mn-cs"/>
              </a:rPr>
              <a:t>内部，第四步重复</a:t>
            </a:r>
            <a:r>
              <a:rPr kumimoji="0" lang="zh-CN" altLang="en-US" sz="2000" b="1" i="0" u="none" strike="noStrike" kern="1200" cap="none" spc="0" normalizeH="0" baseline="0" noProof="0" dirty="0">
                <a:ln>
                  <a:noFill/>
                </a:ln>
                <a:solidFill>
                  <a:schemeClr val="tx1"/>
                </a:solidFill>
                <a:effectLst/>
                <a:uLnTx/>
                <a:uFillTx/>
                <a:latin typeface="+mn-lt"/>
                <a:ea typeface="+mn-ea"/>
                <a:cs typeface="+mn-cs"/>
              </a:rPr>
              <a:t>第</a:t>
            </a:r>
            <a:r>
              <a:rPr kumimoji="0" lang="en-US" altLang="zh-CN" sz="2000" b="1" i="0" u="none" strike="noStrike" kern="1200" cap="none" spc="0" normalizeH="0" baseline="0" noProof="0" dirty="0">
                <a:ln>
                  <a:noFill/>
                </a:ln>
                <a:solidFill>
                  <a:schemeClr val="tx1"/>
                </a:solidFill>
                <a:effectLst/>
                <a:uLnTx/>
                <a:uFillTx/>
                <a:latin typeface="+mn-lt"/>
                <a:ea typeface="+mn-ea"/>
                <a:cs typeface="+mn-cs"/>
              </a:rPr>
              <a:t>3</a:t>
            </a:r>
            <a:r>
              <a:rPr kumimoji="0" lang="zh-CN" altLang="en-US" sz="2000" b="1" i="0" u="none" strike="noStrike" kern="1200" cap="none" spc="0" normalizeH="0" baseline="0" noProof="0" dirty="0">
                <a:ln>
                  <a:noFill/>
                </a:ln>
                <a:solidFill>
                  <a:schemeClr val="tx1"/>
                </a:solidFill>
                <a:effectLst/>
                <a:uLnTx/>
                <a:uFillTx/>
                <a:latin typeface="+mn-lt"/>
                <a:ea typeface="+mn-ea"/>
                <a:cs typeface="+mn-cs"/>
              </a:rPr>
              <a:t>步，直至每个尚未分解的加工都足够简单</a:t>
            </a:r>
            <a:r>
              <a:rPr kumimoji="0" lang="en-US" altLang="zh-CN" sz="2000" b="1" i="0" u="none" strike="noStrike" kern="1200" cap="none" spc="0" normalizeH="0" baseline="0" noProof="0" dirty="0">
                <a:ln>
                  <a:noFill/>
                </a:ln>
                <a:solidFill>
                  <a:schemeClr val="tx1"/>
                </a:solidFill>
                <a:effectLst/>
                <a:uLnTx/>
                <a:uFillTx/>
                <a:latin typeface="+mn-lt"/>
                <a:ea typeface="+mn-ea"/>
                <a:cs typeface="+mn-cs"/>
              </a:rPr>
              <a:t>(</a:t>
            </a:r>
            <a:r>
              <a:rPr kumimoji="0" lang="zh-CN" altLang="en-US" sz="2000" b="1" i="0" u="none" strike="noStrike" kern="1200" cap="none" spc="0" normalizeH="0" baseline="0" noProof="0" dirty="0">
                <a:ln>
                  <a:noFill/>
                </a:ln>
                <a:solidFill>
                  <a:schemeClr val="tx1"/>
                </a:solidFill>
                <a:effectLst/>
                <a:uLnTx/>
                <a:uFillTx/>
                <a:latin typeface="+mn-lt"/>
                <a:ea typeface="+mn-ea"/>
                <a:cs typeface="+mn-cs"/>
              </a:rPr>
              <a:t>即不必再分解</a:t>
            </a:r>
            <a:r>
              <a:rPr kumimoji="0" lang="en-US" altLang="zh-CN" sz="2000" b="1" i="0" u="none" strike="noStrike" kern="1200" cap="none" spc="0" normalizeH="0" baseline="0" noProof="0" dirty="0" smtClean="0">
                <a:ln>
                  <a:noFill/>
                </a:ln>
                <a:solidFill>
                  <a:schemeClr val="tx1"/>
                </a:solidFill>
                <a:effectLst/>
                <a:uLnTx/>
                <a:uFillTx/>
                <a:latin typeface="+mn-lt"/>
                <a:ea typeface="+mn-ea"/>
                <a:cs typeface="+mn-cs"/>
              </a:rPr>
              <a:t>)</a:t>
            </a:r>
            <a:endParaRPr kumimoji="0" lang="en-US" altLang="zh-CN" sz="2000" b="1" i="0" u="none" strike="noStrike" kern="1200" cap="none" spc="0" normalizeH="0" baseline="0" noProof="0" dirty="0">
              <a:ln>
                <a:noFill/>
              </a:ln>
              <a:solidFill>
                <a:schemeClr val="tx1"/>
              </a:solidFill>
              <a:effectLst/>
              <a:uLnTx/>
              <a:uFillTx/>
              <a:latin typeface="+mn-lt"/>
              <a:ea typeface="+mn-ea"/>
              <a:cs typeface="+mn-cs"/>
            </a:endParaRPr>
          </a:p>
          <a:p>
            <a:pPr marL="342900" marR="0" lvl="0" indent="-342900" algn="l" defTabSz="914400" rtl="0" eaLnBrk="1" fontAlgn="base" latinLnBrk="0" hangingPunct="1">
              <a:lnSpc>
                <a:spcPct val="100000"/>
              </a:lnSpc>
              <a:spcBef>
                <a:spcPct val="20000"/>
              </a:spcBef>
              <a:spcAft>
                <a:spcPct val="0"/>
              </a:spcAft>
              <a:buClrTx/>
              <a:buSzTx/>
              <a:buFont typeface="Wingdings" panose="05000000000000000000" pitchFamily="2" charset="2"/>
              <a:buChar char="p"/>
              <a:defRPr/>
            </a:pPr>
            <a:endParaRPr kumimoji="0" lang="en-US" altLang="zh-CN" sz="2000" b="1" i="0" u="none" strike="noStrike" kern="1200" cap="none" spc="0" normalizeH="0" baseline="0" noProof="0" dirty="0">
              <a:ln>
                <a:noFill/>
              </a:ln>
              <a:solidFill>
                <a:schemeClr val="tx1"/>
              </a:solidFill>
              <a:effectLst/>
              <a:uLnTx/>
              <a:uFillTx/>
              <a:latin typeface="+mn-ea"/>
              <a:ea typeface="+mn-ea"/>
              <a:cs typeface="+mn-cs"/>
            </a:endParaRPr>
          </a:p>
          <a:p>
            <a:pPr marL="342900" marR="0" lvl="0" indent="-342900" algn="l" defTabSz="914400" rtl="0" eaLnBrk="1" fontAlgn="base" latinLnBrk="0" hangingPunct="1">
              <a:lnSpc>
                <a:spcPct val="100000"/>
              </a:lnSpc>
              <a:spcBef>
                <a:spcPct val="20000"/>
              </a:spcBef>
              <a:spcAft>
                <a:spcPct val="0"/>
              </a:spcAft>
              <a:buClrTx/>
              <a:buSzTx/>
              <a:buFont typeface="Wingdings" panose="05000000000000000000" pitchFamily="2" charset="2"/>
              <a:buChar char="p"/>
              <a:defRPr/>
            </a:pPr>
            <a:endParaRPr kumimoji="0" lang="en-US" altLang="zh-CN" sz="2000" b="1" i="0" u="none" strike="noStrike" kern="1200" cap="none" spc="0" normalizeH="0" baseline="0" noProof="0" dirty="0">
              <a:ln>
                <a:noFill/>
              </a:ln>
              <a:solidFill>
                <a:schemeClr val="tx1"/>
              </a:solidFill>
              <a:effectLst/>
              <a:uLnTx/>
              <a:uFillTx/>
              <a:latin typeface="+mn-ea"/>
              <a:ea typeface="+mn-ea"/>
              <a:cs typeface="+mn-cs"/>
            </a:endParaRPr>
          </a:p>
          <a:p>
            <a:pPr marL="0" marR="0" lvl="0" indent="0" algn="l" defTabSz="914400" rtl="0" eaLnBrk="1" fontAlgn="base" latinLnBrk="0" hangingPunct="1">
              <a:lnSpc>
                <a:spcPct val="150000"/>
              </a:lnSpc>
              <a:spcBef>
                <a:spcPct val="20000"/>
              </a:spcBef>
              <a:spcAft>
                <a:spcPct val="0"/>
              </a:spcAft>
              <a:buClrTx/>
              <a:buSzTx/>
              <a:buFont typeface="Arial" panose="020B0604020202020204" pitchFamily="34" charset="0"/>
              <a:buNone/>
              <a:defRPr/>
            </a:pPr>
            <a:r>
              <a:rPr kumimoji="1" lang="en-US" altLang="zh-CN" sz="2000" b="1" i="0" u="none" strike="noStrike" kern="1200" cap="none" spc="0" normalizeH="0" baseline="0" noProof="0" dirty="0" smtClean="0">
                <a:ln>
                  <a:noFill/>
                </a:ln>
                <a:solidFill>
                  <a:srgbClr val="000000"/>
                </a:solidFill>
                <a:effectLst/>
                <a:uLnTx/>
                <a:uFillTx/>
                <a:latin typeface="+mn-ea"/>
                <a:ea typeface="+mn-ea"/>
                <a:cs typeface="+mn-cs"/>
              </a:rPr>
              <a:t>   </a:t>
            </a:r>
            <a:endParaRPr kumimoji="1" lang="en-US" altLang="zh-CN" sz="2000" b="1" i="0" u="none" strike="noStrike" kern="1200" cap="none" spc="0" normalizeH="0" baseline="0" noProof="0" dirty="0" smtClean="0">
              <a:ln>
                <a:noFill/>
              </a:ln>
              <a:solidFill>
                <a:srgbClr val="000000"/>
              </a:solidFill>
              <a:effectLst/>
              <a:uLnTx/>
              <a:uFillTx/>
              <a:latin typeface="+mn-ea"/>
              <a:ea typeface="+mn-ea"/>
              <a:cs typeface="+mn-cs"/>
            </a:endParaRPr>
          </a:p>
          <a:p>
            <a:pPr marL="0" marR="0" lvl="0" indent="0" algn="l" defTabSz="914400" rtl="0" eaLnBrk="1" fontAlgn="base" latinLnBrk="0" hangingPunct="1">
              <a:lnSpc>
                <a:spcPct val="150000"/>
              </a:lnSpc>
              <a:spcBef>
                <a:spcPct val="20000"/>
              </a:spcBef>
              <a:spcAft>
                <a:spcPct val="0"/>
              </a:spcAft>
              <a:buClrTx/>
              <a:buSzTx/>
              <a:buFont typeface="Arial" panose="020B0604020202020204" pitchFamily="34" charset="0"/>
              <a:buNone/>
              <a:defRPr/>
            </a:pPr>
            <a:endParaRPr kumimoji="1" lang="en-US" altLang="zh-CN" sz="2000" b="1" i="0" u="none" strike="noStrike" kern="1200" cap="none" spc="0" normalizeH="0" baseline="0" noProof="0" dirty="0" smtClean="0">
              <a:ln>
                <a:noFill/>
              </a:ln>
              <a:solidFill>
                <a:srgbClr val="000000"/>
              </a:solidFill>
              <a:effectLst/>
              <a:uLnTx/>
              <a:uFillTx/>
              <a:latin typeface="+mn-ea"/>
              <a:ea typeface="+mn-ea"/>
              <a:cs typeface="+mn-cs"/>
            </a:endParaRPr>
          </a:p>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r>
              <a:rPr kumimoji="0" lang="zh-CN" altLang="en-US" sz="2000" b="1" i="0" u="none" strike="noStrike" kern="1200" cap="none" spc="0" normalizeH="0" baseline="0" noProof="0" dirty="0" smtClean="0">
                <a:ln>
                  <a:noFill/>
                </a:ln>
                <a:solidFill>
                  <a:schemeClr val="tx1"/>
                </a:solidFill>
                <a:effectLst/>
                <a:uLnTx/>
                <a:uFillTx/>
                <a:latin typeface="+mn-lt"/>
                <a:ea typeface="+mn-ea"/>
                <a:cs typeface="+mn-cs"/>
              </a:rPr>
              <a:t>        </a:t>
            </a:r>
            <a:endParaRPr kumimoji="0" lang="en-US" altLang="zh-CN" sz="2000" b="1" i="0" u="none" strike="noStrike" kern="1200" cap="none" spc="0" normalizeH="0" baseline="0" noProof="0" dirty="0" smtClean="0">
              <a:ln>
                <a:noFill/>
              </a:ln>
              <a:solidFill>
                <a:schemeClr val="tx1"/>
              </a:solidFill>
              <a:effectLst/>
              <a:uLnTx/>
              <a:uFillTx/>
              <a:latin typeface="+mn-lt"/>
              <a:ea typeface="+mn-ea"/>
              <a:cs typeface="+mn-cs"/>
            </a:endParaRPr>
          </a:p>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r>
              <a:rPr kumimoji="0" lang="en-US" altLang="zh-CN" sz="2000" b="1" i="0" u="none" strike="noStrike" kern="1200" cap="none" spc="0" normalizeH="0" baseline="0" noProof="0" dirty="0" smtClean="0">
                <a:ln>
                  <a:noFill/>
                </a:ln>
                <a:solidFill>
                  <a:srgbClr val="000000"/>
                </a:solidFill>
                <a:effectLst/>
                <a:uLnTx/>
                <a:uFillTx/>
                <a:latin typeface="+mn-lt"/>
                <a:ea typeface="楷体_GB2312" pitchFamily="49" charset="-122"/>
                <a:cs typeface="+mn-cs"/>
              </a:rPr>
              <a:t>     </a:t>
            </a:r>
            <a:endParaRPr kumimoji="0" lang="zh-CN" altLang="en-US" sz="2000" b="1" i="0" u="none" strike="noStrike" kern="1200" cap="none" spc="0" normalizeH="0" baseline="0" noProof="0" dirty="0">
              <a:ln>
                <a:noFill/>
              </a:ln>
              <a:solidFill>
                <a:schemeClr val="tx1"/>
              </a:solidFill>
              <a:effectLst/>
              <a:uLnTx/>
              <a:uFillTx/>
              <a:latin typeface="+mn-lt"/>
              <a:ea typeface="+mn-ea"/>
              <a:cs typeface="+mn-cs"/>
            </a:endParaRPr>
          </a:p>
        </p:txBody>
      </p:sp>
    </p:spTree>
  </p:cSld>
  <p:clrMapOvr>
    <a:masterClrMapping/>
  </p:clrMapOvr>
  <p:transition/>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6434" name="标题 1"/>
          <p:cNvSpPr>
            <a:spLocks noGrp="1"/>
          </p:cNvSpPr>
          <p:nvPr>
            <p:ph type="title"/>
          </p:nvPr>
        </p:nvSpPr>
        <p:spPr/>
        <p:txBody>
          <a:bodyPr vert="horz" wrap="square" lIns="0" tIns="45720" rIns="0" bIns="0" anchor="b" anchorCtr="0"/>
          <a:p>
            <a:pPr eaLnBrk="1" hangingPunct="1"/>
            <a:r>
              <a:rPr lang="zh-CN" altLang="en-US" b="1" dirty="0">
                <a:latin typeface="微软雅黑" panose="020B0503020204020204" pitchFamily="34" charset="-122"/>
                <a:ea typeface="微软雅黑" panose="020B0503020204020204" pitchFamily="34" charset="-122"/>
              </a:rPr>
              <a:t>小结</a:t>
            </a:r>
            <a:r>
              <a:rPr lang="en-US" altLang="zh-CN" b="1" dirty="0">
                <a:latin typeface="微软雅黑" panose="020B0503020204020204" pitchFamily="34" charset="-122"/>
                <a:ea typeface="微软雅黑" panose="020B0503020204020204" pitchFamily="34" charset="-122"/>
              </a:rPr>
              <a:t>(</a:t>
            </a:r>
            <a:r>
              <a:rPr lang="zh-CN" altLang="en-US" b="1" dirty="0">
                <a:latin typeface="微软雅黑" panose="020B0503020204020204" pitchFamily="34" charset="-122"/>
                <a:ea typeface="微软雅黑" panose="020B0503020204020204" pitchFamily="34" charset="-122"/>
              </a:rPr>
              <a:t>续</a:t>
            </a:r>
            <a:r>
              <a:rPr lang="en-US" altLang="zh-CN" b="1" dirty="0">
                <a:latin typeface="微软雅黑" panose="020B0503020204020204" pitchFamily="34" charset="-122"/>
                <a:ea typeface="微软雅黑" panose="020B0503020204020204" pitchFamily="34" charset="-122"/>
              </a:rPr>
              <a:t>)</a:t>
            </a:r>
            <a:endParaRPr lang="zh-CN" altLang="en-US" b="1" dirty="0">
              <a:latin typeface="微软雅黑" panose="020B0503020204020204" pitchFamily="34" charset="-122"/>
              <a:ea typeface="微软雅黑" panose="020B0503020204020204" pitchFamily="34" charset="-122"/>
            </a:endParaRPr>
          </a:p>
        </p:txBody>
      </p:sp>
      <p:sp>
        <p:nvSpPr>
          <p:cNvPr id="5" name="Rectangle 46"/>
          <p:cNvSpPr txBox="1">
            <a:spLocks noChangeArrowheads="1"/>
          </p:cNvSpPr>
          <p:nvPr/>
        </p:nvSpPr>
        <p:spPr bwMode="black">
          <a:xfrm>
            <a:off x="884238" y="1908175"/>
            <a:ext cx="7580313" cy="4721225"/>
          </a:xfrm>
          <a:prstGeom prst="rect">
            <a:avLst/>
          </a:prstGeom>
          <a:noFill/>
          <a:ln>
            <a:noFill/>
          </a:ln>
        </p:spPr>
        <p:txBody>
          <a:bodyPr/>
          <a:lstStyle>
            <a:lvl1pPr marL="342900" indent="-342900" algn="l" rtl="0" fontAlgn="base">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fontAlgn="base">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fontAlgn="base">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fontAlgn="base">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fontAlgn="base">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342900" marR="0" lvl="0" indent="-342900" algn="l" defTabSz="914400" rtl="0" eaLnBrk="1" fontAlgn="base" latinLnBrk="0" hangingPunct="1">
              <a:lnSpc>
                <a:spcPct val="100000"/>
              </a:lnSpc>
              <a:spcBef>
                <a:spcPct val="20000"/>
              </a:spcBef>
              <a:spcAft>
                <a:spcPct val="0"/>
              </a:spcAft>
              <a:buClrTx/>
              <a:buSzTx/>
              <a:buFont typeface="Wingdings" panose="05000000000000000000" pitchFamily="2" charset="2"/>
              <a:buChar char="p"/>
              <a:defRPr/>
            </a:pPr>
            <a:r>
              <a:rPr kumimoji="0" lang="zh-CN" altLang="en-US" sz="2000" b="1" i="0" u="none" strike="noStrike" kern="1200" cap="none" spc="0" normalizeH="0" baseline="0" noProof="0" dirty="0" smtClean="0">
                <a:ln>
                  <a:noFill/>
                </a:ln>
                <a:solidFill>
                  <a:schemeClr val="tx1"/>
                </a:solidFill>
                <a:effectLst/>
                <a:uLnTx/>
                <a:uFillTx/>
                <a:latin typeface="+mn-ea"/>
                <a:ea typeface="+mn-ea"/>
                <a:cs typeface="+mn-cs"/>
              </a:rPr>
              <a:t>分层数据流图的审查：</a:t>
            </a:r>
            <a:r>
              <a:rPr kumimoji="0" lang="zh-CN" altLang="en-US" sz="2000" b="1" i="0" u="none" strike="noStrike" kern="1200" cap="none" spc="0" normalizeH="0" baseline="0" noProof="0" dirty="0" smtClean="0">
                <a:ln>
                  <a:noFill/>
                </a:ln>
                <a:solidFill>
                  <a:srgbClr val="FF0000"/>
                </a:solidFill>
                <a:effectLst/>
                <a:uLnTx/>
                <a:uFillTx/>
                <a:latin typeface="+mn-ea"/>
                <a:ea typeface="+mn-ea"/>
                <a:cs typeface="+mn-cs"/>
              </a:rPr>
              <a:t>一致性</a:t>
            </a:r>
            <a:r>
              <a:rPr kumimoji="0" lang="zh-CN" altLang="en-US" sz="2000" b="1" i="0" u="none" strike="noStrike" kern="1200" cap="none" spc="0" normalizeH="0" baseline="0" noProof="0" dirty="0" smtClean="0">
                <a:ln>
                  <a:noFill/>
                </a:ln>
                <a:solidFill>
                  <a:schemeClr val="tx1"/>
                </a:solidFill>
                <a:effectLst/>
                <a:uLnTx/>
                <a:uFillTx/>
                <a:latin typeface="+mn-ea"/>
                <a:ea typeface="+mn-ea"/>
                <a:cs typeface="+mn-cs"/>
              </a:rPr>
              <a:t>（父图子图的平衡、数据平衡、局部文件等），</a:t>
            </a:r>
            <a:r>
              <a:rPr kumimoji="0" lang="zh-CN" altLang="en-US" sz="2000" b="1" i="0" u="none" strike="noStrike" kern="1200" cap="none" spc="0" normalizeH="0" baseline="0" noProof="0" dirty="0" smtClean="0">
                <a:ln>
                  <a:noFill/>
                </a:ln>
                <a:solidFill>
                  <a:srgbClr val="FF0000"/>
                </a:solidFill>
                <a:effectLst/>
                <a:uLnTx/>
                <a:uFillTx/>
                <a:latin typeface="+mn-ea"/>
                <a:ea typeface="+mn-ea"/>
                <a:cs typeface="+mn-cs"/>
              </a:rPr>
              <a:t>完整性</a:t>
            </a:r>
            <a:endParaRPr kumimoji="0" lang="en-US" altLang="zh-CN" sz="2000" b="1" i="0" u="none" strike="noStrike" kern="1200" cap="none" spc="0" normalizeH="0" baseline="0" noProof="0" dirty="0" smtClean="0">
              <a:ln>
                <a:noFill/>
              </a:ln>
              <a:solidFill>
                <a:srgbClr val="FF0000"/>
              </a:solidFill>
              <a:effectLst/>
              <a:uLnTx/>
              <a:uFillTx/>
              <a:latin typeface="+mn-ea"/>
              <a:ea typeface="+mn-ea"/>
              <a:cs typeface="+mn-cs"/>
            </a:endParaRPr>
          </a:p>
          <a:p>
            <a:pPr marL="342900" marR="0" lvl="0" indent="-342900" algn="l" defTabSz="914400" rtl="0" eaLnBrk="1" fontAlgn="base" latinLnBrk="0" hangingPunct="1">
              <a:lnSpc>
                <a:spcPct val="100000"/>
              </a:lnSpc>
              <a:spcBef>
                <a:spcPct val="20000"/>
              </a:spcBef>
              <a:spcAft>
                <a:spcPct val="0"/>
              </a:spcAft>
              <a:buClrTx/>
              <a:buSzTx/>
              <a:buFont typeface="Wingdings" panose="05000000000000000000" pitchFamily="2" charset="2"/>
              <a:buChar char="p"/>
              <a:defRPr/>
            </a:pPr>
            <a:r>
              <a:rPr kumimoji="0" lang="zh-CN" altLang="en-US" sz="2000" b="1" i="0" u="none" strike="noStrike" kern="1200" cap="none" spc="0" normalizeH="0" baseline="0" noProof="0" dirty="0" smtClean="0">
                <a:ln>
                  <a:noFill/>
                </a:ln>
                <a:solidFill>
                  <a:schemeClr val="tx1"/>
                </a:solidFill>
                <a:effectLst/>
                <a:uLnTx/>
                <a:uFillTx/>
                <a:latin typeface="+mn-ea"/>
                <a:ea typeface="+mn-ea"/>
                <a:cs typeface="+mn-cs"/>
              </a:rPr>
              <a:t>数据字典由不同的</a:t>
            </a:r>
            <a:r>
              <a:rPr kumimoji="0" lang="zh-CN" altLang="en-US" sz="2000" b="1" i="0" u="none" strike="noStrike" kern="1200" cap="none" spc="0" normalizeH="0" baseline="0" noProof="0" dirty="0" smtClean="0">
                <a:ln>
                  <a:noFill/>
                </a:ln>
                <a:solidFill>
                  <a:srgbClr val="FF0000"/>
                </a:solidFill>
                <a:effectLst/>
                <a:uLnTx/>
                <a:uFillTx/>
                <a:latin typeface="+mn-ea"/>
                <a:ea typeface="+mn-ea"/>
                <a:cs typeface="+mn-cs"/>
              </a:rPr>
              <a:t>数据条目</a:t>
            </a:r>
            <a:r>
              <a:rPr kumimoji="0" lang="zh-CN" altLang="en-US" sz="2000" b="1" i="0" u="none" strike="noStrike" kern="1200" cap="none" spc="0" normalizeH="0" baseline="0" noProof="0" dirty="0" smtClean="0">
                <a:ln>
                  <a:noFill/>
                </a:ln>
                <a:solidFill>
                  <a:schemeClr val="tx1"/>
                </a:solidFill>
                <a:effectLst/>
                <a:uLnTx/>
                <a:uFillTx/>
                <a:latin typeface="+mn-ea"/>
                <a:ea typeface="+mn-ea"/>
                <a:cs typeface="+mn-cs"/>
              </a:rPr>
              <a:t>组成，而数据条目是对</a:t>
            </a:r>
            <a:r>
              <a:rPr kumimoji="0" lang="zh-CN" altLang="en-US" sz="2000" b="1" i="0" u="none" strike="noStrike" kern="1200" cap="none" spc="0" normalizeH="0" baseline="0" noProof="0" dirty="0" smtClean="0">
                <a:ln>
                  <a:noFill/>
                </a:ln>
                <a:solidFill>
                  <a:srgbClr val="FF0000"/>
                </a:solidFill>
                <a:effectLst/>
                <a:uLnTx/>
                <a:uFillTx/>
                <a:latin typeface="+mn-ea"/>
                <a:ea typeface="+mn-ea"/>
                <a:cs typeface="+mn-cs"/>
              </a:rPr>
              <a:t>数据流图中的不同组成元素</a:t>
            </a:r>
            <a:r>
              <a:rPr kumimoji="0" lang="zh-CN" altLang="en-US" sz="2000" b="1" i="0" u="none" strike="noStrike" kern="1200" cap="none" spc="0" normalizeH="0" baseline="0" noProof="0" dirty="0" smtClean="0">
                <a:ln>
                  <a:noFill/>
                </a:ln>
                <a:solidFill>
                  <a:schemeClr val="tx1"/>
                </a:solidFill>
                <a:effectLst/>
                <a:uLnTx/>
                <a:uFillTx/>
                <a:latin typeface="+mn-ea"/>
                <a:ea typeface="+mn-ea"/>
                <a:cs typeface="+mn-cs"/>
              </a:rPr>
              <a:t>（源和宿、数据流、加工、文件）的说明</a:t>
            </a:r>
            <a:endParaRPr kumimoji="0" lang="en-US" altLang="zh-CN" sz="2000" b="1" i="0" u="none" strike="noStrike" kern="1200" cap="none" spc="0" normalizeH="0" baseline="0" noProof="0" dirty="0" smtClean="0">
              <a:ln>
                <a:noFill/>
              </a:ln>
              <a:solidFill>
                <a:schemeClr val="tx1"/>
              </a:solidFill>
              <a:effectLst/>
              <a:uLnTx/>
              <a:uFillTx/>
              <a:latin typeface="+mn-ea"/>
              <a:ea typeface="+mn-ea"/>
              <a:cs typeface="+mn-cs"/>
            </a:endParaRPr>
          </a:p>
          <a:p>
            <a:pPr marL="342900" marR="0" lvl="0" indent="-342900" algn="l" defTabSz="914400" rtl="0" eaLnBrk="1" fontAlgn="base" latinLnBrk="0" hangingPunct="1">
              <a:lnSpc>
                <a:spcPct val="100000"/>
              </a:lnSpc>
              <a:spcBef>
                <a:spcPct val="20000"/>
              </a:spcBef>
              <a:spcAft>
                <a:spcPct val="0"/>
              </a:spcAft>
              <a:buClrTx/>
              <a:buSzTx/>
              <a:buFont typeface="Wingdings" panose="05000000000000000000" pitchFamily="2" charset="2"/>
              <a:buChar char="p"/>
              <a:defRPr/>
            </a:pPr>
            <a:r>
              <a:rPr kumimoji="0" lang="zh-CN" altLang="en-US" sz="2000" b="1" i="0" u="none" strike="noStrike" kern="1200" cap="none" spc="0" normalizeH="0" baseline="0" noProof="0" dirty="0" smtClean="0">
                <a:ln>
                  <a:noFill/>
                </a:ln>
                <a:solidFill>
                  <a:schemeClr val="tx1"/>
                </a:solidFill>
                <a:effectLst/>
                <a:uLnTx/>
                <a:uFillTx/>
                <a:latin typeface="+mn-ea"/>
                <a:ea typeface="+mn-ea"/>
                <a:cs typeface="+mn-cs"/>
              </a:rPr>
              <a:t>基本加工的说明描述的是</a:t>
            </a:r>
            <a:r>
              <a:rPr kumimoji="0" lang="zh-CN" altLang="en-US" sz="2000" b="1" i="0" u="none" strike="noStrike" kern="1200" cap="none" spc="0" normalizeH="0" baseline="0" noProof="0" dirty="0" smtClean="0">
                <a:ln>
                  <a:noFill/>
                </a:ln>
                <a:solidFill>
                  <a:srgbClr val="FF0000"/>
                </a:solidFill>
                <a:effectLst/>
                <a:uLnTx/>
                <a:uFillTx/>
                <a:latin typeface="+mn-ea"/>
                <a:ea typeface="+mn-ea"/>
                <a:cs typeface="+mn-cs"/>
              </a:rPr>
              <a:t>一个基本加工应该做什么</a:t>
            </a:r>
            <a:r>
              <a:rPr kumimoji="0" lang="zh-CN" altLang="en-US" sz="2000" b="1" i="0" u="none" strike="noStrike" kern="1200" cap="none" spc="0" normalizeH="0" baseline="0" noProof="0" dirty="0" smtClean="0">
                <a:ln>
                  <a:noFill/>
                </a:ln>
                <a:solidFill>
                  <a:schemeClr val="tx1"/>
                </a:solidFill>
                <a:effectLst/>
                <a:uLnTx/>
                <a:uFillTx/>
                <a:latin typeface="+mn-ea"/>
                <a:ea typeface="+mn-ea"/>
                <a:cs typeface="+mn-cs"/>
              </a:rPr>
              <a:t>，描述方法有结构化语言、判定树、判定表</a:t>
            </a:r>
            <a:endParaRPr kumimoji="0" lang="en-US" altLang="zh-CN" sz="2000" b="1" i="0" u="none" strike="noStrike" kern="1200" cap="none" spc="0" normalizeH="0" baseline="0" noProof="0" dirty="0" smtClean="0">
              <a:ln>
                <a:noFill/>
              </a:ln>
              <a:solidFill>
                <a:schemeClr val="tx1"/>
              </a:solidFill>
              <a:effectLst/>
              <a:uLnTx/>
              <a:uFillTx/>
              <a:latin typeface="+mn-ea"/>
              <a:ea typeface="+mn-ea"/>
              <a:cs typeface="+mn-cs"/>
            </a:endParaRPr>
          </a:p>
          <a:p>
            <a:pPr marL="342900" marR="0" lvl="0" indent="-342900" algn="l" defTabSz="914400" rtl="0" eaLnBrk="1" fontAlgn="base" latinLnBrk="0" hangingPunct="1">
              <a:lnSpc>
                <a:spcPct val="100000"/>
              </a:lnSpc>
              <a:spcBef>
                <a:spcPct val="20000"/>
              </a:spcBef>
              <a:spcAft>
                <a:spcPct val="0"/>
              </a:spcAft>
              <a:buClrTx/>
              <a:buSzTx/>
              <a:buFont typeface="Wingdings" panose="05000000000000000000" pitchFamily="2" charset="2"/>
              <a:buChar char="p"/>
              <a:defRPr/>
            </a:pPr>
            <a:r>
              <a:rPr kumimoji="0" lang="zh-CN" altLang="en-US" sz="2000" b="1" i="0" u="none" strike="noStrike" kern="1200" cap="none" spc="0" normalizeH="0" baseline="0" noProof="0" dirty="0" smtClean="0">
                <a:ln>
                  <a:noFill/>
                </a:ln>
                <a:solidFill>
                  <a:srgbClr val="FF0000"/>
                </a:solidFill>
                <a:effectLst/>
                <a:uLnTx/>
                <a:uFillTx/>
                <a:latin typeface="+mn-ea"/>
                <a:ea typeface="+mn-ea"/>
                <a:cs typeface="+mn-cs"/>
              </a:rPr>
              <a:t>判定表</a:t>
            </a:r>
            <a:r>
              <a:rPr kumimoji="0" lang="zh-CN" altLang="en-US" sz="2000" b="1" i="0" u="none" strike="noStrike" kern="1200" cap="none" spc="0" normalizeH="0" baseline="0" noProof="0" dirty="0" smtClean="0">
                <a:ln>
                  <a:noFill/>
                </a:ln>
                <a:solidFill>
                  <a:schemeClr val="tx1"/>
                </a:solidFill>
                <a:effectLst/>
                <a:uLnTx/>
                <a:uFillTx/>
                <a:latin typeface="+mn-ea"/>
                <a:ea typeface="+mn-ea"/>
                <a:cs typeface="+mn-cs"/>
              </a:rPr>
              <a:t>由条件桩、条件条目、动作桩、动作条目组成</a:t>
            </a:r>
            <a:endParaRPr kumimoji="0" lang="en-US" altLang="zh-CN" sz="2000" b="1" i="0" u="none" strike="noStrike" kern="1200" cap="none" spc="0" normalizeH="0" baseline="0" noProof="0" dirty="0" smtClean="0">
              <a:ln>
                <a:noFill/>
              </a:ln>
              <a:solidFill>
                <a:schemeClr val="tx1"/>
              </a:solidFill>
              <a:effectLst/>
              <a:uLnTx/>
              <a:uFillTx/>
              <a:latin typeface="+mn-ea"/>
              <a:ea typeface="+mn-ea"/>
              <a:cs typeface="+mn-cs"/>
            </a:endParaRPr>
          </a:p>
          <a:p>
            <a:pPr marL="342900" marR="0" lvl="0" indent="-342900" algn="l" defTabSz="914400" rtl="0" eaLnBrk="1" fontAlgn="base" latinLnBrk="0" hangingPunct="1">
              <a:lnSpc>
                <a:spcPct val="100000"/>
              </a:lnSpc>
              <a:spcBef>
                <a:spcPct val="20000"/>
              </a:spcBef>
              <a:spcAft>
                <a:spcPct val="0"/>
              </a:spcAft>
              <a:buClrTx/>
              <a:buSzTx/>
              <a:buFont typeface="Wingdings" panose="05000000000000000000" pitchFamily="2" charset="2"/>
              <a:buChar char="p"/>
              <a:defRPr/>
            </a:pPr>
            <a:endParaRPr kumimoji="0" lang="en-US" altLang="zh-CN" sz="2000" b="1" i="0" u="none" strike="noStrike" kern="1200" cap="none" spc="0" normalizeH="0" baseline="0" noProof="0" dirty="0">
              <a:ln>
                <a:noFill/>
              </a:ln>
              <a:solidFill>
                <a:schemeClr val="tx1"/>
              </a:solidFill>
              <a:effectLst/>
              <a:uLnTx/>
              <a:uFillTx/>
              <a:latin typeface="+mn-ea"/>
              <a:ea typeface="+mn-ea"/>
              <a:cs typeface="+mn-cs"/>
            </a:endParaRPr>
          </a:p>
          <a:p>
            <a:pPr marL="342900" marR="0" lvl="0" indent="-342900" algn="l" defTabSz="914400" rtl="0" eaLnBrk="1" fontAlgn="base" latinLnBrk="0" hangingPunct="1">
              <a:lnSpc>
                <a:spcPct val="100000"/>
              </a:lnSpc>
              <a:spcBef>
                <a:spcPct val="20000"/>
              </a:spcBef>
              <a:spcAft>
                <a:spcPct val="0"/>
              </a:spcAft>
              <a:buClrTx/>
              <a:buSzTx/>
              <a:buFont typeface="Wingdings" panose="05000000000000000000" pitchFamily="2" charset="2"/>
              <a:buChar char="p"/>
              <a:defRPr/>
            </a:pPr>
            <a:endParaRPr kumimoji="0" lang="en-US" altLang="zh-CN" sz="2000" b="1" i="0" u="none" strike="noStrike" kern="1200" cap="none" spc="0" normalizeH="0" baseline="0" noProof="0" dirty="0">
              <a:ln>
                <a:noFill/>
              </a:ln>
              <a:solidFill>
                <a:schemeClr val="tx1"/>
              </a:solidFill>
              <a:effectLst/>
              <a:uLnTx/>
              <a:uFillTx/>
              <a:latin typeface="+mn-ea"/>
              <a:ea typeface="+mn-ea"/>
              <a:cs typeface="+mn-cs"/>
            </a:endParaRPr>
          </a:p>
          <a:p>
            <a:pPr marL="0" marR="0" lvl="0" indent="0" algn="l" defTabSz="914400" rtl="0" eaLnBrk="1" fontAlgn="base" latinLnBrk="0" hangingPunct="1">
              <a:lnSpc>
                <a:spcPct val="150000"/>
              </a:lnSpc>
              <a:spcBef>
                <a:spcPct val="20000"/>
              </a:spcBef>
              <a:spcAft>
                <a:spcPct val="0"/>
              </a:spcAft>
              <a:buClrTx/>
              <a:buSzTx/>
              <a:buFont typeface="Arial" panose="020B0604020202020204" pitchFamily="34" charset="0"/>
              <a:buNone/>
              <a:defRPr/>
            </a:pPr>
            <a:r>
              <a:rPr kumimoji="1" lang="en-US" altLang="zh-CN" sz="2000" b="1" i="0" u="none" strike="noStrike" kern="1200" cap="none" spc="0" normalizeH="0" baseline="0" noProof="0" dirty="0" smtClean="0">
                <a:ln>
                  <a:noFill/>
                </a:ln>
                <a:solidFill>
                  <a:srgbClr val="000000"/>
                </a:solidFill>
                <a:effectLst/>
                <a:uLnTx/>
                <a:uFillTx/>
                <a:latin typeface="+mn-ea"/>
                <a:ea typeface="+mn-ea"/>
                <a:cs typeface="+mn-cs"/>
              </a:rPr>
              <a:t>   </a:t>
            </a:r>
            <a:endParaRPr kumimoji="1" lang="en-US" altLang="zh-CN" sz="2000" b="1" i="0" u="none" strike="noStrike" kern="1200" cap="none" spc="0" normalizeH="0" baseline="0" noProof="0" dirty="0" smtClean="0">
              <a:ln>
                <a:noFill/>
              </a:ln>
              <a:solidFill>
                <a:srgbClr val="000000"/>
              </a:solidFill>
              <a:effectLst/>
              <a:uLnTx/>
              <a:uFillTx/>
              <a:latin typeface="+mn-ea"/>
              <a:ea typeface="+mn-ea"/>
              <a:cs typeface="+mn-cs"/>
            </a:endParaRPr>
          </a:p>
          <a:p>
            <a:pPr marL="0" marR="0" lvl="0" indent="0" algn="l" defTabSz="914400" rtl="0" eaLnBrk="1" fontAlgn="base" latinLnBrk="0" hangingPunct="1">
              <a:lnSpc>
                <a:spcPct val="150000"/>
              </a:lnSpc>
              <a:spcBef>
                <a:spcPct val="20000"/>
              </a:spcBef>
              <a:spcAft>
                <a:spcPct val="0"/>
              </a:spcAft>
              <a:buClrTx/>
              <a:buSzTx/>
              <a:buFont typeface="Arial" panose="020B0604020202020204" pitchFamily="34" charset="0"/>
              <a:buNone/>
              <a:defRPr/>
            </a:pPr>
            <a:endParaRPr kumimoji="1" lang="en-US" altLang="zh-CN" sz="2000" b="1" i="0" u="none" strike="noStrike" kern="1200" cap="none" spc="0" normalizeH="0" baseline="0" noProof="0" dirty="0" smtClean="0">
              <a:ln>
                <a:noFill/>
              </a:ln>
              <a:solidFill>
                <a:srgbClr val="000000"/>
              </a:solidFill>
              <a:effectLst/>
              <a:uLnTx/>
              <a:uFillTx/>
              <a:latin typeface="+mn-ea"/>
              <a:ea typeface="+mn-ea"/>
              <a:cs typeface="+mn-cs"/>
            </a:endParaRPr>
          </a:p>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r>
              <a:rPr kumimoji="0" lang="zh-CN" altLang="en-US" sz="2000" b="1" i="0" u="none" strike="noStrike" kern="1200" cap="none" spc="0" normalizeH="0" baseline="0" noProof="0" dirty="0" smtClean="0">
                <a:ln>
                  <a:noFill/>
                </a:ln>
                <a:solidFill>
                  <a:schemeClr val="tx1"/>
                </a:solidFill>
                <a:effectLst/>
                <a:uLnTx/>
                <a:uFillTx/>
                <a:latin typeface="+mn-lt"/>
                <a:ea typeface="+mn-ea"/>
                <a:cs typeface="+mn-cs"/>
              </a:rPr>
              <a:t>        </a:t>
            </a:r>
            <a:endParaRPr kumimoji="0" lang="en-US" altLang="zh-CN" sz="2000" b="1" i="0" u="none" strike="noStrike" kern="1200" cap="none" spc="0" normalizeH="0" baseline="0" noProof="0" dirty="0" smtClean="0">
              <a:ln>
                <a:noFill/>
              </a:ln>
              <a:solidFill>
                <a:schemeClr val="tx1"/>
              </a:solidFill>
              <a:effectLst/>
              <a:uLnTx/>
              <a:uFillTx/>
              <a:latin typeface="+mn-lt"/>
              <a:ea typeface="+mn-ea"/>
              <a:cs typeface="+mn-cs"/>
            </a:endParaRPr>
          </a:p>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r>
              <a:rPr kumimoji="0" lang="en-US" altLang="zh-CN" sz="2000" b="1" i="0" u="none" strike="noStrike" kern="1200" cap="none" spc="0" normalizeH="0" baseline="0" noProof="0" dirty="0" smtClean="0">
                <a:ln>
                  <a:noFill/>
                </a:ln>
                <a:solidFill>
                  <a:srgbClr val="000000"/>
                </a:solidFill>
                <a:effectLst/>
                <a:uLnTx/>
                <a:uFillTx/>
                <a:latin typeface="+mn-lt"/>
                <a:ea typeface="楷体_GB2312" pitchFamily="49" charset="-122"/>
                <a:cs typeface="+mn-cs"/>
              </a:rPr>
              <a:t>     </a:t>
            </a:r>
            <a:endParaRPr kumimoji="0" lang="zh-CN" altLang="en-US" sz="2000" b="1" i="0" u="none" strike="noStrike" kern="1200" cap="none" spc="0" normalizeH="0" baseline="0" noProof="0" dirty="0">
              <a:ln>
                <a:noFill/>
              </a:ln>
              <a:solidFill>
                <a:schemeClr val="tx1"/>
              </a:solidFill>
              <a:effectLst/>
              <a:uLnTx/>
              <a:uFillTx/>
              <a:latin typeface="+mn-lt"/>
              <a:ea typeface="+mn-ea"/>
              <a:cs typeface="+mn-cs"/>
            </a:endParaRPr>
          </a:p>
        </p:txBody>
      </p:sp>
    </p:spTree>
  </p:cSld>
  <p:clrMapOvr>
    <a:masterClrMapping/>
  </p:clrMapOvr>
  <p:transition/>
</p:sld>
</file>

<file path=ppt/tags/tag1.xml><?xml version="1.0" encoding="utf-8"?>
<p:tagLst xmlns:p="http://schemas.openxmlformats.org/presentationml/2006/main">
  <p:tag name="commondata" val="eyJoZGlkIjoiZTNhZDIxYmVkM2NhYTRiNDgwZDM4ZDVhYjhiY2EzM2IifQ=="/>
</p:tagLst>
</file>

<file path=ppt/theme/_rels/theme1.xml.rels><?xml version="1.0" encoding="UTF-8" standalone="yes"?>
<Relationships xmlns="http://schemas.openxmlformats.org/package/2006/relationships"><Relationship Id="rId1" Type="http://schemas.openxmlformats.org/officeDocument/2006/relationships/image" Target="../media/image3.jpeg"/></Relationships>
</file>

<file path=ppt/theme/theme1.xml><?xml version="1.0" encoding="utf-8"?>
<a:theme xmlns:a="http://schemas.openxmlformats.org/drawingml/2006/main" name="流畅">
  <a:themeElements>
    <a:clrScheme name="流畅">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流畅">
      <a:majorFont>
        <a:latin typeface="Calibri"/>
        <a:ea typeface=""/>
        <a:cs typeface=""/>
        <a:font script="Jpan" typeface="ＭＳ Ｐゴシック"/>
        <a:font script="Hang" typeface="HY중고딕"/>
        <a:font script="Hans" typeface="隶书"/>
        <a:font script="Hant" typeface="微軟正黑體"/>
        <a:font script="Arab" typeface="Traditional Arabic"/>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onstantia"/>
        <a:ea typeface=""/>
        <a:cs typeface=""/>
        <a:font script="Jpan" typeface="HGP明朝E"/>
        <a:font script="Hang" typeface="HY신명조"/>
        <a:font script="Hans" typeface="宋体"/>
        <a:font script="Hant" typeface="新細明體"/>
        <a:font script="Arab" typeface="Majalla UI"/>
        <a:font script="Hebr" typeface="David"/>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流畅">
      <a:fillStyleLst>
        <a:solidFill>
          <a:schemeClr val="phClr"/>
        </a:solidFill>
        <a:gradFill rotWithShape="1">
          <a:gsLst>
            <a:gs pos="0">
              <a:schemeClr val="phClr">
                <a:tint val="70000"/>
                <a:satMod val="130000"/>
              </a:schemeClr>
            </a:gs>
            <a:gs pos="43000">
              <a:schemeClr val="phClr">
                <a:tint val="44000"/>
                <a:satMod val="165000"/>
              </a:schemeClr>
            </a:gs>
            <a:gs pos="93000">
              <a:schemeClr val="phClr">
                <a:tint val="15000"/>
                <a:satMod val="165000"/>
              </a:schemeClr>
            </a:gs>
            <a:gs pos="100000">
              <a:schemeClr val="phClr">
                <a:tint val="5000"/>
                <a:satMod val="250000"/>
              </a:schemeClr>
            </a:gs>
          </a:gsLst>
          <a:path path="circle">
            <a:fillToRect l="50000" t="130000" r="50000" b="-30000"/>
          </a:path>
        </a:gradFill>
        <a:gradFill rotWithShape="1">
          <a:gsLst>
            <a:gs pos="0">
              <a:schemeClr val="phClr">
                <a:tint val="98000"/>
                <a:shade val="25000"/>
                <a:satMod val="250000"/>
              </a:schemeClr>
            </a:gs>
            <a:gs pos="68000">
              <a:schemeClr val="phClr">
                <a:tint val="86000"/>
                <a:satMod val="115000"/>
              </a:schemeClr>
            </a:gs>
            <a:gs pos="100000">
              <a:schemeClr val="phClr">
                <a:tint val="50000"/>
                <a:satMod val="150000"/>
              </a:schemeClr>
            </a:gs>
          </a:gsLst>
          <a:path path="circle">
            <a:fillToRect l="50000" t="130000" r="50000" b="-30000"/>
          </a:path>
        </a:gradFill>
      </a:fillStyleLst>
      <a:lnStyleLst>
        <a:ln w="9525" cap="flat" cmpd="sng" algn="ctr">
          <a:solidFill>
            <a:schemeClr val="phClr">
              <a:shade val="50000"/>
              <a:satMod val="103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57150" dist="38100" dir="5400000" algn="ctr" rotWithShape="0">
              <a:schemeClr val="phClr">
                <a:shade val="9000"/>
                <a:alpha val="48000"/>
                <a:satMod val="105000"/>
              </a:schemeClr>
            </a:outerShdw>
          </a:effectLst>
        </a:effectStyle>
        <a:effectStyle>
          <a:effectLst>
            <a:outerShdw blurRad="57150" dist="38100" dir="5400000" algn="ctr" rotWithShape="0">
              <a:schemeClr val="phClr">
                <a:shade val="9000"/>
                <a:alpha val="48000"/>
                <a:satMod val="105000"/>
              </a:schemeClr>
            </a:outerShdw>
          </a:effectLst>
        </a:effectStyle>
        <a:effectStyle>
          <a:effectLst>
            <a:outerShdw blurRad="57150" dist="38100" dir="5400000" algn="ctr" rotWithShape="0">
              <a:schemeClr val="phClr">
                <a:shade val="9000"/>
                <a:alpha val="48000"/>
                <a:satMod val="105000"/>
              </a:schemeClr>
            </a:outerShdw>
          </a:effectLst>
          <a:scene3d>
            <a:camera prst="orthographicFront">
              <a:rot lat="0" lon="0" rev="0"/>
            </a:camera>
            <a:lightRig rig="glow" dir="tl">
              <a:rot lat="0" lon="0" rev="900000"/>
            </a:lightRig>
          </a:scene3d>
          <a:sp3d prstMaterial="powder">
            <a:bevelT w="25400" h="38100"/>
          </a:sp3d>
        </a:effectStyle>
      </a:effectStyleLst>
      <a:bgFillStyleLst>
        <a:solidFill>
          <a:schemeClr val="phClr"/>
        </a:solidFill>
        <a:gradFill rotWithShape="1">
          <a:gsLst>
            <a:gs pos="0">
              <a:schemeClr val="phClr">
                <a:tint val="80000"/>
                <a:satMod val="400000"/>
              </a:schemeClr>
            </a:gs>
            <a:gs pos="25000">
              <a:schemeClr val="phClr">
                <a:tint val="83000"/>
                <a:satMod val="320000"/>
              </a:schemeClr>
            </a:gs>
            <a:gs pos="100000">
              <a:schemeClr val="phClr">
                <a:shade val="15000"/>
                <a:satMod val="320000"/>
              </a:schemeClr>
            </a:gs>
          </a:gsLst>
          <a:path path="circle">
            <a:fillToRect l="10000" t="110000" r="10000" b="100000"/>
          </a:path>
        </a:gradFill>
        <a:blipFill>
          <a:blip xmlns:r="http://schemas.openxmlformats.org/officeDocument/2006/relationships" r:embed="rId1">
            <a:duotone>
              <a:schemeClr val="phClr">
                <a:shade val="90000"/>
                <a:satMod val="150000"/>
              </a:schemeClr>
              <a:schemeClr val="phClr">
                <a:tint val="88000"/>
                <a:satMod val="150000"/>
              </a:schemeClr>
            </a:duotone>
          </a:blip>
          <a:tile tx="0" ty="0" sx="65000" sy="65000" flip="none" algn="tl"/>
        </a:blip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Flow</Template>
  <TotalTime>0</TotalTime>
  <Words>10150</Words>
  <Application>WPS 演示</Application>
  <PresentationFormat>全屏显示(4:3)</PresentationFormat>
  <Paragraphs>1267</Paragraphs>
  <Slides>75</Slides>
  <Notes>61</Notes>
  <HiddenSlides>2</HiddenSlides>
  <MMClips>0</MMClips>
  <ScaleCrop>false</ScaleCrop>
  <HeadingPairs>
    <vt:vector size="8" baseType="variant">
      <vt:variant>
        <vt:lpstr>已用的字体</vt:lpstr>
      </vt:variant>
      <vt:variant>
        <vt:i4>16</vt:i4>
      </vt:variant>
      <vt:variant>
        <vt:lpstr>主题</vt:lpstr>
      </vt:variant>
      <vt:variant>
        <vt:i4>1</vt:i4>
      </vt:variant>
      <vt:variant>
        <vt:lpstr>嵌入 OLE 服务器</vt:lpstr>
      </vt:variant>
      <vt:variant>
        <vt:i4>7</vt:i4>
      </vt:variant>
      <vt:variant>
        <vt:lpstr>幻灯片标题</vt:lpstr>
      </vt:variant>
      <vt:variant>
        <vt:i4>75</vt:i4>
      </vt:variant>
    </vt:vector>
  </HeadingPairs>
  <TitlesOfParts>
    <vt:vector size="99" baseType="lpstr">
      <vt:lpstr>Arial</vt:lpstr>
      <vt:lpstr>宋体</vt:lpstr>
      <vt:lpstr>Wingdings</vt:lpstr>
      <vt:lpstr>Comic Sans MS</vt:lpstr>
      <vt:lpstr>Calibri</vt:lpstr>
      <vt:lpstr>隶书</vt:lpstr>
      <vt:lpstr>Wingdings 2</vt:lpstr>
      <vt:lpstr>Wingdings 2</vt:lpstr>
      <vt:lpstr>微软雅黑</vt:lpstr>
      <vt:lpstr>楷体_GB2312</vt:lpstr>
      <vt:lpstr>新宋体</vt:lpstr>
      <vt:lpstr>Constantia</vt:lpstr>
      <vt:lpstr>Arial Unicode MS</vt:lpstr>
      <vt:lpstr>Times New Roman</vt:lpstr>
      <vt:lpstr>Arial</vt:lpstr>
      <vt:lpstr>黑体</vt:lpstr>
      <vt:lpstr>流畅</vt:lpstr>
      <vt:lpstr>Visio.Drawing.11</vt:lpstr>
      <vt:lpstr>Visio.Drawing.11</vt:lpstr>
      <vt:lpstr>Visio.Drawing.11</vt:lpstr>
      <vt:lpstr>Visio.Drawing.11</vt:lpstr>
      <vt:lpstr>Equation.3</vt:lpstr>
      <vt:lpstr>Equation.3</vt:lpstr>
      <vt:lpstr>Equation.3</vt:lpstr>
      <vt:lpstr>软 件 工 程 导 论</vt:lpstr>
      <vt:lpstr>课程进度</vt:lpstr>
      <vt:lpstr>课程进度</vt:lpstr>
      <vt:lpstr>课程进度</vt:lpstr>
      <vt:lpstr>面向过程方法的基本理解</vt:lpstr>
      <vt:lpstr>课程进度</vt:lpstr>
      <vt:lpstr>第五次课：结构化分析</vt:lpstr>
      <vt:lpstr>第五次课：结构化分析</vt:lpstr>
      <vt:lpstr>第五次课：结构化分析</vt:lpstr>
      <vt:lpstr>结构化分析概述</vt:lpstr>
      <vt:lpstr>抽象与分解</vt:lpstr>
      <vt:lpstr>结构化分析的逻辑模型</vt:lpstr>
      <vt:lpstr>第五次课：结构化分析</vt:lpstr>
      <vt:lpstr>数据流图</vt:lpstr>
      <vt:lpstr>示例：图书订购系统DFD</vt:lpstr>
      <vt:lpstr>源或宿</vt:lpstr>
      <vt:lpstr>加工和文件</vt:lpstr>
      <vt:lpstr>数据流</vt:lpstr>
      <vt:lpstr>示例：图书订购系统DFD</vt:lpstr>
      <vt:lpstr>数据流图的扩充符号</vt:lpstr>
      <vt:lpstr>对数据流图进行分层</vt:lpstr>
      <vt:lpstr>数据流图的各个层次</vt:lpstr>
      <vt:lpstr>数据流图的各个层次</vt:lpstr>
      <vt:lpstr>图和加工的编号</vt:lpstr>
      <vt:lpstr>分层数据流图示例—— 资格和水平考试的考务处理系统</vt:lpstr>
      <vt:lpstr>资格和水平考试的考务处理系统 —功能需求</vt:lpstr>
      <vt:lpstr>资格和水平考试的考务处理系统 —部分数据流的组成</vt:lpstr>
      <vt:lpstr>资格和水平考试的考务处理系统 —0层图</vt:lpstr>
      <vt:lpstr>考务处理系统0层图</vt:lpstr>
      <vt:lpstr>考务处理系统内部(1层图)-1</vt:lpstr>
      <vt:lpstr>考务处理系统内部(1层图)-2</vt:lpstr>
      <vt:lpstr>考务处理系统内部(1层图)-3</vt:lpstr>
      <vt:lpstr>考务处理系统内部(1层图)-4</vt:lpstr>
      <vt:lpstr>考务处理系统1层图</vt:lpstr>
      <vt:lpstr>加工内部(2…n层图)-1</vt:lpstr>
      <vt:lpstr>加工内部(2…n层图)-2</vt:lpstr>
      <vt:lpstr>考务处理系统1层图</vt:lpstr>
      <vt:lpstr>考务处理系统加工1子图</vt:lpstr>
      <vt:lpstr>考务处理系统加工2子图</vt:lpstr>
      <vt:lpstr>画分层数据流图的步骤</vt:lpstr>
      <vt:lpstr>第十次课：结构化分析</vt:lpstr>
      <vt:lpstr>分层数据流图的审查</vt:lpstr>
      <vt:lpstr>分层数据流图的一致性</vt:lpstr>
      <vt:lpstr>父图与子图不平衡的实例</vt:lpstr>
      <vt:lpstr>父图与子图平衡的实例</vt:lpstr>
      <vt:lpstr>数据不守恒的实例</vt:lpstr>
      <vt:lpstr>局部文件</vt:lpstr>
      <vt:lpstr>局部文件示例</vt:lpstr>
      <vt:lpstr>加工的输出数据流不能与该加工的输入数据流同名</vt:lpstr>
      <vt:lpstr>分层数据流图的完整性</vt:lpstr>
      <vt:lpstr>分解的程度</vt:lpstr>
      <vt:lpstr>第十次课：结构化分析</vt:lpstr>
      <vt:lpstr>数据字典</vt:lpstr>
      <vt:lpstr>数据字典的描述符号</vt:lpstr>
      <vt:lpstr>字典条目</vt:lpstr>
      <vt:lpstr>数据流条目的描述内容</vt:lpstr>
      <vt:lpstr>数据流组成</vt:lpstr>
      <vt:lpstr>数据流组成示例(发票)</vt:lpstr>
      <vt:lpstr>文件条目的描述内容</vt:lpstr>
      <vt:lpstr>数据项条目的描述内容</vt:lpstr>
      <vt:lpstr>加工条目的描述内容</vt:lpstr>
      <vt:lpstr>源或宿条目的描述内容</vt:lpstr>
      <vt:lpstr>数据字典的实现</vt:lpstr>
      <vt:lpstr>第十次课：结构化分析</vt:lpstr>
      <vt:lpstr>加工条目的描述内容</vt:lpstr>
      <vt:lpstr>基本加工的小说明</vt:lpstr>
      <vt:lpstr>加工逻辑的描述方法</vt:lpstr>
      <vt:lpstr>结构化语言</vt:lpstr>
      <vt:lpstr>“计算信用度”的结构化英语描述</vt:lpstr>
      <vt:lpstr>结构化语言书写加工规约注意事项</vt:lpstr>
      <vt:lpstr>判定表</vt:lpstr>
      <vt:lpstr>判定表的其它形式</vt:lpstr>
      <vt:lpstr>判定树</vt:lpstr>
      <vt:lpstr>小结</vt:lpstr>
      <vt:lpstr>小结(续)</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
  <cp:lastModifiedBy>喻杰</cp:lastModifiedBy>
  <cp:revision>1412</cp:revision>
  <dcterms:created xsi:type="dcterms:W3CDTF">2024-10-08T07:37:00Z</dcterms:created>
  <dcterms:modified xsi:type="dcterms:W3CDTF">2024-10-09T23:22:15Z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Version">
    <vt:i4>1</vt:i4>
  </property>
  <property fmtid="{D5CDD505-2E9C-101B-9397-08002B2CF9AE}" pid="3" name="ICV">
    <vt:lpwstr>8797DE5A55E34A0F8C0296E5985B5559_12</vt:lpwstr>
  </property>
  <property fmtid="{D5CDD505-2E9C-101B-9397-08002B2CF9AE}" pid="4" name="KSOProductBuildVer">
    <vt:lpwstr>2052-12.1.0.17827</vt:lpwstr>
  </property>
</Properties>
</file>