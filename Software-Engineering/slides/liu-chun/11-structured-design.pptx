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473" r:id="rId3"/>
    <p:sldId id="908" r:id="rId4"/>
    <p:sldId id="909" r:id="rId6"/>
    <p:sldId id="911" r:id="rId7"/>
    <p:sldId id="912" r:id="rId8"/>
    <p:sldId id="913" r:id="rId9"/>
    <p:sldId id="914" r:id="rId10"/>
    <p:sldId id="915" r:id="rId11"/>
    <p:sldId id="491" r:id="rId12"/>
    <p:sldId id="895" r:id="rId13"/>
    <p:sldId id="841" r:id="rId14"/>
    <p:sldId id="840" r:id="rId15"/>
    <p:sldId id="845" r:id="rId16"/>
    <p:sldId id="897" r:id="rId17"/>
    <p:sldId id="847" r:id="rId18"/>
    <p:sldId id="849" r:id="rId19"/>
    <p:sldId id="850" r:id="rId20"/>
    <p:sldId id="851" r:id="rId21"/>
    <p:sldId id="852" r:id="rId22"/>
    <p:sldId id="853" r:id="rId23"/>
    <p:sldId id="854" r:id="rId24"/>
    <p:sldId id="855" r:id="rId25"/>
    <p:sldId id="856" r:id="rId26"/>
    <p:sldId id="857" r:id="rId27"/>
    <p:sldId id="858" r:id="rId28"/>
    <p:sldId id="859" r:id="rId29"/>
    <p:sldId id="896" r:id="rId30"/>
    <p:sldId id="861" r:id="rId31"/>
    <p:sldId id="862" r:id="rId32"/>
    <p:sldId id="863" r:id="rId33"/>
    <p:sldId id="864" r:id="rId34"/>
    <p:sldId id="865" r:id="rId35"/>
    <p:sldId id="866" r:id="rId36"/>
    <p:sldId id="867" r:id="rId37"/>
    <p:sldId id="868" r:id="rId38"/>
    <p:sldId id="869" r:id="rId39"/>
    <p:sldId id="939" r:id="rId40"/>
    <p:sldId id="941" r:id="rId41"/>
    <p:sldId id="940" r:id="rId42"/>
    <p:sldId id="942" r:id="rId43"/>
    <p:sldId id="945" r:id="rId44"/>
    <p:sldId id="943" r:id="rId45"/>
    <p:sldId id="944" r:id="rId46"/>
    <p:sldId id="969" r:id="rId47"/>
    <p:sldId id="970" r:id="rId48"/>
    <p:sldId id="971" r:id="rId49"/>
    <p:sldId id="972" r:id="rId50"/>
    <p:sldId id="973" r:id="rId51"/>
    <p:sldId id="974" r:id="rId52"/>
    <p:sldId id="975" r:id="rId53"/>
    <p:sldId id="947" r:id="rId54"/>
    <p:sldId id="948" r:id="rId55"/>
    <p:sldId id="949" r:id="rId56"/>
    <p:sldId id="950" r:id="rId57"/>
    <p:sldId id="953" r:id="rId58"/>
    <p:sldId id="954" r:id="rId59"/>
    <p:sldId id="955" r:id="rId60"/>
    <p:sldId id="956" r:id="rId61"/>
    <p:sldId id="957" r:id="rId62"/>
    <p:sldId id="976" r:id="rId63"/>
    <p:sldId id="962" r:id="rId64"/>
    <p:sldId id="963" r:id="rId65"/>
    <p:sldId id="977" r:id="rId66"/>
    <p:sldId id="965" r:id="rId67"/>
    <p:sldId id="966" r:id="rId68"/>
    <p:sldId id="967" r:id="rId69"/>
    <p:sldId id="968" r:id="rId70"/>
    <p:sldId id="978" r:id="rId71"/>
    <p:sldId id="979" r:id="rId72"/>
    <p:sldId id="980" r:id="rId73"/>
    <p:sldId id="981" r:id="rId74"/>
    <p:sldId id="982" r:id="rId75"/>
    <p:sldId id="983" r:id="rId76"/>
    <p:sldId id="984" r:id="rId77"/>
    <p:sldId id="985" r:id="rId78"/>
    <p:sldId id="986" r:id="rId79"/>
    <p:sldId id="987" r:id="rId80"/>
    <p:sldId id="988" r:id="rId81"/>
    <p:sldId id="989" r:id="rId82"/>
  </p:sldIdLst>
  <p:sldSz cx="9118600" cy="6845300"/>
  <p:notesSz cx="6858000" cy="9144000"/>
  <p:custDataLst>
    <p:tags r:id="rId86"/>
  </p:custDataLst>
  <p:defaultTextStyle>
    <a:defPPr>
      <a:defRPr lang="zh-CN"/>
    </a:defPPr>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黑体" panose="02010609060101010101" pitchFamily="49" charset="-122"/>
        <a:ea typeface="黑体" panose="02010609060101010101" pitchFamily="49" charset="-122"/>
        <a:cs typeface="+mn-cs"/>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黑体" panose="02010609060101010101" pitchFamily="49" charset="-122"/>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黑体" panose="02010609060101010101" pitchFamily="49" charset="-122"/>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黑体" panose="02010609060101010101" pitchFamily="49" charset="-122"/>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黑体" panose="02010609060101010101" pitchFamily="49" charset="-122"/>
        <a:ea typeface="黑体" panose="02010609060101010101" pitchFamily="49" charset="-122"/>
        <a:cs typeface="+mn-cs"/>
      </a:defRPr>
    </a:lvl5pPr>
    <a:lvl6pPr marL="2286000" lvl="5"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黑体" panose="02010609060101010101" pitchFamily="49" charset="-122"/>
        <a:ea typeface="黑体" panose="02010609060101010101" pitchFamily="49" charset="-122"/>
        <a:cs typeface="+mn-cs"/>
      </a:defRPr>
    </a:lvl6pPr>
    <a:lvl7pPr marL="2743200" lvl="6"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黑体" panose="02010609060101010101" pitchFamily="49" charset="-122"/>
        <a:ea typeface="黑体" panose="02010609060101010101" pitchFamily="49" charset="-122"/>
        <a:cs typeface="+mn-cs"/>
      </a:defRPr>
    </a:lvl7pPr>
    <a:lvl8pPr marL="3200400" lvl="7"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黑体" panose="02010609060101010101" pitchFamily="49" charset="-122"/>
        <a:ea typeface="黑体" panose="02010609060101010101" pitchFamily="49" charset="-122"/>
        <a:cs typeface="+mn-cs"/>
      </a:defRPr>
    </a:lvl8pPr>
    <a:lvl9pPr marL="3657600" lvl="8"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黑体" panose="02010609060101010101" pitchFamily="49" charset="-122"/>
        <a:ea typeface="黑体" panose="02010609060101010101" pitchFamily="49" charset="-122"/>
        <a:cs typeface="+mn-cs"/>
      </a:defRPr>
    </a:lvl9pPr>
  </p:defaultTextStyle>
  <p:extLst>
    <p:ext uri="{EFAFB233-063F-42B5-8137-9DF3F51BA10A}">
      <p15:sldGuideLst xmlns:p15="http://schemas.microsoft.com/office/powerpoint/2012/main">
        <p15:guide id="1" orient="horz" pos="2156" userDrawn="1">
          <p15:clr>
            <a:srgbClr val="A4A3A4"/>
          </p15:clr>
        </p15:guide>
        <p15:guide id="2" pos="287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FFFF00"/>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4264"/>
    <p:restoredTop sz="94660"/>
  </p:normalViewPr>
  <p:slideViewPr>
    <p:cSldViewPr showGuides="1">
      <p:cViewPr varScale="1">
        <p:scale>
          <a:sx n="97" d="100"/>
          <a:sy n="97" d="100"/>
        </p:scale>
        <p:origin x="1556" y="72"/>
      </p:cViewPr>
      <p:guideLst>
        <p:guide orient="horz" pos="2156"/>
        <p:guide pos="2872"/>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6" Type="http://schemas.openxmlformats.org/officeDocument/2006/relationships/tags" Target="tags/tag1.xml"/><Relationship Id="rId85" Type="http://schemas.openxmlformats.org/officeDocument/2006/relationships/tableStyles" Target="tableStyles.xml"/><Relationship Id="rId84" Type="http://schemas.openxmlformats.org/officeDocument/2006/relationships/viewProps" Target="viewProps.xml"/><Relationship Id="rId83" Type="http://schemas.openxmlformats.org/officeDocument/2006/relationships/presProps" Target="presProps.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7D5E49B3-8343-4724-8C01-F63924268290}"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zh-CN" altLang="en-US"/>
        </a:p>
      </dgm:t>
    </dgm:pt>
    <dgm:pt modelId="{222D1FD3-1EA8-4B96-93DD-60D34599E0DB}">
      <dgm:prSet phldrT="[文本]" custT="1"/>
      <dgm:spPr/>
      <dgm:t>
        <a:bodyPr/>
        <a:lstStyle/>
        <a:p>
          <a:r>
            <a:rPr lang="zh-CN" altLang="en-US" sz="2400" b="1" dirty="0" smtClean="0"/>
            <a:t>软件设计的目标和任务</a:t>
          </a:r>
          <a:endParaRPr lang="zh-CN" altLang="en-US" sz="2400" dirty="0"/>
        </a:p>
      </dgm:t>
    </dgm:pt>
    <dgm:pt modelId="{86386CBD-64B4-4568-A50F-1F23E54D2598}" cxnId="{F6280A2F-33AF-4184-B740-E03D08210EFD}" type="parTrans">
      <dgm:prSet/>
      <dgm:spPr/>
      <dgm:t>
        <a:bodyPr/>
        <a:lstStyle/>
        <a:p>
          <a:endParaRPr lang="zh-CN" altLang="en-US" sz="2400"/>
        </a:p>
      </dgm:t>
    </dgm:pt>
    <dgm:pt modelId="{AD3D0DAF-1978-4EC4-B6A6-10D813A68589}" cxnId="{F6280A2F-33AF-4184-B740-E03D08210EFD}" type="sibTrans">
      <dgm:prSet/>
      <dgm:spPr/>
      <dgm:t>
        <a:bodyPr/>
        <a:lstStyle/>
        <a:p>
          <a:endParaRPr lang="zh-CN" altLang="en-US" sz="2400"/>
        </a:p>
      </dgm:t>
    </dgm:pt>
    <dgm:pt modelId="{01F76CC6-3E1B-41A8-BF92-4138877921E9}">
      <dgm:prSet phldrT="[文本]" custT="1"/>
      <dgm:spPr/>
      <dgm:t>
        <a:bodyPr/>
        <a:lstStyle/>
        <a:p>
          <a:r>
            <a:rPr lang="zh-CN" altLang="en-US" sz="2400" b="1" dirty="0" smtClean="0"/>
            <a:t>结构化设计的概念与原则</a:t>
          </a:r>
          <a:endParaRPr lang="zh-CN" altLang="en-US" sz="2400" dirty="0"/>
        </a:p>
      </dgm:t>
    </dgm:pt>
    <dgm:pt modelId="{2DE085E7-CB3A-44E1-93B3-FFFEDF09CCF3}" cxnId="{C8E3928E-8BDB-408A-93E2-158B8477B1E4}" type="parTrans">
      <dgm:prSet/>
      <dgm:spPr/>
      <dgm:t>
        <a:bodyPr/>
        <a:lstStyle/>
        <a:p>
          <a:endParaRPr lang="zh-CN" altLang="en-US" sz="2400"/>
        </a:p>
      </dgm:t>
    </dgm:pt>
    <dgm:pt modelId="{5437577E-AB7C-4BE3-9F70-F6CF8DADE318}" cxnId="{C8E3928E-8BDB-408A-93E2-158B8477B1E4}" type="sibTrans">
      <dgm:prSet/>
      <dgm:spPr/>
      <dgm:t>
        <a:bodyPr/>
        <a:lstStyle/>
        <a:p>
          <a:endParaRPr lang="zh-CN" altLang="en-US" sz="2400"/>
        </a:p>
      </dgm:t>
    </dgm:pt>
    <dgm:pt modelId="{C2C1A5A8-4D1A-453C-B207-5C5CB56DE5C0}">
      <dgm:prSet phldrT="[文本]" custT="1"/>
      <dgm:spPr/>
      <dgm:t>
        <a:bodyPr/>
        <a:lstStyle/>
        <a:p>
          <a:r>
            <a:rPr lang="zh-CN" altLang="en-US" sz="2400" dirty="0" smtClean="0"/>
            <a:t>如何结构化设计</a:t>
          </a:r>
          <a:endParaRPr lang="zh-CN" altLang="en-US" sz="2400" dirty="0"/>
        </a:p>
      </dgm:t>
    </dgm:pt>
    <dgm:pt modelId="{02F31958-E95F-4224-BA0C-F9B096773F74}" cxnId="{187977DD-8F1F-493D-82E4-F8EB838D1344}" type="parTrans">
      <dgm:prSet/>
      <dgm:spPr/>
      <dgm:t>
        <a:bodyPr/>
        <a:lstStyle/>
        <a:p>
          <a:endParaRPr lang="zh-CN" altLang="en-US" sz="2400"/>
        </a:p>
      </dgm:t>
    </dgm:pt>
    <dgm:pt modelId="{27859489-D27F-443C-8037-96DF033989A0}" cxnId="{187977DD-8F1F-493D-82E4-F8EB838D1344}" type="sibTrans">
      <dgm:prSet/>
      <dgm:spPr/>
      <dgm:t>
        <a:bodyPr/>
        <a:lstStyle/>
        <a:p>
          <a:endParaRPr lang="zh-CN" altLang="en-US" sz="2400"/>
        </a:p>
      </dgm:t>
    </dgm:pt>
    <dgm:pt modelId="{D74B0043-D2DF-47BE-847A-17AE007AA02A}" type="pres">
      <dgm:prSet presAssocID="{7D5E49B3-8343-4724-8C01-F63924268290}" presName="Name0" presStyleCnt="0">
        <dgm:presLayoutVars>
          <dgm:chMax val="7"/>
          <dgm:chPref val="7"/>
          <dgm:dir/>
        </dgm:presLayoutVars>
      </dgm:prSet>
      <dgm:spPr/>
      <dgm:t>
        <a:bodyPr/>
        <a:lstStyle/>
        <a:p>
          <a:endParaRPr lang="zh-CN" altLang="en-US"/>
        </a:p>
      </dgm:t>
    </dgm:pt>
    <dgm:pt modelId="{394B7D96-D6E4-4B0C-89EE-2FB204547481}" type="pres">
      <dgm:prSet presAssocID="{7D5E49B3-8343-4724-8C01-F63924268290}" presName="Name1" presStyleCnt="0"/>
      <dgm:spPr/>
    </dgm:pt>
    <dgm:pt modelId="{2FBC5996-F8B6-4CB2-8291-49C581D2B6A3}" type="pres">
      <dgm:prSet presAssocID="{7D5E49B3-8343-4724-8C01-F63924268290}" presName="cycle" presStyleCnt="0"/>
      <dgm:spPr/>
    </dgm:pt>
    <dgm:pt modelId="{87B881BE-1148-4C54-A7D2-EA18E5FC8884}" type="pres">
      <dgm:prSet presAssocID="{7D5E49B3-8343-4724-8C01-F63924268290}" presName="srcNode" presStyleLbl="node1" presStyleIdx="0" presStyleCnt="3"/>
      <dgm:spPr/>
    </dgm:pt>
    <dgm:pt modelId="{C6F6F296-B27F-4543-A1EA-7EE8CA3905C5}" type="pres">
      <dgm:prSet presAssocID="{7D5E49B3-8343-4724-8C01-F63924268290}" presName="conn" presStyleLbl="parChTrans1D2" presStyleIdx="0" presStyleCnt="1"/>
      <dgm:spPr/>
      <dgm:t>
        <a:bodyPr/>
        <a:lstStyle/>
        <a:p>
          <a:endParaRPr lang="zh-CN" altLang="en-US"/>
        </a:p>
      </dgm:t>
    </dgm:pt>
    <dgm:pt modelId="{6432F0D6-421F-45AD-AF4A-8FEB03D155FF}" type="pres">
      <dgm:prSet presAssocID="{7D5E49B3-8343-4724-8C01-F63924268290}" presName="extraNode" presStyleLbl="node1" presStyleIdx="0" presStyleCnt="3"/>
      <dgm:spPr/>
    </dgm:pt>
    <dgm:pt modelId="{2B103D66-47ED-43EE-AD12-FCA2A30F4910}" type="pres">
      <dgm:prSet presAssocID="{7D5E49B3-8343-4724-8C01-F63924268290}" presName="dstNode" presStyleLbl="node1" presStyleIdx="0" presStyleCnt="3"/>
      <dgm:spPr/>
    </dgm:pt>
    <dgm:pt modelId="{175C4239-7320-4B26-A1A1-E71156B3A1A5}" type="pres">
      <dgm:prSet presAssocID="{222D1FD3-1EA8-4B96-93DD-60D34599E0DB}" presName="text_1" presStyleLbl="node1" presStyleIdx="0" presStyleCnt="3">
        <dgm:presLayoutVars>
          <dgm:bulletEnabled val="1"/>
        </dgm:presLayoutVars>
      </dgm:prSet>
      <dgm:spPr/>
      <dgm:t>
        <a:bodyPr/>
        <a:lstStyle/>
        <a:p>
          <a:endParaRPr lang="zh-CN" altLang="en-US"/>
        </a:p>
      </dgm:t>
    </dgm:pt>
    <dgm:pt modelId="{22C55EEB-7ADA-4961-94CC-921A7F599681}" type="pres">
      <dgm:prSet presAssocID="{222D1FD3-1EA8-4B96-93DD-60D34599E0DB}" presName="accent_1" presStyleCnt="0"/>
      <dgm:spPr/>
    </dgm:pt>
    <dgm:pt modelId="{E2716414-100F-449C-AD15-1D86D8467CAC}" type="pres">
      <dgm:prSet presAssocID="{222D1FD3-1EA8-4B96-93DD-60D34599E0DB}" presName="accentRepeatNode" presStyleLbl="solidFgAcc1" presStyleIdx="0" presStyleCnt="3"/>
      <dgm:spPr/>
    </dgm:pt>
    <dgm:pt modelId="{4BB00A72-CF4F-43CB-8AD0-B6ED7F99C27C}" type="pres">
      <dgm:prSet presAssocID="{01F76CC6-3E1B-41A8-BF92-4138877921E9}" presName="text_2" presStyleLbl="node1" presStyleIdx="1" presStyleCnt="3">
        <dgm:presLayoutVars>
          <dgm:bulletEnabled val="1"/>
        </dgm:presLayoutVars>
      </dgm:prSet>
      <dgm:spPr/>
      <dgm:t>
        <a:bodyPr/>
        <a:lstStyle/>
        <a:p>
          <a:endParaRPr lang="zh-CN" altLang="en-US"/>
        </a:p>
      </dgm:t>
    </dgm:pt>
    <dgm:pt modelId="{115D886E-4C06-4BF6-9B61-246F2443CE01}" type="pres">
      <dgm:prSet presAssocID="{01F76CC6-3E1B-41A8-BF92-4138877921E9}" presName="accent_2" presStyleCnt="0"/>
      <dgm:spPr/>
    </dgm:pt>
    <dgm:pt modelId="{97565D88-474C-4628-BC28-802F99749A2C}" type="pres">
      <dgm:prSet presAssocID="{01F76CC6-3E1B-41A8-BF92-4138877921E9}" presName="accentRepeatNode" presStyleLbl="solidFgAcc1" presStyleIdx="1" presStyleCnt="3"/>
      <dgm:spPr/>
    </dgm:pt>
    <dgm:pt modelId="{127C6E97-9FED-45E1-9B87-C35034D4DA77}" type="pres">
      <dgm:prSet presAssocID="{C2C1A5A8-4D1A-453C-B207-5C5CB56DE5C0}" presName="text_3" presStyleLbl="node1" presStyleIdx="2" presStyleCnt="3">
        <dgm:presLayoutVars>
          <dgm:bulletEnabled val="1"/>
        </dgm:presLayoutVars>
      </dgm:prSet>
      <dgm:spPr/>
      <dgm:t>
        <a:bodyPr/>
        <a:lstStyle/>
        <a:p>
          <a:endParaRPr lang="zh-CN" altLang="en-US"/>
        </a:p>
      </dgm:t>
    </dgm:pt>
    <dgm:pt modelId="{A468C62D-B762-4B45-89CE-D3CDA0870B4C}" type="pres">
      <dgm:prSet presAssocID="{C2C1A5A8-4D1A-453C-B207-5C5CB56DE5C0}" presName="accent_3" presStyleCnt="0"/>
      <dgm:spPr/>
    </dgm:pt>
    <dgm:pt modelId="{1313337C-5897-4A2B-83A9-E9A9235DED47}" type="pres">
      <dgm:prSet presAssocID="{C2C1A5A8-4D1A-453C-B207-5C5CB56DE5C0}" presName="accentRepeatNode" presStyleLbl="solidFgAcc1" presStyleIdx="2" presStyleCnt="3"/>
      <dgm:spPr/>
    </dgm:pt>
  </dgm:ptLst>
  <dgm:cxnLst>
    <dgm:cxn modelId="{AC59FDC5-39FE-4AC3-BF02-9174EFC13490}" type="presOf" srcId="{01F76CC6-3E1B-41A8-BF92-4138877921E9}" destId="{4BB00A72-CF4F-43CB-8AD0-B6ED7F99C27C}" srcOrd="0" destOrd="0" presId="urn:microsoft.com/office/officeart/2008/layout/VerticalCurvedList"/>
    <dgm:cxn modelId="{99EE69BF-1FF0-4AFF-8A93-5074A4B55E54}" type="presOf" srcId="{AD3D0DAF-1978-4EC4-B6A6-10D813A68589}" destId="{C6F6F296-B27F-4543-A1EA-7EE8CA3905C5}" srcOrd="0" destOrd="0" presId="urn:microsoft.com/office/officeart/2008/layout/VerticalCurvedList"/>
    <dgm:cxn modelId="{187977DD-8F1F-493D-82E4-F8EB838D1344}" srcId="{7D5E49B3-8343-4724-8C01-F63924268290}" destId="{C2C1A5A8-4D1A-453C-B207-5C5CB56DE5C0}" srcOrd="2" destOrd="0" parTransId="{02F31958-E95F-4224-BA0C-F9B096773F74}" sibTransId="{27859489-D27F-443C-8037-96DF033989A0}"/>
    <dgm:cxn modelId="{C8E3928E-8BDB-408A-93E2-158B8477B1E4}" srcId="{7D5E49B3-8343-4724-8C01-F63924268290}" destId="{01F76CC6-3E1B-41A8-BF92-4138877921E9}" srcOrd="1" destOrd="0" parTransId="{2DE085E7-CB3A-44E1-93B3-FFFEDF09CCF3}" sibTransId="{5437577E-AB7C-4BE3-9F70-F6CF8DADE318}"/>
    <dgm:cxn modelId="{9C20BCB9-13F0-43B8-A3B2-491AFD90BA5B}" type="presOf" srcId="{C2C1A5A8-4D1A-453C-B207-5C5CB56DE5C0}" destId="{127C6E97-9FED-45E1-9B87-C35034D4DA77}" srcOrd="0" destOrd="0" presId="urn:microsoft.com/office/officeart/2008/layout/VerticalCurvedList"/>
    <dgm:cxn modelId="{F19BE673-9D65-4A23-8F7C-00A9FB5EE5D4}" type="presOf" srcId="{7D5E49B3-8343-4724-8C01-F63924268290}" destId="{D74B0043-D2DF-47BE-847A-17AE007AA02A}" srcOrd="0" destOrd="0" presId="urn:microsoft.com/office/officeart/2008/layout/VerticalCurvedList"/>
    <dgm:cxn modelId="{F6280A2F-33AF-4184-B740-E03D08210EFD}" srcId="{7D5E49B3-8343-4724-8C01-F63924268290}" destId="{222D1FD3-1EA8-4B96-93DD-60D34599E0DB}" srcOrd="0" destOrd="0" parTransId="{86386CBD-64B4-4568-A50F-1F23E54D2598}" sibTransId="{AD3D0DAF-1978-4EC4-B6A6-10D813A68589}"/>
    <dgm:cxn modelId="{662D10C2-1C08-4DF0-9B93-D091B99C7A9F}" type="presOf" srcId="{222D1FD3-1EA8-4B96-93DD-60D34599E0DB}" destId="{175C4239-7320-4B26-A1A1-E71156B3A1A5}" srcOrd="0" destOrd="0" presId="urn:microsoft.com/office/officeart/2008/layout/VerticalCurvedList"/>
    <dgm:cxn modelId="{3EF4301E-33B6-477E-B125-3AB0843C290B}" type="presParOf" srcId="{D74B0043-D2DF-47BE-847A-17AE007AA02A}" destId="{394B7D96-D6E4-4B0C-89EE-2FB204547481}" srcOrd="0" destOrd="0" presId="urn:microsoft.com/office/officeart/2008/layout/VerticalCurvedList"/>
    <dgm:cxn modelId="{697BFD77-EA14-4D6A-91E0-9D9583729F93}" type="presParOf" srcId="{394B7D96-D6E4-4B0C-89EE-2FB204547481}" destId="{2FBC5996-F8B6-4CB2-8291-49C581D2B6A3}" srcOrd="0" destOrd="0" presId="urn:microsoft.com/office/officeart/2008/layout/VerticalCurvedList"/>
    <dgm:cxn modelId="{AE9E1CCB-4008-4311-912B-882921E9FDED}" type="presParOf" srcId="{2FBC5996-F8B6-4CB2-8291-49C581D2B6A3}" destId="{87B881BE-1148-4C54-A7D2-EA18E5FC8884}" srcOrd="0" destOrd="0" presId="urn:microsoft.com/office/officeart/2008/layout/VerticalCurvedList"/>
    <dgm:cxn modelId="{F17770A5-D7E6-4F89-B4B1-D0D83C1BC0C6}" type="presParOf" srcId="{2FBC5996-F8B6-4CB2-8291-49C581D2B6A3}" destId="{C6F6F296-B27F-4543-A1EA-7EE8CA3905C5}" srcOrd="1" destOrd="0" presId="urn:microsoft.com/office/officeart/2008/layout/VerticalCurvedList"/>
    <dgm:cxn modelId="{22115ACA-9AE1-4C26-8D39-A63DED800CA3}" type="presParOf" srcId="{2FBC5996-F8B6-4CB2-8291-49C581D2B6A3}" destId="{6432F0D6-421F-45AD-AF4A-8FEB03D155FF}" srcOrd="2" destOrd="0" presId="urn:microsoft.com/office/officeart/2008/layout/VerticalCurvedList"/>
    <dgm:cxn modelId="{EB709274-185E-4C8D-9086-F1B213E21027}" type="presParOf" srcId="{2FBC5996-F8B6-4CB2-8291-49C581D2B6A3}" destId="{2B103D66-47ED-43EE-AD12-FCA2A30F4910}" srcOrd="3" destOrd="0" presId="urn:microsoft.com/office/officeart/2008/layout/VerticalCurvedList"/>
    <dgm:cxn modelId="{7BF7EDC6-6C4A-4396-946A-803708D2DB34}" type="presParOf" srcId="{394B7D96-D6E4-4B0C-89EE-2FB204547481}" destId="{175C4239-7320-4B26-A1A1-E71156B3A1A5}" srcOrd="1" destOrd="0" presId="urn:microsoft.com/office/officeart/2008/layout/VerticalCurvedList"/>
    <dgm:cxn modelId="{9EFDA9C0-8D72-4DD1-84BA-9139737BFC4D}" type="presParOf" srcId="{394B7D96-D6E4-4B0C-89EE-2FB204547481}" destId="{22C55EEB-7ADA-4961-94CC-921A7F599681}" srcOrd="2" destOrd="0" presId="urn:microsoft.com/office/officeart/2008/layout/VerticalCurvedList"/>
    <dgm:cxn modelId="{1B519937-FF2C-4F93-90D1-70D81AA60636}" type="presParOf" srcId="{22C55EEB-7ADA-4961-94CC-921A7F599681}" destId="{E2716414-100F-449C-AD15-1D86D8467CAC}" srcOrd="0" destOrd="0" presId="urn:microsoft.com/office/officeart/2008/layout/VerticalCurvedList"/>
    <dgm:cxn modelId="{67A88FDE-4D7C-432F-8974-CA72B6C4C594}" type="presParOf" srcId="{394B7D96-D6E4-4B0C-89EE-2FB204547481}" destId="{4BB00A72-CF4F-43CB-8AD0-B6ED7F99C27C}" srcOrd="3" destOrd="0" presId="urn:microsoft.com/office/officeart/2008/layout/VerticalCurvedList"/>
    <dgm:cxn modelId="{C18A16D8-C381-496C-9136-232AB3CB021C}" type="presParOf" srcId="{394B7D96-D6E4-4B0C-89EE-2FB204547481}" destId="{115D886E-4C06-4BF6-9B61-246F2443CE01}" srcOrd="4" destOrd="0" presId="urn:microsoft.com/office/officeart/2008/layout/VerticalCurvedList"/>
    <dgm:cxn modelId="{F6CC0A48-3A77-4453-8A3E-5E427A823B43}" type="presParOf" srcId="{115D886E-4C06-4BF6-9B61-246F2443CE01}" destId="{97565D88-474C-4628-BC28-802F99749A2C}" srcOrd="0" destOrd="0" presId="urn:microsoft.com/office/officeart/2008/layout/VerticalCurvedList"/>
    <dgm:cxn modelId="{8E425466-AA3E-4573-AE14-E3D604BEE3D2}" type="presParOf" srcId="{394B7D96-D6E4-4B0C-89EE-2FB204547481}" destId="{127C6E97-9FED-45E1-9B87-C35034D4DA77}" srcOrd="5" destOrd="0" presId="urn:microsoft.com/office/officeart/2008/layout/VerticalCurvedList"/>
    <dgm:cxn modelId="{C1EA5647-910F-421E-8848-F6373E1EF7AD}" type="presParOf" srcId="{394B7D96-D6E4-4B0C-89EE-2FB204547481}" destId="{A468C62D-B762-4B45-89CE-D3CDA0870B4C}" srcOrd="6" destOrd="0" presId="urn:microsoft.com/office/officeart/2008/layout/VerticalCurvedList"/>
    <dgm:cxn modelId="{25F96587-4FB0-45C7-A57D-C4BB723D6BA4}" type="presParOf" srcId="{A468C62D-B762-4B45-89CE-D3CDA0870B4C}" destId="{1313337C-5897-4A2B-83A9-E9A9235DED47}" srcOrd="0" destOrd="0" presId="urn:microsoft.com/office/officeart/2008/layout/VerticalCurvedList"/>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D5E49B3-8343-4724-8C01-F63924268290}"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zh-CN" altLang="en-US"/>
        </a:p>
      </dgm:t>
    </dgm:pt>
    <dgm:pt modelId="{222D1FD3-1EA8-4B96-93DD-60D34599E0DB}">
      <dgm:prSet phldrT="[文本]" custT="1"/>
      <dgm:spPr/>
      <dgm:t>
        <a:bodyPr/>
        <a:lstStyle/>
        <a:p>
          <a:r>
            <a:rPr lang="zh-CN" altLang="en-US" sz="3200" dirty="0" smtClean="0"/>
            <a:t>模块</a:t>
          </a:r>
          <a:endParaRPr lang="zh-CN" altLang="en-US" sz="3200" dirty="0"/>
        </a:p>
      </dgm:t>
    </dgm:pt>
    <dgm:pt modelId="{86386CBD-64B4-4568-A50F-1F23E54D2598}" cxnId="{F6280A2F-33AF-4184-B740-E03D08210EFD}" type="parTrans">
      <dgm:prSet/>
      <dgm:spPr/>
      <dgm:t>
        <a:bodyPr/>
        <a:lstStyle/>
        <a:p>
          <a:endParaRPr lang="zh-CN" altLang="en-US" sz="3200"/>
        </a:p>
      </dgm:t>
    </dgm:pt>
    <dgm:pt modelId="{AD3D0DAF-1978-4EC4-B6A6-10D813A68589}" cxnId="{F6280A2F-33AF-4184-B740-E03D08210EFD}" type="sibTrans">
      <dgm:prSet/>
      <dgm:spPr/>
      <dgm:t>
        <a:bodyPr/>
        <a:lstStyle/>
        <a:p>
          <a:endParaRPr lang="zh-CN" altLang="en-US" sz="3200"/>
        </a:p>
      </dgm:t>
    </dgm:pt>
    <dgm:pt modelId="{01F76CC6-3E1B-41A8-BF92-4138877921E9}">
      <dgm:prSet phldrT="[文本]" custT="1"/>
      <dgm:spPr/>
      <dgm:t>
        <a:bodyPr/>
        <a:lstStyle/>
        <a:p>
          <a:r>
            <a:rPr lang="zh-CN" altLang="en-US" sz="3200" dirty="0" smtClean="0"/>
            <a:t>模块化</a:t>
          </a:r>
          <a:endParaRPr lang="zh-CN" altLang="en-US" sz="3200" dirty="0"/>
        </a:p>
      </dgm:t>
    </dgm:pt>
    <dgm:pt modelId="{2DE085E7-CB3A-44E1-93B3-FFFEDF09CCF3}" cxnId="{C8E3928E-8BDB-408A-93E2-158B8477B1E4}" type="parTrans">
      <dgm:prSet/>
      <dgm:spPr/>
      <dgm:t>
        <a:bodyPr/>
        <a:lstStyle/>
        <a:p>
          <a:endParaRPr lang="zh-CN" altLang="en-US" sz="3200"/>
        </a:p>
      </dgm:t>
    </dgm:pt>
    <dgm:pt modelId="{5437577E-AB7C-4BE3-9F70-F6CF8DADE318}" cxnId="{C8E3928E-8BDB-408A-93E2-158B8477B1E4}" type="sibTrans">
      <dgm:prSet/>
      <dgm:spPr/>
      <dgm:t>
        <a:bodyPr/>
        <a:lstStyle/>
        <a:p>
          <a:endParaRPr lang="zh-CN" altLang="en-US" sz="3200"/>
        </a:p>
      </dgm:t>
    </dgm:pt>
    <dgm:pt modelId="{C2C1A5A8-4D1A-453C-B207-5C5CB56DE5C0}">
      <dgm:prSet phldrT="[文本]" custT="1"/>
      <dgm:spPr/>
      <dgm:t>
        <a:bodyPr/>
        <a:lstStyle/>
        <a:p>
          <a:r>
            <a:rPr lang="zh-CN" altLang="en-US" sz="3200" dirty="0" smtClean="0"/>
            <a:t>模块独立性</a:t>
          </a:r>
          <a:endParaRPr lang="zh-CN" altLang="en-US" sz="3200" dirty="0"/>
        </a:p>
      </dgm:t>
    </dgm:pt>
    <dgm:pt modelId="{02F31958-E95F-4224-BA0C-F9B096773F74}" cxnId="{187977DD-8F1F-493D-82E4-F8EB838D1344}" type="parTrans">
      <dgm:prSet/>
      <dgm:spPr/>
      <dgm:t>
        <a:bodyPr/>
        <a:lstStyle/>
        <a:p>
          <a:endParaRPr lang="zh-CN" altLang="en-US" sz="3200"/>
        </a:p>
      </dgm:t>
    </dgm:pt>
    <dgm:pt modelId="{27859489-D27F-443C-8037-96DF033989A0}" cxnId="{187977DD-8F1F-493D-82E4-F8EB838D1344}" type="sibTrans">
      <dgm:prSet/>
      <dgm:spPr/>
      <dgm:t>
        <a:bodyPr/>
        <a:lstStyle/>
        <a:p>
          <a:endParaRPr lang="zh-CN" altLang="en-US" sz="3200"/>
        </a:p>
      </dgm:t>
    </dgm:pt>
    <dgm:pt modelId="{B9FFC6FD-F123-418A-9418-99BA46AF9EE8}">
      <dgm:prSet phldrT="[文本]"/>
      <dgm:spPr/>
      <dgm:t>
        <a:bodyPr/>
        <a:lstStyle/>
        <a:p>
          <a:r>
            <a:rPr lang="zh-CN" altLang="en-US" dirty="0" smtClean="0"/>
            <a:t>抽象与逐步求精</a:t>
          </a:r>
          <a:endParaRPr lang="zh-CN" altLang="en-US" dirty="0"/>
        </a:p>
      </dgm:t>
    </dgm:pt>
    <dgm:pt modelId="{E95AAF6B-1A57-4A7D-8649-D4C0D7BF7FED}" cxnId="{D0B4A417-CB95-40E6-8041-9EEE0029974D}" type="parTrans">
      <dgm:prSet/>
      <dgm:spPr/>
      <dgm:t>
        <a:bodyPr/>
        <a:lstStyle/>
        <a:p>
          <a:endParaRPr lang="zh-CN" altLang="en-US"/>
        </a:p>
      </dgm:t>
    </dgm:pt>
    <dgm:pt modelId="{8710EF20-CC3C-4041-962F-3234DC74FD52}" cxnId="{D0B4A417-CB95-40E6-8041-9EEE0029974D}" type="sibTrans">
      <dgm:prSet/>
      <dgm:spPr/>
      <dgm:t>
        <a:bodyPr/>
        <a:lstStyle/>
        <a:p>
          <a:endParaRPr lang="zh-CN" altLang="en-US"/>
        </a:p>
      </dgm:t>
    </dgm:pt>
    <dgm:pt modelId="{D74B0043-D2DF-47BE-847A-17AE007AA02A}" type="pres">
      <dgm:prSet presAssocID="{7D5E49B3-8343-4724-8C01-F63924268290}" presName="Name0" presStyleCnt="0">
        <dgm:presLayoutVars>
          <dgm:chMax val="7"/>
          <dgm:chPref val="7"/>
          <dgm:dir/>
        </dgm:presLayoutVars>
      </dgm:prSet>
      <dgm:spPr/>
      <dgm:t>
        <a:bodyPr/>
        <a:lstStyle/>
        <a:p>
          <a:endParaRPr lang="zh-CN" altLang="en-US"/>
        </a:p>
      </dgm:t>
    </dgm:pt>
    <dgm:pt modelId="{394B7D96-D6E4-4B0C-89EE-2FB204547481}" type="pres">
      <dgm:prSet presAssocID="{7D5E49B3-8343-4724-8C01-F63924268290}" presName="Name1" presStyleCnt="0"/>
      <dgm:spPr/>
    </dgm:pt>
    <dgm:pt modelId="{2FBC5996-F8B6-4CB2-8291-49C581D2B6A3}" type="pres">
      <dgm:prSet presAssocID="{7D5E49B3-8343-4724-8C01-F63924268290}" presName="cycle" presStyleCnt="0"/>
      <dgm:spPr/>
    </dgm:pt>
    <dgm:pt modelId="{87B881BE-1148-4C54-A7D2-EA18E5FC8884}" type="pres">
      <dgm:prSet presAssocID="{7D5E49B3-8343-4724-8C01-F63924268290}" presName="srcNode" presStyleLbl="node1" presStyleIdx="0" presStyleCnt="4"/>
      <dgm:spPr/>
    </dgm:pt>
    <dgm:pt modelId="{C6F6F296-B27F-4543-A1EA-7EE8CA3905C5}" type="pres">
      <dgm:prSet presAssocID="{7D5E49B3-8343-4724-8C01-F63924268290}" presName="conn" presStyleLbl="parChTrans1D2" presStyleIdx="0" presStyleCnt="1"/>
      <dgm:spPr/>
      <dgm:t>
        <a:bodyPr/>
        <a:lstStyle/>
        <a:p>
          <a:endParaRPr lang="zh-CN" altLang="en-US"/>
        </a:p>
      </dgm:t>
    </dgm:pt>
    <dgm:pt modelId="{6432F0D6-421F-45AD-AF4A-8FEB03D155FF}" type="pres">
      <dgm:prSet presAssocID="{7D5E49B3-8343-4724-8C01-F63924268290}" presName="extraNode" presStyleLbl="node1" presStyleIdx="0" presStyleCnt="4"/>
      <dgm:spPr/>
    </dgm:pt>
    <dgm:pt modelId="{2B103D66-47ED-43EE-AD12-FCA2A30F4910}" type="pres">
      <dgm:prSet presAssocID="{7D5E49B3-8343-4724-8C01-F63924268290}" presName="dstNode" presStyleLbl="node1" presStyleIdx="0" presStyleCnt="4"/>
      <dgm:spPr/>
    </dgm:pt>
    <dgm:pt modelId="{175C4239-7320-4B26-A1A1-E71156B3A1A5}" type="pres">
      <dgm:prSet presAssocID="{222D1FD3-1EA8-4B96-93DD-60D34599E0DB}" presName="text_1" presStyleLbl="node1" presStyleIdx="0" presStyleCnt="4">
        <dgm:presLayoutVars>
          <dgm:bulletEnabled val="1"/>
        </dgm:presLayoutVars>
      </dgm:prSet>
      <dgm:spPr/>
      <dgm:t>
        <a:bodyPr/>
        <a:lstStyle/>
        <a:p>
          <a:endParaRPr lang="zh-CN" altLang="en-US"/>
        </a:p>
      </dgm:t>
    </dgm:pt>
    <dgm:pt modelId="{22C55EEB-7ADA-4961-94CC-921A7F599681}" type="pres">
      <dgm:prSet presAssocID="{222D1FD3-1EA8-4B96-93DD-60D34599E0DB}" presName="accent_1" presStyleCnt="0"/>
      <dgm:spPr/>
    </dgm:pt>
    <dgm:pt modelId="{E2716414-100F-449C-AD15-1D86D8467CAC}" type="pres">
      <dgm:prSet presAssocID="{222D1FD3-1EA8-4B96-93DD-60D34599E0DB}" presName="accentRepeatNode" presStyleLbl="solidFgAcc1" presStyleIdx="0" presStyleCnt="4"/>
      <dgm:spPr/>
    </dgm:pt>
    <dgm:pt modelId="{4BB00A72-CF4F-43CB-8AD0-B6ED7F99C27C}" type="pres">
      <dgm:prSet presAssocID="{01F76CC6-3E1B-41A8-BF92-4138877921E9}" presName="text_2" presStyleLbl="node1" presStyleIdx="1" presStyleCnt="4">
        <dgm:presLayoutVars>
          <dgm:bulletEnabled val="1"/>
        </dgm:presLayoutVars>
      </dgm:prSet>
      <dgm:spPr/>
      <dgm:t>
        <a:bodyPr/>
        <a:lstStyle/>
        <a:p>
          <a:endParaRPr lang="zh-CN" altLang="en-US"/>
        </a:p>
      </dgm:t>
    </dgm:pt>
    <dgm:pt modelId="{115D886E-4C06-4BF6-9B61-246F2443CE01}" type="pres">
      <dgm:prSet presAssocID="{01F76CC6-3E1B-41A8-BF92-4138877921E9}" presName="accent_2" presStyleCnt="0"/>
      <dgm:spPr/>
    </dgm:pt>
    <dgm:pt modelId="{97565D88-474C-4628-BC28-802F99749A2C}" type="pres">
      <dgm:prSet presAssocID="{01F76CC6-3E1B-41A8-BF92-4138877921E9}" presName="accentRepeatNode" presStyleLbl="solidFgAcc1" presStyleIdx="1" presStyleCnt="4"/>
      <dgm:spPr/>
    </dgm:pt>
    <dgm:pt modelId="{127C6E97-9FED-45E1-9B87-C35034D4DA77}" type="pres">
      <dgm:prSet presAssocID="{C2C1A5A8-4D1A-453C-B207-5C5CB56DE5C0}" presName="text_3" presStyleLbl="node1" presStyleIdx="2" presStyleCnt="4">
        <dgm:presLayoutVars>
          <dgm:bulletEnabled val="1"/>
        </dgm:presLayoutVars>
      </dgm:prSet>
      <dgm:spPr/>
      <dgm:t>
        <a:bodyPr/>
        <a:lstStyle/>
        <a:p>
          <a:endParaRPr lang="zh-CN" altLang="en-US"/>
        </a:p>
      </dgm:t>
    </dgm:pt>
    <dgm:pt modelId="{A468C62D-B762-4B45-89CE-D3CDA0870B4C}" type="pres">
      <dgm:prSet presAssocID="{C2C1A5A8-4D1A-453C-B207-5C5CB56DE5C0}" presName="accent_3" presStyleCnt="0"/>
      <dgm:spPr/>
    </dgm:pt>
    <dgm:pt modelId="{1313337C-5897-4A2B-83A9-E9A9235DED47}" type="pres">
      <dgm:prSet presAssocID="{C2C1A5A8-4D1A-453C-B207-5C5CB56DE5C0}" presName="accentRepeatNode" presStyleLbl="solidFgAcc1" presStyleIdx="2" presStyleCnt="4"/>
      <dgm:spPr/>
    </dgm:pt>
    <dgm:pt modelId="{941E4501-A38D-42F3-AB62-9FBA78290FF5}" type="pres">
      <dgm:prSet presAssocID="{B9FFC6FD-F123-418A-9418-99BA46AF9EE8}" presName="text_4" presStyleLbl="node1" presStyleIdx="3" presStyleCnt="4">
        <dgm:presLayoutVars>
          <dgm:bulletEnabled val="1"/>
        </dgm:presLayoutVars>
      </dgm:prSet>
      <dgm:spPr/>
      <dgm:t>
        <a:bodyPr/>
        <a:lstStyle/>
        <a:p>
          <a:endParaRPr lang="zh-CN" altLang="en-US"/>
        </a:p>
      </dgm:t>
    </dgm:pt>
    <dgm:pt modelId="{BD4059E4-6B79-45B3-BDC1-AF25E911F782}" type="pres">
      <dgm:prSet presAssocID="{B9FFC6FD-F123-418A-9418-99BA46AF9EE8}" presName="accent_4" presStyleCnt="0"/>
      <dgm:spPr/>
    </dgm:pt>
    <dgm:pt modelId="{9728D556-6F8E-458C-B2E0-AAE64385950D}" type="pres">
      <dgm:prSet presAssocID="{B9FFC6FD-F123-418A-9418-99BA46AF9EE8}" presName="accentRepeatNode" presStyleLbl="solidFgAcc1" presStyleIdx="3" presStyleCnt="4"/>
      <dgm:spPr/>
    </dgm:pt>
  </dgm:ptLst>
  <dgm:cxnLst>
    <dgm:cxn modelId="{6443DA6C-FEF1-40D5-BC74-59D13A4B2B25}" type="presOf" srcId="{AD3D0DAF-1978-4EC4-B6A6-10D813A68589}" destId="{C6F6F296-B27F-4543-A1EA-7EE8CA3905C5}" srcOrd="0" destOrd="0" presId="urn:microsoft.com/office/officeart/2008/layout/VerticalCurvedList"/>
    <dgm:cxn modelId="{EB0C9C81-904A-438B-BF3C-966072FD5094}" type="presOf" srcId="{7D5E49B3-8343-4724-8C01-F63924268290}" destId="{D74B0043-D2DF-47BE-847A-17AE007AA02A}" srcOrd="0" destOrd="0" presId="urn:microsoft.com/office/officeart/2008/layout/VerticalCurvedList"/>
    <dgm:cxn modelId="{187977DD-8F1F-493D-82E4-F8EB838D1344}" srcId="{7D5E49B3-8343-4724-8C01-F63924268290}" destId="{C2C1A5A8-4D1A-453C-B207-5C5CB56DE5C0}" srcOrd="2" destOrd="0" parTransId="{02F31958-E95F-4224-BA0C-F9B096773F74}" sibTransId="{27859489-D27F-443C-8037-96DF033989A0}"/>
    <dgm:cxn modelId="{C8E3928E-8BDB-408A-93E2-158B8477B1E4}" srcId="{7D5E49B3-8343-4724-8C01-F63924268290}" destId="{01F76CC6-3E1B-41A8-BF92-4138877921E9}" srcOrd="1" destOrd="0" parTransId="{2DE085E7-CB3A-44E1-93B3-FFFEDF09CCF3}" sibTransId="{5437577E-AB7C-4BE3-9F70-F6CF8DADE318}"/>
    <dgm:cxn modelId="{9675DE4E-81B4-4BD2-92C2-3C4B0EC813E5}" type="presOf" srcId="{01F76CC6-3E1B-41A8-BF92-4138877921E9}" destId="{4BB00A72-CF4F-43CB-8AD0-B6ED7F99C27C}" srcOrd="0" destOrd="0" presId="urn:microsoft.com/office/officeart/2008/layout/VerticalCurvedList"/>
    <dgm:cxn modelId="{F6280A2F-33AF-4184-B740-E03D08210EFD}" srcId="{7D5E49B3-8343-4724-8C01-F63924268290}" destId="{222D1FD3-1EA8-4B96-93DD-60D34599E0DB}" srcOrd="0" destOrd="0" parTransId="{86386CBD-64B4-4568-A50F-1F23E54D2598}" sibTransId="{AD3D0DAF-1978-4EC4-B6A6-10D813A68589}"/>
    <dgm:cxn modelId="{19EF1EC5-66F4-495B-9519-BE9E742909ED}" type="presOf" srcId="{C2C1A5A8-4D1A-453C-B207-5C5CB56DE5C0}" destId="{127C6E97-9FED-45E1-9B87-C35034D4DA77}" srcOrd="0" destOrd="0" presId="urn:microsoft.com/office/officeart/2008/layout/VerticalCurvedList"/>
    <dgm:cxn modelId="{53C76A9D-137C-4524-A8A4-073F5DCD3009}" type="presOf" srcId="{222D1FD3-1EA8-4B96-93DD-60D34599E0DB}" destId="{175C4239-7320-4B26-A1A1-E71156B3A1A5}" srcOrd="0" destOrd="0" presId="urn:microsoft.com/office/officeart/2008/layout/VerticalCurvedList"/>
    <dgm:cxn modelId="{D0B4A417-CB95-40E6-8041-9EEE0029974D}" srcId="{7D5E49B3-8343-4724-8C01-F63924268290}" destId="{B9FFC6FD-F123-418A-9418-99BA46AF9EE8}" srcOrd="3" destOrd="0" parTransId="{E95AAF6B-1A57-4A7D-8649-D4C0D7BF7FED}" sibTransId="{8710EF20-CC3C-4041-962F-3234DC74FD52}"/>
    <dgm:cxn modelId="{4FB39CE2-C2D9-450C-A96F-73C53DE43A1B}" type="presOf" srcId="{B9FFC6FD-F123-418A-9418-99BA46AF9EE8}" destId="{941E4501-A38D-42F3-AB62-9FBA78290FF5}" srcOrd="0" destOrd="0" presId="urn:microsoft.com/office/officeart/2008/layout/VerticalCurvedList"/>
    <dgm:cxn modelId="{56F9A510-CC3C-4169-8E09-9B4AC57C434A}" type="presParOf" srcId="{D74B0043-D2DF-47BE-847A-17AE007AA02A}" destId="{394B7D96-D6E4-4B0C-89EE-2FB204547481}" srcOrd="0" destOrd="0" presId="urn:microsoft.com/office/officeart/2008/layout/VerticalCurvedList"/>
    <dgm:cxn modelId="{CA97BB17-278B-4025-9470-2B21B4F8CF7E}" type="presParOf" srcId="{394B7D96-D6E4-4B0C-89EE-2FB204547481}" destId="{2FBC5996-F8B6-4CB2-8291-49C581D2B6A3}" srcOrd="0" destOrd="0" presId="urn:microsoft.com/office/officeart/2008/layout/VerticalCurvedList"/>
    <dgm:cxn modelId="{01E924DB-4AB9-4C96-8B5E-39FBBC8ADA0A}" type="presParOf" srcId="{2FBC5996-F8B6-4CB2-8291-49C581D2B6A3}" destId="{87B881BE-1148-4C54-A7D2-EA18E5FC8884}" srcOrd="0" destOrd="0" presId="urn:microsoft.com/office/officeart/2008/layout/VerticalCurvedList"/>
    <dgm:cxn modelId="{BEEEF905-625F-402F-82C1-DF104695D2EC}" type="presParOf" srcId="{2FBC5996-F8B6-4CB2-8291-49C581D2B6A3}" destId="{C6F6F296-B27F-4543-A1EA-7EE8CA3905C5}" srcOrd="1" destOrd="0" presId="urn:microsoft.com/office/officeart/2008/layout/VerticalCurvedList"/>
    <dgm:cxn modelId="{98773BE5-7CEB-4AB2-B2AC-DDE6976BCB7C}" type="presParOf" srcId="{2FBC5996-F8B6-4CB2-8291-49C581D2B6A3}" destId="{6432F0D6-421F-45AD-AF4A-8FEB03D155FF}" srcOrd="2" destOrd="0" presId="urn:microsoft.com/office/officeart/2008/layout/VerticalCurvedList"/>
    <dgm:cxn modelId="{B171EEEC-4B39-4875-B502-948F2EB26410}" type="presParOf" srcId="{2FBC5996-F8B6-4CB2-8291-49C581D2B6A3}" destId="{2B103D66-47ED-43EE-AD12-FCA2A30F4910}" srcOrd="3" destOrd="0" presId="urn:microsoft.com/office/officeart/2008/layout/VerticalCurvedList"/>
    <dgm:cxn modelId="{C5D8A263-EB22-429E-9109-8CD514A3E480}" type="presParOf" srcId="{394B7D96-D6E4-4B0C-89EE-2FB204547481}" destId="{175C4239-7320-4B26-A1A1-E71156B3A1A5}" srcOrd="1" destOrd="0" presId="urn:microsoft.com/office/officeart/2008/layout/VerticalCurvedList"/>
    <dgm:cxn modelId="{A6078538-25A0-4177-8216-F6F22C3D1EF0}" type="presParOf" srcId="{394B7D96-D6E4-4B0C-89EE-2FB204547481}" destId="{22C55EEB-7ADA-4961-94CC-921A7F599681}" srcOrd="2" destOrd="0" presId="urn:microsoft.com/office/officeart/2008/layout/VerticalCurvedList"/>
    <dgm:cxn modelId="{56B843DC-D2B5-4120-AC03-E6806C452FB2}" type="presParOf" srcId="{22C55EEB-7ADA-4961-94CC-921A7F599681}" destId="{E2716414-100F-449C-AD15-1D86D8467CAC}" srcOrd="0" destOrd="0" presId="urn:microsoft.com/office/officeart/2008/layout/VerticalCurvedList"/>
    <dgm:cxn modelId="{15AEAAAA-7281-4385-B7C6-3974EACA069A}" type="presParOf" srcId="{394B7D96-D6E4-4B0C-89EE-2FB204547481}" destId="{4BB00A72-CF4F-43CB-8AD0-B6ED7F99C27C}" srcOrd="3" destOrd="0" presId="urn:microsoft.com/office/officeart/2008/layout/VerticalCurvedList"/>
    <dgm:cxn modelId="{E54CB558-7843-45FC-9FBF-0B85B015476C}" type="presParOf" srcId="{394B7D96-D6E4-4B0C-89EE-2FB204547481}" destId="{115D886E-4C06-4BF6-9B61-246F2443CE01}" srcOrd="4" destOrd="0" presId="urn:microsoft.com/office/officeart/2008/layout/VerticalCurvedList"/>
    <dgm:cxn modelId="{2221B1F6-9C1B-4C77-A430-C7127416B7B2}" type="presParOf" srcId="{115D886E-4C06-4BF6-9B61-246F2443CE01}" destId="{97565D88-474C-4628-BC28-802F99749A2C}" srcOrd="0" destOrd="0" presId="urn:microsoft.com/office/officeart/2008/layout/VerticalCurvedList"/>
    <dgm:cxn modelId="{2BBEAFF8-7CAD-453D-9AA4-EB04EEB8DC51}" type="presParOf" srcId="{394B7D96-D6E4-4B0C-89EE-2FB204547481}" destId="{127C6E97-9FED-45E1-9B87-C35034D4DA77}" srcOrd="5" destOrd="0" presId="urn:microsoft.com/office/officeart/2008/layout/VerticalCurvedList"/>
    <dgm:cxn modelId="{10D5DF42-68F6-4AE3-8C29-A69CA66775F1}" type="presParOf" srcId="{394B7D96-D6E4-4B0C-89EE-2FB204547481}" destId="{A468C62D-B762-4B45-89CE-D3CDA0870B4C}" srcOrd="6" destOrd="0" presId="urn:microsoft.com/office/officeart/2008/layout/VerticalCurvedList"/>
    <dgm:cxn modelId="{596FE326-9D2F-4442-8E47-2F976C8A237F}" type="presParOf" srcId="{A468C62D-B762-4B45-89CE-D3CDA0870B4C}" destId="{1313337C-5897-4A2B-83A9-E9A9235DED47}" srcOrd="0" destOrd="0" presId="urn:microsoft.com/office/officeart/2008/layout/VerticalCurvedList"/>
    <dgm:cxn modelId="{FBE74FE2-A1A1-4B3D-B840-872989CACE41}" type="presParOf" srcId="{394B7D96-D6E4-4B0C-89EE-2FB204547481}" destId="{941E4501-A38D-42F3-AB62-9FBA78290FF5}" srcOrd="7" destOrd="0" presId="urn:microsoft.com/office/officeart/2008/layout/VerticalCurvedList"/>
    <dgm:cxn modelId="{F57433DC-C221-4B8B-9C76-8893A2BCFB00}" type="presParOf" srcId="{394B7D96-D6E4-4B0C-89EE-2FB204547481}" destId="{BD4059E4-6B79-45B3-BDC1-AF25E911F782}" srcOrd="8" destOrd="0" presId="urn:microsoft.com/office/officeart/2008/layout/VerticalCurvedList"/>
    <dgm:cxn modelId="{B2E2D10E-B07F-4440-B729-F9FFAF437175}" type="presParOf" srcId="{BD4059E4-6B79-45B3-BDC1-AF25E911F782}" destId="{9728D556-6F8E-458C-B2E0-AAE64385950D}" srcOrd="0" destOrd="0" presId="urn:microsoft.com/office/officeart/2008/layout/VerticalCurvedList"/>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D5E49B3-8343-4724-8C01-F63924268290}"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zh-CN" altLang="en-US"/>
        </a:p>
      </dgm:t>
    </dgm:pt>
    <dgm:pt modelId="{222D1FD3-1EA8-4B96-93DD-60D34599E0DB}">
      <dgm:prSet phldrT="[文本]" custT="1"/>
      <dgm:spPr/>
      <dgm:t>
        <a:bodyPr/>
        <a:lstStyle/>
        <a:p>
          <a:r>
            <a:rPr lang="zh-CN" altLang="en-US" sz="2400" b="1" dirty="0" smtClean="0"/>
            <a:t>软件设计的目标和任务</a:t>
          </a:r>
          <a:endParaRPr lang="zh-CN" altLang="en-US" sz="2400" dirty="0"/>
        </a:p>
      </dgm:t>
    </dgm:pt>
    <dgm:pt modelId="{86386CBD-64B4-4568-A50F-1F23E54D2598}" cxnId="{F6280A2F-33AF-4184-B740-E03D08210EFD}" type="parTrans">
      <dgm:prSet/>
      <dgm:spPr/>
      <dgm:t>
        <a:bodyPr/>
        <a:lstStyle/>
        <a:p>
          <a:endParaRPr lang="zh-CN" altLang="en-US" sz="2400"/>
        </a:p>
      </dgm:t>
    </dgm:pt>
    <dgm:pt modelId="{AD3D0DAF-1978-4EC4-B6A6-10D813A68589}" cxnId="{F6280A2F-33AF-4184-B740-E03D08210EFD}" type="sibTrans">
      <dgm:prSet/>
      <dgm:spPr/>
      <dgm:t>
        <a:bodyPr/>
        <a:lstStyle/>
        <a:p>
          <a:endParaRPr lang="zh-CN" altLang="en-US" sz="2400"/>
        </a:p>
      </dgm:t>
    </dgm:pt>
    <dgm:pt modelId="{01F76CC6-3E1B-41A8-BF92-4138877921E9}">
      <dgm:prSet phldrT="[文本]" custT="1"/>
      <dgm:spPr/>
      <dgm:t>
        <a:bodyPr/>
        <a:lstStyle/>
        <a:p>
          <a:r>
            <a:rPr lang="zh-CN" altLang="en-US" sz="2400" b="1" dirty="0" smtClean="0"/>
            <a:t>结构化设计的概念与原则</a:t>
          </a:r>
          <a:endParaRPr lang="zh-CN" altLang="en-US" sz="2400" dirty="0"/>
        </a:p>
      </dgm:t>
    </dgm:pt>
    <dgm:pt modelId="{2DE085E7-CB3A-44E1-93B3-FFFEDF09CCF3}" cxnId="{C8E3928E-8BDB-408A-93E2-158B8477B1E4}" type="parTrans">
      <dgm:prSet/>
      <dgm:spPr/>
      <dgm:t>
        <a:bodyPr/>
        <a:lstStyle/>
        <a:p>
          <a:endParaRPr lang="zh-CN" altLang="en-US" sz="2400"/>
        </a:p>
      </dgm:t>
    </dgm:pt>
    <dgm:pt modelId="{5437577E-AB7C-4BE3-9F70-F6CF8DADE318}" cxnId="{C8E3928E-8BDB-408A-93E2-158B8477B1E4}" type="sibTrans">
      <dgm:prSet/>
      <dgm:spPr/>
      <dgm:t>
        <a:bodyPr/>
        <a:lstStyle/>
        <a:p>
          <a:endParaRPr lang="zh-CN" altLang="en-US" sz="2400"/>
        </a:p>
      </dgm:t>
    </dgm:pt>
    <dgm:pt modelId="{C2C1A5A8-4D1A-453C-B207-5C5CB56DE5C0}">
      <dgm:prSet phldrT="[文本]" custT="1"/>
      <dgm:spPr/>
      <dgm:t>
        <a:bodyPr/>
        <a:lstStyle/>
        <a:p>
          <a:r>
            <a:rPr lang="zh-CN" altLang="en-US" sz="2400" b="1" dirty="0" smtClean="0">
              <a:solidFill>
                <a:srgbClr val="FF0000"/>
              </a:solidFill>
            </a:rPr>
            <a:t>如何结构化设计</a:t>
          </a:r>
          <a:endParaRPr lang="zh-CN" altLang="en-US" sz="2400" b="1" dirty="0">
            <a:solidFill>
              <a:srgbClr val="FF0000"/>
            </a:solidFill>
          </a:endParaRPr>
        </a:p>
      </dgm:t>
    </dgm:pt>
    <dgm:pt modelId="{02F31958-E95F-4224-BA0C-F9B096773F74}" cxnId="{187977DD-8F1F-493D-82E4-F8EB838D1344}" type="parTrans">
      <dgm:prSet/>
      <dgm:spPr/>
      <dgm:t>
        <a:bodyPr/>
        <a:lstStyle/>
        <a:p>
          <a:endParaRPr lang="zh-CN" altLang="en-US" sz="2400"/>
        </a:p>
      </dgm:t>
    </dgm:pt>
    <dgm:pt modelId="{27859489-D27F-443C-8037-96DF033989A0}" cxnId="{187977DD-8F1F-493D-82E4-F8EB838D1344}" type="sibTrans">
      <dgm:prSet/>
      <dgm:spPr/>
      <dgm:t>
        <a:bodyPr/>
        <a:lstStyle/>
        <a:p>
          <a:endParaRPr lang="zh-CN" altLang="en-US" sz="2400"/>
        </a:p>
      </dgm:t>
    </dgm:pt>
    <dgm:pt modelId="{D74B0043-D2DF-47BE-847A-17AE007AA02A}" type="pres">
      <dgm:prSet presAssocID="{7D5E49B3-8343-4724-8C01-F63924268290}" presName="Name0" presStyleCnt="0">
        <dgm:presLayoutVars>
          <dgm:chMax val="7"/>
          <dgm:chPref val="7"/>
          <dgm:dir/>
        </dgm:presLayoutVars>
      </dgm:prSet>
      <dgm:spPr/>
      <dgm:t>
        <a:bodyPr/>
        <a:lstStyle/>
        <a:p>
          <a:endParaRPr lang="zh-CN" altLang="en-US"/>
        </a:p>
      </dgm:t>
    </dgm:pt>
    <dgm:pt modelId="{394B7D96-D6E4-4B0C-89EE-2FB204547481}" type="pres">
      <dgm:prSet presAssocID="{7D5E49B3-8343-4724-8C01-F63924268290}" presName="Name1" presStyleCnt="0"/>
      <dgm:spPr/>
    </dgm:pt>
    <dgm:pt modelId="{2FBC5996-F8B6-4CB2-8291-49C581D2B6A3}" type="pres">
      <dgm:prSet presAssocID="{7D5E49B3-8343-4724-8C01-F63924268290}" presName="cycle" presStyleCnt="0"/>
      <dgm:spPr/>
    </dgm:pt>
    <dgm:pt modelId="{87B881BE-1148-4C54-A7D2-EA18E5FC8884}" type="pres">
      <dgm:prSet presAssocID="{7D5E49B3-8343-4724-8C01-F63924268290}" presName="srcNode" presStyleLbl="node1" presStyleIdx="0" presStyleCnt="3"/>
      <dgm:spPr/>
    </dgm:pt>
    <dgm:pt modelId="{C6F6F296-B27F-4543-A1EA-7EE8CA3905C5}" type="pres">
      <dgm:prSet presAssocID="{7D5E49B3-8343-4724-8C01-F63924268290}" presName="conn" presStyleLbl="parChTrans1D2" presStyleIdx="0" presStyleCnt="1"/>
      <dgm:spPr/>
      <dgm:t>
        <a:bodyPr/>
        <a:lstStyle/>
        <a:p>
          <a:endParaRPr lang="zh-CN" altLang="en-US"/>
        </a:p>
      </dgm:t>
    </dgm:pt>
    <dgm:pt modelId="{6432F0D6-421F-45AD-AF4A-8FEB03D155FF}" type="pres">
      <dgm:prSet presAssocID="{7D5E49B3-8343-4724-8C01-F63924268290}" presName="extraNode" presStyleLbl="node1" presStyleIdx="0" presStyleCnt="3"/>
      <dgm:spPr/>
    </dgm:pt>
    <dgm:pt modelId="{2B103D66-47ED-43EE-AD12-FCA2A30F4910}" type="pres">
      <dgm:prSet presAssocID="{7D5E49B3-8343-4724-8C01-F63924268290}" presName="dstNode" presStyleLbl="node1" presStyleIdx="0" presStyleCnt="3"/>
      <dgm:spPr/>
    </dgm:pt>
    <dgm:pt modelId="{175C4239-7320-4B26-A1A1-E71156B3A1A5}" type="pres">
      <dgm:prSet presAssocID="{222D1FD3-1EA8-4B96-93DD-60D34599E0DB}" presName="text_1" presStyleLbl="node1" presStyleIdx="0" presStyleCnt="3">
        <dgm:presLayoutVars>
          <dgm:bulletEnabled val="1"/>
        </dgm:presLayoutVars>
      </dgm:prSet>
      <dgm:spPr/>
      <dgm:t>
        <a:bodyPr/>
        <a:lstStyle/>
        <a:p>
          <a:endParaRPr lang="zh-CN" altLang="en-US"/>
        </a:p>
      </dgm:t>
    </dgm:pt>
    <dgm:pt modelId="{22C55EEB-7ADA-4961-94CC-921A7F599681}" type="pres">
      <dgm:prSet presAssocID="{222D1FD3-1EA8-4B96-93DD-60D34599E0DB}" presName="accent_1" presStyleCnt="0"/>
      <dgm:spPr/>
    </dgm:pt>
    <dgm:pt modelId="{E2716414-100F-449C-AD15-1D86D8467CAC}" type="pres">
      <dgm:prSet presAssocID="{222D1FD3-1EA8-4B96-93DD-60D34599E0DB}" presName="accentRepeatNode" presStyleLbl="solidFgAcc1" presStyleIdx="0" presStyleCnt="3"/>
      <dgm:spPr/>
    </dgm:pt>
    <dgm:pt modelId="{4BB00A72-CF4F-43CB-8AD0-B6ED7F99C27C}" type="pres">
      <dgm:prSet presAssocID="{01F76CC6-3E1B-41A8-BF92-4138877921E9}" presName="text_2" presStyleLbl="node1" presStyleIdx="1" presStyleCnt="3">
        <dgm:presLayoutVars>
          <dgm:bulletEnabled val="1"/>
        </dgm:presLayoutVars>
      </dgm:prSet>
      <dgm:spPr/>
      <dgm:t>
        <a:bodyPr/>
        <a:lstStyle/>
        <a:p>
          <a:endParaRPr lang="zh-CN" altLang="en-US"/>
        </a:p>
      </dgm:t>
    </dgm:pt>
    <dgm:pt modelId="{115D886E-4C06-4BF6-9B61-246F2443CE01}" type="pres">
      <dgm:prSet presAssocID="{01F76CC6-3E1B-41A8-BF92-4138877921E9}" presName="accent_2" presStyleCnt="0"/>
      <dgm:spPr/>
    </dgm:pt>
    <dgm:pt modelId="{97565D88-474C-4628-BC28-802F99749A2C}" type="pres">
      <dgm:prSet presAssocID="{01F76CC6-3E1B-41A8-BF92-4138877921E9}" presName="accentRepeatNode" presStyleLbl="solidFgAcc1" presStyleIdx="1" presStyleCnt="3"/>
      <dgm:spPr/>
    </dgm:pt>
    <dgm:pt modelId="{127C6E97-9FED-45E1-9B87-C35034D4DA77}" type="pres">
      <dgm:prSet presAssocID="{C2C1A5A8-4D1A-453C-B207-5C5CB56DE5C0}" presName="text_3" presStyleLbl="node1" presStyleIdx="2" presStyleCnt="3">
        <dgm:presLayoutVars>
          <dgm:bulletEnabled val="1"/>
        </dgm:presLayoutVars>
      </dgm:prSet>
      <dgm:spPr/>
      <dgm:t>
        <a:bodyPr/>
        <a:lstStyle/>
        <a:p>
          <a:endParaRPr lang="zh-CN" altLang="en-US"/>
        </a:p>
      </dgm:t>
    </dgm:pt>
    <dgm:pt modelId="{A468C62D-B762-4B45-89CE-D3CDA0870B4C}" type="pres">
      <dgm:prSet presAssocID="{C2C1A5A8-4D1A-453C-B207-5C5CB56DE5C0}" presName="accent_3" presStyleCnt="0"/>
      <dgm:spPr/>
    </dgm:pt>
    <dgm:pt modelId="{1313337C-5897-4A2B-83A9-E9A9235DED47}" type="pres">
      <dgm:prSet presAssocID="{C2C1A5A8-4D1A-453C-B207-5C5CB56DE5C0}" presName="accentRepeatNode" presStyleLbl="solidFgAcc1" presStyleIdx="2" presStyleCnt="3"/>
      <dgm:spPr/>
    </dgm:pt>
  </dgm:ptLst>
  <dgm:cxnLst>
    <dgm:cxn modelId="{A347A0C0-0F37-4CD3-BA3F-FFD20188DC8D}" type="presOf" srcId="{222D1FD3-1EA8-4B96-93DD-60D34599E0DB}" destId="{175C4239-7320-4B26-A1A1-E71156B3A1A5}" srcOrd="0" destOrd="0" presId="urn:microsoft.com/office/officeart/2008/layout/VerticalCurvedList"/>
    <dgm:cxn modelId="{AA1161D3-2F15-4554-8084-C6BCB5F267CE}" type="presOf" srcId="{C2C1A5A8-4D1A-453C-B207-5C5CB56DE5C0}" destId="{127C6E97-9FED-45E1-9B87-C35034D4DA77}" srcOrd="0" destOrd="0" presId="urn:microsoft.com/office/officeart/2008/layout/VerticalCurvedList"/>
    <dgm:cxn modelId="{187977DD-8F1F-493D-82E4-F8EB838D1344}" srcId="{7D5E49B3-8343-4724-8C01-F63924268290}" destId="{C2C1A5A8-4D1A-453C-B207-5C5CB56DE5C0}" srcOrd="2" destOrd="0" parTransId="{02F31958-E95F-4224-BA0C-F9B096773F74}" sibTransId="{27859489-D27F-443C-8037-96DF033989A0}"/>
    <dgm:cxn modelId="{C8E3928E-8BDB-408A-93E2-158B8477B1E4}" srcId="{7D5E49B3-8343-4724-8C01-F63924268290}" destId="{01F76CC6-3E1B-41A8-BF92-4138877921E9}" srcOrd="1" destOrd="0" parTransId="{2DE085E7-CB3A-44E1-93B3-FFFEDF09CCF3}" sibTransId="{5437577E-AB7C-4BE3-9F70-F6CF8DADE318}"/>
    <dgm:cxn modelId="{9E804C16-1610-4CC3-A21F-C580D1FFB8AA}" type="presOf" srcId="{01F76CC6-3E1B-41A8-BF92-4138877921E9}" destId="{4BB00A72-CF4F-43CB-8AD0-B6ED7F99C27C}" srcOrd="0" destOrd="0" presId="urn:microsoft.com/office/officeart/2008/layout/VerticalCurvedList"/>
    <dgm:cxn modelId="{33208C16-A93E-4096-961D-40E22697426F}" type="presOf" srcId="{7D5E49B3-8343-4724-8C01-F63924268290}" destId="{D74B0043-D2DF-47BE-847A-17AE007AA02A}" srcOrd="0" destOrd="0" presId="urn:microsoft.com/office/officeart/2008/layout/VerticalCurvedList"/>
    <dgm:cxn modelId="{F6280A2F-33AF-4184-B740-E03D08210EFD}" srcId="{7D5E49B3-8343-4724-8C01-F63924268290}" destId="{222D1FD3-1EA8-4B96-93DD-60D34599E0DB}" srcOrd="0" destOrd="0" parTransId="{86386CBD-64B4-4568-A50F-1F23E54D2598}" sibTransId="{AD3D0DAF-1978-4EC4-B6A6-10D813A68589}"/>
    <dgm:cxn modelId="{B9A95A40-B822-4D7D-AFA5-6354E0E061AB}" type="presOf" srcId="{AD3D0DAF-1978-4EC4-B6A6-10D813A68589}" destId="{C6F6F296-B27F-4543-A1EA-7EE8CA3905C5}" srcOrd="0" destOrd="0" presId="urn:microsoft.com/office/officeart/2008/layout/VerticalCurvedList"/>
    <dgm:cxn modelId="{E4F0A95B-9CFE-4B29-AB68-1BBB9F40F1F8}" type="presParOf" srcId="{D74B0043-D2DF-47BE-847A-17AE007AA02A}" destId="{394B7D96-D6E4-4B0C-89EE-2FB204547481}" srcOrd="0" destOrd="0" presId="urn:microsoft.com/office/officeart/2008/layout/VerticalCurvedList"/>
    <dgm:cxn modelId="{4AD6DF93-FD96-4E55-918F-154F41190D6B}" type="presParOf" srcId="{394B7D96-D6E4-4B0C-89EE-2FB204547481}" destId="{2FBC5996-F8B6-4CB2-8291-49C581D2B6A3}" srcOrd="0" destOrd="0" presId="urn:microsoft.com/office/officeart/2008/layout/VerticalCurvedList"/>
    <dgm:cxn modelId="{FCB7058C-A931-4208-ADBF-60E7375E9F60}" type="presParOf" srcId="{2FBC5996-F8B6-4CB2-8291-49C581D2B6A3}" destId="{87B881BE-1148-4C54-A7D2-EA18E5FC8884}" srcOrd="0" destOrd="0" presId="urn:microsoft.com/office/officeart/2008/layout/VerticalCurvedList"/>
    <dgm:cxn modelId="{AE4A2B8E-A8F0-480B-97BB-7B2028212C3E}" type="presParOf" srcId="{2FBC5996-F8B6-4CB2-8291-49C581D2B6A3}" destId="{C6F6F296-B27F-4543-A1EA-7EE8CA3905C5}" srcOrd="1" destOrd="0" presId="urn:microsoft.com/office/officeart/2008/layout/VerticalCurvedList"/>
    <dgm:cxn modelId="{0FC5CBA4-3555-4CAC-812E-360EEA451610}" type="presParOf" srcId="{2FBC5996-F8B6-4CB2-8291-49C581D2B6A3}" destId="{6432F0D6-421F-45AD-AF4A-8FEB03D155FF}" srcOrd="2" destOrd="0" presId="urn:microsoft.com/office/officeart/2008/layout/VerticalCurvedList"/>
    <dgm:cxn modelId="{203B97E5-28FC-40F1-BC6A-402A9067E278}" type="presParOf" srcId="{2FBC5996-F8B6-4CB2-8291-49C581D2B6A3}" destId="{2B103D66-47ED-43EE-AD12-FCA2A30F4910}" srcOrd="3" destOrd="0" presId="urn:microsoft.com/office/officeart/2008/layout/VerticalCurvedList"/>
    <dgm:cxn modelId="{BF05EF4B-C6C1-4F46-B56D-28984420F470}" type="presParOf" srcId="{394B7D96-D6E4-4B0C-89EE-2FB204547481}" destId="{175C4239-7320-4B26-A1A1-E71156B3A1A5}" srcOrd="1" destOrd="0" presId="urn:microsoft.com/office/officeart/2008/layout/VerticalCurvedList"/>
    <dgm:cxn modelId="{11F881C1-B127-4C4D-B9D1-A04B3C4870B3}" type="presParOf" srcId="{394B7D96-D6E4-4B0C-89EE-2FB204547481}" destId="{22C55EEB-7ADA-4961-94CC-921A7F599681}" srcOrd="2" destOrd="0" presId="urn:microsoft.com/office/officeart/2008/layout/VerticalCurvedList"/>
    <dgm:cxn modelId="{D7F54C12-6021-4FD5-B861-65B805BE53B2}" type="presParOf" srcId="{22C55EEB-7ADA-4961-94CC-921A7F599681}" destId="{E2716414-100F-449C-AD15-1D86D8467CAC}" srcOrd="0" destOrd="0" presId="urn:microsoft.com/office/officeart/2008/layout/VerticalCurvedList"/>
    <dgm:cxn modelId="{02528DFD-74B3-453A-80A3-B14CF81036CF}" type="presParOf" srcId="{394B7D96-D6E4-4B0C-89EE-2FB204547481}" destId="{4BB00A72-CF4F-43CB-8AD0-B6ED7F99C27C}" srcOrd="3" destOrd="0" presId="urn:microsoft.com/office/officeart/2008/layout/VerticalCurvedList"/>
    <dgm:cxn modelId="{75C83FBB-7787-4236-B545-7318162C4661}" type="presParOf" srcId="{394B7D96-D6E4-4B0C-89EE-2FB204547481}" destId="{115D886E-4C06-4BF6-9B61-246F2443CE01}" srcOrd="4" destOrd="0" presId="urn:microsoft.com/office/officeart/2008/layout/VerticalCurvedList"/>
    <dgm:cxn modelId="{E7A99741-A53C-4860-9D09-51C5D37CA422}" type="presParOf" srcId="{115D886E-4C06-4BF6-9B61-246F2443CE01}" destId="{97565D88-474C-4628-BC28-802F99749A2C}" srcOrd="0" destOrd="0" presId="urn:microsoft.com/office/officeart/2008/layout/VerticalCurvedList"/>
    <dgm:cxn modelId="{284AA4AB-5E50-48C2-A5DE-0F45EEB70EDF}" type="presParOf" srcId="{394B7D96-D6E4-4B0C-89EE-2FB204547481}" destId="{127C6E97-9FED-45E1-9B87-C35034D4DA77}" srcOrd="5" destOrd="0" presId="urn:microsoft.com/office/officeart/2008/layout/VerticalCurvedList"/>
    <dgm:cxn modelId="{0477CFCF-85BE-4394-8E74-007E9C957335}" type="presParOf" srcId="{394B7D96-D6E4-4B0C-89EE-2FB204547481}" destId="{A468C62D-B762-4B45-89CE-D3CDA0870B4C}" srcOrd="6" destOrd="0" presId="urn:microsoft.com/office/officeart/2008/layout/VerticalCurvedList"/>
    <dgm:cxn modelId="{730C3A5E-11FC-433F-88CA-DAA41A0E70F3}" type="presParOf" srcId="{A468C62D-B762-4B45-89CE-D3CDA0870B4C}" destId="{1313337C-5897-4A2B-83A9-E9A9235DED47}" srcOrd="0" destOrd="0" presId="urn:microsoft.com/office/officeart/2008/layout/VerticalCurvedList"/>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079067" cy="4056473"/>
        <a:chOff x="0" y="0"/>
        <a:chExt cx="6079067" cy="4056473"/>
      </a:xfrm>
    </dsp:grpSpPr>
    <dsp:sp modelId="{C6F6F296-B27F-4543-A1EA-7EE8CA3905C5}">
      <dsp:nvSpPr>
        <dsp:cNvPr id="4" name="空心弧 3"/>
        <dsp:cNvSpPr/>
      </dsp:nvSpPr>
      <dsp:spPr bwMode="white">
        <a:xfrm>
          <a:off x="-4543353" y="-715713"/>
          <a:ext cx="5487900" cy="5487900"/>
        </a:xfrm>
        <a:prstGeom prst="blockArc">
          <a:avLst>
            <a:gd name="adj1" fmla="val 18900000"/>
            <a:gd name="adj2" fmla="val 2700000"/>
            <a:gd name="adj3" fmla="val 330"/>
          </a:avLst>
        </a:prstGeom>
      </dsp:spPr>
      <dsp:style>
        <a:lnRef idx="2">
          <a:schemeClr val="accent1">
            <a:shade val="60000"/>
          </a:schemeClr>
        </a:lnRef>
        <a:fillRef idx="0">
          <a:schemeClr val="accent1"/>
        </a:fillRef>
        <a:effectRef idx="0">
          <a:scrgbClr r="0" g="0" b="0"/>
        </a:effectRef>
        <a:fontRef idx="minor"/>
      </dsp:style>
      <dsp:txXfrm>
        <a:off x="-4543353" y="-715713"/>
        <a:ext cx="5487900" cy="5487900"/>
      </dsp:txXfrm>
    </dsp:sp>
    <dsp:sp modelId="{175C4239-7320-4B26-A1A1-E71156B3A1A5}">
      <dsp:nvSpPr>
        <dsp:cNvPr id="7" name="矩形 6"/>
        <dsp:cNvSpPr/>
      </dsp:nvSpPr>
      <dsp:spPr bwMode="white">
        <a:xfrm>
          <a:off x="619018" y="405647"/>
          <a:ext cx="5460050" cy="811295"/>
        </a:xfrm>
        <a:prstGeom prst="rect">
          <a:avLst/>
        </a:prstGeom>
      </dsp:spPr>
      <dsp:style>
        <a:lnRef idx="2">
          <a:schemeClr val="lt1"/>
        </a:lnRef>
        <a:fillRef idx="1">
          <a:schemeClr val="accent1"/>
        </a:fillRef>
        <a:effectRef idx="0">
          <a:scrgbClr r="0" g="0" b="0"/>
        </a:effectRef>
        <a:fontRef idx="minor">
          <a:schemeClr val="lt1"/>
        </a:fontRef>
      </dsp:style>
      <dsp:txBody>
        <a:bodyPr lIns="643965" tIns="60960" rIns="60960" bIns="6096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zh-CN" altLang="en-US" sz="2400" b="1" dirty="0" smtClean="0"/>
            <a:t>软件设计的目标和任务</a:t>
          </a:r>
          <a:endParaRPr lang="zh-CN" altLang="en-US" sz="2400" dirty="0"/>
        </a:p>
      </dsp:txBody>
      <dsp:txXfrm>
        <a:off x="619018" y="405647"/>
        <a:ext cx="5460050" cy="811295"/>
      </dsp:txXfrm>
    </dsp:sp>
    <dsp:sp modelId="{E2716414-100F-449C-AD15-1D86D8467CAC}">
      <dsp:nvSpPr>
        <dsp:cNvPr id="8" name="椭圆 7"/>
        <dsp:cNvSpPr/>
      </dsp:nvSpPr>
      <dsp:spPr bwMode="white">
        <a:xfrm>
          <a:off x="111959" y="304236"/>
          <a:ext cx="1014118" cy="1014118"/>
        </a:xfrm>
        <a:prstGeom prst="ellipse">
          <a:avLst/>
        </a:prstGeom>
      </dsp:spPr>
      <dsp:style>
        <a:lnRef idx="2">
          <a:schemeClr val="accent1"/>
        </a:lnRef>
        <a:fillRef idx="1">
          <a:schemeClr val="lt1"/>
        </a:fillRef>
        <a:effectRef idx="0">
          <a:scrgbClr r="0" g="0" b="0"/>
        </a:effectRef>
        <a:fontRef idx="minor"/>
      </dsp:style>
      <dsp:txXfrm>
        <a:off x="111959" y="304236"/>
        <a:ext cx="1014118" cy="1014118"/>
      </dsp:txXfrm>
    </dsp:sp>
    <dsp:sp modelId="{4BB00A72-CF4F-43CB-8AD0-B6ED7F99C27C}">
      <dsp:nvSpPr>
        <dsp:cNvPr id="9" name="矩形 8"/>
        <dsp:cNvSpPr/>
      </dsp:nvSpPr>
      <dsp:spPr bwMode="white">
        <a:xfrm>
          <a:off x="913923" y="1622589"/>
          <a:ext cx="5165144" cy="811295"/>
        </a:xfrm>
        <a:prstGeom prst="rect">
          <a:avLst/>
        </a:prstGeom>
      </dsp:spPr>
      <dsp:style>
        <a:lnRef idx="2">
          <a:schemeClr val="lt1"/>
        </a:lnRef>
        <a:fillRef idx="1">
          <a:schemeClr val="accent1"/>
        </a:fillRef>
        <a:effectRef idx="0">
          <a:scrgbClr r="0" g="0" b="0"/>
        </a:effectRef>
        <a:fontRef idx="minor">
          <a:schemeClr val="lt1"/>
        </a:fontRef>
      </dsp:style>
      <dsp:txBody>
        <a:bodyPr lIns="643965" tIns="60960" rIns="60960" bIns="6096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zh-CN" altLang="en-US" sz="2400" b="1" dirty="0" smtClean="0"/>
            <a:t>结构化设计的概念与原则</a:t>
          </a:r>
          <a:endParaRPr lang="zh-CN" altLang="en-US" sz="2400" dirty="0"/>
        </a:p>
      </dsp:txBody>
      <dsp:txXfrm>
        <a:off x="913923" y="1622589"/>
        <a:ext cx="5165144" cy="811295"/>
      </dsp:txXfrm>
    </dsp:sp>
    <dsp:sp modelId="{97565D88-474C-4628-BC28-802F99749A2C}">
      <dsp:nvSpPr>
        <dsp:cNvPr id="10" name="椭圆 9"/>
        <dsp:cNvSpPr/>
      </dsp:nvSpPr>
      <dsp:spPr bwMode="white">
        <a:xfrm>
          <a:off x="406864" y="1521178"/>
          <a:ext cx="1014118" cy="1014118"/>
        </a:xfrm>
        <a:prstGeom prst="ellipse">
          <a:avLst/>
        </a:prstGeom>
      </dsp:spPr>
      <dsp:style>
        <a:lnRef idx="2">
          <a:schemeClr val="accent1"/>
        </a:lnRef>
        <a:fillRef idx="1">
          <a:schemeClr val="lt1"/>
        </a:fillRef>
        <a:effectRef idx="0">
          <a:scrgbClr r="0" g="0" b="0"/>
        </a:effectRef>
        <a:fontRef idx="minor"/>
      </dsp:style>
      <dsp:txXfrm>
        <a:off x="406864" y="1521178"/>
        <a:ext cx="1014118" cy="1014118"/>
      </dsp:txXfrm>
    </dsp:sp>
    <dsp:sp modelId="{127C6E97-9FED-45E1-9B87-C35034D4DA77}">
      <dsp:nvSpPr>
        <dsp:cNvPr id="11" name="矩形 10"/>
        <dsp:cNvSpPr/>
      </dsp:nvSpPr>
      <dsp:spPr bwMode="white">
        <a:xfrm>
          <a:off x="619018" y="2839531"/>
          <a:ext cx="5460050" cy="811295"/>
        </a:xfrm>
        <a:prstGeom prst="rect">
          <a:avLst/>
        </a:prstGeom>
      </dsp:spPr>
      <dsp:style>
        <a:lnRef idx="2">
          <a:schemeClr val="lt1"/>
        </a:lnRef>
        <a:fillRef idx="1">
          <a:schemeClr val="accent1"/>
        </a:fillRef>
        <a:effectRef idx="0">
          <a:scrgbClr r="0" g="0" b="0"/>
        </a:effectRef>
        <a:fontRef idx="minor">
          <a:schemeClr val="lt1"/>
        </a:fontRef>
      </dsp:style>
      <dsp:txBody>
        <a:bodyPr lIns="643965" tIns="60960" rIns="60960" bIns="6096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zh-CN" altLang="en-US" sz="2400" dirty="0" smtClean="0"/>
            <a:t>如何结构化设计</a:t>
          </a:r>
          <a:endParaRPr lang="zh-CN" altLang="en-US" sz="2400" dirty="0"/>
        </a:p>
      </dsp:txBody>
      <dsp:txXfrm>
        <a:off x="619018" y="2839531"/>
        <a:ext cx="5460050" cy="811295"/>
      </dsp:txXfrm>
    </dsp:sp>
    <dsp:sp modelId="{1313337C-5897-4A2B-83A9-E9A9235DED47}">
      <dsp:nvSpPr>
        <dsp:cNvPr id="12" name="椭圆 11"/>
        <dsp:cNvSpPr/>
      </dsp:nvSpPr>
      <dsp:spPr bwMode="white">
        <a:xfrm>
          <a:off x="111959" y="2738120"/>
          <a:ext cx="1014118" cy="1014118"/>
        </a:xfrm>
        <a:prstGeom prst="ellipse">
          <a:avLst/>
        </a:prstGeom>
      </dsp:spPr>
      <dsp:style>
        <a:lnRef idx="2">
          <a:schemeClr val="accent1"/>
        </a:lnRef>
        <a:fillRef idx="1">
          <a:schemeClr val="lt1"/>
        </a:fillRef>
        <a:effectRef idx="0">
          <a:scrgbClr r="0" g="0" b="0"/>
        </a:effectRef>
        <a:fontRef idx="minor"/>
      </dsp:style>
      <dsp:txXfrm>
        <a:off x="111959" y="2738120"/>
        <a:ext cx="1014118" cy="1014118"/>
      </dsp:txXfrm>
    </dsp:sp>
    <dsp:sp modelId="{87B881BE-1148-4C54-A7D2-EA18E5FC8884}">
      <dsp:nvSpPr>
        <dsp:cNvPr id="3" name="矩形 2" hidden="1"/>
        <dsp:cNvSpPr/>
      </dsp:nvSpPr>
      <dsp:spPr bwMode="white">
        <a:xfrm>
          <a:off x="110135" y="82699"/>
          <a:ext cx="36000" cy="36000"/>
        </a:xfrm>
        <a:prstGeom prst="rect">
          <a:avLst/>
        </a:prstGeom>
      </dsp:spPr>
      <dsp:style>
        <a:lnRef idx="2">
          <a:schemeClr val="lt1"/>
        </a:lnRef>
        <a:fillRef idx="1">
          <a:schemeClr val="accent1"/>
        </a:fillRef>
        <a:effectRef idx="0">
          <a:scrgbClr r="0" g="0" b="0"/>
        </a:effectRef>
        <a:fontRef idx="minor">
          <a:schemeClr val="lt1"/>
        </a:fontRef>
      </dsp:style>
      <dsp:txXfrm>
        <a:off x="110135" y="82699"/>
        <a:ext cx="36000" cy="36000"/>
      </dsp:txXfrm>
    </dsp:sp>
    <dsp:sp modelId="{6432F0D6-421F-45AD-AF4A-8FEB03D155FF}">
      <dsp:nvSpPr>
        <dsp:cNvPr id="5" name="矩形 4" hidden="1"/>
        <dsp:cNvSpPr/>
      </dsp:nvSpPr>
      <dsp:spPr bwMode="white">
        <a:xfrm>
          <a:off x="908548" y="2010237"/>
          <a:ext cx="36000" cy="36000"/>
        </a:xfrm>
        <a:prstGeom prst="rect">
          <a:avLst/>
        </a:prstGeom>
      </dsp:spPr>
      <dsp:style>
        <a:lnRef idx="2">
          <a:schemeClr val="lt1"/>
        </a:lnRef>
        <a:fillRef idx="1">
          <a:schemeClr val="accent1"/>
        </a:fillRef>
        <a:effectRef idx="0">
          <a:scrgbClr r="0" g="0" b="0"/>
        </a:effectRef>
        <a:fontRef idx="minor">
          <a:schemeClr val="lt1"/>
        </a:fontRef>
      </dsp:style>
      <dsp:txXfrm>
        <a:off x="908548" y="2010237"/>
        <a:ext cx="36000" cy="36000"/>
      </dsp:txXfrm>
    </dsp:sp>
    <dsp:sp modelId="{2B103D66-47ED-43EE-AD12-FCA2A30F4910}">
      <dsp:nvSpPr>
        <dsp:cNvPr id="6" name="矩形 5" hidden="1"/>
        <dsp:cNvSpPr/>
      </dsp:nvSpPr>
      <dsp:spPr bwMode="white">
        <a:xfrm>
          <a:off x="110135" y="3937775"/>
          <a:ext cx="36000" cy="36000"/>
        </a:xfrm>
        <a:prstGeom prst="rect">
          <a:avLst/>
        </a:prstGeom>
      </dsp:spPr>
      <dsp:style>
        <a:lnRef idx="2">
          <a:schemeClr val="lt1"/>
        </a:lnRef>
        <a:fillRef idx="1">
          <a:schemeClr val="accent1"/>
        </a:fillRef>
        <a:effectRef idx="0">
          <a:scrgbClr r="0" g="0" b="0"/>
        </a:effectRef>
        <a:fontRef idx="minor">
          <a:schemeClr val="lt1"/>
        </a:fontRef>
      </dsp:style>
      <dsp:txXfrm>
        <a:off x="110135" y="3937775"/>
        <a:ext cx="36000" cy="36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048672" cy="3744416"/>
        <a:chOff x="0" y="0"/>
        <a:chExt cx="6048672" cy="3744416"/>
      </a:xfrm>
    </dsp:grpSpPr>
    <dsp:sp modelId="{C6F6F296-B27F-4543-A1EA-7EE8CA3905C5}">
      <dsp:nvSpPr>
        <dsp:cNvPr id="4" name="空心弧 3"/>
        <dsp:cNvSpPr/>
      </dsp:nvSpPr>
      <dsp:spPr bwMode="white">
        <a:xfrm>
          <a:off x="-4195225" y="-662040"/>
          <a:ext cx="5068495" cy="5068495"/>
        </a:xfrm>
        <a:prstGeom prst="blockArc">
          <a:avLst>
            <a:gd name="adj1" fmla="val 18900000"/>
            <a:gd name="adj2" fmla="val 2700000"/>
            <a:gd name="adj3" fmla="val 357"/>
          </a:avLst>
        </a:prstGeom>
      </dsp:spPr>
      <dsp:style>
        <a:lnRef idx="2">
          <a:schemeClr val="accent1">
            <a:shade val="60000"/>
          </a:schemeClr>
        </a:lnRef>
        <a:fillRef idx="0">
          <a:schemeClr val="accent1"/>
        </a:fillRef>
        <a:effectRef idx="0">
          <a:scrgbClr r="0" g="0" b="0"/>
        </a:effectRef>
        <a:fontRef idx="minor"/>
      </dsp:style>
      <dsp:txXfrm>
        <a:off x="-4195225" y="-662040"/>
        <a:ext cx="5068495" cy="5068495"/>
      </dsp:txXfrm>
    </dsp:sp>
    <dsp:sp modelId="{175C4239-7320-4B26-A1A1-E71156B3A1A5}">
      <dsp:nvSpPr>
        <dsp:cNvPr id="7" name="矩形 6"/>
        <dsp:cNvSpPr/>
      </dsp:nvSpPr>
      <dsp:spPr bwMode="white">
        <a:xfrm>
          <a:off x="474792" y="287871"/>
          <a:ext cx="5573880" cy="576041"/>
        </a:xfrm>
        <a:prstGeom prst="rect">
          <a:avLst/>
        </a:prstGeom>
      </dsp:spPr>
      <dsp:style>
        <a:lnRef idx="2">
          <a:schemeClr val="lt1"/>
        </a:lnRef>
        <a:fillRef idx="1">
          <a:schemeClr val="accent1"/>
        </a:fillRef>
        <a:effectRef idx="0">
          <a:scrgbClr r="0" g="0" b="0"/>
        </a:effectRef>
        <a:fontRef idx="minor">
          <a:schemeClr val="lt1"/>
        </a:fontRef>
      </dsp:style>
      <dsp:txBody>
        <a:bodyPr lIns="457232" tIns="81280" rIns="81280" bIns="81280" anchor="ctr"/>
        <a:lstStyle>
          <a:lvl1pPr algn="l">
            <a:defRPr sz="2800"/>
          </a:lvl1pPr>
          <a:lvl2pPr marL="228600" indent="-228600" algn="l">
            <a:defRPr sz="2100"/>
          </a:lvl2pPr>
          <a:lvl3pPr marL="457200" indent="-228600" algn="l">
            <a:defRPr sz="2100"/>
          </a:lvl3pPr>
          <a:lvl4pPr marL="685800" indent="-228600" algn="l">
            <a:defRPr sz="2100"/>
          </a:lvl4pPr>
          <a:lvl5pPr marL="914400" indent="-228600" algn="l">
            <a:defRPr sz="2100"/>
          </a:lvl5pPr>
          <a:lvl6pPr marL="1143000" indent="-228600" algn="l">
            <a:defRPr sz="2100"/>
          </a:lvl6pPr>
          <a:lvl7pPr marL="1371600" indent="-228600" algn="l">
            <a:defRPr sz="2100"/>
          </a:lvl7pPr>
          <a:lvl8pPr marL="1600200" indent="-228600" algn="l">
            <a:defRPr sz="2100"/>
          </a:lvl8pPr>
          <a:lvl9pPr marL="1828800" indent="-228600" algn="l">
            <a:defRPr sz="2100"/>
          </a:lvl9pPr>
        </a:lstStyle>
        <a:p>
          <a:pPr lvl="0">
            <a:lnSpc>
              <a:spcPct val="100000"/>
            </a:lnSpc>
            <a:spcBef>
              <a:spcPct val="0"/>
            </a:spcBef>
            <a:spcAft>
              <a:spcPct val="35000"/>
            </a:spcAft>
          </a:pPr>
          <a:r>
            <a:rPr lang="zh-CN" altLang="en-US" sz="3200" dirty="0" smtClean="0"/>
            <a:t>模块</a:t>
          </a:r>
          <a:endParaRPr lang="zh-CN" altLang="en-US" sz="3200" dirty="0"/>
        </a:p>
      </dsp:txBody>
      <dsp:txXfrm>
        <a:off x="474792" y="287871"/>
        <a:ext cx="5573880" cy="576041"/>
      </dsp:txXfrm>
    </dsp:sp>
    <dsp:sp modelId="{E2716414-100F-449C-AD15-1D86D8467CAC}">
      <dsp:nvSpPr>
        <dsp:cNvPr id="8" name="椭圆 7"/>
        <dsp:cNvSpPr/>
      </dsp:nvSpPr>
      <dsp:spPr bwMode="white">
        <a:xfrm>
          <a:off x="114766" y="215866"/>
          <a:ext cx="720051" cy="720051"/>
        </a:xfrm>
        <a:prstGeom prst="ellipse">
          <a:avLst/>
        </a:prstGeom>
      </dsp:spPr>
      <dsp:style>
        <a:lnRef idx="2">
          <a:schemeClr val="accent1"/>
        </a:lnRef>
        <a:fillRef idx="1">
          <a:schemeClr val="lt1"/>
        </a:fillRef>
        <a:effectRef idx="0">
          <a:scrgbClr r="0" g="0" b="0"/>
        </a:effectRef>
        <a:fontRef idx="minor"/>
      </dsp:style>
      <dsp:txXfrm>
        <a:off x="114766" y="215866"/>
        <a:ext cx="720051" cy="720051"/>
      </dsp:txXfrm>
    </dsp:sp>
    <dsp:sp modelId="{4BB00A72-CF4F-43CB-8AD0-B6ED7F99C27C}">
      <dsp:nvSpPr>
        <dsp:cNvPr id="9" name="矩形 8"/>
        <dsp:cNvSpPr/>
      </dsp:nvSpPr>
      <dsp:spPr bwMode="white">
        <a:xfrm>
          <a:off x="805049" y="1152082"/>
          <a:ext cx="5243623" cy="576041"/>
        </a:xfrm>
        <a:prstGeom prst="rect">
          <a:avLst/>
        </a:prstGeom>
      </dsp:spPr>
      <dsp:style>
        <a:lnRef idx="2">
          <a:schemeClr val="lt1"/>
        </a:lnRef>
        <a:fillRef idx="1">
          <a:schemeClr val="accent1"/>
        </a:fillRef>
        <a:effectRef idx="0">
          <a:scrgbClr r="0" g="0" b="0"/>
        </a:effectRef>
        <a:fontRef idx="minor">
          <a:schemeClr val="lt1"/>
        </a:fontRef>
      </dsp:style>
      <dsp:txBody>
        <a:bodyPr lIns="457232" tIns="81280" rIns="81280" bIns="81280" anchor="ctr"/>
        <a:lstStyle>
          <a:lvl1pPr algn="l">
            <a:defRPr sz="2800"/>
          </a:lvl1pPr>
          <a:lvl2pPr marL="228600" indent="-228600" algn="l">
            <a:defRPr sz="2100"/>
          </a:lvl2pPr>
          <a:lvl3pPr marL="457200" indent="-228600" algn="l">
            <a:defRPr sz="2100"/>
          </a:lvl3pPr>
          <a:lvl4pPr marL="685800" indent="-228600" algn="l">
            <a:defRPr sz="2100"/>
          </a:lvl4pPr>
          <a:lvl5pPr marL="914400" indent="-228600" algn="l">
            <a:defRPr sz="2100"/>
          </a:lvl5pPr>
          <a:lvl6pPr marL="1143000" indent="-228600" algn="l">
            <a:defRPr sz="2100"/>
          </a:lvl6pPr>
          <a:lvl7pPr marL="1371600" indent="-228600" algn="l">
            <a:defRPr sz="2100"/>
          </a:lvl7pPr>
          <a:lvl8pPr marL="1600200" indent="-228600" algn="l">
            <a:defRPr sz="2100"/>
          </a:lvl8pPr>
          <a:lvl9pPr marL="1828800" indent="-228600" algn="l">
            <a:defRPr sz="2100"/>
          </a:lvl9pPr>
        </a:lstStyle>
        <a:p>
          <a:pPr lvl="0">
            <a:lnSpc>
              <a:spcPct val="100000"/>
            </a:lnSpc>
            <a:spcBef>
              <a:spcPct val="0"/>
            </a:spcBef>
            <a:spcAft>
              <a:spcPct val="35000"/>
            </a:spcAft>
          </a:pPr>
          <a:r>
            <a:rPr lang="zh-CN" altLang="en-US" sz="3200" dirty="0" smtClean="0"/>
            <a:t>模块化</a:t>
          </a:r>
          <a:endParaRPr lang="zh-CN" altLang="en-US" sz="3200" dirty="0"/>
        </a:p>
      </dsp:txBody>
      <dsp:txXfrm>
        <a:off x="805049" y="1152082"/>
        <a:ext cx="5243623" cy="576041"/>
      </dsp:txXfrm>
    </dsp:sp>
    <dsp:sp modelId="{97565D88-474C-4628-BC28-802F99749A2C}">
      <dsp:nvSpPr>
        <dsp:cNvPr id="10" name="椭圆 9"/>
        <dsp:cNvSpPr/>
      </dsp:nvSpPr>
      <dsp:spPr bwMode="white">
        <a:xfrm>
          <a:off x="445024" y="1080077"/>
          <a:ext cx="720051" cy="720051"/>
        </a:xfrm>
        <a:prstGeom prst="ellipse">
          <a:avLst/>
        </a:prstGeom>
      </dsp:spPr>
      <dsp:style>
        <a:lnRef idx="2">
          <a:schemeClr val="accent1"/>
        </a:lnRef>
        <a:fillRef idx="1">
          <a:schemeClr val="lt1"/>
        </a:fillRef>
        <a:effectRef idx="0">
          <a:scrgbClr r="0" g="0" b="0"/>
        </a:effectRef>
        <a:fontRef idx="minor"/>
      </dsp:style>
      <dsp:txXfrm>
        <a:off x="445024" y="1080077"/>
        <a:ext cx="720051" cy="720051"/>
      </dsp:txXfrm>
    </dsp:sp>
    <dsp:sp modelId="{127C6E97-9FED-45E1-9B87-C35034D4DA77}">
      <dsp:nvSpPr>
        <dsp:cNvPr id="11" name="矩形 10"/>
        <dsp:cNvSpPr/>
      </dsp:nvSpPr>
      <dsp:spPr bwMode="white">
        <a:xfrm>
          <a:off x="805049" y="2016293"/>
          <a:ext cx="5243623" cy="576041"/>
        </a:xfrm>
        <a:prstGeom prst="rect">
          <a:avLst/>
        </a:prstGeom>
      </dsp:spPr>
      <dsp:style>
        <a:lnRef idx="2">
          <a:schemeClr val="lt1"/>
        </a:lnRef>
        <a:fillRef idx="1">
          <a:schemeClr val="accent1"/>
        </a:fillRef>
        <a:effectRef idx="0">
          <a:scrgbClr r="0" g="0" b="0"/>
        </a:effectRef>
        <a:fontRef idx="minor">
          <a:schemeClr val="lt1"/>
        </a:fontRef>
      </dsp:style>
      <dsp:txBody>
        <a:bodyPr lIns="457232" tIns="81280" rIns="81280" bIns="81280" anchor="ctr"/>
        <a:lstStyle>
          <a:lvl1pPr algn="l">
            <a:defRPr sz="2800"/>
          </a:lvl1pPr>
          <a:lvl2pPr marL="228600" indent="-228600" algn="l">
            <a:defRPr sz="2100"/>
          </a:lvl2pPr>
          <a:lvl3pPr marL="457200" indent="-228600" algn="l">
            <a:defRPr sz="2100"/>
          </a:lvl3pPr>
          <a:lvl4pPr marL="685800" indent="-228600" algn="l">
            <a:defRPr sz="2100"/>
          </a:lvl4pPr>
          <a:lvl5pPr marL="914400" indent="-228600" algn="l">
            <a:defRPr sz="2100"/>
          </a:lvl5pPr>
          <a:lvl6pPr marL="1143000" indent="-228600" algn="l">
            <a:defRPr sz="2100"/>
          </a:lvl6pPr>
          <a:lvl7pPr marL="1371600" indent="-228600" algn="l">
            <a:defRPr sz="2100"/>
          </a:lvl7pPr>
          <a:lvl8pPr marL="1600200" indent="-228600" algn="l">
            <a:defRPr sz="2100"/>
          </a:lvl8pPr>
          <a:lvl9pPr marL="1828800" indent="-228600" algn="l">
            <a:defRPr sz="2100"/>
          </a:lvl9pPr>
        </a:lstStyle>
        <a:p>
          <a:pPr lvl="0">
            <a:lnSpc>
              <a:spcPct val="100000"/>
            </a:lnSpc>
            <a:spcBef>
              <a:spcPct val="0"/>
            </a:spcBef>
            <a:spcAft>
              <a:spcPct val="35000"/>
            </a:spcAft>
          </a:pPr>
          <a:r>
            <a:rPr lang="zh-CN" altLang="en-US" sz="3200" dirty="0" smtClean="0"/>
            <a:t>模块独立性</a:t>
          </a:r>
          <a:endParaRPr lang="zh-CN" altLang="en-US" sz="3200" dirty="0"/>
        </a:p>
      </dsp:txBody>
      <dsp:txXfrm>
        <a:off x="805049" y="2016293"/>
        <a:ext cx="5243623" cy="576041"/>
      </dsp:txXfrm>
    </dsp:sp>
    <dsp:sp modelId="{1313337C-5897-4A2B-83A9-E9A9235DED47}">
      <dsp:nvSpPr>
        <dsp:cNvPr id="12" name="椭圆 11"/>
        <dsp:cNvSpPr/>
      </dsp:nvSpPr>
      <dsp:spPr bwMode="white">
        <a:xfrm>
          <a:off x="445024" y="1944288"/>
          <a:ext cx="720051" cy="720051"/>
        </a:xfrm>
        <a:prstGeom prst="ellipse">
          <a:avLst/>
        </a:prstGeom>
      </dsp:spPr>
      <dsp:style>
        <a:lnRef idx="2">
          <a:schemeClr val="accent1"/>
        </a:lnRef>
        <a:fillRef idx="1">
          <a:schemeClr val="lt1"/>
        </a:fillRef>
        <a:effectRef idx="0">
          <a:scrgbClr r="0" g="0" b="0"/>
        </a:effectRef>
        <a:fontRef idx="minor"/>
      </dsp:style>
      <dsp:txXfrm>
        <a:off x="445024" y="1944288"/>
        <a:ext cx="720051" cy="720051"/>
      </dsp:txXfrm>
    </dsp:sp>
    <dsp:sp modelId="{941E4501-A38D-42F3-AB62-9FBA78290FF5}">
      <dsp:nvSpPr>
        <dsp:cNvPr id="13" name="矩形 12"/>
        <dsp:cNvSpPr/>
      </dsp:nvSpPr>
      <dsp:spPr bwMode="white">
        <a:xfrm>
          <a:off x="474792" y="2880504"/>
          <a:ext cx="5573880" cy="576041"/>
        </a:xfrm>
        <a:prstGeom prst="rect">
          <a:avLst/>
        </a:prstGeom>
      </dsp:spPr>
      <dsp:style>
        <a:lnRef idx="2">
          <a:schemeClr val="lt1"/>
        </a:lnRef>
        <a:fillRef idx="1">
          <a:schemeClr val="accent1"/>
        </a:fillRef>
        <a:effectRef idx="0">
          <a:scrgbClr r="0" g="0" b="0"/>
        </a:effectRef>
        <a:fontRef idx="minor">
          <a:schemeClr val="lt1"/>
        </a:fontRef>
      </dsp:style>
      <dsp:txBody>
        <a:bodyPr lIns="457232" tIns="71120" rIns="71120" bIns="71120" anchor="ctr"/>
        <a:lstStyle>
          <a:lvl1pPr algn="l">
            <a:defRPr sz="2800"/>
          </a:lvl1pPr>
          <a:lvl2pPr marL="228600" indent="-228600" algn="l">
            <a:defRPr sz="2100"/>
          </a:lvl2pPr>
          <a:lvl3pPr marL="457200" indent="-228600" algn="l">
            <a:defRPr sz="2100"/>
          </a:lvl3pPr>
          <a:lvl4pPr marL="685800" indent="-228600" algn="l">
            <a:defRPr sz="2100"/>
          </a:lvl4pPr>
          <a:lvl5pPr marL="914400" indent="-228600" algn="l">
            <a:defRPr sz="2100"/>
          </a:lvl5pPr>
          <a:lvl6pPr marL="1143000" indent="-228600" algn="l">
            <a:defRPr sz="2100"/>
          </a:lvl6pPr>
          <a:lvl7pPr marL="1371600" indent="-228600" algn="l">
            <a:defRPr sz="2100"/>
          </a:lvl7pPr>
          <a:lvl8pPr marL="1600200" indent="-228600" algn="l">
            <a:defRPr sz="2100"/>
          </a:lvl8pPr>
          <a:lvl9pPr marL="1828800" indent="-228600" algn="l">
            <a:defRPr sz="2100"/>
          </a:lvl9pPr>
        </a:lstStyle>
        <a:p>
          <a:pPr lvl="0">
            <a:lnSpc>
              <a:spcPct val="100000"/>
            </a:lnSpc>
            <a:spcBef>
              <a:spcPct val="0"/>
            </a:spcBef>
            <a:spcAft>
              <a:spcPct val="35000"/>
            </a:spcAft>
          </a:pPr>
          <a:r>
            <a:rPr lang="zh-CN" altLang="en-US" dirty="0" smtClean="0"/>
            <a:t>抽象与逐步求精</a:t>
          </a:r>
          <a:endParaRPr lang="zh-CN" altLang="en-US" dirty="0"/>
        </a:p>
      </dsp:txBody>
      <dsp:txXfrm>
        <a:off x="474792" y="2880504"/>
        <a:ext cx="5573880" cy="576041"/>
      </dsp:txXfrm>
    </dsp:sp>
    <dsp:sp modelId="{9728D556-6F8E-458C-B2E0-AAE64385950D}">
      <dsp:nvSpPr>
        <dsp:cNvPr id="14" name="椭圆 13"/>
        <dsp:cNvSpPr/>
      </dsp:nvSpPr>
      <dsp:spPr bwMode="white">
        <a:xfrm>
          <a:off x="114766" y="2808499"/>
          <a:ext cx="720051" cy="720051"/>
        </a:xfrm>
        <a:prstGeom prst="ellipse">
          <a:avLst/>
        </a:prstGeom>
      </dsp:spPr>
      <dsp:style>
        <a:lnRef idx="2">
          <a:schemeClr val="accent1"/>
        </a:lnRef>
        <a:fillRef idx="1">
          <a:schemeClr val="lt1"/>
        </a:fillRef>
        <a:effectRef idx="0">
          <a:scrgbClr r="0" g="0" b="0"/>
        </a:effectRef>
        <a:fontRef idx="minor"/>
      </dsp:style>
      <dsp:txXfrm>
        <a:off x="114766" y="2808499"/>
        <a:ext cx="720051" cy="720051"/>
      </dsp:txXfrm>
    </dsp:sp>
    <dsp:sp modelId="{87B881BE-1148-4C54-A7D2-EA18E5FC8884}">
      <dsp:nvSpPr>
        <dsp:cNvPr id="3" name="矩形 2" hidden="1"/>
        <dsp:cNvSpPr/>
      </dsp:nvSpPr>
      <dsp:spPr bwMode="white">
        <a:xfrm>
          <a:off x="100278" y="74952"/>
          <a:ext cx="36000" cy="36000"/>
        </a:xfrm>
        <a:prstGeom prst="rect">
          <a:avLst/>
        </a:prstGeom>
      </dsp:spPr>
      <dsp:style>
        <a:lnRef idx="2">
          <a:schemeClr val="lt1"/>
        </a:lnRef>
        <a:fillRef idx="1">
          <a:schemeClr val="accent1"/>
        </a:fillRef>
        <a:effectRef idx="0">
          <a:scrgbClr r="0" g="0" b="0"/>
        </a:effectRef>
        <a:fontRef idx="minor">
          <a:schemeClr val="lt1"/>
        </a:fontRef>
      </dsp:style>
      <dsp:txXfrm>
        <a:off x="100278" y="74952"/>
        <a:ext cx="36000" cy="36000"/>
      </dsp:txXfrm>
    </dsp:sp>
    <dsp:sp modelId="{6432F0D6-421F-45AD-AF4A-8FEB03D155FF}">
      <dsp:nvSpPr>
        <dsp:cNvPr id="5" name="矩形 4" hidden="1"/>
        <dsp:cNvSpPr/>
      </dsp:nvSpPr>
      <dsp:spPr bwMode="white">
        <a:xfrm>
          <a:off x="837270" y="1854208"/>
          <a:ext cx="36000" cy="36000"/>
        </a:xfrm>
        <a:prstGeom prst="rect">
          <a:avLst/>
        </a:prstGeom>
      </dsp:spPr>
      <dsp:style>
        <a:lnRef idx="2">
          <a:schemeClr val="lt1"/>
        </a:lnRef>
        <a:fillRef idx="1">
          <a:schemeClr val="accent1"/>
        </a:fillRef>
        <a:effectRef idx="0">
          <a:scrgbClr r="0" g="0" b="0"/>
        </a:effectRef>
        <a:fontRef idx="minor">
          <a:schemeClr val="lt1"/>
        </a:fontRef>
      </dsp:style>
      <dsp:txXfrm>
        <a:off x="837270" y="1854208"/>
        <a:ext cx="36000" cy="36000"/>
      </dsp:txXfrm>
    </dsp:sp>
    <dsp:sp modelId="{2B103D66-47ED-43EE-AD12-FCA2A30F4910}">
      <dsp:nvSpPr>
        <dsp:cNvPr id="6" name="矩形 5" hidden="1"/>
        <dsp:cNvSpPr/>
      </dsp:nvSpPr>
      <dsp:spPr bwMode="white">
        <a:xfrm>
          <a:off x="100278" y="3633464"/>
          <a:ext cx="36000" cy="36000"/>
        </a:xfrm>
        <a:prstGeom prst="rect">
          <a:avLst/>
        </a:prstGeom>
      </dsp:spPr>
      <dsp:style>
        <a:lnRef idx="2">
          <a:schemeClr val="lt1"/>
        </a:lnRef>
        <a:fillRef idx="1">
          <a:schemeClr val="accent1"/>
        </a:fillRef>
        <a:effectRef idx="0">
          <a:scrgbClr r="0" g="0" b="0"/>
        </a:effectRef>
        <a:fontRef idx="minor">
          <a:schemeClr val="lt1"/>
        </a:fontRef>
      </dsp:style>
      <dsp:txXfrm>
        <a:off x="100278" y="3633464"/>
        <a:ext cx="36000" cy="36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079067" cy="4056473"/>
        <a:chOff x="0" y="0"/>
        <a:chExt cx="6079067" cy="4056473"/>
      </a:xfrm>
    </dsp:grpSpPr>
    <dsp:sp modelId="{C6F6F296-B27F-4543-A1EA-7EE8CA3905C5}">
      <dsp:nvSpPr>
        <dsp:cNvPr id="4" name="空心弧 3"/>
        <dsp:cNvSpPr/>
      </dsp:nvSpPr>
      <dsp:spPr bwMode="white">
        <a:xfrm>
          <a:off x="-4543353" y="-715713"/>
          <a:ext cx="5487900" cy="5487900"/>
        </a:xfrm>
        <a:prstGeom prst="blockArc">
          <a:avLst>
            <a:gd name="adj1" fmla="val 18900000"/>
            <a:gd name="adj2" fmla="val 2700000"/>
            <a:gd name="adj3" fmla="val 330"/>
          </a:avLst>
        </a:prstGeom>
      </dsp:spPr>
      <dsp:style>
        <a:lnRef idx="2">
          <a:schemeClr val="accent1">
            <a:shade val="60000"/>
          </a:schemeClr>
        </a:lnRef>
        <a:fillRef idx="0">
          <a:schemeClr val="accent1"/>
        </a:fillRef>
        <a:effectRef idx="0">
          <a:scrgbClr r="0" g="0" b="0"/>
        </a:effectRef>
        <a:fontRef idx="minor"/>
      </dsp:style>
      <dsp:txXfrm>
        <a:off x="-4543353" y="-715713"/>
        <a:ext cx="5487900" cy="5487900"/>
      </dsp:txXfrm>
    </dsp:sp>
    <dsp:sp modelId="{175C4239-7320-4B26-A1A1-E71156B3A1A5}">
      <dsp:nvSpPr>
        <dsp:cNvPr id="7" name="矩形 6"/>
        <dsp:cNvSpPr/>
      </dsp:nvSpPr>
      <dsp:spPr bwMode="white">
        <a:xfrm>
          <a:off x="619018" y="405647"/>
          <a:ext cx="5460050" cy="811295"/>
        </a:xfrm>
        <a:prstGeom prst="rect">
          <a:avLst/>
        </a:prstGeom>
      </dsp:spPr>
      <dsp:style>
        <a:lnRef idx="2">
          <a:schemeClr val="lt1"/>
        </a:lnRef>
        <a:fillRef idx="1">
          <a:schemeClr val="accent1"/>
        </a:fillRef>
        <a:effectRef idx="0">
          <a:scrgbClr r="0" g="0" b="0"/>
        </a:effectRef>
        <a:fontRef idx="minor">
          <a:schemeClr val="lt1"/>
        </a:fontRef>
      </dsp:style>
      <dsp:txBody>
        <a:bodyPr lIns="643965" tIns="60960" rIns="60960" bIns="6096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zh-CN" altLang="en-US" sz="2400" b="1" dirty="0" smtClean="0"/>
            <a:t>软件设计的目标和任务</a:t>
          </a:r>
          <a:endParaRPr lang="zh-CN" altLang="en-US" sz="2400" dirty="0"/>
        </a:p>
      </dsp:txBody>
      <dsp:txXfrm>
        <a:off x="619018" y="405647"/>
        <a:ext cx="5460050" cy="811295"/>
      </dsp:txXfrm>
    </dsp:sp>
    <dsp:sp modelId="{E2716414-100F-449C-AD15-1D86D8467CAC}">
      <dsp:nvSpPr>
        <dsp:cNvPr id="8" name="椭圆 7"/>
        <dsp:cNvSpPr/>
      </dsp:nvSpPr>
      <dsp:spPr bwMode="white">
        <a:xfrm>
          <a:off x="111959" y="304236"/>
          <a:ext cx="1014118" cy="1014118"/>
        </a:xfrm>
        <a:prstGeom prst="ellipse">
          <a:avLst/>
        </a:prstGeom>
      </dsp:spPr>
      <dsp:style>
        <a:lnRef idx="2">
          <a:schemeClr val="accent1"/>
        </a:lnRef>
        <a:fillRef idx="1">
          <a:schemeClr val="lt1"/>
        </a:fillRef>
        <a:effectRef idx="0">
          <a:scrgbClr r="0" g="0" b="0"/>
        </a:effectRef>
        <a:fontRef idx="minor"/>
      </dsp:style>
      <dsp:txXfrm>
        <a:off x="111959" y="304236"/>
        <a:ext cx="1014118" cy="1014118"/>
      </dsp:txXfrm>
    </dsp:sp>
    <dsp:sp modelId="{4BB00A72-CF4F-43CB-8AD0-B6ED7F99C27C}">
      <dsp:nvSpPr>
        <dsp:cNvPr id="9" name="矩形 8"/>
        <dsp:cNvSpPr/>
      </dsp:nvSpPr>
      <dsp:spPr bwMode="white">
        <a:xfrm>
          <a:off x="913923" y="1622589"/>
          <a:ext cx="5165144" cy="811295"/>
        </a:xfrm>
        <a:prstGeom prst="rect">
          <a:avLst/>
        </a:prstGeom>
      </dsp:spPr>
      <dsp:style>
        <a:lnRef idx="2">
          <a:schemeClr val="lt1"/>
        </a:lnRef>
        <a:fillRef idx="1">
          <a:schemeClr val="accent1"/>
        </a:fillRef>
        <a:effectRef idx="0">
          <a:scrgbClr r="0" g="0" b="0"/>
        </a:effectRef>
        <a:fontRef idx="minor">
          <a:schemeClr val="lt1"/>
        </a:fontRef>
      </dsp:style>
      <dsp:txBody>
        <a:bodyPr lIns="643965" tIns="60960" rIns="60960" bIns="6096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zh-CN" altLang="en-US" sz="2400" b="1" dirty="0" smtClean="0"/>
            <a:t>结构化设计的概念与原则</a:t>
          </a:r>
          <a:endParaRPr lang="zh-CN" altLang="en-US" sz="2400" dirty="0"/>
        </a:p>
      </dsp:txBody>
      <dsp:txXfrm>
        <a:off x="913923" y="1622589"/>
        <a:ext cx="5165144" cy="811295"/>
      </dsp:txXfrm>
    </dsp:sp>
    <dsp:sp modelId="{97565D88-474C-4628-BC28-802F99749A2C}">
      <dsp:nvSpPr>
        <dsp:cNvPr id="10" name="椭圆 9"/>
        <dsp:cNvSpPr/>
      </dsp:nvSpPr>
      <dsp:spPr bwMode="white">
        <a:xfrm>
          <a:off x="406864" y="1521178"/>
          <a:ext cx="1014118" cy="1014118"/>
        </a:xfrm>
        <a:prstGeom prst="ellipse">
          <a:avLst/>
        </a:prstGeom>
      </dsp:spPr>
      <dsp:style>
        <a:lnRef idx="2">
          <a:schemeClr val="accent1"/>
        </a:lnRef>
        <a:fillRef idx="1">
          <a:schemeClr val="lt1"/>
        </a:fillRef>
        <a:effectRef idx="0">
          <a:scrgbClr r="0" g="0" b="0"/>
        </a:effectRef>
        <a:fontRef idx="minor"/>
      </dsp:style>
      <dsp:txXfrm>
        <a:off x="406864" y="1521178"/>
        <a:ext cx="1014118" cy="1014118"/>
      </dsp:txXfrm>
    </dsp:sp>
    <dsp:sp modelId="{127C6E97-9FED-45E1-9B87-C35034D4DA77}">
      <dsp:nvSpPr>
        <dsp:cNvPr id="11" name="矩形 10"/>
        <dsp:cNvSpPr/>
      </dsp:nvSpPr>
      <dsp:spPr bwMode="white">
        <a:xfrm>
          <a:off x="619018" y="2839531"/>
          <a:ext cx="5460050" cy="811295"/>
        </a:xfrm>
        <a:prstGeom prst="rect">
          <a:avLst/>
        </a:prstGeom>
      </dsp:spPr>
      <dsp:style>
        <a:lnRef idx="2">
          <a:schemeClr val="lt1"/>
        </a:lnRef>
        <a:fillRef idx="1">
          <a:schemeClr val="accent1"/>
        </a:fillRef>
        <a:effectRef idx="0">
          <a:scrgbClr r="0" g="0" b="0"/>
        </a:effectRef>
        <a:fontRef idx="minor">
          <a:schemeClr val="lt1"/>
        </a:fontRef>
      </dsp:style>
      <dsp:txBody>
        <a:bodyPr lIns="643965" tIns="60960" rIns="60960" bIns="6096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zh-CN" altLang="en-US" sz="2400" b="1" dirty="0" smtClean="0">
              <a:solidFill>
                <a:srgbClr val="FF0000"/>
              </a:solidFill>
            </a:rPr>
            <a:t>如何结构化设计</a:t>
          </a:r>
          <a:endParaRPr lang="zh-CN" altLang="en-US" sz="2400" b="1" dirty="0">
            <a:solidFill>
              <a:srgbClr val="FF0000"/>
            </a:solidFill>
          </a:endParaRPr>
        </a:p>
      </dsp:txBody>
      <dsp:txXfrm>
        <a:off x="619018" y="2839531"/>
        <a:ext cx="5460050" cy="811295"/>
      </dsp:txXfrm>
    </dsp:sp>
    <dsp:sp modelId="{1313337C-5897-4A2B-83A9-E9A9235DED47}">
      <dsp:nvSpPr>
        <dsp:cNvPr id="12" name="椭圆 11"/>
        <dsp:cNvSpPr/>
      </dsp:nvSpPr>
      <dsp:spPr bwMode="white">
        <a:xfrm>
          <a:off x="111959" y="2738120"/>
          <a:ext cx="1014118" cy="1014118"/>
        </a:xfrm>
        <a:prstGeom prst="ellipse">
          <a:avLst/>
        </a:prstGeom>
      </dsp:spPr>
      <dsp:style>
        <a:lnRef idx="2">
          <a:schemeClr val="accent1"/>
        </a:lnRef>
        <a:fillRef idx="1">
          <a:schemeClr val="lt1"/>
        </a:fillRef>
        <a:effectRef idx="0">
          <a:scrgbClr r="0" g="0" b="0"/>
        </a:effectRef>
        <a:fontRef idx="minor"/>
      </dsp:style>
      <dsp:txXfrm>
        <a:off x="111959" y="2738120"/>
        <a:ext cx="1014118" cy="1014118"/>
      </dsp:txXfrm>
    </dsp:sp>
    <dsp:sp modelId="{87B881BE-1148-4C54-A7D2-EA18E5FC8884}">
      <dsp:nvSpPr>
        <dsp:cNvPr id="3" name="矩形 2" hidden="1"/>
        <dsp:cNvSpPr/>
      </dsp:nvSpPr>
      <dsp:spPr bwMode="white">
        <a:xfrm>
          <a:off x="110135" y="82699"/>
          <a:ext cx="36000" cy="36000"/>
        </a:xfrm>
        <a:prstGeom prst="rect">
          <a:avLst/>
        </a:prstGeom>
      </dsp:spPr>
      <dsp:style>
        <a:lnRef idx="2">
          <a:schemeClr val="lt1"/>
        </a:lnRef>
        <a:fillRef idx="1">
          <a:schemeClr val="accent1"/>
        </a:fillRef>
        <a:effectRef idx="0">
          <a:scrgbClr r="0" g="0" b="0"/>
        </a:effectRef>
        <a:fontRef idx="minor">
          <a:schemeClr val="lt1"/>
        </a:fontRef>
      </dsp:style>
      <dsp:txXfrm>
        <a:off x="110135" y="82699"/>
        <a:ext cx="36000" cy="36000"/>
      </dsp:txXfrm>
    </dsp:sp>
    <dsp:sp modelId="{6432F0D6-421F-45AD-AF4A-8FEB03D155FF}">
      <dsp:nvSpPr>
        <dsp:cNvPr id="5" name="矩形 4" hidden="1"/>
        <dsp:cNvSpPr/>
      </dsp:nvSpPr>
      <dsp:spPr bwMode="white">
        <a:xfrm>
          <a:off x="908548" y="2010237"/>
          <a:ext cx="36000" cy="36000"/>
        </a:xfrm>
        <a:prstGeom prst="rect">
          <a:avLst/>
        </a:prstGeom>
      </dsp:spPr>
      <dsp:style>
        <a:lnRef idx="2">
          <a:schemeClr val="lt1"/>
        </a:lnRef>
        <a:fillRef idx="1">
          <a:schemeClr val="accent1"/>
        </a:fillRef>
        <a:effectRef idx="0">
          <a:scrgbClr r="0" g="0" b="0"/>
        </a:effectRef>
        <a:fontRef idx="minor">
          <a:schemeClr val="lt1"/>
        </a:fontRef>
      </dsp:style>
      <dsp:txXfrm>
        <a:off x="908548" y="2010237"/>
        <a:ext cx="36000" cy="36000"/>
      </dsp:txXfrm>
    </dsp:sp>
    <dsp:sp modelId="{2B103D66-47ED-43EE-AD12-FCA2A30F4910}">
      <dsp:nvSpPr>
        <dsp:cNvPr id="6" name="矩形 5" hidden="1"/>
        <dsp:cNvSpPr/>
      </dsp:nvSpPr>
      <dsp:spPr bwMode="white">
        <a:xfrm>
          <a:off x="110135" y="3937775"/>
          <a:ext cx="36000" cy="36000"/>
        </a:xfrm>
        <a:prstGeom prst="rect">
          <a:avLst/>
        </a:prstGeom>
      </dsp:spPr>
      <dsp:style>
        <a:lnRef idx="2">
          <a:schemeClr val="lt1"/>
        </a:lnRef>
        <a:fillRef idx="1">
          <a:schemeClr val="accent1"/>
        </a:fillRef>
        <a:effectRef idx="0">
          <a:scrgbClr r="0" g="0" b="0"/>
        </a:effectRef>
        <a:fontRef idx="minor">
          <a:schemeClr val="lt1"/>
        </a:fontRef>
      </dsp:style>
      <dsp:txXfrm>
        <a:off x="110135" y="3937775"/>
        <a:ext cx="36000" cy="36000"/>
      </dsp:txXfrm>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srcNode" val="srcNode"/>
            <dgm:param type="dstNode" val="dstNode"/>
            <dgm:param type="endSty" val="noArr"/>
            <dgm:param type="connRout" val="curve"/>
            <dgm:param type="begPts" val="ctr"/>
            <dgm:param type="endPts" val="ct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parTxRTLAlign" val="l"/>
                <dgm:param type="shpTxLTRAlignCh" val="l"/>
                <dgm:param type="shpTxRTLAlignCh" val="l"/>
              </dgm:alg>
            </dgm:if>
            <dgm:else name="Name2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parTxRTLAlign" val="l"/>
                <dgm:param type="shpTxLTRAlignCh" val="l"/>
                <dgm:param type="shpTxRTLAlignCh" val="l"/>
              </dgm:alg>
            </dgm:if>
            <dgm:else name="Name3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parTxRTLAlign" val="l"/>
                <dgm:param type="shpTxLTRAlignCh" val="l"/>
                <dgm:param type="shpTxRTLAlignCh" val="l"/>
              </dgm:alg>
            </dgm:if>
            <dgm:else name="Name3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parTxRTLAlign" val="l"/>
                <dgm:param type="shpTxLTRAlignCh" val="l"/>
                <dgm:param type="shpTxRTLAlignCh" val="l"/>
              </dgm:alg>
            </dgm:if>
            <dgm:else name="Name4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parTxRTLAlign" val="l"/>
                <dgm:param type="shpTxLTRAlignCh" val="l"/>
                <dgm:param type="shpTxRTLAlignCh" val="l"/>
              </dgm:alg>
            </dgm:if>
            <dgm:else name="Name4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parTxRTLAlign" val="l"/>
                <dgm:param type="shpTxLTRAlignCh" val="l"/>
                <dgm:param type="shpTxRTLAlignCh" val="l"/>
              </dgm:alg>
            </dgm:if>
            <dgm:else name="Name5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parTxRTLAlign" val="l"/>
                <dgm:param type="shpTxLTRAlignCh" val="l"/>
                <dgm:param type="shpTxRTLAlignCh" val="l"/>
              </dgm:alg>
            </dgm:if>
            <dgm:else name="Name5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srcNode" val="srcNode"/>
            <dgm:param type="dstNode" val="dstNode"/>
            <dgm:param type="endSty" val="noArr"/>
            <dgm:param type="connRout" val="curve"/>
            <dgm:param type="begPts" val="ctr"/>
            <dgm:param type="endPts" val="ct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parTxRTLAlign" val="l"/>
                <dgm:param type="shpTxLTRAlignCh" val="l"/>
                <dgm:param type="shpTxRTLAlignCh" val="l"/>
              </dgm:alg>
            </dgm:if>
            <dgm:else name="Name2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parTxRTLAlign" val="l"/>
                <dgm:param type="shpTxLTRAlignCh" val="l"/>
                <dgm:param type="shpTxRTLAlignCh" val="l"/>
              </dgm:alg>
            </dgm:if>
            <dgm:else name="Name3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parTxRTLAlign" val="l"/>
                <dgm:param type="shpTxLTRAlignCh" val="l"/>
                <dgm:param type="shpTxRTLAlignCh" val="l"/>
              </dgm:alg>
            </dgm:if>
            <dgm:else name="Name3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parTxRTLAlign" val="l"/>
                <dgm:param type="shpTxLTRAlignCh" val="l"/>
                <dgm:param type="shpTxRTLAlignCh" val="l"/>
              </dgm:alg>
            </dgm:if>
            <dgm:else name="Name4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parTxRTLAlign" val="l"/>
                <dgm:param type="shpTxLTRAlignCh" val="l"/>
                <dgm:param type="shpTxRTLAlignCh" val="l"/>
              </dgm:alg>
            </dgm:if>
            <dgm:else name="Name4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parTxRTLAlign" val="l"/>
                <dgm:param type="shpTxLTRAlignCh" val="l"/>
                <dgm:param type="shpTxRTLAlignCh" val="l"/>
              </dgm:alg>
            </dgm:if>
            <dgm:else name="Name5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parTxRTLAlign" val="l"/>
                <dgm:param type="shpTxLTRAlignCh" val="l"/>
                <dgm:param type="shpTxRTLAlignCh" val="l"/>
              </dgm:alg>
            </dgm:if>
            <dgm:else name="Name5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3.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srcNode" val="srcNode"/>
            <dgm:param type="dstNode" val="dstNode"/>
            <dgm:param type="endSty" val="noArr"/>
            <dgm:param type="connRout" val="curve"/>
            <dgm:param type="begPts" val="ctr"/>
            <dgm:param type="endPts" val="ct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parTxRTLAlign" val="l"/>
                <dgm:param type="shpTxLTRAlignCh" val="l"/>
                <dgm:param type="shpTxRTLAlignCh" val="l"/>
              </dgm:alg>
            </dgm:if>
            <dgm:else name="Name2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parTxRTLAlign" val="l"/>
                <dgm:param type="shpTxLTRAlignCh" val="l"/>
                <dgm:param type="shpTxRTLAlignCh" val="l"/>
              </dgm:alg>
            </dgm:if>
            <dgm:else name="Name3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parTxRTLAlign" val="l"/>
                <dgm:param type="shpTxLTRAlignCh" val="l"/>
                <dgm:param type="shpTxRTLAlignCh" val="l"/>
              </dgm:alg>
            </dgm:if>
            <dgm:else name="Name3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parTxRTLAlign" val="l"/>
                <dgm:param type="shpTxLTRAlignCh" val="l"/>
                <dgm:param type="shpTxRTLAlignCh" val="l"/>
              </dgm:alg>
            </dgm:if>
            <dgm:else name="Name4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parTxRTLAlign" val="l"/>
                <dgm:param type="shpTxLTRAlignCh" val="l"/>
                <dgm:param type="shpTxRTLAlignCh" val="l"/>
              </dgm:alg>
            </dgm:if>
            <dgm:else name="Name4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parTxRTLAlign" val="l"/>
                <dgm:param type="shpTxLTRAlignCh" val="l"/>
                <dgm:param type="shpTxRTLAlignCh" val="l"/>
              </dgm:alg>
            </dgm:if>
            <dgm:else name="Name5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parTxRTLAlign" val="l"/>
                <dgm:param type="shpTxLTRAlignCh" val="l"/>
                <dgm:param type="shpTxRTLAlignCh" val="l"/>
              </dgm:alg>
            </dgm:if>
            <dgm:else name="Name5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5.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6.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7.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8.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6.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5190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buFontTx/>
              <a:buNone/>
              <a:defRPr kumimoji="0" sz="1200" b="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51907"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buFontTx/>
              <a:buNone/>
              <a:defRPr kumimoji="0" sz="1200" b="0">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148" name="Rectangle 4"/>
          <p:cNvSpPr>
            <a:spLocks noRot="1" noTextEdit="1"/>
          </p:cNvSpPr>
          <p:nvPr>
            <p:ph type="sldImg" idx="2"/>
          </p:nvPr>
        </p:nvSpPr>
        <p:spPr>
          <a:xfrm>
            <a:off x="1144588" y="685800"/>
            <a:ext cx="4568825" cy="3429000"/>
          </a:xfrm>
          <a:prstGeom prst="rect">
            <a:avLst/>
          </a:prstGeom>
          <a:noFill/>
          <a:ln w="9525" cap="flat" cmpd="sng">
            <a:solidFill>
              <a:srgbClr val="000000"/>
            </a:solidFill>
            <a:prstDash val="solid"/>
            <a:miter/>
            <a:headEnd type="none" w="med" len="med"/>
            <a:tailEnd type="none" w="med" len="med"/>
          </a:ln>
        </p:spPr>
      </p:sp>
      <p:sp>
        <p:nvSpPr>
          <p:cNvPr id="251909"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51910"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buFontTx/>
              <a:buNone/>
              <a:defRPr kumimoji="0" sz="1200" b="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51911"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buFontTx/>
              <a:buNone/>
              <a:defRPr kumimoji="0" sz="1200" b="0">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1C933386-985D-4751-A756-B685436D31CD}" type="slidenum">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9219" name="Rectangle 2"/>
          <p:cNvSpPr>
            <a:spLocks noRot="1" noTextEdit="1"/>
          </p:cNvSpPr>
          <p:nvPr>
            <p:ph type="sldImg"/>
          </p:nvPr>
        </p:nvSpPr>
        <p:spPr>
          <a:ln/>
        </p:spPr>
      </p:sp>
      <p:sp>
        <p:nvSpPr>
          <p:cNvPr id="9220" name="Rectangle 3"/>
          <p:cNvSpPr>
            <a:spLocks noGrp="1"/>
          </p:cNvSpPr>
          <p:nvPr>
            <p:ph type="body" idx="1"/>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1267" name="Rectangle 2"/>
          <p:cNvSpPr>
            <a:spLocks noRot="1" noTextEdit="1"/>
          </p:cNvSpPr>
          <p:nvPr>
            <p:ph type="sldImg"/>
          </p:nvPr>
        </p:nvSpPr>
        <p:spPr>
          <a:ln/>
        </p:spPr>
      </p:sp>
      <p:sp>
        <p:nvSpPr>
          <p:cNvPr id="11268" name="Rectangle 3"/>
          <p:cNvSpPr>
            <a:spLocks noGrp="1"/>
          </p:cNvSpPr>
          <p:nvPr>
            <p:ph type="body" idx="1"/>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5363" name="Rectangle 2"/>
          <p:cNvSpPr>
            <a:spLocks noRot="1" noTextEdit="1"/>
          </p:cNvSpPr>
          <p:nvPr>
            <p:ph type="sldImg"/>
          </p:nvPr>
        </p:nvSpPr>
        <p:spPr>
          <a:ln/>
        </p:spPr>
      </p:sp>
      <p:sp>
        <p:nvSpPr>
          <p:cNvPr id="15364" name="Rectangle 3"/>
          <p:cNvSpPr>
            <a:spLocks noGrp="1"/>
          </p:cNvSpPr>
          <p:nvPr>
            <p:ph type="body" idx="1"/>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7411" name="Rectangle 2"/>
          <p:cNvSpPr>
            <a:spLocks noRot="1" noTextEdit="1"/>
          </p:cNvSpPr>
          <p:nvPr>
            <p:ph type="sldImg"/>
          </p:nvPr>
        </p:nvSpPr>
        <p:spPr>
          <a:ln/>
        </p:spPr>
      </p:sp>
      <p:sp>
        <p:nvSpPr>
          <p:cNvPr id="17412" name="Rectangle 3"/>
          <p:cNvSpPr>
            <a:spLocks noGrp="1"/>
          </p:cNvSpPr>
          <p:nvPr>
            <p:ph type="body" idx="1"/>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9459" name="Rectangle 2"/>
          <p:cNvSpPr>
            <a:spLocks noRot="1" noTextEdit="1"/>
          </p:cNvSpPr>
          <p:nvPr>
            <p:ph type="sldImg"/>
          </p:nvPr>
        </p:nvSpPr>
        <p:spPr>
          <a:ln/>
        </p:spPr>
      </p:sp>
      <p:sp>
        <p:nvSpPr>
          <p:cNvPr id="19460" name="Rectangle 3"/>
          <p:cNvSpPr>
            <a:spLocks noGrp="1"/>
          </p:cNvSpPr>
          <p:nvPr>
            <p:ph type="body" idx="1"/>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21507" name="Rectangle 2"/>
          <p:cNvSpPr>
            <a:spLocks noRot="1" noTextEdit="1"/>
          </p:cNvSpPr>
          <p:nvPr>
            <p:ph type="sldImg"/>
          </p:nvPr>
        </p:nvSpPr>
        <p:spPr>
          <a:ln/>
        </p:spPr>
      </p:sp>
      <p:sp>
        <p:nvSpPr>
          <p:cNvPr id="21508" name="Rectangle 3"/>
          <p:cNvSpPr>
            <a:spLocks noGrp="1"/>
          </p:cNvSpPr>
          <p:nvPr>
            <p:ph type="body" idx="1"/>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23555" name="Rectangle 2"/>
          <p:cNvSpPr>
            <a:spLocks noRot="1" noTextEdit="1"/>
          </p:cNvSpPr>
          <p:nvPr>
            <p:ph type="sldImg"/>
          </p:nvPr>
        </p:nvSpPr>
        <p:spPr>
          <a:ln/>
        </p:spPr>
      </p:sp>
      <p:sp>
        <p:nvSpPr>
          <p:cNvPr id="23556" name="Rectangle 3"/>
          <p:cNvSpPr>
            <a:spLocks noGrp="1"/>
          </p:cNvSpPr>
          <p:nvPr>
            <p:ph type="body" idx="1"/>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幻灯片图像占位符 1"/>
          <p:cNvSpPr>
            <a:spLocks noGrp="1" noRot="1" noChangeAspect="1" noTextEdit="1"/>
          </p:cNvSpPr>
          <p:nvPr>
            <p:ph type="sldImg"/>
          </p:nvPr>
        </p:nvSpPr>
        <p:spPr>
          <a:ln/>
        </p:spPr>
      </p:sp>
      <p:sp>
        <p:nvSpPr>
          <p:cNvPr id="69635" name="备注占位符 2"/>
          <p:cNvSpPr>
            <a:spLocks noGrp="1"/>
          </p:cNvSpPr>
          <p:nvPr>
            <p:ph type="body" idx="1"/>
          </p:nvPr>
        </p:nvSpPr>
        <p:spPr>
          <a:ln/>
        </p:spPr>
        <p:txBody>
          <a:bodyPr wrap="square" lIns="91440" tIns="45720" rIns="91440" bIns="45720" anchor="t" anchorCtr="0"/>
          <a:p>
            <a:pPr lvl="0"/>
            <a:r>
              <a:rPr lang="zh-CN" altLang="en-US" dirty="0"/>
              <a:t>是模块功能强度</a:t>
            </a:r>
            <a:r>
              <a:rPr lang="en-US" altLang="zh-CN" dirty="0"/>
              <a:t>(</a:t>
            </a:r>
            <a:r>
              <a:rPr lang="zh-CN" altLang="en-US" dirty="0"/>
              <a:t>一个模块内部各个元素彼此结合的紧密程度</a:t>
            </a:r>
            <a:r>
              <a:rPr lang="en-US" altLang="zh-CN" dirty="0"/>
              <a:t>)</a:t>
            </a:r>
            <a:r>
              <a:rPr lang="zh-CN" altLang="en-US" dirty="0"/>
              <a:t>的度量。一个内聚程度高的模块</a:t>
            </a:r>
            <a:r>
              <a:rPr lang="en-US" altLang="zh-CN" dirty="0"/>
              <a:t>(</a:t>
            </a:r>
            <a:r>
              <a:rPr lang="zh-CN" altLang="en-US" dirty="0"/>
              <a:t>在理想情况下</a:t>
            </a:r>
            <a:r>
              <a:rPr lang="en-US" altLang="zh-CN" dirty="0"/>
              <a:t>)</a:t>
            </a:r>
            <a:r>
              <a:rPr lang="zh-CN" altLang="en-US" dirty="0"/>
              <a:t>应当只做一件事。</a:t>
            </a:r>
            <a:endParaRPr lang="zh-CN" altLang="en-US" dirty="0"/>
          </a:p>
        </p:txBody>
      </p:sp>
      <p:sp>
        <p:nvSpPr>
          <p:cNvPr id="6963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fld>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幻灯片图像占位符 1"/>
          <p:cNvSpPr>
            <a:spLocks noGrp="1" noRot="1" noChangeAspect="1" noTextEdit="1"/>
          </p:cNvSpPr>
          <p:nvPr>
            <p:ph type="sldImg"/>
          </p:nvPr>
        </p:nvSpPr>
        <p:spPr>
          <a:ln/>
        </p:spPr>
      </p:sp>
      <p:sp>
        <p:nvSpPr>
          <p:cNvPr id="79875" name="备注占位符 2"/>
          <p:cNvSpPr>
            <a:spLocks noGrp="1"/>
          </p:cNvSpPr>
          <p:nvPr>
            <p:ph type="body" idx="1"/>
          </p:nvPr>
        </p:nvSpPr>
        <p:spPr>
          <a:ln/>
        </p:spPr>
        <p:txBody>
          <a:bodyPr wrap="square" lIns="91440" tIns="45720" rIns="91440" bIns="45720" anchor="t" anchorCtr="0"/>
          <a:p>
            <a:pPr lvl="0"/>
            <a:r>
              <a:rPr lang="zh-CN" altLang="en-US" dirty="0"/>
              <a:t>是模块功能强度</a:t>
            </a:r>
            <a:r>
              <a:rPr lang="en-US" altLang="zh-CN" dirty="0"/>
              <a:t>(</a:t>
            </a:r>
            <a:r>
              <a:rPr lang="zh-CN" altLang="en-US" dirty="0"/>
              <a:t>一个模块内部各个元素彼此结合的紧密程度</a:t>
            </a:r>
            <a:r>
              <a:rPr lang="en-US" altLang="zh-CN" dirty="0"/>
              <a:t>)</a:t>
            </a:r>
            <a:r>
              <a:rPr lang="zh-CN" altLang="en-US" dirty="0"/>
              <a:t>的度量。一个内聚程度高的模块</a:t>
            </a:r>
            <a:r>
              <a:rPr lang="en-US" altLang="zh-CN" dirty="0"/>
              <a:t>(</a:t>
            </a:r>
            <a:r>
              <a:rPr lang="zh-CN" altLang="en-US" dirty="0"/>
              <a:t>在理想情况下</a:t>
            </a:r>
            <a:r>
              <a:rPr lang="en-US" altLang="zh-CN" dirty="0"/>
              <a:t>)</a:t>
            </a:r>
            <a:r>
              <a:rPr lang="zh-CN" altLang="en-US" dirty="0"/>
              <a:t>应当只做一件事。</a:t>
            </a:r>
            <a:endParaRPr lang="zh-CN" altLang="en-US" dirty="0"/>
          </a:p>
        </p:txBody>
      </p:sp>
      <p:sp>
        <p:nvSpPr>
          <p:cNvPr id="7987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fld>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幻灯片图像占位符 1"/>
          <p:cNvSpPr>
            <a:spLocks noGrp="1" noRot="1" noChangeAspect="1" noTextEdit="1"/>
          </p:cNvSpPr>
          <p:nvPr>
            <p:ph type="sldImg"/>
          </p:nvPr>
        </p:nvSpPr>
        <p:spPr>
          <a:ln/>
        </p:spPr>
      </p:sp>
      <p:sp>
        <p:nvSpPr>
          <p:cNvPr id="83971" name="备注占位符 2"/>
          <p:cNvSpPr>
            <a:spLocks noGrp="1"/>
          </p:cNvSpPr>
          <p:nvPr>
            <p:ph type="body" idx="1"/>
          </p:nvPr>
        </p:nvSpPr>
        <p:spPr>
          <a:ln/>
        </p:spPr>
        <p:txBody>
          <a:bodyPr wrap="square" lIns="91440" tIns="45720" rIns="91440" bIns="45720" anchor="t" anchorCtr="0"/>
          <a:p>
            <a:pPr lvl="0"/>
            <a:r>
              <a:rPr lang="zh-CN" altLang="en-US" dirty="0"/>
              <a:t>如果两个模块共享的数据很多，都通过参数传递可能很不方便，这时可以利用公共环境耦合。</a:t>
            </a:r>
            <a:endParaRPr lang="zh-CN" altLang="en-US" dirty="0"/>
          </a:p>
          <a:p>
            <a:pPr lvl="0"/>
            <a:endParaRPr lang="zh-CN" altLang="en-US" dirty="0"/>
          </a:p>
        </p:txBody>
      </p:sp>
      <p:sp>
        <p:nvSpPr>
          <p:cNvPr id="8397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fld>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幻灯片图像占位符 1"/>
          <p:cNvSpPr>
            <a:spLocks noGrp="1" noRot="1" noChangeAspect="1" noTextEdit="1"/>
          </p:cNvSpPr>
          <p:nvPr>
            <p:ph type="sldImg"/>
          </p:nvPr>
        </p:nvSpPr>
        <p:spPr>
          <a:ln/>
        </p:spPr>
      </p:sp>
      <p:sp>
        <p:nvSpPr>
          <p:cNvPr id="86019" name="备注占位符 2"/>
          <p:cNvSpPr>
            <a:spLocks noGrp="1"/>
          </p:cNvSpPr>
          <p:nvPr>
            <p:ph type="body" idx="1"/>
          </p:nvPr>
        </p:nvSpPr>
        <p:spPr>
          <a:ln/>
        </p:spPr>
        <p:txBody>
          <a:bodyPr wrap="square" lIns="91440" tIns="45720" rIns="91440" bIns="45720" anchor="t" anchorCtr="0"/>
          <a:p>
            <a:pPr lvl="0"/>
            <a:r>
              <a:rPr lang="zh-CN" altLang="en-US" dirty="0"/>
              <a:t>一组模块都访问同一全局简单变量而不是同一全局数据结构，而且不是通过参数表传递该全局变量的信息，则称之为外部耦合。</a:t>
            </a:r>
            <a:endParaRPr lang="en-US" altLang="zh-CN" dirty="0"/>
          </a:p>
          <a:p>
            <a:pPr lvl="0"/>
            <a:endParaRPr lang="zh-CN" altLang="en-US" dirty="0"/>
          </a:p>
        </p:txBody>
      </p:sp>
      <p:sp>
        <p:nvSpPr>
          <p:cNvPr id="8602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fld>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9" name="标题 8"/>
          <p:cNvSpPr>
            <a:spLocks noGrp="1"/>
          </p:cNvSpPr>
          <p:nvPr>
            <p:ph type="ctrTitle"/>
          </p:nvPr>
        </p:nvSpPr>
        <p:spPr>
          <a:xfrm>
            <a:off x="531918" y="1369060"/>
            <a:ext cx="7829838" cy="1825413"/>
          </a:xfrm>
          <a:ln>
            <a:noFill/>
          </a:ln>
        </p:spPr>
        <p:txBody>
          <a:bodyPr tIns="0" rIns="18244">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zh-CN" altLang="en-US" smtClean="0"/>
              <a:t>单击此处编辑母版标题样式</a:t>
            </a:r>
            <a:endParaRPr lang="en-US"/>
          </a:p>
        </p:txBody>
      </p:sp>
      <p:sp>
        <p:nvSpPr>
          <p:cNvPr id="17" name="副标题 16"/>
          <p:cNvSpPr>
            <a:spLocks noGrp="1"/>
          </p:cNvSpPr>
          <p:nvPr>
            <p:ph type="subTitle" idx="1"/>
          </p:nvPr>
        </p:nvSpPr>
        <p:spPr>
          <a:xfrm>
            <a:off x="531919" y="3222557"/>
            <a:ext cx="7832877" cy="1749354"/>
          </a:xfrm>
        </p:spPr>
        <p:txBody>
          <a:bodyPr lIns="0" rIns="18244"/>
          <a:lstStyle>
            <a:lvl1pPr marL="0" marR="45720" indent="0" algn="r">
              <a:buNone/>
              <a:defRPr>
                <a:solidFill>
                  <a:schemeClr val="tx1"/>
                </a:solidFill>
              </a:defRPr>
            </a:lvl1pPr>
            <a:lvl2pPr marL="455930" indent="0" algn="ctr">
              <a:buNone/>
            </a:lvl2pPr>
            <a:lvl3pPr marL="912495" indent="0" algn="ctr">
              <a:buNone/>
            </a:lvl3pPr>
            <a:lvl4pPr marL="1368425" indent="0" algn="ctr">
              <a:buNone/>
            </a:lvl4pPr>
            <a:lvl5pPr marL="1824355" indent="0" algn="ctr">
              <a:buNone/>
            </a:lvl5pPr>
            <a:lvl6pPr marL="2280285" indent="0" algn="ctr">
              <a:buNone/>
            </a:lvl6pPr>
            <a:lvl7pPr marL="2736850" indent="0" algn="ctr">
              <a:buNone/>
            </a:lvl7pPr>
            <a:lvl8pPr marL="3192780" indent="0" algn="ctr">
              <a:buNone/>
            </a:lvl8pPr>
            <a:lvl9pPr marL="3648710" indent="0" algn="ctr">
              <a:buNone/>
            </a:lvl9pPr>
          </a:lstStyle>
          <a:p>
            <a:r>
              <a:rPr lang="zh-CN" altLang="en-US" smtClean="0"/>
              <a:t>单击此处编辑母版副标题样式</a:t>
            </a:r>
            <a:endParaRPr lang="en-US"/>
          </a:p>
        </p:txBody>
      </p:sp>
      <p:sp>
        <p:nvSpPr>
          <p:cNvPr id="14" name="日期占位符 29"/>
          <p:cNvSpPr>
            <a:spLocks noGrp="1"/>
          </p:cNvSpPr>
          <p:nvPr>
            <p:ph type="dt" sz="half" idx="2"/>
          </p:nvPr>
        </p:nvSpPr>
        <p:spPr>
          <a:xfrm>
            <a:off x="455613" y="6345238"/>
            <a:ext cx="2127250" cy="363538"/>
          </a:xfrm>
          <a:prstGeom prst="rect">
            <a:avLst/>
          </a:prstGeom>
        </p:spPr>
        <p:txBody>
          <a:bodyPr vert="horz" lIns="0" tIns="0" rIns="0" bIns="0"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15" name="页脚占位符 18"/>
          <p:cNvSpPr>
            <a:spLocks noGrp="1"/>
          </p:cNvSpPr>
          <p:nvPr>
            <p:ph type="ftr" sz="quarter" idx="3"/>
          </p:nvPr>
        </p:nvSpPr>
        <p:spPr>
          <a:xfrm>
            <a:off x="2659063" y="6345238"/>
            <a:ext cx="3343275" cy="363538"/>
          </a:xfrm>
          <a:prstGeom prst="rect">
            <a:avLst/>
          </a:prstGeom>
        </p:spPr>
        <p:txBody>
          <a:bodyPr vert="horz" lIns="0" tIns="0" rIns="0" bIns="0"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16" name="灯片编号占位符 26"/>
          <p:cNvSpPr>
            <a:spLocks noGrp="1"/>
          </p:cNvSpPr>
          <p:nvPr>
            <p:ph type="sldNum" sz="quarter" idx="4"/>
          </p:nvPr>
        </p:nvSpPr>
        <p:spPr>
          <a:xfrm>
            <a:off x="7902575" y="6345238"/>
            <a:ext cx="760413" cy="363538"/>
          </a:xfrm>
          <a:prstGeom prst="rect">
            <a:avLst/>
          </a:prstGeom>
        </p:spPr>
        <p:txBody>
          <a:bodyPr vert="horz" wrap="square" lIns="0" tIns="0" rIns="0" bIns="0" numCol="1" anchor="b" anchorCtr="0" compatLnSpc="1"/>
          <a:lstStyle>
            <a:lvl1pPr>
              <a:defRPr>
                <a:solidFill>
                  <a:srgbClr val="D1EAEE"/>
                </a:solidFill>
              </a:defRPr>
            </a:lvl1pPr>
          </a:lstStyle>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E300928A-1C52-42DF-9417-E3CE033C7BB1}" type="slidenum">
              <a:rPr kumimoji="0" lang="en-US" altLang="zh-CN" sz="1200" b="1" i="0" u="none" strike="noStrike" kern="1200" cap="none" spc="0" normalizeH="0" baseline="0" noProof="0">
                <a:ln>
                  <a:noFill/>
                </a:ln>
                <a:solidFill>
                  <a:srgbClr val="D1EAEE"/>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a:ln>
                <a:noFill/>
              </a:ln>
              <a:solidFill>
                <a:srgbClr val="D1EAEE"/>
              </a:solidFill>
              <a:effectLst/>
              <a:uLnTx/>
              <a:uFillTx/>
              <a:latin typeface="黑体" panose="02010609060101010101" pitchFamily="49" charset="-122"/>
              <a:ea typeface="黑体" panose="02010609060101010101" pitchFamily="49" charset="-122"/>
              <a:cs typeface="+mn-cs"/>
            </a:endParaRPr>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5" name="页脚占位符 4"/>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1AB85B91-FF61-4397-90A5-AD466B448FDA}" type="slidenum">
              <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28879" y="1314298"/>
            <a:ext cx="7750810" cy="1359933"/>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zh-CN" altLang="en-US" smtClean="0"/>
              <a:t>单击此处编辑母版标题样式</a:t>
            </a:r>
            <a:endParaRPr lang="en-US"/>
          </a:p>
        </p:txBody>
      </p:sp>
      <p:sp>
        <p:nvSpPr>
          <p:cNvPr id="3" name="文本占位符 2"/>
          <p:cNvSpPr>
            <a:spLocks noGrp="1"/>
          </p:cNvSpPr>
          <p:nvPr>
            <p:ph type="body" idx="1"/>
          </p:nvPr>
        </p:nvSpPr>
        <p:spPr>
          <a:xfrm>
            <a:off x="528879" y="2699655"/>
            <a:ext cx="7750810" cy="1506916"/>
          </a:xfrm>
        </p:spPr>
        <p:txBody>
          <a:bodyPr lIns="45610" rIns="4561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smtClean="0"/>
              <a:t>单击此处编辑母版文本样式</a:t>
            </a:r>
            <a:endParaRPr lang="zh-CN" altLang="en-US" smtClean="0"/>
          </a:p>
        </p:txBody>
      </p:sp>
      <p:sp>
        <p:nvSpPr>
          <p:cNvPr id="14" name="日期占位符 3"/>
          <p:cNvSpPr>
            <a:spLocks noGrp="1"/>
          </p:cNvSpPr>
          <p:nvPr>
            <p:ph type="dt" sz="half" idx="2"/>
          </p:nvPr>
        </p:nvSpPr>
        <p:spPr>
          <a:xfrm>
            <a:off x="455613" y="6345238"/>
            <a:ext cx="2127250" cy="363538"/>
          </a:xfrm>
          <a:prstGeom prst="rect">
            <a:avLst/>
          </a:prstGeom>
        </p:spPr>
        <p:txBody>
          <a:bodyPr vert="horz" lIns="0" tIns="0" rIns="0" bIns="0"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15" name="页脚占位符 4"/>
          <p:cNvSpPr>
            <a:spLocks noGrp="1"/>
          </p:cNvSpPr>
          <p:nvPr>
            <p:ph type="ftr" sz="quarter" idx="3"/>
          </p:nvPr>
        </p:nvSpPr>
        <p:spPr>
          <a:xfrm>
            <a:off x="2659063" y="6345238"/>
            <a:ext cx="3343275" cy="363538"/>
          </a:xfrm>
          <a:prstGeom prst="rect">
            <a:avLst/>
          </a:prstGeom>
        </p:spPr>
        <p:txBody>
          <a:bodyPr vert="horz" lIns="0" tIns="0" rIns="0" bIns="0"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16" name="灯片编号占位符 5"/>
          <p:cNvSpPr>
            <a:spLocks noGrp="1"/>
          </p:cNvSpPr>
          <p:nvPr>
            <p:ph type="sldNum" sz="quarter" idx="4"/>
          </p:nvPr>
        </p:nvSpPr>
        <p:spPr>
          <a:xfrm>
            <a:off x="7902575" y="6345238"/>
            <a:ext cx="760413" cy="363538"/>
          </a:xfrm>
          <a:prstGeom prst="rect">
            <a:avLst/>
          </a:prstGeom>
        </p:spPr>
        <p:txBody>
          <a:bodyPr vert="horz" wrap="square" lIns="0" tIns="0" rIns="0" bIns="0" numCol="1" anchor="b" anchorCtr="0" compatLnSpc="1"/>
          <a:lstStyle>
            <a:lvl1pPr>
              <a:defRPr>
                <a:solidFill>
                  <a:srgbClr val="D1EAEE"/>
                </a:solidFill>
              </a:defRPr>
            </a:lvl1pPr>
          </a:lstStyle>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7C86F5ED-7345-4C1D-BBF9-51F3CCD8D84E}" type="slidenum">
              <a:rPr kumimoji="0" lang="en-US" altLang="zh-CN" sz="1200" b="1" i="0" u="none" strike="noStrike" kern="1200" cap="none" spc="0" normalizeH="0" baseline="0" noProof="0">
                <a:ln>
                  <a:noFill/>
                </a:ln>
                <a:solidFill>
                  <a:srgbClr val="D1EAEE"/>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a:ln>
                <a:noFill/>
              </a:ln>
              <a:solidFill>
                <a:srgbClr val="D1EAEE"/>
              </a:solidFill>
              <a:effectLst/>
              <a:uLnTx/>
              <a:uFillTx/>
              <a:latin typeface="黑体" panose="02010609060101010101" pitchFamily="49" charset="-122"/>
              <a:ea typeface="黑体" panose="02010609060101010101" pitchFamily="49" charset="-122"/>
              <a:cs typeface="+mn-cs"/>
            </a:endParaRPr>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5930" y="702784"/>
            <a:ext cx="8206740" cy="1140883"/>
          </a:xfrm>
        </p:spPr>
        <p:txBody>
          <a:bodyPr/>
          <a:lstStyle/>
          <a:p>
            <a:r>
              <a:rPr lang="zh-CN" altLang="en-US" smtClean="0"/>
              <a:t>单击此处编辑母版标题样式</a:t>
            </a:r>
            <a:endParaRPr lang="en-US"/>
          </a:p>
        </p:txBody>
      </p:sp>
      <p:sp>
        <p:nvSpPr>
          <p:cNvPr id="3" name="内容占位符 2"/>
          <p:cNvSpPr>
            <a:spLocks noGrp="1"/>
          </p:cNvSpPr>
          <p:nvPr>
            <p:ph sz="half" idx="1"/>
          </p:nvPr>
        </p:nvSpPr>
        <p:spPr>
          <a:xfrm>
            <a:off x="455930" y="1916529"/>
            <a:ext cx="4027382" cy="4426627"/>
          </a:xfrm>
        </p:spPr>
        <p:txBody>
          <a:bodyPr/>
          <a:lstStyle>
            <a:lvl1pPr>
              <a:defRPr sz="2600"/>
            </a:lvl1pPr>
            <a:lvl2pPr>
              <a:defRPr sz="2400"/>
            </a:lvl2pPr>
            <a:lvl3pPr>
              <a:defRPr sz="2000"/>
            </a:lvl3pPr>
            <a:lvl4pPr>
              <a:defRPr sz="1800"/>
            </a:lvl4pPr>
            <a:lvl5pPr>
              <a:defRPr sz="1800"/>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内容占位符 3"/>
          <p:cNvSpPr>
            <a:spLocks noGrp="1"/>
          </p:cNvSpPr>
          <p:nvPr>
            <p:ph sz="half" idx="2"/>
          </p:nvPr>
        </p:nvSpPr>
        <p:spPr>
          <a:xfrm>
            <a:off x="4635288" y="1916529"/>
            <a:ext cx="4027382" cy="4426627"/>
          </a:xfrm>
        </p:spPr>
        <p:txBody>
          <a:bodyPr/>
          <a:lstStyle>
            <a:lvl1pPr>
              <a:defRPr sz="2600"/>
            </a:lvl1pPr>
            <a:lvl2pPr>
              <a:defRPr sz="2400"/>
            </a:lvl2pPr>
            <a:lvl3pPr>
              <a:defRPr sz="2000"/>
            </a:lvl3pPr>
            <a:lvl4pPr>
              <a:defRPr sz="1800"/>
            </a:lvl4pPr>
            <a:lvl5pPr>
              <a:defRPr sz="1800"/>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6" name="页脚占位符 5"/>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1AB85B91-FF61-4397-90A5-AD466B448FDA}" type="slidenum">
              <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5930" y="702784"/>
            <a:ext cx="8206740" cy="1140883"/>
          </a:xfrm>
        </p:spPr>
        <p:txBody>
          <a:bodyPr/>
          <a:lstStyle>
            <a:lvl1pPr>
              <a:defRPr/>
            </a:lvl1pPr>
          </a:lstStyle>
          <a:p>
            <a:r>
              <a:rPr lang="zh-CN" altLang="en-US" smtClean="0"/>
              <a:t>单击此处编辑母版标题样式</a:t>
            </a:r>
            <a:endParaRPr lang="en-US"/>
          </a:p>
        </p:txBody>
      </p:sp>
      <p:sp>
        <p:nvSpPr>
          <p:cNvPr id="3" name="文本占位符 2"/>
          <p:cNvSpPr>
            <a:spLocks noGrp="1"/>
          </p:cNvSpPr>
          <p:nvPr>
            <p:ph type="body" idx="1"/>
          </p:nvPr>
        </p:nvSpPr>
        <p:spPr>
          <a:xfrm>
            <a:off x="455930" y="1851812"/>
            <a:ext cx="4028965" cy="658131"/>
          </a:xfrm>
        </p:spPr>
        <p:txBody>
          <a:bodyPr lIns="45610" tIns="0" rIns="4561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zh-CN" altLang="en-US" smtClean="0"/>
              <a:t>单击此处编辑母版文本样式</a:t>
            </a:r>
            <a:endParaRPr lang="zh-CN" altLang="en-US" smtClean="0"/>
          </a:p>
        </p:txBody>
      </p:sp>
      <p:sp>
        <p:nvSpPr>
          <p:cNvPr id="4" name="文本占位符 3"/>
          <p:cNvSpPr>
            <a:spLocks noGrp="1"/>
          </p:cNvSpPr>
          <p:nvPr>
            <p:ph type="body" sz="half" idx="3"/>
          </p:nvPr>
        </p:nvSpPr>
        <p:spPr>
          <a:xfrm>
            <a:off x="4632123" y="1856314"/>
            <a:ext cx="4030548" cy="653630"/>
          </a:xfrm>
        </p:spPr>
        <p:txBody>
          <a:bodyPr lIns="45610" tIns="0" rIns="4561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zh-CN" altLang="en-US" smtClean="0"/>
              <a:t>单击此处编辑母版文本样式</a:t>
            </a:r>
            <a:endParaRPr lang="zh-CN" altLang="en-US" smtClean="0"/>
          </a:p>
        </p:txBody>
      </p:sp>
      <p:sp>
        <p:nvSpPr>
          <p:cNvPr id="5" name="内容占位符 4"/>
          <p:cNvSpPr>
            <a:spLocks noGrp="1"/>
          </p:cNvSpPr>
          <p:nvPr>
            <p:ph sz="quarter" idx="2"/>
          </p:nvPr>
        </p:nvSpPr>
        <p:spPr>
          <a:xfrm>
            <a:off x="455930" y="2509943"/>
            <a:ext cx="4028965" cy="3838598"/>
          </a:xfrm>
        </p:spPr>
        <p:txBody>
          <a:bodyPr tIns="0"/>
          <a:lstStyle>
            <a:lvl1pPr>
              <a:defRPr sz="2200"/>
            </a:lvl1pPr>
            <a:lvl2pPr>
              <a:defRPr sz="2000"/>
            </a:lvl2pPr>
            <a:lvl3pPr>
              <a:defRPr sz="1800"/>
            </a:lvl3pPr>
            <a:lvl4pPr>
              <a:defRPr sz="1600"/>
            </a:lvl4pPr>
            <a:lvl5pPr>
              <a:defRPr sz="1600"/>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6" name="内容占位符 5"/>
          <p:cNvSpPr>
            <a:spLocks noGrp="1"/>
          </p:cNvSpPr>
          <p:nvPr>
            <p:ph sz="quarter" idx="4"/>
          </p:nvPr>
        </p:nvSpPr>
        <p:spPr>
          <a:xfrm>
            <a:off x="4632123" y="2509943"/>
            <a:ext cx="4030548" cy="3838598"/>
          </a:xfrm>
        </p:spPr>
        <p:txBody>
          <a:bodyPr tIns="0"/>
          <a:lstStyle>
            <a:lvl1pPr>
              <a:defRPr sz="2200"/>
            </a:lvl1pPr>
            <a:lvl2pPr>
              <a:defRPr sz="2000"/>
            </a:lvl2pPr>
            <a:lvl3pPr>
              <a:defRPr sz="1800"/>
            </a:lvl3pPr>
            <a:lvl4pPr>
              <a:defRPr sz="1600"/>
            </a:lvl4pPr>
            <a:lvl5pPr>
              <a:defRPr sz="1600"/>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8" name="页脚占位符 7"/>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1AB85B91-FF61-4397-90A5-AD466B448FDA}" type="slidenum">
              <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5930" y="702784"/>
            <a:ext cx="8282728" cy="1140883"/>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zh-CN" altLang="en-US" smtClean="0"/>
              <a:t>单击此处编辑母版标题样式</a:t>
            </a:r>
            <a:endParaRPr 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4" name="页脚占位符 3"/>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1AB85B91-FF61-4397-90A5-AD466B448FDA}" type="slidenum">
              <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3" name="页脚占位符 2"/>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1AB85B91-FF61-4397-90A5-AD466B448FDA}" type="slidenum">
              <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83895" y="513400"/>
            <a:ext cx="2735580" cy="1159898"/>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zh-CN" altLang="en-US" smtClean="0"/>
              <a:t>单击此处编辑母版标题样式</a:t>
            </a:r>
            <a:endParaRPr lang="en-US"/>
          </a:p>
        </p:txBody>
      </p:sp>
      <p:sp>
        <p:nvSpPr>
          <p:cNvPr id="3" name="文本占位符 2"/>
          <p:cNvSpPr>
            <a:spLocks noGrp="1"/>
          </p:cNvSpPr>
          <p:nvPr>
            <p:ph type="body" idx="2"/>
          </p:nvPr>
        </p:nvSpPr>
        <p:spPr>
          <a:xfrm>
            <a:off x="683895" y="1673296"/>
            <a:ext cx="2735580" cy="4563533"/>
          </a:xfrm>
        </p:spPr>
        <p:txBody>
          <a:bodyPr lIns="18244" rIns="18244"/>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zh-CN" altLang="en-US" smtClean="0"/>
              <a:t>单击此处编辑母版文本样式</a:t>
            </a:r>
            <a:endParaRPr lang="zh-CN" altLang="en-US" smtClean="0"/>
          </a:p>
        </p:txBody>
      </p:sp>
      <p:sp>
        <p:nvSpPr>
          <p:cNvPr id="4" name="内容占位符 3"/>
          <p:cNvSpPr>
            <a:spLocks noGrp="1"/>
          </p:cNvSpPr>
          <p:nvPr>
            <p:ph sz="half" idx="1"/>
          </p:nvPr>
        </p:nvSpPr>
        <p:spPr>
          <a:xfrm>
            <a:off x="3565119" y="1673296"/>
            <a:ext cx="5097551" cy="4563533"/>
          </a:xfrm>
        </p:spPr>
        <p:txBody>
          <a:bodyPr tIns="0"/>
          <a:lstStyle>
            <a:lvl1pPr>
              <a:defRPr sz="2800"/>
            </a:lvl1pPr>
            <a:lvl2pPr>
              <a:defRPr sz="2600"/>
            </a:lvl2pPr>
            <a:lvl3pPr>
              <a:defRPr sz="2400"/>
            </a:lvl3pPr>
            <a:lvl4pPr>
              <a:defRPr sz="2000"/>
            </a:lvl4pPr>
            <a:lvl5pPr>
              <a:defRPr sz="1800"/>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6" name="页脚占位符 5"/>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1AB85B91-FF61-4397-90A5-AD466B448FDA}" type="slidenum">
              <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图片与标题">
    <p:bg>
      <p:bgPr>
        <a:blipFill rotWithShape="0">
          <a:blip r:embed="rId2"/>
          <a:stretch>
            <a:fillRect/>
          </a:stretch>
        </a:blipFill>
        <a:effectLst/>
      </p:bgPr>
    </p:bg>
    <p:spTree>
      <p:nvGrpSpPr>
        <p:cNvPr id="1" name=""/>
        <p:cNvGrpSpPr/>
        <p:nvPr/>
      </p:nvGrpSpPr>
      <p:grpSpPr>
        <a:xfrm>
          <a:off x="0" y="0"/>
          <a:ext cx="0" cy="0"/>
          <a:chOff x="0" y="0"/>
          <a:chExt cx="0" cy="0"/>
        </a:xfrm>
      </p:grpSpPr>
      <p:sp>
        <p:nvSpPr>
          <p:cNvPr id="14" name="单圆角矩形 13"/>
          <p:cNvSpPr/>
          <p:nvPr/>
        </p:nvSpPr>
        <p:spPr>
          <a:xfrm rot="420000" flipV="1">
            <a:off x="3157538" y="1106488"/>
            <a:ext cx="5241925" cy="4106863"/>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lIns="91221" tIns="45610" rIns="91221" bIns="45610"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15" name="直角三角形 14"/>
          <p:cNvSpPr/>
          <p:nvPr/>
        </p:nvSpPr>
        <p:spPr>
          <a:xfrm rot="420000" flipV="1">
            <a:off x="7981950" y="5349875"/>
            <a:ext cx="155575"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lIns="91221" tIns="45610" rIns="91221" bIns="45610"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16" name="任意多边形 15"/>
          <p:cNvSpPr/>
          <p:nvPr/>
        </p:nvSpPr>
        <p:spPr bwMode="auto">
          <a:xfrm flipV="1">
            <a:off x="-9525" y="5805488"/>
            <a:ext cx="9137650" cy="1039813"/>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lIns="91221" tIns="45610" rIns="91221" bIns="45610"/>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2400" b="1" i="0" u="none" strike="noStrike" kern="1200" cap="none" spc="0" normalizeH="0" baseline="0" noProof="0">
              <a:ln>
                <a:noFill/>
              </a:ln>
              <a:solidFill>
                <a:schemeClr val="tx1"/>
              </a:solidFill>
              <a:effectLst/>
              <a:uLnTx/>
              <a:uFillTx/>
              <a:latin typeface="+mn-lt"/>
              <a:ea typeface="+mn-ea"/>
              <a:cs typeface="+mn-cs"/>
            </a:endParaRPr>
          </a:p>
        </p:txBody>
      </p:sp>
      <p:sp>
        <p:nvSpPr>
          <p:cNvPr id="17" name="任意多边形 16"/>
          <p:cNvSpPr/>
          <p:nvPr/>
        </p:nvSpPr>
        <p:spPr bwMode="auto">
          <a:xfrm flipV="1">
            <a:off x="4368800" y="6208713"/>
            <a:ext cx="4749800" cy="636588"/>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lIns="91221" tIns="45610" rIns="91221" bIns="45610"/>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2400" b="1" i="0" u="none" strike="noStrike" kern="1200" cap="none" spc="0" normalizeH="0" baseline="0" noProof="0">
              <a:ln>
                <a:noFill/>
              </a:ln>
              <a:solidFill>
                <a:schemeClr val="tx1"/>
              </a:solidFill>
              <a:effectLst/>
              <a:uLnTx/>
              <a:uFillTx/>
              <a:latin typeface="+mn-lt"/>
              <a:ea typeface="+mn-ea"/>
              <a:cs typeface="+mn-cs"/>
            </a:endParaRPr>
          </a:p>
        </p:txBody>
      </p:sp>
      <p:sp>
        <p:nvSpPr>
          <p:cNvPr id="2" name="标题 1"/>
          <p:cNvSpPr>
            <a:spLocks noGrp="1"/>
          </p:cNvSpPr>
          <p:nvPr>
            <p:ph type="title"/>
          </p:nvPr>
        </p:nvSpPr>
        <p:spPr>
          <a:xfrm>
            <a:off x="607907" y="1174817"/>
            <a:ext cx="2206701" cy="1579690"/>
          </a:xfrm>
        </p:spPr>
        <p:txBody>
          <a:bodyPr lIns="45610" rIns="45610" bIns="45610"/>
          <a:lstStyle>
            <a:lvl1pPr algn="l">
              <a:buNone/>
              <a:defRPr sz="2000" b="1">
                <a:solidFill>
                  <a:schemeClr val="tx2"/>
                </a:solidFill>
              </a:defRPr>
            </a:lvl1pPr>
          </a:lstStyle>
          <a:p>
            <a:r>
              <a:rPr lang="zh-CN" altLang="en-US" smtClean="0"/>
              <a:t>单击此处编辑母版标题样式</a:t>
            </a:r>
            <a:endParaRPr lang="en-US"/>
          </a:p>
        </p:txBody>
      </p:sp>
      <p:sp>
        <p:nvSpPr>
          <p:cNvPr id="4" name="文本占位符 3"/>
          <p:cNvSpPr>
            <a:spLocks noGrp="1"/>
          </p:cNvSpPr>
          <p:nvPr>
            <p:ph type="body" sz="half" idx="2"/>
          </p:nvPr>
        </p:nvSpPr>
        <p:spPr>
          <a:xfrm>
            <a:off x="607907" y="2823547"/>
            <a:ext cx="2203662" cy="2175284"/>
          </a:xfrm>
        </p:spPr>
        <p:txBody>
          <a:bodyPr lIns="63854" rIns="45610"/>
          <a:lstStyle>
            <a:lvl1pPr marL="0" indent="0" algn="l">
              <a:spcBef>
                <a:spcPts val="250"/>
              </a:spcBef>
              <a:buFontTx/>
              <a:buNone/>
              <a:defRPr sz="1300"/>
            </a:lvl1pPr>
            <a:lvl2pPr>
              <a:defRPr sz="1200"/>
            </a:lvl2pPr>
            <a:lvl3pPr>
              <a:defRPr sz="1000"/>
            </a:lvl3pPr>
            <a:lvl4pPr>
              <a:defRPr sz="900"/>
            </a:lvl4pPr>
            <a:lvl5pPr>
              <a:defRPr sz="900"/>
            </a:lvl5pPr>
          </a:lstStyle>
          <a:p>
            <a:pPr lvl="0"/>
            <a:r>
              <a:rPr lang="zh-CN" altLang="en-US" smtClean="0"/>
              <a:t>单击此处编辑母版文本样式</a:t>
            </a:r>
            <a:endParaRPr lang="zh-CN" altLang="en-US" smtClean="0"/>
          </a:p>
        </p:txBody>
      </p:sp>
      <p:sp>
        <p:nvSpPr>
          <p:cNvPr id="3" name="图片占位符 2"/>
          <p:cNvSpPr>
            <a:spLocks noGrp="1"/>
          </p:cNvSpPr>
          <p:nvPr>
            <p:ph type="pic" idx="1"/>
          </p:nvPr>
        </p:nvSpPr>
        <p:spPr>
          <a:xfrm rot="420000">
            <a:off x="3476110" y="1197296"/>
            <a:ext cx="4604893" cy="3924639"/>
          </a:xfrm>
          <a:prstGeom prst="rect">
            <a:avLst/>
          </a:prstGeom>
          <a:solidFill>
            <a:schemeClr val="bg2"/>
          </a:solidFill>
          <a:ln w="3000" cap="rnd">
            <a:solidFill>
              <a:srgbClr val="C0C0C0"/>
            </a:solidFill>
            <a:round/>
          </a:ln>
          <a:effectLst/>
        </p:spPr>
        <p:txBody>
          <a:bodyPr vert="horz" wrap="square" lIns="91221" tIns="45610" rIns="91221" bIns="45610" numCol="1" anchor="t" anchorCtr="0" compatLnSpc="1">
            <a:normAutofit/>
          </a:bodyPr>
          <a:lstStyle>
            <a:lvl1pPr marL="0" indent="0">
              <a:buNone/>
              <a:defRPr sz="3200"/>
            </a:lvl1pPr>
          </a:lstStyle>
          <a:p>
            <a:pPr marL="0" marR="0" lvl="0" indent="0" algn="l"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None/>
              <a:defRPr/>
            </a:pPr>
            <a:r>
              <a:rPr kumimoji="0" lang="zh-CN" altLang="en-US" sz="3200" b="0" i="0" u="none" strike="noStrike" kern="1200" cap="none" spc="0" normalizeH="0" baseline="0" noProof="0" smtClean="0">
                <a:ln>
                  <a:noFill/>
                </a:ln>
                <a:solidFill>
                  <a:schemeClr val="tx1"/>
                </a:solidFill>
                <a:effectLst/>
                <a:uLnTx/>
                <a:uFillTx/>
                <a:latin typeface="+mn-lt"/>
                <a:ea typeface="宋体" panose="02010600030101010101" pitchFamily="2" charset="-122"/>
                <a:cs typeface="+mn-cs"/>
              </a:rPr>
              <a:t>单击图标添加图片</a:t>
            </a:r>
            <a:endParaRPr kumimoji="0" lang="en-US" sz="32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p:txBody>
      </p:sp>
      <p:sp>
        <p:nvSpPr>
          <p:cNvPr id="19" name="日期占位符 4"/>
          <p:cNvSpPr>
            <a:spLocks noGrp="1"/>
          </p:cNvSpPr>
          <p:nvPr>
            <p:ph type="dt" sz="half" idx="12"/>
          </p:nvPr>
        </p:nvSpPr>
        <p:spPr>
          <a:xfrm>
            <a:off x="455613" y="6345238"/>
            <a:ext cx="2127250" cy="363538"/>
          </a:xfrm>
          <a:prstGeom prst="rect">
            <a:avLst/>
          </a:prstGeom>
        </p:spPr>
        <p:txBody>
          <a:bodyPr vert="horz" lIns="0" tIns="0" rIns="0" bIns="0"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20" name="页脚占位符 5"/>
          <p:cNvSpPr>
            <a:spLocks noGrp="1"/>
          </p:cNvSpPr>
          <p:nvPr>
            <p:ph type="ftr" sz="quarter" idx="3"/>
          </p:nvPr>
        </p:nvSpPr>
        <p:spPr>
          <a:xfrm>
            <a:off x="2659063" y="6345238"/>
            <a:ext cx="3343275" cy="363538"/>
          </a:xfrm>
          <a:prstGeom prst="rect">
            <a:avLst/>
          </a:prstGeom>
        </p:spPr>
        <p:txBody>
          <a:bodyPr vert="horz" lIns="0" tIns="0" rIns="0" bIns="0"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21" name="灯片编号占位符 6"/>
          <p:cNvSpPr>
            <a:spLocks noGrp="1"/>
          </p:cNvSpPr>
          <p:nvPr>
            <p:ph type="sldNum" sz="quarter" idx="4"/>
          </p:nvPr>
        </p:nvSpPr>
        <p:spPr>
          <a:xfrm>
            <a:off x="8054975" y="6345238"/>
            <a:ext cx="608013" cy="363538"/>
          </a:xfrm>
          <a:prstGeom prst="rect">
            <a:avLst/>
          </a:prstGeom>
        </p:spPr>
        <p:txBody>
          <a:bodyPr vert="horz" wrap="square" lIns="0" tIns="0" rIns="0" bIns="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7E9898DF-1623-4890-9DB4-871B1ABC2068}" type="slidenum">
              <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5" name="页脚占位符 4"/>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1AB85B91-FF61-4397-90A5-AD466B448FDA}" type="slidenum">
              <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10985" y="912708"/>
            <a:ext cx="2051685" cy="5202112"/>
          </a:xfrm>
        </p:spPr>
        <p:txBody>
          <a:bodyPr vert="eaVert"/>
          <a:lstStyle/>
          <a:p>
            <a:r>
              <a:rPr lang="zh-CN" altLang="en-US" smtClean="0"/>
              <a:t>单击此处编辑母版标题样式</a:t>
            </a:r>
            <a:endParaRPr lang="en-US"/>
          </a:p>
        </p:txBody>
      </p:sp>
      <p:sp>
        <p:nvSpPr>
          <p:cNvPr id="3" name="竖排文字占位符 2"/>
          <p:cNvSpPr>
            <a:spLocks noGrp="1"/>
          </p:cNvSpPr>
          <p:nvPr>
            <p:ph type="body" orient="vert" idx="1"/>
          </p:nvPr>
        </p:nvSpPr>
        <p:spPr>
          <a:xfrm>
            <a:off x="455930" y="912708"/>
            <a:ext cx="6003078" cy="5202112"/>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5" name="页脚占位符 4"/>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1AB85B91-FF61-4397-90A5-AD466B448FDA}" type="slidenum">
              <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300787" y="684530"/>
            <a:ext cx="8517026" cy="1140883"/>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303954" y="1977531"/>
            <a:ext cx="4182525" cy="387900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38455" y="1977531"/>
            <a:ext cx="4182525" cy="387900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14" name="日期占位符 9"/>
          <p:cNvSpPr>
            <a:spLocks noGrp="1"/>
          </p:cNvSpPr>
          <p:nvPr>
            <p:ph type="dt" sz="half" idx="12"/>
          </p:nvPr>
        </p:nvSpPr>
        <p:spPr>
          <a:xfrm>
            <a:off x="455613" y="6345238"/>
            <a:ext cx="2127250" cy="363538"/>
          </a:xfrm>
          <a:prstGeom prst="rect">
            <a:avLst/>
          </a:prstGeom>
        </p:spPr>
        <p:txBody>
          <a:bodyPr vert="horz" lIns="0" tIns="0" rIns="0" bIns="0"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15" name="页脚占位符 21"/>
          <p:cNvSpPr>
            <a:spLocks noGrp="1"/>
          </p:cNvSpPr>
          <p:nvPr>
            <p:ph type="ftr" sz="quarter" idx="3"/>
          </p:nvPr>
        </p:nvSpPr>
        <p:spPr>
          <a:xfrm>
            <a:off x="2659063" y="6345238"/>
            <a:ext cx="3343275" cy="363538"/>
          </a:xfrm>
          <a:prstGeom prst="rect">
            <a:avLst/>
          </a:prstGeom>
        </p:spPr>
        <p:txBody>
          <a:bodyPr vert="horz" lIns="0" tIns="0" rIns="0" bIns="0"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16" name="灯片编号占位符 17"/>
          <p:cNvSpPr>
            <a:spLocks noGrp="1"/>
          </p:cNvSpPr>
          <p:nvPr>
            <p:ph type="sldNum" sz="quarter" idx="4"/>
          </p:nvPr>
        </p:nvSpPr>
        <p:spPr>
          <a:xfrm>
            <a:off x="7902575" y="6345238"/>
            <a:ext cx="760413" cy="363538"/>
          </a:xfrm>
          <a:prstGeom prst="rect">
            <a:avLst/>
          </a:prstGeom>
        </p:spPr>
        <p:txBody>
          <a:bodyPr vert="horz" wrap="square" lIns="0" tIns="0" rIns="0" bIns="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9DD76104-F319-4311-80B3-4C0124EB21F2}" type="slidenum">
              <a:rPr kumimoji="0" lang="zh-CN" altLang="en-US"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transition>
    <p:pull dir="d"/>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3"/>
          <a:stretch>
            <a:fillRect/>
          </a:stretch>
        </a:blipFill>
        <a:effectLst/>
      </p:bgPr>
    </p:bg>
    <p:spTree>
      <p:nvGrpSpPr>
        <p:cNvPr id="1" name=""/>
        <p:cNvGrpSpPr/>
        <p:nvPr/>
      </p:nvGrpSpPr>
      <p:grpSpPr/>
      <p:sp>
        <p:nvSpPr>
          <p:cNvPr id="7" name="任意多边形 6"/>
          <p:cNvSpPr/>
          <p:nvPr/>
        </p:nvSpPr>
        <p:spPr bwMode="auto">
          <a:xfrm>
            <a:off x="-9525" y="-6350"/>
            <a:ext cx="9137650" cy="1038225"/>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lIns="91221" tIns="45610" rIns="91221" bIns="45610"/>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2400" b="1" i="0" u="none" strike="noStrike" kern="1200" cap="none" spc="0" normalizeH="0" baseline="0" noProof="0">
              <a:ln>
                <a:noFill/>
              </a:ln>
              <a:solidFill>
                <a:schemeClr val="tx1"/>
              </a:solidFill>
              <a:effectLst/>
              <a:uLnTx/>
              <a:uFillTx/>
              <a:latin typeface="+mn-lt"/>
              <a:ea typeface="+mn-ea"/>
              <a:cs typeface="+mn-cs"/>
            </a:endParaRPr>
          </a:p>
        </p:txBody>
      </p:sp>
      <p:sp>
        <p:nvSpPr>
          <p:cNvPr id="8" name="任意多边形 7"/>
          <p:cNvSpPr/>
          <p:nvPr/>
        </p:nvSpPr>
        <p:spPr bwMode="auto">
          <a:xfrm>
            <a:off x="4368800" y="-6350"/>
            <a:ext cx="4749800" cy="636588"/>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lIns="91221" tIns="45610" rIns="91221" bIns="45610"/>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2400" b="1" i="0" u="none" strike="noStrike" kern="1200" cap="none" spc="0" normalizeH="0" baseline="0" noProof="0">
              <a:ln>
                <a:noFill/>
              </a:ln>
              <a:solidFill>
                <a:schemeClr val="tx1"/>
              </a:solidFill>
              <a:effectLst/>
              <a:uLnTx/>
              <a:uFillTx/>
              <a:latin typeface="+mn-lt"/>
              <a:ea typeface="+mn-ea"/>
              <a:cs typeface="+mn-cs"/>
            </a:endParaRPr>
          </a:p>
        </p:txBody>
      </p:sp>
      <p:sp>
        <p:nvSpPr>
          <p:cNvPr id="1028" name="标题占位符 8"/>
          <p:cNvSpPr>
            <a:spLocks noGrp="1"/>
          </p:cNvSpPr>
          <p:nvPr>
            <p:ph type="title"/>
          </p:nvPr>
        </p:nvSpPr>
        <p:spPr>
          <a:xfrm>
            <a:off x="455613" y="703263"/>
            <a:ext cx="8207375" cy="1139825"/>
          </a:xfrm>
          <a:prstGeom prst="rect">
            <a:avLst/>
          </a:prstGeom>
          <a:noFill/>
          <a:ln w="9525">
            <a:noFill/>
          </a:ln>
        </p:spPr>
        <p:txBody>
          <a:bodyPr lIns="0" tIns="45610" rIns="0" bIns="0" anchor="b" anchorCtr="0"/>
          <a:p>
            <a:pPr lvl="0"/>
            <a:r>
              <a:rPr lang="zh-CN" altLang="en-US" dirty="0"/>
              <a:t>单击此处编辑母版标题样式</a:t>
            </a:r>
            <a:endParaRPr lang="en-US" altLang="zh-CN" dirty="0"/>
          </a:p>
        </p:txBody>
      </p:sp>
      <p:sp>
        <p:nvSpPr>
          <p:cNvPr id="1029" name="文本占位符 29"/>
          <p:cNvSpPr>
            <a:spLocks noGrp="1"/>
          </p:cNvSpPr>
          <p:nvPr>
            <p:ph type="body" idx="1"/>
          </p:nvPr>
        </p:nvSpPr>
        <p:spPr>
          <a:xfrm>
            <a:off x="455613" y="1931988"/>
            <a:ext cx="8207375" cy="4381500"/>
          </a:xfrm>
          <a:prstGeom prst="rect">
            <a:avLst/>
          </a:prstGeom>
          <a:noFill/>
          <a:ln w="9525">
            <a:noFill/>
          </a:ln>
        </p:spPr>
        <p:txBody>
          <a:bodyPr lIns="91221" tIns="45610" rIns="91221" bIns="45610"/>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altLang="zh-CN" dirty="0"/>
          </a:p>
        </p:txBody>
      </p:sp>
      <p:sp>
        <p:nvSpPr>
          <p:cNvPr id="10" name="日期占位符 9"/>
          <p:cNvSpPr>
            <a:spLocks noGrp="1"/>
          </p:cNvSpPr>
          <p:nvPr>
            <p:ph type="dt" sz="half" idx="2"/>
          </p:nvPr>
        </p:nvSpPr>
        <p:spPr>
          <a:xfrm>
            <a:off x="455613" y="6345238"/>
            <a:ext cx="2127250" cy="363538"/>
          </a:xfrm>
          <a:prstGeom prst="rect">
            <a:avLst/>
          </a:prstGeom>
        </p:spPr>
        <p:txBody>
          <a:bodyPr vert="horz" lIns="0" tIns="0" rIns="0" bIns="0" anchor="b"/>
          <a:lstStyle>
            <a:lvl1pPr algn="l" eaLnBrk="1" latinLnBrk="0" hangingPunct="1">
              <a:buFont typeface="Wingdings" panose="05000000000000000000" pitchFamily="2" charset="2"/>
              <a:buNone/>
              <a:defRPr kumimoji="0" sz="1200">
                <a:solidFill>
                  <a:schemeClr val="tx2">
                    <a:shade val="90000"/>
                  </a:schemeClr>
                </a:solidFill>
                <a:latin typeface="黑体" panose="02010609060101010101" pitchFamily="49" charset="-122"/>
                <a:ea typeface="黑体" panose="02010609060101010101" pitchFamily="49" charset="-122"/>
              </a:defRPr>
            </a:lvl1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22" name="页脚占位符 21"/>
          <p:cNvSpPr>
            <a:spLocks noGrp="1"/>
          </p:cNvSpPr>
          <p:nvPr>
            <p:ph type="ftr" sz="quarter" idx="3"/>
          </p:nvPr>
        </p:nvSpPr>
        <p:spPr>
          <a:xfrm>
            <a:off x="2659063" y="6345238"/>
            <a:ext cx="3343275" cy="363538"/>
          </a:xfrm>
          <a:prstGeom prst="rect">
            <a:avLst/>
          </a:prstGeom>
        </p:spPr>
        <p:txBody>
          <a:bodyPr vert="horz" lIns="0" tIns="0" rIns="0" bIns="0" anchor="b"/>
          <a:lstStyle>
            <a:lvl1pPr algn="l" eaLnBrk="1" latinLnBrk="0" hangingPunct="1">
              <a:buFont typeface="Wingdings" panose="05000000000000000000" pitchFamily="2" charset="2"/>
              <a:buNone/>
              <a:defRPr kumimoji="0" sz="1200">
                <a:solidFill>
                  <a:schemeClr val="tx2">
                    <a:shade val="90000"/>
                  </a:schemeClr>
                </a:solidFill>
                <a:latin typeface="黑体" panose="02010609060101010101" pitchFamily="49" charset="-122"/>
                <a:ea typeface="黑体" panose="02010609060101010101" pitchFamily="49" charset="-122"/>
              </a:defRPr>
            </a:lvl1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18" name="灯片编号占位符 17"/>
          <p:cNvSpPr>
            <a:spLocks noGrp="1"/>
          </p:cNvSpPr>
          <p:nvPr>
            <p:ph type="sldNum" sz="quarter" idx="4"/>
          </p:nvPr>
        </p:nvSpPr>
        <p:spPr>
          <a:xfrm>
            <a:off x="7902575" y="6345238"/>
            <a:ext cx="760413" cy="363538"/>
          </a:xfrm>
          <a:prstGeom prst="rect">
            <a:avLst/>
          </a:prstGeom>
        </p:spPr>
        <p:txBody>
          <a:bodyPr vert="horz" wrap="square" lIns="0" tIns="0" rIns="0" bIns="0" numCol="1" anchor="b" anchorCtr="0" compatLnSpc="1"/>
          <a:lstStyle>
            <a:lvl1pPr algn="r" eaLnBrk="1" hangingPunct="1">
              <a:buFont typeface="Wingdings" panose="05000000000000000000" pitchFamily="2" charset="2"/>
              <a:buNone/>
              <a:defRPr kumimoji="0" sz="1200">
                <a:solidFill>
                  <a:srgbClr val="045C75"/>
                </a:solidFill>
              </a:defRPr>
            </a:lvl1pPr>
          </a:lstStyle>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1AB85B91-FF61-4397-90A5-AD466B448FDA}" type="slidenum">
              <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endParaRPr>
          </a:p>
        </p:txBody>
      </p:sp>
      <p:grpSp>
        <p:nvGrpSpPr>
          <p:cNvPr id="1033" name="组合 1"/>
          <p:cNvGrpSpPr/>
          <p:nvPr/>
        </p:nvGrpSpPr>
        <p:grpSpPr>
          <a:xfrm>
            <a:off x="-19050" y="201613"/>
            <a:ext cx="9155113" cy="647700"/>
            <a:chOff x="-19045" y="216550"/>
            <a:chExt cx="9180548" cy="649224"/>
          </a:xfrm>
        </p:grpSpPr>
        <p:sp>
          <p:nvSpPr>
            <p:cNvPr id="12" name="任意多边形 11"/>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2400" b="1" i="0" u="none" strike="noStrike" kern="1200" cap="none" spc="0" normalizeH="0" baseline="0" noProof="0">
                <a:ln>
                  <a:noFill/>
                </a:ln>
                <a:solidFill>
                  <a:schemeClr val="tx1"/>
                </a:solidFill>
                <a:effectLst/>
                <a:uLnTx/>
                <a:uFillTx/>
                <a:latin typeface="黑体" panose="02010609060101010101" pitchFamily="49" charset="-122"/>
                <a:ea typeface="黑体" panose="02010609060101010101" pitchFamily="49" charset="-122"/>
                <a:cs typeface="+mn-cs"/>
              </a:endParaRPr>
            </a:p>
          </p:txBody>
        </p:sp>
        <p:sp>
          <p:nvSpPr>
            <p:cNvPr id="13" name="任意多边形 12"/>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2400" b="1" i="0" u="none" strike="noStrike" kern="1200" cap="none" spc="0" normalizeH="0" baseline="0" noProof="0">
                <a:ln>
                  <a:noFill/>
                </a:ln>
                <a:solidFill>
                  <a:schemeClr val="tx1"/>
                </a:solidFill>
                <a:effectLst/>
                <a:uLnTx/>
                <a:uFillTx/>
                <a:latin typeface="黑体" panose="02010609060101010101" pitchFamily="49" charset="-122"/>
                <a:ea typeface="黑体" panose="02010609060101010101" pitchFamily="49" charset="-122"/>
                <a:cs typeface="+mn-cs"/>
              </a:endParaRP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rtl="0" eaLnBrk="0" fontAlgn="base" hangingPunct="0">
        <a:spcBef>
          <a:spcPct val="0"/>
        </a:spcBef>
        <a:spcAft>
          <a:spcPct val="0"/>
        </a:spcAft>
        <a:defRPr sz="5000" kern="1200">
          <a:solidFill>
            <a:schemeClr val="tx2"/>
          </a:solidFill>
          <a:latin typeface="+mj-lt"/>
          <a:ea typeface="+mj-ea"/>
          <a:cs typeface="+mj-cs"/>
        </a:defRPr>
      </a:lvl1pPr>
      <a:lvl2pPr algn="l" rtl="0" eaLnBrk="0" fontAlgn="base" hangingPunct="0">
        <a:spcBef>
          <a:spcPct val="0"/>
        </a:spcBef>
        <a:spcAft>
          <a:spcPct val="0"/>
        </a:spcAft>
        <a:defRPr sz="5000">
          <a:solidFill>
            <a:schemeClr val="tx2"/>
          </a:solidFill>
          <a:latin typeface="Calibri" panose="020F0502020204030204" pitchFamily="34" charset="0"/>
          <a:ea typeface="隶书" panose="02010509060101010101" pitchFamily="49" charset="-122"/>
        </a:defRPr>
      </a:lvl2pPr>
      <a:lvl3pPr algn="l" rtl="0" eaLnBrk="0" fontAlgn="base" hangingPunct="0">
        <a:spcBef>
          <a:spcPct val="0"/>
        </a:spcBef>
        <a:spcAft>
          <a:spcPct val="0"/>
        </a:spcAft>
        <a:defRPr sz="5000">
          <a:solidFill>
            <a:schemeClr val="tx2"/>
          </a:solidFill>
          <a:latin typeface="Calibri" panose="020F0502020204030204" pitchFamily="34" charset="0"/>
          <a:ea typeface="隶书" panose="02010509060101010101" pitchFamily="49" charset="-122"/>
        </a:defRPr>
      </a:lvl3pPr>
      <a:lvl4pPr algn="l" rtl="0" eaLnBrk="0" fontAlgn="base" hangingPunct="0">
        <a:spcBef>
          <a:spcPct val="0"/>
        </a:spcBef>
        <a:spcAft>
          <a:spcPct val="0"/>
        </a:spcAft>
        <a:defRPr sz="5000">
          <a:solidFill>
            <a:schemeClr val="tx2"/>
          </a:solidFill>
          <a:latin typeface="Calibri" panose="020F0502020204030204" pitchFamily="34" charset="0"/>
          <a:ea typeface="隶书" panose="02010509060101010101" pitchFamily="49" charset="-122"/>
        </a:defRPr>
      </a:lvl4pPr>
      <a:lvl5pPr algn="l" rtl="0" eaLnBrk="0" fontAlgn="base" hangingPunct="0">
        <a:spcBef>
          <a:spcPct val="0"/>
        </a:spcBef>
        <a:spcAft>
          <a:spcPct val="0"/>
        </a:spcAft>
        <a:defRPr sz="5000">
          <a:solidFill>
            <a:schemeClr val="tx2"/>
          </a:solidFill>
          <a:latin typeface="Calibri" panose="020F0502020204030204" pitchFamily="34" charset="0"/>
          <a:ea typeface="隶书" panose="02010509060101010101" pitchFamily="49" charset="-122"/>
        </a:defRPr>
      </a:lvl5pPr>
      <a:lvl6pPr marL="4572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6pPr>
      <a:lvl7pPr marL="9144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7pPr>
      <a:lvl8pPr marL="13716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8pPr>
      <a:lvl9pPr marL="18288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9pPr>
    </p:titleStyle>
    <p:body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vl6pPr marL="1732915" indent="-209550"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15795" indent="-182245"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89480" indent="-182245"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3165" indent="-182245"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5930" algn="l" rtl="0" eaLnBrk="1" latinLnBrk="0" hangingPunct="1">
        <a:defRPr kumimoji="0" kern="1200">
          <a:solidFill>
            <a:schemeClr val="tx1"/>
          </a:solidFill>
          <a:latin typeface="+mn-lt"/>
          <a:ea typeface="+mn-ea"/>
          <a:cs typeface="+mn-cs"/>
        </a:defRPr>
      </a:lvl2pPr>
      <a:lvl3pPr marL="912495" algn="l" rtl="0" eaLnBrk="1" latinLnBrk="0" hangingPunct="1">
        <a:defRPr kumimoji="0" kern="1200">
          <a:solidFill>
            <a:schemeClr val="tx1"/>
          </a:solidFill>
          <a:latin typeface="+mn-lt"/>
          <a:ea typeface="+mn-ea"/>
          <a:cs typeface="+mn-cs"/>
        </a:defRPr>
      </a:lvl3pPr>
      <a:lvl4pPr marL="1368425" algn="l" rtl="0" eaLnBrk="1" latinLnBrk="0" hangingPunct="1">
        <a:defRPr kumimoji="0" kern="1200">
          <a:solidFill>
            <a:schemeClr val="tx1"/>
          </a:solidFill>
          <a:latin typeface="+mn-lt"/>
          <a:ea typeface="+mn-ea"/>
          <a:cs typeface="+mn-cs"/>
        </a:defRPr>
      </a:lvl4pPr>
      <a:lvl5pPr marL="1824355" algn="l" rtl="0" eaLnBrk="1" latinLnBrk="0" hangingPunct="1">
        <a:defRPr kumimoji="0" kern="1200">
          <a:solidFill>
            <a:schemeClr val="tx1"/>
          </a:solidFill>
          <a:latin typeface="+mn-lt"/>
          <a:ea typeface="+mn-ea"/>
          <a:cs typeface="+mn-cs"/>
        </a:defRPr>
      </a:lvl5pPr>
      <a:lvl6pPr marL="2280285" algn="l" rtl="0" eaLnBrk="1" latinLnBrk="0" hangingPunct="1">
        <a:defRPr kumimoji="0" kern="1200">
          <a:solidFill>
            <a:schemeClr val="tx1"/>
          </a:solidFill>
          <a:latin typeface="+mn-lt"/>
          <a:ea typeface="+mn-ea"/>
          <a:cs typeface="+mn-cs"/>
        </a:defRPr>
      </a:lvl6pPr>
      <a:lvl7pPr marL="2736850" algn="l" rtl="0" eaLnBrk="1" latinLnBrk="0" hangingPunct="1">
        <a:defRPr kumimoji="0" kern="1200">
          <a:solidFill>
            <a:schemeClr val="tx1"/>
          </a:solidFill>
          <a:latin typeface="+mn-lt"/>
          <a:ea typeface="+mn-ea"/>
          <a:cs typeface="+mn-cs"/>
        </a:defRPr>
      </a:lvl7pPr>
      <a:lvl8pPr marL="3192780" algn="l" rtl="0" eaLnBrk="1" latinLnBrk="0" hangingPunct="1">
        <a:defRPr kumimoji="0" kern="1200">
          <a:solidFill>
            <a:schemeClr val="tx1"/>
          </a:solidFill>
          <a:latin typeface="+mn-lt"/>
          <a:ea typeface="+mn-ea"/>
          <a:cs typeface="+mn-cs"/>
        </a:defRPr>
      </a:lvl8pPr>
      <a:lvl9pPr marL="364871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4.emf"/><Relationship Id="rId1" Type="http://schemas.openxmlformats.org/officeDocument/2006/relationships/oleObject" Target="../embeddings/oleObject1.bin"/></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2.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 Type="http://schemas.openxmlformats.org/officeDocument/2006/relationships/diagramData" Target="../diagrams/data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xml"/><Relationship Id="rId2" Type="http://schemas.openxmlformats.org/officeDocument/2006/relationships/image" Target="../media/image11.wmf"/><Relationship Id="rId1" Type="http://schemas.openxmlformats.org/officeDocument/2006/relationships/image" Target="../media/image10.wmf"/></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wmf"/></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wmf"/></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wmf"/></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wm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3.xml"/><Relationship Id="rId4" Type="http://schemas.openxmlformats.org/officeDocument/2006/relationships/diagramColors" Target="../diagrams/colors3.xml"/><Relationship Id="rId3" Type="http://schemas.openxmlformats.org/officeDocument/2006/relationships/diagramQuickStyle" Target="../diagrams/quickStyle3.xml"/><Relationship Id="rId2" Type="http://schemas.openxmlformats.org/officeDocument/2006/relationships/diagramLayout" Target="../diagrams/layout3.xml"/><Relationship Id="rId1" Type="http://schemas.openxmlformats.org/officeDocument/2006/relationships/diagramData" Target="../diagrams/data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16.emf"/><Relationship Id="rId1" Type="http://schemas.openxmlformats.org/officeDocument/2006/relationships/oleObject" Target="../embeddings/oleObject2.bin"/></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4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wmf"/></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5.wmf"/><Relationship Id="rId1" Type="http://schemas.openxmlformats.org/officeDocument/2006/relationships/image" Target="../media/image24.png"/></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hemeOverride" Target="../theme/themeOverride1.xml"/><Relationship Id="rId1" Type="http://schemas.openxmlformats.org/officeDocument/2006/relationships/image" Target="../media/image2.jpeg"/></Relationships>
</file>

<file path=ppt/slides/_rels/slide5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6.png"/><Relationship Id="rId2" Type="http://schemas.openxmlformats.org/officeDocument/2006/relationships/image" Target="../media/image25.wmf"/><Relationship Id="rId1" Type="http://schemas.openxmlformats.org/officeDocument/2006/relationships/image" Target="../media/image24.png"/></Relationships>
</file>

<file path=ppt/slides/_rels/slide5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7.png"/><Relationship Id="rId2" Type="http://schemas.openxmlformats.org/officeDocument/2006/relationships/image" Target="../media/image25.wmf"/><Relationship Id="rId1" Type="http://schemas.openxmlformats.org/officeDocument/2006/relationships/image" Target="../media/image24.png"/></Relationships>
</file>

<file path=ppt/slides/_rels/slide5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8.png"/><Relationship Id="rId2" Type="http://schemas.openxmlformats.org/officeDocument/2006/relationships/image" Target="../media/image25.wmf"/><Relationship Id="rId1" Type="http://schemas.openxmlformats.org/officeDocument/2006/relationships/image" Target="../media/image24.png"/></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hemeOverride" Target="../theme/themeOverride2.xml"/><Relationship Id="rId1" Type="http://schemas.openxmlformats.org/officeDocument/2006/relationships/image" Target="../media/image2.jpe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35.emf"/><Relationship Id="rId1" Type="http://schemas.openxmlformats.org/officeDocument/2006/relationships/oleObject" Target="../embeddings/oleObject3.bin"/></Relationships>
</file>

<file path=ppt/slides/_rels/slide73.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36.emf"/><Relationship Id="rId1" Type="http://schemas.openxmlformats.org/officeDocument/2006/relationships/oleObject" Target="../embeddings/oleObject4.bin"/></Relationships>
</file>

<file path=ppt/slides/_rels/slide74.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37.emf"/><Relationship Id="rId1" Type="http://schemas.openxmlformats.org/officeDocument/2006/relationships/oleObject" Target="../embeddings/oleObject5.bin"/></Relationships>
</file>

<file path=ppt/slides/_rels/slide75.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38.emf"/><Relationship Id="rId1" Type="http://schemas.openxmlformats.org/officeDocument/2006/relationships/oleObject" Target="../embeddings/oleObject6.bin"/></Relationships>
</file>

<file path=ppt/slides/_rels/slide76.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2.xml"/><Relationship Id="rId2" Type="http://schemas.openxmlformats.org/officeDocument/2006/relationships/image" Target="../media/image16.emf"/><Relationship Id="rId1" Type="http://schemas.openxmlformats.org/officeDocument/2006/relationships/oleObject" Target="../embeddings/oleObject7.bin"/></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2"/>
          <p:cNvSpPr>
            <a:spLocks noGrp="1" noRot="1" noChangeArrowheads="1"/>
          </p:cNvSpPr>
          <p:nvPr>
            <p:ph type="ctrTitle"/>
          </p:nvPr>
        </p:nvSpPr>
        <p:spPr bwMode="auto">
          <a:xfrm>
            <a:off x="531918" y="1064825"/>
            <a:ext cx="7750810" cy="1459380"/>
          </a:xfrm>
          <a:ln>
            <a:miter lim="800000"/>
          </a:ln>
          <a:effectLst/>
          <a:sp3d prstMaterial="plastic"/>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18244" bIns="0" numCol="1" anchor="b" anchorCtr="0" compatLnSpc="1">
            <a:normAutofit/>
            <a:scene3d>
              <a:camera prst="orthographicFront"/>
              <a:lightRig rig="freezing" dir="t">
                <a:rot lat="0" lon="0" rev="5640000"/>
              </a:lightRig>
            </a:scene3d>
            <a:sp3d prstMaterial="flat">
              <a:bevelT w="38100" h="38100"/>
              <a:contourClr>
                <a:schemeClr val="tx2"/>
              </a:contourClr>
            </a:sp3d>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en-US" sz="5400" b="1" i="0" u="none" strike="noStrike" kern="1200" cap="none" spc="0" normalizeH="0" baseline="0" noProof="0" dirty="0" smtClean="0">
                <a:ln>
                  <a:noFill/>
                </a:ln>
                <a:solidFill>
                  <a:schemeClr val="accent3">
                    <a:tint val="90000"/>
                    <a:satMod val="120000"/>
                  </a:schemeClr>
                </a:solidFill>
                <a:effectLst>
                  <a:outerShdw blurRad="38100" dist="25400" dir="5400000" algn="tl" rotWithShape="0">
                    <a:srgbClr val="000000">
                      <a:alpha val="43000"/>
                    </a:srgbClr>
                  </a:outerShdw>
                </a:effectLst>
                <a:uLnTx/>
                <a:uFillTx/>
                <a:latin typeface="微软雅黑" panose="020B0503020204020204" pitchFamily="34" charset="-122"/>
                <a:ea typeface="微软雅黑" panose="020B0503020204020204" pitchFamily="34" charset="-122"/>
                <a:cs typeface="+mj-cs"/>
              </a:rPr>
              <a:t>软 件 工 程 导 论</a:t>
            </a:r>
            <a:endParaRPr kumimoji="0" lang="zh-CN" altLang="en-US" sz="5400" b="1" i="0" u="none" strike="noStrike" kern="1200" cap="none" spc="0" normalizeH="0" baseline="0" noProof="0" dirty="0" smtClean="0">
              <a:ln>
                <a:noFill/>
              </a:ln>
              <a:solidFill>
                <a:schemeClr val="accent3">
                  <a:tint val="90000"/>
                  <a:satMod val="120000"/>
                </a:schemeClr>
              </a:solidFill>
              <a:effectLst>
                <a:outerShdw blurRad="38100" dist="25400" dir="5400000" algn="tl" rotWithShape="0">
                  <a:srgbClr val="000000">
                    <a:alpha val="43000"/>
                  </a:srgbClr>
                </a:outerShdw>
              </a:effectLst>
              <a:uLnTx/>
              <a:uFillTx/>
              <a:latin typeface="微软雅黑" panose="020B0503020204020204" pitchFamily="34" charset="-122"/>
              <a:ea typeface="微软雅黑" panose="020B0503020204020204" pitchFamily="34" charset="-122"/>
              <a:cs typeface="+mj-cs"/>
            </a:endParaRPr>
          </a:p>
        </p:txBody>
      </p:sp>
      <p:sp>
        <p:nvSpPr>
          <p:cNvPr id="7171" name="Rectangle 3"/>
          <p:cNvSpPr>
            <a:spLocks noGrp="1" noRot="1"/>
          </p:cNvSpPr>
          <p:nvPr>
            <p:ph type="subTitle" idx="1"/>
          </p:nvPr>
        </p:nvSpPr>
        <p:spPr>
          <a:xfrm>
            <a:off x="1389063" y="3228975"/>
            <a:ext cx="6381750" cy="2551113"/>
          </a:xfrm>
          <a:ln/>
        </p:spPr>
        <p:txBody>
          <a:bodyPr vert="horz" wrap="square" lIns="0" tIns="45610" rIns="18244" bIns="45610" anchor="t" anchorCtr="0"/>
          <a:p>
            <a:pPr marR="0" algn="ctr" eaLnBrk="1" hangingPunct="1">
              <a:lnSpc>
                <a:spcPct val="90000"/>
              </a:lnSpc>
              <a:buClr>
                <a:srgbClr val="0BD0D9"/>
              </a:buClr>
              <a:buSzPct val="95000"/>
            </a:pPr>
            <a:r>
              <a:rPr lang="zh-CN" altLang="en-US" sz="2800" b="1" kern="1200" dirty="0">
                <a:latin typeface="楷体_GB2312" pitchFamily="49" charset="-122"/>
                <a:ea typeface="楷体_GB2312" pitchFamily="49" charset="-122"/>
                <a:cs typeface="+mn-cs"/>
              </a:rPr>
              <a:t>刘春</a:t>
            </a:r>
            <a:endParaRPr lang="en-US" altLang="zh-CN" sz="2800" b="1" kern="1200" dirty="0">
              <a:latin typeface="楷体_GB2312" pitchFamily="49" charset="-122"/>
              <a:ea typeface="楷体_GB2312" pitchFamily="49" charset="-122"/>
              <a:cs typeface="+mn-cs"/>
            </a:endParaRPr>
          </a:p>
          <a:p>
            <a:pPr marR="0" algn="ctr" eaLnBrk="1" hangingPunct="1">
              <a:lnSpc>
                <a:spcPct val="90000"/>
              </a:lnSpc>
              <a:buClr>
                <a:srgbClr val="0BD0D9"/>
              </a:buClr>
              <a:buSzPct val="95000"/>
            </a:pPr>
            <a:endParaRPr lang="zh-CN" altLang="en-US" sz="2800" b="1" kern="1200" dirty="0">
              <a:latin typeface="楷体_GB2312" pitchFamily="49" charset="-122"/>
              <a:ea typeface="楷体_GB2312" pitchFamily="49" charset="-122"/>
              <a:cs typeface="+mn-cs"/>
            </a:endParaRPr>
          </a:p>
          <a:p>
            <a:pPr marR="0" algn="ctr" eaLnBrk="1" hangingPunct="1">
              <a:lnSpc>
                <a:spcPct val="90000"/>
              </a:lnSpc>
              <a:buClr>
                <a:srgbClr val="0BD0D9"/>
              </a:buClr>
              <a:buSzPct val="95000"/>
            </a:pPr>
            <a:r>
              <a:rPr lang="zh-CN" altLang="en-US" sz="2800" b="1" kern="1200" dirty="0">
                <a:latin typeface="楷体_GB2312" pitchFamily="49" charset="-122"/>
                <a:ea typeface="楷体_GB2312" pitchFamily="49" charset="-122"/>
                <a:cs typeface="+mn-cs"/>
              </a:rPr>
              <a:t>计算机与信息工程学院 数据科学系</a:t>
            </a:r>
            <a:endParaRPr lang="zh-CN" altLang="en-US" sz="2800" b="1" kern="1200" dirty="0">
              <a:latin typeface="楷体_GB2312" pitchFamily="49" charset="-122"/>
              <a:ea typeface="楷体_GB2312" pitchFamily="49" charset="-122"/>
              <a:cs typeface="+mn-cs"/>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Rectangle 2"/>
          <p:cNvSpPr>
            <a:spLocks noGrp="1"/>
          </p:cNvSpPr>
          <p:nvPr>
            <p:ph type="title"/>
          </p:nvPr>
        </p:nvSpPr>
        <p:spPr>
          <a:xfrm>
            <a:off x="393700" y="1123950"/>
            <a:ext cx="8340725" cy="1139825"/>
          </a:xfrm>
          <a:ln/>
        </p:spPr>
        <p:txBody>
          <a:bodyPr vert="horz" wrap="square" lIns="0" tIns="45610" rIns="0" bIns="0" anchor="b" anchorCtr="0"/>
          <a:p>
            <a:pPr eaLnBrk="1" hangingPunct="1"/>
            <a:r>
              <a:rPr lang="zh-CN" altLang="en-US" b="1" dirty="0">
                <a:latin typeface="微软雅黑" panose="020B0503020204020204" pitchFamily="34" charset="-122"/>
                <a:ea typeface="微软雅黑" panose="020B0503020204020204" pitchFamily="34" charset="-122"/>
              </a:rPr>
              <a:t>面向过程（结构化）的软件开发方法</a:t>
            </a:r>
            <a:endParaRPr lang="zh-CN" altLang="en-US" b="1" dirty="0">
              <a:latin typeface="微软雅黑" panose="020B0503020204020204" pitchFamily="34" charset="-122"/>
              <a:ea typeface="微软雅黑" panose="020B0503020204020204" pitchFamily="34" charset="-122"/>
            </a:endParaRPr>
          </a:p>
        </p:txBody>
      </p:sp>
      <p:sp>
        <p:nvSpPr>
          <p:cNvPr id="8195" name="Rectangle 3"/>
          <p:cNvSpPr>
            <a:spLocks noGrp="1"/>
          </p:cNvSpPr>
          <p:nvPr>
            <p:ph idx="1"/>
          </p:nvPr>
        </p:nvSpPr>
        <p:spPr>
          <a:xfrm>
            <a:off x="455613" y="2635250"/>
            <a:ext cx="8207375" cy="3949700"/>
          </a:xfrm>
          <a:ln/>
        </p:spPr>
        <p:txBody>
          <a:bodyPr vert="horz" wrap="square" lIns="91221" tIns="45610" rIns="91221" bIns="45610" anchor="t" anchorCtr="0"/>
          <a:p>
            <a:pPr eaLnBrk="1" hangingPunct="1">
              <a:buFont typeface="Wingdings" panose="05000000000000000000" pitchFamily="2" charset="2"/>
              <a:buChar char="p"/>
            </a:pPr>
            <a:r>
              <a:rPr lang="zh-CN" altLang="en-US" sz="3200" dirty="0"/>
              <a:t>一种</a:t>
            </a:r>
            <a:r>
              <a:rPr lang="zh-CN" altLang="en-US" sz="3200" b="1" dirty="0">
                <a:solidFill>
                  <a:srgbClr val="FF0000"/>
                </a:solidFill>
              </a:rPr>
              <a:t>面向数据流</a:t>
            </a:r>
            <a:r>
              <a:rPr lang="zh-CN" altLang="en-US" sz="3200" dirty="0"/>
              <a:t>的传统软件开发方法</a:t>
            </a:r>
            <a:endParaRPr lang="zh-CN" altLang="en-US" sz="3200" dirty="0"/>
          </a:p>
          <a:p>
            <a:pPr eaLnBrk="1" hangingPunct="1">
              <a:buFont typeface="Wingdings" panose="05000000000000000000" pitchFamily="2" charset="2"/>
              <a:buChar char="p"/>
            </a:pPr>
            <a:r>
              <a:rPr lang="zh-CN" altLang="en-US" sz="3200" dirty="0"/>
              <a:t>以</a:t>
            </a:r>
            <a:r>
              <a:rPr lang="zh-CN" altLang="en-US" sz="3200" b="1" dirty="0">
                <a:solidFill>
                  <a:srgbClr val="FF0000"/>
                </a:solidFill>
              </a:rPr>
              <a:t>数据流</a:t>
            </a:r>
            <a:r>
              <a:rPr lang="zh-CN" altLang="en-US" sz="3200" dirty="0"/>
              <a:t>为中心、构建软件的分析模型和设计模型</a:t>
            </a:r>
            <a:endParaRPr lang="zh-CN" altLang="en-US" sz="3200" dirty="0"/>
          </a:p>
          <a:p>
            <a:pPr eaLnBrk="1" hangingPunct="1">
              <a:buFont typeface="Wingdings" panose="05000000000000000000" pitchFamily="2" charset="2"/>
              <a:buChar char="p"/>
            </a:pPr>
            <a:r>
              <a:rPr lang="zh-CN" altLang="en-US" sz="3200" dirty="0"/>
              <a:t>分为：</a:t>
            </a:r>
            <a:endParaRPr lang="zh-CN" altLang="en-US" sz="3200" dirty="0"/>
          </a:p>
          <a:p>
            <a:pPr lvl="1" eaLnBrk="1" hangingPunct="1">
              <a:buFont typeface="Wingdings" panose="05000000000000000000" pitchFamily="2" charset="2"/>
              <a:buChar char="ü"/>
            </a:pPr>
            <a:r>
              <a:rPr lang="zh-CN" altLang="en-US" dirty="0"/>
              <a:t>结构化分析</a:t>
            </a:r>
            <a:r>
              <a:rPr lang="en-US" altLang="zh-CN" dirty="0"/>
              <a:t>(Structured Analysis </a:t>
            </a:r>
            <a:r>
              <a:rPr lang="zh-CN" altLang="en-US" dirty="0"/>
              <a:t>简称</a:t>
            </a:r>
            <a:r>
              <a:rPr lang="en-US" altLang="zh-CN" dirty="0"/>
              <a:t>SA)</a:t>
            </a:r>
            <a:endParaRPr lang="en-US" altLang="zh-CN" dirty="0"/>
          </a:p>
          <a:p>
            <a:pPr lvl="1" eaLnBrk="1" hangingPunct="1">
              <a:buFont typeface="Wingdings" panose="05000000000000000000" pitchFamily="2" charset="2"/>
              <a:buChar char="ü"/>
            </a:pPr>
            <a:r>
              <a:rPr lang="zh-CN" altLang="en-US" dirty="0"/>
              <a:t>结构化设计</a:t>
            </a:r>
            <a:r>
              <a:rPr lang="en-US" altLang="zh-CN" dirty="0"/>
              <a:t>(Structuresd Design </a:t>
            </a:r>
            <a:r>
              <a:rPr lang="zh-CN" altLang="en-US" dirty="0"/>
              <a:t>简称</a:t>
            </a:r>
            <a:r>
              <a:rPr lang="en-US" altLang="zh-CN" dirty="0"/>
              <a:t>SD)</a:t>
            </a:r>
            <a:endParaRPr lang="en-US" altLang="zh-CN" dirty="0"/>
          </a:p>
          <a:p>
            <a:pPr lvl="1" eaLnBrk="1" hangingPunct="1">
              <a:buFont typeface="Wingdings" panose="05000000000000000000" pitchFamily="2" charset="2"/>
              <a:buChar char="ü"/>
            </a:pPr>
            <a:r>
              <a:rPr lang="zh-CN" altLang="en-US" dirty="0"/>
              <a:t>结构化程序设计</a:t>
            </a:r>
            <a:r>
              <a:rPr lang="en-US" altLang="zh-CN" dirty="0"/>
              <a:t>(Structured Programmin </a:t>
            </a:r>
            <a:r>
              <a:rPr lang="zh-CN" altLang="en-US" dirty="0"/>
              <a:t>简称</a:t>
            </a:r>
            <a:r>
              <a:rPr lang="en-US" altLang="zh-CN" dirty="0"/>
              <a:t>SP)</a:t>
            </a:r>
            <a:endParaRPr lang="en-US" altLang="zh-CN" dirty="0"/>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Rectangle 2"/>
          <p:cNvSpPr>
            <a:spLocks noGrp="1"/>
          </p:cNvSpPr>
          <p:nvPr>
            <p:ph type="title"/>
          </p:nvPr>
        </p:nvSpPr>
        <p:spPr>
          <a:ln/>
        </p:spPr>
        <p:txBody>
          <a:bodyPr vert="horz" wrap="square" lIns="0" tIns="45610" rIns="0" bIns="0" anchor="b" anchorCtr="0"/>
          <a:p>
            <a:pPr eaLnBrk="1" hangingPunct="1"/>
            <a:r>
              <a:rPr lang="zh-CN" altLang="zh-CN" b="1" dirty="0">
                <a:latin typeface="微软雅黑" panose="020B0503020204020204" pitchFamily="34" charset="-122"/>
                <a:ea typeface="微软雅黑" panose="020B0503020204020204" pitchFamily="34" charset="-122"/>
              </a:rPr>
              <a:t>结构化分析</a:t>
            </a:r>
            <a:r>
              <a:rPr lang="zh-CN" altLang="en-US" b="1" dirty="0">
                <a:latin typeface="微软雅黑" panose="020B0503020204020204" pitchFamily="34" charset="-122"/>
                <a:ea typeface="微软雅黑" panose="020B0503020204020204" pitchFamily="34" charset="-122"/>
              </a:rPr>
              <a:t>概述</a:t>
            </a:r>
            <a:endParaRPr lang="zh-CN" altLang="en-US" b="1" dirty="0">
              <a:latin typeface="微软雅黑" panose="020B0503020204020204" pitchFamily="34" charset="-122"/>
              <a:ea typeface="微软雅黑" panose="020B0503020204020204" pitchFamily="34" charset="-122"/>
            </a:endParaRPr>
          </a:p>
        </p:txBody>
      </p:sp>
      <p:sp>
        <p:nvSpPr>
          <p:cNvPr id="10243" name="Rectangle 3"/>
          <p:cNvSpPr>
            <a:spLocks noGrp="1"/>
          </p:cNvSpPr>
          <p:nvPr>
            <p:ph idx="1"/>
          </p:nvPr>
        </p:nvSpPr>
        <p:spPr>
          <a:xfrm>
            <a:off x="466725" y="2130425"/>
            <a:ext cx="8207375" cy="4379913"/>
          </a:xfrm>
          <a:ln/>
        </p:spPr>
        <p:txBody>
          <a:bodyPr vert="horz" wrap="square" lIns="91221" tIns="45610" rIns="91221" bIns="45610" anchor="t" anchorCtr="0"/>
          <a:p>
            <a:pPr marL="392430" lvl="1" indent="-635" eaLnBrk="1" hangingPunct="1">
              <a:buNone/>
            </a:pPr>
            <a:r>
              <a:rPr lang="zh-CN" altLang="en-US" sz="4000" b="1" dirty="0"/>
              <a:t>主要任务：</a:t>
            </a:r>
            <a:endParaRPr lang="en-US" altLang="zh-CN" sz="4000" b="1" dirty="0"/>
          </a:p>
          <a:p>
            <a:pPr marL="392430" lvl="1" indent="-635" eaLnBrk="1" hangingPunct="1">
              <a:buNone/>
            </a:pPr>
            <a:r>
              <a:rPr lang="en-US" altLang="zh-CN" sz="2800" dirty="0"/>
              <a:t>         </a:t>
            </a:r>
            <a:r>
              <a:rPr lang="zh-CN" altLang="en-US" sz="2800" dirty="0"/>
              <a:t>以</a:t>
            </a:r>
            <a:r>
              <a:rPr lang="zh-CN" altLang="en-US" sz="2800" b="1" dirty="0">
                <a:solidFill>
                  <a:srgbClr val="FF0000"/>
                </a:solidFill>
              </a:rPr>
              <a:t>抽象和分解</a:t>
            </a:r>
            <a:r>
              <a:rPr lang="zh-CN" altLang="en-US" sz="2800" dirty="0"/>
              <a:t>为主要手段，建立描述软件系统运行过程的</a:t>
            </a:r>
            <a:r>
              <a:rPr lang="zh-CN" altLang="en-US" sz="2800" b="1" dirty="0">
                <a:solidFill>
                  <a:srgbClr val="FF0000"/>
                </a:solidFill>
              </a:rPr>
              <a:t>分层数据流图</a:t>
            </a:r>
            <a:endParaRPr lang="zh-CN" altLang="en-US" sz="2800" b="1" dirty="0">
              <a:solidFill>
                <a:srgbClr val="FF0000"/>
              </a:solidFill>
            </a:endParaRPr>
          </a:p>
        </p:txBody>
      </p:sp>
      <p:grpSp>
        <p:nvGrpSpPr>
          <p:cNvPr id="10244" name="Group 7"/>
          <p:cNvGrpSpPr/>
          <p:nvPr/>
        </p:nvGrpSpPr>
        <p:grpSpPr>
          <a:xfrm>
            <a:off x="4116388" y="5997575"/>
            <a:ext cx="1876425" cy="731838"/>
            <a:chOff x="4696" y="7395"/>
            <a:chExt cx="2964" cy="1155"/>
          </a:xfrm>
        </p:grpSpPr>
        <p:sp>
          <p:nvSpPr>
            <p:cNvPr id="10298" name="AutoShape 8"/>
            <p:cNvSpPr/>
            <p:nvPr/>
          </p:nvSpPr>
          <p:spPr>
            <a:xfrm>
              <a:off x="4696" y="7395"/>
              <a:ext cx="2964" cy="1155"/>
            </a:xfrm>
            <a:prstGeom prst="parallelogram">
              <a:avLst>
                <a:gd name="adj" fmla="val 64155"/>
              </a:avLst>
            </a:prstGeom>
            <a:noFill/>
            <a:ln w="9525" cap="flat" cmpd="sng">
              <a:solidFill>
                <a:srgbClr val="000000"/>
              </a:solidFill>
              <a:prstDash val="solid"/>
              <a:miter/>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nvGrpSpPr>
            <p:cNvPr id="10299" name="Group 9"/>
            <p:cNvGrpSpPr/>
            <p:nvPr/>
          </p:nvGrpSpPr>
          <p:grpSpPr>
            <a:xfrm>
              <a:off x="5349" y="7455"/>
              <a:ext cx="1667" cy="1050"/>
              <a:chOff x="5349" y="7455"/>
              <a:chExt cx="1667" cy="1050"/>
            </a:xfrm>
          </p:grpSpPr>
          <p:grpSp>
            <p:nvGrpSpPr>
              <p:cNvPr id="10300" name="Group 10"/>
              <p:cNvGrpSpPr/>
              <p:nvPr/>
            </p:nvGrpSpPr>
            <p:grpSpPr>
              <a:xfrm>
                <a:off x="5349" y="8025"/>
                <a:ext cx="1549" cy="480"/>
                <a:chOff x="5349" y="8025"/>
                <a:chExt cx="1549" cy="480"/>
              </a:xfrm>
            </p:grpSpPr>
            <p:grpSp>
              <p:nvGrpSpPr>
                <p:cNvPr id="10312" name="Group 11"/>
                <p:cNvGrpSpPr/>
                <p:nvPr/>
              </p:nvGrpSpPr>
              <p:grpSpPr>
                <a:xfrm>
                  <a:off x="6115" y="8025"/>
                  <a:ext cx="540" cy="465"/>
                  <a:chOff x="7872" y="5655"/>
                  <a:chExt cx="540" cy="465"/>
                </a:xfrm>
              </p:grpSpPr>
              <p:sp>
                <p:nvSpPr>
                  <p:cNvPr id="10318" name="Rectangle 12"/>
                  <p:cNvSpPr/>
                  <p:nvPr/>
                </p:nvSpPr>
                <p:spPr>
                  <a:xfrm>
                    <a:off x="7872" y="5655"/>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2.4</a:t>
                    </a:r>
                    <a:endParaRPr lang="en-US" altLang="zh-CN" sz="1600" b="1" dirty="0">
                      <a:latin typeface="Comic Sans MS" panose="030F0702030302020204" pitchFamily="66" charset="0"/>
                      <a:ea typeface="黑体" panose="02010609060101010101" pitchFamily="49" charset="-122"/>
                    </a:endParaRPr>
                  </a:p>
                </p:txBody>
              </p:sp>
              <p:sp>
                <p:nvSpPr>
                  <p:cNvPr id="10319" name="Oval 13"/>
                  <p:cNvSpPr/>
                  <p:nvPr/>
                </p:nvSpPr>
                <p:spPr>
                  <a:xfrm>
                    <a:off x="7924" y="5694"/>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grpSp>
              <p:nvGrpSpPr>
                <p:cNvPr id="10313" name="Group 14"/>
                <p:cNvGrpSpPr/>
                <p:nvPr/>
              </p:nvGrpSpPr>
              <p:grpSpPr>
                <a:xfrm>
                  <a:off x="5349" y="8040"/>
                  <a:ext cx="540" cy="465"/>
                  <a:chOff x="6972" y="5640"/>
                  <a:chExt cx="540" cy="465"/>
                </a:xfrm>
              </p:grpSpPr>
              <p:sp>
                <p:nvSpPr>
                  <p:cNvPr id="10316" name="Rectangle 15"/>
                  <p:cNvSpPr/>
                  <p:nvPr/>
                </p:nvSpPr>
                <p:spPr>
                  <a:xfrm>
                    <a:off x="6972" y="564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2.3</a:t>
                    </a:r>
                    <a:endParaRPr lang="en-US" altLang="zh-CN" sz="1600" b="1" dirty="0">
                      <a:latin typeface="Comic Sans MS" panose="030F0702030302020204" pitchFamily="66" charset="0"/>
                      <a:ea typeface="黑体" panose="02010609060101010101" pitchFamily="49" charset="-122"/>
                    </a:endParaRPr>
                  </a:p>
                </p:txBody>
              </p:sp>
              <p:sp>
                <p:nvSpPr>
                  <p:cNvPr id="10317" name="Oval 16"/>
                  <p:cNvSpPr/>
                  <p:nvPr/>
                </p:nvSpPr>
                <p:spPr>
                  <a:xfrm>
                    <a:off x="7016" y="5670"/>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sp>
              <p:nvSpPr>
                <p:cNvPr id="10314" name="Line 17"/>
                <p:cNvSpPr/>
                <p:nvPr/>
              </p:nvSpPr>
              <p:spPr>
                <a:xfrm>
                  <a:off x="5802" y="8250"/>
                  <a:ext cx="362" cy="0"/>
                </a:xfrm>
                <a:prstGeom prst="line">
                  <a:avLst/>
                </a:prstGeom>
                <a:ln w="9525" cap="flat" cmpd="sng">
                  <a:solidFill>
                    <a:srgbClr val="000000"/>
                  </a:solidFill>
                  <a:prstDash val="solid"/>
                  <a:headEnd type="none" w="med" len="med"/>
                  <a:tailEnd type="triangle" w="sm" len="med"/>
                </a:ln>
              </p:spPr>
            </p:sp>
            <p:sp>
              <p:nvSpPr>
                <p:cNvPr id="10315" name="Line 18"/>
                <p:cNvSpPr/>
                <p:nvPr/>
              </p:nvSpPr>
              <p:spPr>
                <a:xfrm>
                  <a:off x="6582" y="8265"/>
                  <a:ext cx="316" cy="15"/>
                </a:xfrm>
                <a:prstGeom prst="line">
                  <a:avLst/>
                </a:prstGeom>
                <a:ln w="9525" cap="flat" cmpd="sng">
                  <a:solidFill>
                    <a:srgbClr val="000000"/>
                  </a:solidFill>
                  <a:prstDash val="solid"/>
                  <a:headEnd type="none" w="med" len="med"/>
                  <a:tailEnd type="triangle" w="sm" len="med"/>
                </a:ln>
              </p:spPr>
            </p:sp>
          </p:grpSp>
          <p:grpSp>
            <p:nvGrpSpPr>
              <p:cNvPr id="10301" name="Group 19"/>
              <p:cNvGrpSpPr/>
              <p:nvPr/>
            </p:nvGrpSpPr>
            <p:grpSpPr>
              <a:xfrm>
                <a:off x="5426" y="7455"/>
                <a:ext cx="1590" cy="480"/>
                <a:chOff x="5382" y="7440"/>
                <a:chExt cx="1590" cy="480"/>
              </a:xfrm>
            </p:grpSpPr>
            <p:grpSp>
              <p:nvGrpSpPr>
                <p:cNvPr id="10304" name="Group 20"/>
                <p:cNvGrpSpPr/>
                <p:nvPr/>
              </p:nvGrpSpPr>
              <p:grpSpPr>
                <a:xfrm>
                  <a:off x="6432" y="7440"/>
                  <a:ext cx="540" cy="465"/>
                  <a:chOff x="7872" y="5655"/>
                  <a:chExt cx="540" cy="465"/>
                </a:xfrm>
              </p:grpSpPr>
              <p:sp>
                <p:nvSpPr>
                  <p:cNvPr id="10310" name="Rectangle 21"/>
                  <p:cNvSpPr/>
                  <p:nvPr/>
                </p:nvSpPr>
                <p:spPr>
                  <a:xfrm>
                    <a:off x="7872" y="5655"/>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2.2</a:t>
                    </a:r>
                    <a:endParaRPr lang="en-US" altLang="zh-CN" sz="1600" b="1" dirty="0">
                      <a:latin typeface="Comic Sans MS" panose="030F0702030302020204" pitchFamily="66" charset="0"/>
                      <a:ea typeface="黑体" panose="02010609060101010101" pitchFamily="49" charset="-122"/>
                    </a:endParaRPr>
                  </a:p>
                </p:txBody>
              </p:sp>
              <p:sp>
                <p:nvSpPr>
                  <p:cNvPr id="10311" name="Oval 22"/>
                  <p:cNvSpPr/>
                  <p:nvPr/>
                </p:nvSpPr>
                <p:spPr>
                  <a:xfrm>
                    <a:off x="7924" y="5694"/>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grpSp>
              <p:nvGrpSpPr>
                <p:cNvPr id="10305" name="Group 23"/>
                <p:cNvGrpSpPr/>
                <p:nvPr/>
              </p:nvGrpSpPr>
              <p:grpSpPr>
                <a:xfrm>
                  <a:off x="5666" y="7455"/>
                  <a:ext cx="540" cy="465"/>
                  <a:chOff x="6972" y="5640"/>
                  <a:chExt cx="540" cy="465"/>
                </a:xfrm>
              </p:grpSpPr>
              <p:sp>
                <p:nvSpPr>
                  <p:cNvPr id="10308" name="Rectangle 24"/>
                  <p:cNvSpPr/>
                  <p:nvPr/>
                </p:nvSpPr>
                <p:spPr>
                  <a:xfrm>
                    <a:off x="6972" y="564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2.1</a:t>
                    </a:r>
                    <a:endParaRPr lang="en-US" altLang="zh-CN" sz="1600" b="1" dirty="0">
                      <a:latin typeface="Comic Sans MS" panose="030F0702030302020204" pitchFamily="66" charset="0"/>
                      <a:ea typeface="黑体" panose="02010609060101010101" pitchFamily="49" charset="-122"/>
                    </a:endParaRPr>
                  </a:p>
                </p:txBody>
              </p:sp>
              <p:sp>
                <p:nvSpPr>
                  <p:cNvPr id="10309" name="Oval 25"/>
                  <p:cNvSpPr/>
                  <p:nvPr/>
                </p:nvSpPr>
                <p:spPr>
                  <a:xfrm>
                    <a:off x="7016" y="5670"/>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sp>
              <p:nvSpPr>
                <p:cNvPr id="10306" name="Line 26"/>
                <p:cNvSpPr/>
                <p:nvPr/>
              </p:nvSpPr>
              <p:spPr>
                <a:xfrm>
                  <a:off x="6104" y="7665"/>
                  <a:ext cx="374" cy="0"/>
                </a:xfrm>
                <a:prstGeom prst="line">
                  <a:avLst/>
                </a:prstGeom>
                <a:ln w="9525" cap="flat" cmpd="sng">
                  <a:solidFill>
                    <a:srgbClr val="000000"/>
                  </a:solidFill>
                  <a:prstDash val="solid"/>
                  <a:headEnd type="none" w="med" len="med"/>
                  <a:tailEnd type="triangle" w="sm" len="med"/>
                </a:ln>
              </p:spPr>
            </p:sp>
            <p:sp>
              <p:nvSpPr>
                <p:cNvPr id="10307" name="Line 27"/>
                <p:cNvSpPr/>
                <p:nvPr/>
              </p:nvSpPr>
              <p:spPr>
                <a:xfrm>
                  <a:off x="5382" y="7680"/>
                  <a:ext cx="332" cy="0"/>
                </a:xfrm>
                <a:prstGeom prst="line">
                  <a:avLst/>
                </a:prstGeom>
                <a:ln w="9525" cap="flat" cmpd="sng">
                  <a:solidFill>
                    <a:srgbClr val="000000"/>
                  </a:solidFill>
                  <a:prstDash val="solid"/>
                  <a:headEnd type="none" w="med" len="med"/>
                  <a:tailEnd type="triangle" w="sm" len="med"/>
                </a:ln>
              </p:spPr>
            </p:sp>
          </p:grpSp>
          <p:sp>
            <p:nvSpPr>
              <p:cNvPr id="10302" name="Line 28"/>
              <p:cNvSpPr/>
              <p:nvPr/>
            </p:nvSpPr>
            <p:spPr>
              <a:xfrm flipH="1">
                <a:off x="5698" y="7875"/>
                <a:ext cx="136" cy="225"/>
              </a:xfrm>
              <a:prstGeom prst="line">
                <a:avLst/>
              </a:prstGeom>
              <a:ln w="9525" cap="flat" cmpd="sng">
                <a:solidFill>
                  <a:srgbClr val="000000"/>
                </a:solidFill>
                <a:prstDash val="solid"/>
                <a:headEnd type="none" w="med" len="med"/>
                <a:tailEnd type="triangle" w="sm" len="med"/>
              </a:ln>
            </p:spPr>
          </p:sp>
          <p:sp>
            <p:nvSpPr>
              <p:cNvPr id="10303" name="Line 29"/>
              <p:cNvSpPr/>
              <p:nvPr/>
            </p:nvSpPr>
            <p:spPr>
              <a:xfrm flipH="1">
                <a:off x="6480" y="7890"/>
                <a:ext cx="150" cy="225"/>
              </a:xfrm>
              <a:prstGeom prst="line">
                <a:avLst/>
              </a:prstGeom>
              <a:ln w="9525" cap="flat" cmpd="sng">
                <a:solidFill>
                  <a:srgbClr val="000000"/>
                </a:solidFill>
                <a:prstDash val="solid"/>
                <a:headEnd type="none" w="med" len="med"/>
                <a:tailEnd type="triangle" w="sm" len="med"/>
              </a:ln>
            </p:spPr>
          </p:sp>
        </p:grpSp>
      </p:grpSp>
      <p:grpSp>
        <p:nvGrpSpPr>
          <p:cNvPr id="10245" name="Group 30"/>
          <p:cNvGrpSpPr/>
          <p:nvPr/>
        </p:nvGrpSpPr>
        <p:grpSpPr>
          <a:xfrm>
            <a:off x="3652838" y="4951413"/>
            <a:ext cx="1874837" cy="731837"/>
            <a:chOff x="1756" y="7515"/>
            <a:chExt cx="2964" cy="1155"/>
          </a:xfrm>
        </p:grpSpPr>
        <p:sp>
          <p:nvSpPr>
            <p:cNvPr id="10278" name="AutoShape 31"/>
            <p:cNvSpPr/>
            <p:nvPr/>
          </p:nvSpPr>
          <p:spPr>
            <a:xfrm>
              <a:off x="1756" y="7515"/>
              <a:ext cx="2964" cy="1155"/>
            </a:xfrm>
            <a:prstGeom prst="parallelogram">
              <a:avLst>
                <a:gd name="adj" fmla="val 64155"/>
              </a:avLst>
            </a:prstGeom>
            <a:noFill/>
            <a:ln w="9525" cap="flat" cmpd="sng">
              <a:solidFill>
                <a:srgbClr val="000000"/>
              </a:solidFill>
              <a:prstDash val="solid"/>
              <a:miter/>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nvGrpSpPr>
            <p:cNvPr id="10279" name="Group 32"/>
            <p:cNvGrpSpPr/>
            <p:nvPr/>
          </p:nvGrpSpPr>
          <p:grpSpPr>
            <a:xfrm>
              <a:off x="2409" y="7575"/>
              <a:ext cx="1953" cy="1050"/>
              <a:chOff x="2409" y="7575"/>
              <a:chExt cx="1953" cy="1050"/>
            </a:xfrm>
          </p:grpSpPr>
          <p:grpSp>
            <p:nvGrpSpPr>
              <p:cNvPr id="10280" name="Group 33"/>
              <p:cNvGrpSpPr/>
              <p:nvPr/>
            </p:nvGrpSpPr>
            <p:grpSpPr>
              <a:xfrm>
                <a:off x="3175" y="8145"/>
                <a:ext cx="540" cy="465"/>
                <a:chOff x="7872" y="5655"/>
                <a:chExt cx="540" cy="465"/>
              </a:xfrm>
            </p:grpSpPr>
            <p:sp>
              <p:nvSpPr>
                <p:cNvPr id="10296" name="Rectangle 34"/>
                <p:cNvSpPr/>
                <p:nvPr/>
              </p:nvSpPr>
              <p:spPr>
                <a:xfrm>
                  <a:off x="7872" y="5655"/>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2</a:t>
                  </a:r>
                  <a:endParaRPr lang="en-US" altLang="zh-CN" sz="1600" b="1" dirty="0">
                    <a:latin typeface="Comic Sans MS" panose="030F0702030302020204" pitchFamily="66" charset="0"/>
                    <a:ea typeface="黑体" panose="02010609060101010101" pitchFamily="49" charset="-122"/>
                  </a:endParaRPr>
                </a:p>
              </p:txBody>
            </p:sp>
            <p:sp>
              <p:nvSpPr>
                <p:cNvPr id="10297" name="Oval 35"/>
                <p:cNvSpPr/>
                <p:nvPr/>
              </p:nvSpPr>
              <p:spPr>
                <a:xfrm>
                  <a:off x="7924" y="5694"/>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grpSp>
            <p:nvGrpSpPr>
              <p:cNvPr id="10281" name="Group 36"/>
              <p:cNvGrpSpPr/>
              <p:nvPr/>
            </p:nvGrpSpPr>
            <p:grpSpPr>
              <a:xfrm>
                <a:off x="2409" y="8160"/>
                <a:ext cx="540" cy="465"/>
                <a:chOff x="6972" y="5640"/>
                <a:chExt cx="540" cy="465"/>
              </a:xfrm>
            </p:grpSpPr>
            <p:sp>
              <p:nvSpPr>
                <p:cNvPr id="10294" name="Rectangle 37"/>
                <p:cNvSpPr/>
                <p:nvPr/>
              </p:nvSpPr>
              <p:spPr>
                <a:xfrm>
                  <a:off x="6972" y="564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1</a:t>
                  </a:r>
                  <a:endParaRPr lang="en-US" altLang="zh-CN" sz="1600" b="1" dirty="0">
                    <a:latin typeface="Comic Sans MS" panose="030F0702030302020204" pitchFamily="66" charset="0"/>
                    <a:ea typeface="黑体" panose="02010609060101010101" pitchFamily="49" charset="-122"/>
                  </a:endParaRPr>
                </a:p>
              </p:txBody>
            </p:sp>
            <p:sp>
              <p:nvSpPr>
                <p:cNvPr id="10295" name="Oval 38"/>
                <p:cNvSpPr/>
                <p:nvPr/>
              </p:nvSpPr>
              <p:spPr>
                <a:xfrm>
                  <a:off x="7016" y="5670"/>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sp>
            <p:nvSpPr>
              <p:cNvPr id="10282" name="Line 39"/>
              <p:cNvSpPr/>
              <p:nvPr/>
            </p:nvSpPr>
            <p:spPr>
              <a:xfrm>
                <a:off x="2862" y="8370"/>
                <a:ext cx="362" cy="0"/>
              </a:xfrm>
              <a:prstGeom prst="line">
                <a:avLst/>
              </a:prstGeom>
              <a:ln w="9525" cap="flat" cmpd="sng">
                <a:solidFill>
                  <a:srgbClr val="000000"/>
                </a:solidFill>
                <a:prstDash val="solid"/>
                <a:headEnd type="none" w="med" len="med"/>
                <a:tailEnd type="triangle" w="sm" len="med"/>
              </a:ln>
            </p:spPr>
          </p:sp>
          <p:sp>
            <p:nvSpPr>
              <p:cNvPr id="10283" name="Line 40"/>
              <p:cNvSpPr/>
              <p:nvPr/>
            </p:nvSpPr>
            <p:spPr>
              <a:xfrm>
                <a:off x="3642" y="8385"/>
                <a:ext cx="316" cy="15"/>
              </a:xfrm>
              <a:prstGeom prst="line">
                <a:avLst/>
              </a:prstGeom>
              <a:ln w="9525" cap="flat" cmpd="sng">
                <a:solidFill>
                  <a:srgbClr val="000000"/>
                </a:solidFill>
                <a:prstDash val="solid"/>
                <a:headEnd type="none" w="med" len="med"/>
                <a:tailEnd type="triangle" w="sm" len="med"/>
              </a:ln>
            </p:spPr>
          </p:sp>
          <p:grpSp>
            <p:nvGrpSpPr>
              <p:cNvPr id="10284" name="Group 41"/>
              <p:cNvGrpSpPr/>
              <p:nvPr/>
            </p:nvGrpSpPr>
            <p:grpSpPr>
              <a:xfrm>
                <a:off x="3536" y="7575"/>
                <a:ext cx="540" cy="465"/>
                <a:chOff x="7872" y="5655"/>
                <a:chExt cx="540" cy="465"/>
              </a:xfrm>
            </p:grpSpPr>
            <p:sp>
              <p:nvSpPr>
                <p:cNvPr id="10292" name="Rectangle 42"/>
                <p:cNvSpPr/>
                <p:nvPr/>
              </p:nvSpPr>
              <p:spPr>
                <a:xfrm>
                  <a:off x="7872" y="5655"/>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4</a:t>
                  </a:r>
                  <a:endParaRPr lang="en-US" altLang="zh-CN" sz="1600" b="1" dirty="0">
                    <a:latin typeface="Comic Sans MS" panose="030F0702030302020204" pitchFamily="66" charset="0"/>
                    <a:ea typeface="黑体" panose="02010609060101010101" pitchFamily="49" charset="-122"/>
                  </a:endParaRPr>
                </a:p>
              </p:txBody>
            </p:sp>
            <p:sp>
              <p:nvSpPr>
                <p:cNvPr id="10293" name="Oval 43"/>
                <p:cNvSpPr/>
                <p:nvPr/>
              </p:nvSpPr>
              <p:spPr>
                <a:xfrm>
                  <a:off x="7924" y="5694"/>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grpSp>
            <p:nvGrpSpPr>
              <p:cNvPr id="10285" name="Group 44"/>
              <p:cNvGrpSpPr/>
              <p:nvPr/>
            </p:nvGrpSpPr>
            <p:grpSpPr>
              <a:xfrm>
                <a:off x="2770" y="7590"/>
                <a:ext cx="540" cy="465"/>
                <a:chOff x="6972" y="5640"/>
                <a:chExt cx="540" cy="465"/>
              </a:xfrm>
            </p:grpSpPr>
            <p:sp>
              <p:nvSpPr>
                <p:cNvPr id="10290" name="Rectangle 45"/>
                <p:cNvSpPr/>
                <p:nvPr/>
              </p:nvSpPr>
              <p:spPr>
                <a:xfrm>
                  <a:off x="6972" y="564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3</a:t>
                  </a:r>
                  <a:endParaRPr lang="en-US" altLang="zh-CN" sz="1600" b="1" dirty="0">
                    <a:latin typeface="Comic Sans MS" panose="030F0702030302020204" pitchFamily="66" charset="0"/>
                    <a:ea typeface="黑体" panose="02010609060101010101" pitchFamily="49" charset="-122"/>
                  </a:endParaRPr>
                </a:p>
              </p:txBody>
            </p:sp>
            <p:sp>
              <p:nvSpPr>
                <p:cNvPr id="10291" name="Oval 46"/>
                <p:cNvSpPr/>
                <p:nvPr/>
              </p:nvSpPr>
              <p:spPr>
                <a:xfrm>
                  <a:off x="7016" y="5670"/>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sp>
            <p:nvSpPr>
              <p:cNvPr id="10286" name="Line 47"/>
              <p:cNvSpPr/>
              <p:nvPr/>
            </p:nvSpPr>
            <p:spPr>
              <a:xfrm>
                <a:off x="3988" y="7830"/>
                <a:ext cx="374" cy="0"/>
              </a:xfrm>
              <a:prstGeom prst="line">
                <a:avLst/>
              </a:prstGeom>
              <a:ln w="9525" cap="flat" cmpd="sng">
                <a:solidFill>
                  <a:srgbClr val="000000"/>
                </a:solidFill>
                <a:prstDash val="solid"/>
                <a:headEnd type="none" w="med" len="med"/>
                <a:tailEnd type="triangle" w="sm" len="med"/>
              </a:ln>
            </p:spPr>
          </p:sp>
          <p:sp>
            <p:nvSpPr>
              <p:cNvPr id="10287" name="Line 48"/>
              <p:cNvSpPr/>
              <p:nvPr/>
            </p:nvSpPr>
            <p:spPr>
              <a:xfrm>
                <a:off x="2486" y="7815"/>
                <a:ext cx="332" cy="0"/>
              </a:xfrm>
              <a:prstGeom prst="line">
                <a:avLst/>
              </a:prstGeom>
              <a:ln w="9525" cap="flat" cmpd="sng">
                <a:solidFill>
                  <a:srgbClr val="000000"/>
                </a:solidFill>
                <a:prstDash val="solid"/>
                <a:headEnd type="none" w="med" len="med"/>
                <a:tailEnd type="triangle" w="sm" len="med"/>
              </a:ln>
            </p:spPr>
          </p:sp>
          <p:sp>
            <p:nvSpPr>
              <p:cNvPr id="10288" name="Line 49"/>
              <p:cNvSpPr/>
              <p:nvPr/>
            </p:nvSpPr>
            <p:spPr>
              <a:xfrm flipH="1">
                <a:off x="2758" y="7995"/>
                <a:ext cx="136" cy="225"/>
              </a:xfrm>
              <a:prstGeom prst="line">
                <a:avLst/>
              </a:prstGeom>
              <a:ln w="9525" cap="flat" cmpd="sng">
                <a:solidFill>
                  <a:srgbClr val="000000"/>
                </a:solidFill>
                <a:prstDash val="solid"/>
                <a:headEnd type="none" w="med" len="med"/>
                <a:tailEnd type="triangle" w="sm" len="med"/>
              </a:ln>
            </p:spPr>
          </p:sp>
          <p:sp>
            <p:nvSpPr>
              <p:cNvPr id="10289" name="Line 50"/>
              <p:cNvSpPr/>
              <p:nvPr/>
            </p:nvSpPr>
            <p:spPr>
              <a:xfrm flipH="1">
                <a:off x="2804" y="7905"/>
                <a:ext cx="796" cy="375"/>
              </a:xfrm>
              <a:prstGeom prst="line">
                <a:avLst/>
              </a:prstGeom>
              <a:ln w="9525" cap="flat" cmpd="sng">
                <a:solidFill>
                  <a:srgbClr val="000000"/>
                </a:solidFill>
                <a:prstDash val="solid"/>
                <a:headEnd type="triangle" w="sm" len="med"/>
                <a:tailEnd type="none" w="sm" len="med"/>
              </a:ln>
            </p:spPr>
          </p:sp>
        </p:grpSp>
      </p:grpSp>
      <p:grpSp>
        <p:nvGrpSpPr>
          <p:cNvPr id="10246" name="Group 51"/>
          <p:cNvGrpSpPr/>
          <p:nvPr/>
        </p:nvGrpSpPr>
        <p:grpSpPr>
          <a:xfrm>
            <a:off x="2273300" y="5997575"/>
            <a:ext cx="1878013" cy="731838"/>
            <a:chOff x="1966" y="9000"/>
            <a:chExt cx="2964" cy="1155"/>
          </a:xfrm>
        </p:grpSpPr>
        <p:sp>
          <p:nvSpPr>
            <p:cNvPr id="10262" name="AutoShape 52"/>
            <p:cNvSpPr/>
            <p:nvPr/>
          </p:nvSpPr>
          <p:spPr>
            <a:xfrm>
              <a:off x="1966" y="9000"/>
              <a:ext cx="2964" cy="1155"/>
            </a:xfrm>
            <a:prstGeom prst="parallelogram">
              <a:avLst>
                <a:gd name="adj" fmla="val 64155"/>
              </a:avLst>
            </a:prstGeom>
            <a:noFill/>
            <a:ln w="9525" cap="flat" cmpd="sng">
              <a:solidFill>
                <a:srgbClr val="000000"/>
              </a:solidFill>
              <a:prstDash val="solid"/>
              <a:miter/>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nvGrpSpPr>
            <p:cNvPr id="10263" name="Group 53"/>
            <p:cNvGrpSpPr/>
            <p:nvPr/>
          </p:nvGrpSpPr>
          <p:grpSpPr>
            <a:xfrm>
              <a:off x="2619" y="9075"/>
              <a:ext cx="1789" cy="1035"/>
              <a:chOff x="2619" y="9075"/>
              <a:chExt cx="1789" cy="1035"/>
            </a:xfrm>
          </p:grpSpPr>
          <p:grpSp>
            <p:nvGrpSpPr>
              <p:cNvPr id="10264" name="Group 54"/>
              <p:cNvGrpSpPr/>
              <p:nvPr/>
            </p:nvGrpSpPr>
            <p:grpSpPr>
              <a:xfrm>
                <a:off x="3385" y="9630"/>
                <a:ext cx="540" cy="465"/>
                <a:chOff x="7872" y="5655"/>
                <a:chExt cx="540" cy="465"/>
              </a:xfrm>
            </p:grpSpPr>
            <p:sp>
              <p:nvSpPr>
                <p:cNvPr id="10276" name="Rectangle 55"/>
                <p:cNvSpPr/>
                <p:nvPr/>
              </p:nvSpPr>
              <p:spPr>
                <a:xfrm>
                  <a:off x="7872" y="5655"/>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1.3</a:t>
                  </a:r>
                  <a:endParaRPr lang="en-US" altLang="zh-CN" sz="1600" b="1" dirty="0">
                    <a:latin typeface="Comic Sans MS" panose="030F0702030302020204" pitchFamily="66" charset="0"/>
                    <a:ea typeface="黑体" panose="02010609060101010101" pitchFamily="49" charset="-122"/>
                  </a:endParaRPr>
                </a:p>
              </p:txBody>
            </p:sp>
            <p:sp>
              <p:nvSpPr>
                <p:cNvPr id="10277" name="Oval 56"/>
                <p:cNvSpPr/>
                <p:nvPr/>
              </p:nvSpPr>
              <p:spPr>
                <a:xfrm>
                  <a:off x="7924" y="5694"/>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grpSp>
            <p:nvGrpSpPr>
              <p:cNvPr id="10265" name="Group 57"/>
              <p:cNvGrpSpPr/>
              <p:nvPr/>
            </p:nvGrpSpPr>
            <p:grpSpPr>
              <a:xfrm>
                <a:off x="2619" y="9645"/>
                <a:ext cx="540" cy="465"/>
                <a:chOff x="6972" y="5640"/>
                <a:chExt cx="540" cy="465"/>
              </a:xfrm>
            </p:grpSpPr>
            <p:sp>
              <p:nvSpPr>
                <p:cNvPr id="10274" name="Rectangle 58"/>
                <p:cNvSpPr/>
                <p:nvPr/>
              </p:nvSpPr>
              <p:spPr>
                <a:xfrm>
                  <a:off x="6972" y="564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1.2</a:t>
                  </a:r>
                  <a:endParaRPr lang="en-US" altLang="zh-CN" sz="1600" b="1" dirty="0">
                    <a:latin typeface="Comic Sans MS" panose="030F0702030302020204" pitchFamily="66" charset="0"/>
                    <a:ea typeface="黑体" panose="02010609060101010101" pitchFamily="49" charset="-122"/>
                  </a:endParaRPr>
                </a:p>
              </p:txBody>
            </p:sp>
            <p:sp>
              <p:nvSpPr>
                <p:cNvPr id="10275" name="Oval 59"/>
                <p:cNvSpPr/>
                <p:nvPr/>
              </p:nvSpPr>
              <p:spPr>
                <a:xfrm>
                  <a:off x="7016" y="5670"/>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sp>
            <p:nvSpPr>
              <p:cNvPr id="10266" name="Line 60"/>
              <p:cNvSpPr/>
              <p:nvPr/>
            </p:nvSpPr>
            <p:spPr>
              <a:xfrm>
                <a:off x="3072" y="9855"/>
                <a:ext cx="362" cy="0"/>
              </a:xfrm>
              <a:prstGeom prst="line">
                <a:avLst/>
              </a:prstGeom>
              <a:ln w="9525" cap="flat" cmpd="sng">
                <a:solidFill>
                  <a:srgbClr val="000000"/>
                </a:solidFill>
                <a:prstDash val="solid"/>
                <a:headEnd type="none" w="med" len="med"/>
                <a:tailEnd type="triangle" w="sm" len="med"/>
              </a:ln>
            </p:spPr>
          </p:sp>
          <p:sp>
            <p:nvSpPr>
              <p:cNvPr id="10267" name="Line 61"/>
              <p:cNvSpPr/>
              <p:nvPr/>
            </p:nvSpPr>
            <p:spPr>
              <a:xfrm>
                <a:off x="3852" y="9870"/>
                <a:ext cx="316" cy="15"/>
              </a:xfrm>
              <a:prstGeom prst="line">
                <a:avLst/>
              </a:prstGeom>
              <a:ln w="9525" cap="flat" cmpd="sng">
                <a:solidFill>
                  <a:srgbClr val="000000"/>
                </a:solidFill>
                <a:prstDash val="solid"/>
                <a:headEnd type="none" w="med" len="med"/>
                <a:tailEnd type="triangle" w="sm" len="med"/>
              </a:ln>
            </p:spPr>
          </p:sp>
          <p:grpSp>
            <p:nvGrpSpPr>
              <p:cNvPr id="10268" name="Group 62"/>
              <p:cNvGrpSpPr/>
              <p:nvPr/>
            </p:nvGrpSpPr>
            <p:grpSpPr>
              <a:xfrm>
                <a:off x="2980" y="9075"/>
                <a:ext cx="540" cy="465"/>
                <a:chOff x="6972" y="5640"/>
                <a:chExt cx="540" cy="465"/>
              </a:xfrm>
            </p:grpSpPr>
            <p:sp>
              <p:nvSpPr>
                <p:cNvPr id="10272" name="Rectangle 63"/>
                <p:cNvSpPr/>
                <p:nvPr/>
              </p:nvSpPr>
              <p:spPr>
                <a:xfrm>
                  <a:off x="6972" y="564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1.1</a:t>
                  </a:r>
                  <a:endParaRPr lang="en-US" altLang="zh-CN" sz="1600" b="1" dirty="0">
                    <a:latin typeface="Comic Sans MS" panose="030F0702030302020204" pitchFamily="66" charset="0"/>
                    <a:ea typeface="黑体" panose="02010609060101010101" pitchFamily="49" charset="-122"/>
                  </a:endParaRPr>
                </a:p>
              </p:txBody>
            </p:sp>
            <p:sp>
              <p:nvSpPr>
                <p:cNvPr id="10273" name="Oval 64"/>
                <p:cNvSpPr/>
                <p:nvPr/>
              </p:nvSpPr>
              <p:spPr>
                <a:xfrm>
                  <a:off x="7016" y="5670"/>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sp>
            <p:nvSpPr>
              <p:cNvPr id="10269" name="Line 65"/>
              <p:cNvSpPr/>
              <p:nvPr/>
            </p:nvSpPr>
            <p:spPr>
              <a:xfrm flipV="1">
                <a:off x="3418" y="9285"/>
                <a:ext cx="990" cy="0"/>
              </a:xfrm>
              <a:prstGeom prst="line">
                <a:avLst/>
              </a:prstGeom>
              <a:ln w="9525" cap="flat" cmpd="sng">
                <a:solidFill>
                  <a:srgbClr val="000000"/>
                </a:solidFill>
                <a:prstDash val="solid"/>
                <a:headEnd type="none" w="med" len="med"/>
                <a:tailEnd type="triangle" w="sm" len="med"/>
              </a:ln>
            </p:spPr>
          </p:sp>
          <p:sp>
            <p:nvSpPr>
              <p:cNvPr id="10270" name="Line 66"/>
              <p:cNvSpPr/>
              <p:nvPr/>
            </p:nvSpPr>
            <p:spPr>
              <a:xfrm>
                <a:off x="2696" y="9300"/>
                <a:ext cx="332" cy="0"/>
              </a:xfrm>
              <a:prstGeom prst="line">
                <a:avLst/>
              </a:prstGeom>
              <a:ln w="9525" cap="flat" cmpd="sng">
                <a:solidFill>
                  <a:srgbClr val="000000"/>
                </a:solidFill>
                <a:prstDash val="solid"/>
                <a:headEnd type="none" w="med" len="med"/>
                <a:tailEnd type="triangle" w="sm" len="med"/>
              </a:ln>
            </p:spPr>
          </p:sp>
          <p:sp>
            <p:nvSpPr>
              <p:cNvPr id="10271" name="Line 67"/>
              <p:cNvSpPr/>
              <p:nvPr/>
            </p:nvSpPr>
            <p:spPr>
              <a:xfrm flipH="1">
                <a:off x="2968" y="9480"/>
                <a:ext cx="136" cy="225"/>
              </a:xfrm>
              <a:prstGeom prst="line">
                <a:avLst/>
              </a:prstGeom>
              <a:ln w="9525" cap="flat" cmpd="sng">
                <a:solidFill>
                  <a:srgbClr val="000000"/>
                </a:solidFill>
                <a:prstDash val="solid"/>
                <a:headEnd type="none" w="med" len="med"/>
                <a:tailEnd type="triangle" w="sm" len="med"/>
              </a:ln>
            </p:spPr>
          </p:sp>
        </p:grpSp>
      </p:grpSp>
      <p:grpSp>
        <p:nvGrpSpPr>
          <p:cNvPr id="10247" name="Group 68"/>
          <p:cNvGrpSpPr/>
          <p:nvPr/>
        </p:nvGrpSpPr>
        <p:grpSpPr>
          <a:xfrm>
            <a:off x="3660775" y="3943350"/>
            <a:ext cx="1876425" cy="733425"/>
            <a:chOff x="5236" y="8460"/>
            <a:chExt cx="2964" cy="1155"/>
          </a:xfrm>
        </p:grpSpPr>
        <p:sp>
          <p:nvSpPr>
            <p:cNvPr id="10254" name="AutoShape 69"/>
            <p:cNvSpPr/>
            <p:nvPr/>
          </p:nvSpPr>
          <p:spPr>
            <a:xfrm>
              <a:off x="5236" y="8460"/>
              <a:ext cx="2964" cy="1155"/>
            </a:xfrm>
            <a:prstGeom prst="parallelogram">
              <a:avLst>
                <a:gd name="adj" fmla="val 64155"/>
              </a:avLst>
            </a:prstGeom>
            <a:noFill/>
            <a:ln w="9525" cap="flat" cmpd="sng">
              <a:solidFill>
                <a:srgbClr val="000000"/>
              </a:solidFill>
              <a:prstDash val="solid"/>
              <a:miter/>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nvGrpSpPr>
            <p:cNvPr id="10255" name="Group 70"/>
            <p:cNvGrpSpPr/>
            <p:nvPr/>
          </p:nvGrpSpPr>
          <p:grpSpPr>
            <a:xfrm>
              <a:off x="5934" y="8850"/>
              <a:ext cx="1356" cy="555"/>
              <a:chOff x="5934" y="8850"/>
              <a:chExt cx="1356" cy="555"/>
            </a:xfrm>
          </p:grpSpPr>
          <p:grpSp>
            <p:nvGrpSpPr>
              <p:cNvPr id="10256" name="Group 71"/>
              <p:cNvGrpSpPr/>
              <p:nvPr/>
            </p:nvGrpSpPr>
            <p:grpSpPr>
              <a:xfrm>
                <a:off x="6354" y="8850"/>
                <a:ext cx="540" cy="465"/>
                <a:chOff x="6354" y="8850"/>
                <a:chExt cx="540" cy="465"/>
              </a:xfrm>
            </p:grpSpPr>
            <p:sp>
              <p:nvSpPr>
                <p:cNvPr id="10260" name="Rectangle 72"/>
                <p:cNvSpPr/>
                <p:nvPr/>
              </p:nvSpPr>
              <p:spPr>
                <a:xfrm>
                  <a:off x="6354" y="885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X</a:t>
                  </a:r>
                  <a:endParaRPr lang="en-US" altLang="zh-CN" sz="1600" b="1" dirty="0">
                    <a:latin typeface="Comic Sans MS" panose="030F0702030302020204" pitchFamily="66" charset="0"/>
                    <a:ea typeface="黑体" panose="02010609060101010101" pitchFamily="49" charset="-122"/>
                  </a:endParaRPr>
                </a:p>
              </p:txBody>
            </p:sp>
            <p:sp>
              <p:nvSpPr>
                <p:cNvPr id="10261" name="Oval 73"/>
                <p:cNvSpPr/>
                <p:nvPr/>
              </p:nvSpPr>
              <p:spPr>
                <a:xfrm>
                  <a:off x="6442" y="8880"/>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sp>
            <p:nvSpPr>
              <p:cNvPr id="10257" name="Line 74"/>
              <p:cNvSpPr/>
              <p:nvPr/>
            </p:nvSpPr>
            <p:spPr>
              <a:xfrm>
                <a:off x="6776" y="9210"/>
                <a:ext cx="452" cy="195"/>
              </a:xfrm>
              <a:prstGeom prst="line">
                <a:avLst/>
              </a:prstGeom>
              <a:ln w="9525" cap="flat" cmpd="sng">
                <a:solidFill>
                  <a:srgbClr val="000000"/>
                </a:solidFill>
                <a:prstDash val="solid"/>
                <a:headEnd type="none" w="med" len="med"/>
                <a:tailEnd type="triangle" w="sm" len="med"/>
              </a:ln>
            </p:spPr>
          </p:sp>
          <p:sp>
            <p:nvSpPr>
              <p:cNvPr id="10258" name="Line 75"/>
              <p:cNvSpPr/>
              <p:nvPr/>
            </p:nvSpPr>
            <p:spPr>
              <a:xfrm>
                <a:off x="5934" y="9075"/>
                <a:ext cx="483" cy="0"/>
              </a:xfrm>
              <a:prstGeom prst="line">
                <a:avLst/>
              </a:prstGeom>
              <a:ln w="9525" cap="flat" cmpd="sng">
                <a:solidFill>
                  <a:srgbClr val="000000"/>
                </a:solidFill>
                <a:prstDash val="solid"/>
                <a:headEnd type="none" w="med" len="med"/>
                <a:tailEnd type="triangle" w="sm" len="med"/>
              </a:ln>
            </p:spPr>
          </p:sp>
          <p:sp>
            <p:nvSpPr>
              <p:cNvPr id="10259" name="Line 76"/>
              <p:cNvSpPr/>
              <p:nvPr/>
            </p:nvSpPr>
            <p:spPr>
              <a:xfrm flipH="1">
                <a:off x="6808" y="8850"/>
                <a:ext cx="482" cy="120"/>
              </a:xfrm>
              <a:prstGeom prst="line">
                <a:avLst/>
              </a:prstGeom>
              <a:ln w="9525" cap="flat" cmpd="sng">
                <a:solidFill>
                  <a:srgbClr val="000000"/>
                </a:solidFill>
                <a:prstDash val="solid"/>
                <a:headEnd type="triangle" w="sm" len="med"/>
                <a:tailEnd type="none" w="sm" len="med"/>
              </a:ln>
            </p:spPr>
          </p:sp>
        </p:grpSp>
      </p:grpSp>
      <p:sp>
        <p:nvSpPr>
          <p:cNvPr id="10248" name="Line 78"/>
          <p:cNvSpPr/>
          <p:nvPr/>
        </p:nvSpPr>
        <p:spPr>
          <a:xfrm flipH="1">
            <a:off x="4133850" y="4419600"/>
            <a:ext cx="314325" cy="522288"/>
          </a:xfrm>
          <a:prstGeom prst="line">
            <a:avLst/>
          </a:prstGeom>
          <a:ln w="9525" cap="flat" cmpd="sng">
            <a:solidFill>
              <a:srgbClr val="000000"/>
            </a:solidFill>
            <a:prstDash val="dash"/>
            <a:headEnd type="none" w="med" len="med"/>
            <a:tailEnd type="none" w="med" len="med"/>
          </a:ln>
        </p:spPr>
      </p:sp>
      <p:sp>
        <p:nvSpPr>
          <p:cNvPr id="10249" name="Line 79"/>
          <p:cNvSpPr/>
          <p:nvPr/>
        </p:nvSpPr>
        <p:spPr>
          <a:xfrm>
            <a:off x="4608513" y="4438650"/>
            <a:ext cx="912812" cy="503238"/>
          </a:xfrm>
          <a:prstGeom prst="line">
            <a:avLst/>
          </a:prstGeom>
          <a:ln w="9525" cap="flat" cmpd="sng">
            <a:solidFill>
              <a:srgbClr val="000000"/>
            </a:solidFill>
            <a:prstDash val="dash"/>
            <a:headEnd type="none" w="med" len="med"/>
            <a:tailEnd type="none" w="med" len="med"/>
          </a:ln>
        </p:spPr>
      </p:sp>
      <p:sp>
        <p:nvSpPr>
          <p:cNvPr id="10250" name="Line 80"/>
          <p:cNvSpPr/>
          <p:nvPr/>
        </p:nvSpPr>
        <p:spPr>
          <a:xfrm flipH="1">
            <a:off x="2727325" y="5551488"/>
            <a:ext cx="1379538" cy="455612"/>
          </a:xfrm>
          <a:prstGeom prst="line">
            <a:avLst/>
          </a:prstGeom>
          <a:ln w="9525" cap="flat" cmpd="sng">
            <a:solidFill>
              <a:srgbClr val="000000"/>
            </a:solidFill>
            <a:prstDash val="dash"/>
            <a:headEnd type="none" w="med" len="med"/>
            <a:tailEnd type="none" w="med" len="med"/>
          </a:ln>
        </p:spPr>
      </p:sp>
      <p:sp>
        <p:nvSpPr>
          <p:cNvPr id="10251" name="Line 81"/>
          <p:cNvSpPr/>
          <p:nvPr/>
        </p:nvSpPr>
        <p:spPr>
          <a:xfrm flipH="1">
            <a:off x="4152900" y="5635625"/>
            <a:ext cx="68263" cy="352425"/>
          </a:xfrm>
          <a:prstGeom prst="line">
            <a:avLst/>
          </a:prstGeom>
          <a:ln w="9525" cap="flat" cmpd="sng">
            <a:solidFill>
              <a:srgbClr val="000000"/>
            </a:solidFill>
            <a:prstDash val="dash"/>
            <a:headEnd type="none" w="med" len="med"/>
            <a:tailEnd type="none" w="med" len="med"/>
          </a:ln>
        </p:spPr>
      </p:sp>
      <p:sp>
        <p:nvSpPr>
          <p:cNvPr id="10252" name="Line 82"/>
          <p:cNvSpPr/>
          <p:nvPr/>
        </p:nvSpPr>
        <p:spPr>
          <a:xfrm flipH="1">
            <a:off x="4581525" y="5616575"/>
            <a:ext cx="84138" cy="371475"/>
          </a:xfrm>
          <a:prstGeom prst="line">
            <a:avLst/>
          </a:prstGeom>
          <a:ln w="9525" cap="flat" cmpd="sng">
            <a:solidFill>
              <a:srgbClr val="000000"/>
            </a:solidFill>
            <a:prstDash val="dash"/>
            <a:headEnd type="none" w="med" len="med"/>
            <a:tailEnd type="none" w="med" len="med"/>
          </a:ln>
        </p:spPr>
      </p:sp>
      <p:sp>
        <p:nvSpPr>
          <p:cNvPr id="10253" name="Line 83"/>
          <p:cNvSpPr/>
          <p:nvPr/>
        </p:nvSpPr>
        <p:spPr>
          <a:xfrm>
            <a:off x="4799013" y="5597525"/>
            <a:ext cx="1187450" cy="400050"/>
          </a:xfrm>
          <a:prstGeom prst="line">
            <a:avLst/>
          </a:prstGeom>
          <a:ln w="9525" cap="flat" cmpd="sng">
            <a:solidFill>
              <a:srgbClr val="000000"/>
            </a:solidFill>
            <a:prstDash val="dash"/>
            <a:headEnd type="none" w="med" len="med"/>
            <a:tailEnd type="none" w="med" len="med"/>
          </a:ln>
        </p:spPr>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Rectangle 2"/>
          <p:cNvSpPr>
            <a:spLocks noGrp="1"/>
          </p:cNvSpPr>
          <p:nvPr>
            <p:ph type="title"/>
          </p:nvPr>
        </p:nvSpPr>
        <p:spPr>
          <a:ln/>
        </p:spPr>
        <p:txBody>
          <a:bodyPr vert="horz" wrap="square" lIns="0" tIns="45610" rIns="0" bIns="0" anchor="b" anchorCtr="0"/>
          <a:p>
            <a:pPr eaLnBrk="1" hangingPunct="1"/>
            <a:r>
              <a:rPr lang="zh-CN" altLang="en-US" b="1" dirty="0">
                <a:latin typeface="微软雅黑" panose="020B0503020204020204" pitchFamily="34" charset="-122"/>
                <a:ea typeface="微软雅黑" panose="020B0503020204020204" pitchFamily="34" charset="-122"/>
              </a:rPr>
              <a:t>数据流图的各个层次</a:t>
            </a:r>
            <a:endParaRPr lang="zh-CN" altLang="en-US" b="1" dirty="0">
              <a:latin typeface="微软雅黑" panose="020B0503020204020204" pitchFamily="34" charset="-122"/>
              <a:ea typeface="微软雅黑" panose="020B0503020204020204" pitchFamily="34" charset="-122"/>
            </a:endParaRPr>
          </a:p>
        </p:txBody>
      </p:sp>
      <p:grpSp>
        <p:nvGrpSpPr>
          <p:cNvPr id="14339" name="Group 7"/>
          <p:cNvGrpSpPr/>
          <p:nvPr/>
        </p:nvGrpSpPr>
        <p:grpSpPr>
          <a:xfrm>
            <a:off x="4405313" y="4714875"/>
            <a:ext cx="1878012" cy="733425"/>
            <a:chOff x="4696" y="7395"/>
            <a:chExt cx="2964" cy="1155"/>
          </a:xfrm>
        </p:grpSpPr>
        <p:sp>
          <p:nvSpPr>
            <p:cNvPr id="14396" name="AutoShape 8"/>
            <p:cNvSpPr/>
            <p:nvPr/>
          </p:nvSpPr>
          <p:spPr>
            <a:xfrm>
              <a:off x="4696" y="7395"/>
              <a:ext cx="2964" cy="1155"/>
            </a:xfrm>
            <a:prstGeom prst="parallelogram">
              <a:avLst>
                <a:gd name="adj" fmla="val 64155"/>
              </a:avLst>
            </a:prstGeom>
            <a:noFill/>
            <a:ln w="9525" cap="flat" cmpd="sng">
              <a:solidFill>
                <a:srgbClr val="000000"/>
              </a:solidFill>
              <a:prstDash val="solid"/>
              <a:miter/>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nvGrpSpPr>
            <p:cNvPr id="14397" name="Group 9"/>
            <p:cNvGrpSpPr/>
            <p:nvPr/>
          </p:nvGrpSpPr>
          <p:grpSpPr>
            <a:xfrm>
              <a:off x="5349" y="7455"/>
              <a:ext cx="1667" cy="1050"/>
              <a:chOff x="5349" y="7455"/>
              <a:chExt cx="1667" cy="1050"/>
            </a:xfrm>
          </p:grpSpPr>
          <p:grpSp>
            <p:nvGrpSpPr>
              <p:cNvPr id="14398" name="Group 10"/>
              <p:cNvGrpSpPr/>
              <p:nvPr/>
            </p:nvGrpSpPr>
            <p:grpSpPr>
              <a:xfrm>
                <a:off x="5349" y="8025"/>
                <a:ext cx="1549" cy="480"/>
                <a:chOff x="5349" y="8025"/>
                <a:chExt cx="1549" cy="480"/>
              </a:xfrm>
            </p:grpSpPr>
            <p:grpSp>
              <p:nvGrpSpPr>
                <p:cNvPr id="14410" name="Group 11"/>
                <p:cNvGrpSpPr/>
                <p:nvPr/>
              </p:nvGrpSpPr>
              <p:grpSpPr>
                <a:xfrm>
                  <a:off x="6115" y="8025"/>
                  <a:ext cx="540" cy="465"/>
                  <a:chOff x="7872" y="5655"/>
                  <a:chExt cx="540" cy="465"/>
                </a:xfrm>
              </p:grpSpPr>
              <p:sp>
                <p:nvSpPr>
                  <p:cNvPr id="14416" name="Rectangle 12"/>
                  <p:cNvSpPr/>
                  <p:nvPr/>
                </p:nvSpPr>
                <p:spPr>
                  <a:xfrm>
                    <a:off x="7872" y="5655"/>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2.4</a:t>
                    </a:r>
                    <a:endParaRPr lang="en-US" altLang="zh-CN" sz="1600" b="1" dirty="0">
                      <a:latin typeface="Comic Sans MS" panose="030F0702030302020204" pitchFamily="66" charset="0"/>
                      <a:ea typeface="黑体" panose="02010609060101010101" pitchFamily="49" charset="-122"/>
                    </a:endParaRPr>
                  </a:p>
                </p:txBody>
              </p:sp>
              <p:sp>
                <p:nvSpPr>
                  <p:cNvPr id="14417" name="Oval 13"/>
                  <p:cNvSpPr/>
                  <p:nvPr/>
                </p:nvSpPr>
                <p:spPr>
                  <a:xfrm>
                    <a:off x="7924" y="5694"/>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grpSp>
              <p:nvGrpSpPr>
                <p:cNvPr id="14411" name="Group 14"/>
                <p:cNvGrpSpPr/>
                <p:nvPr/>
              </p:nvGrpSpPr>
              <p:grpSpPr>
                <a:xfrm>
                  <a:off x="5349" y="8040"/>
                  <a:ext cx="540" cy="465"/>
                  <a:chOff x="6972" y="5640"/>
                  <a:chExt cx="540" cy="465"/>
                </a:xfrm>
              </p:grpSpPr>
              <p:sp>
                <p:nvSpPr>
                  <p:cNvPr id="14414" name="Rectangle 15"/>
                  <p:cNvSpPr/>
                  <p:nvPr/>
                </p:nvSpPr>
                <p:spPr>
                  <a:xfrm>
                    <a:off x="6972" y="564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2.3</a:t>
                    </a:r>
                    <a:endParaRPr lang="en-US" altLang="zh-CN" sz="1600" b="1" dirty="0">
                      <a:latin typeface="Comic Sans MS" panose="030F0702030302020204" pitchFamily="66" charset="0"/>
                      <a:ea typeface="黑体" panose="02010609060101010101" pitchFamily="49" charset="-122"/>
                    </a:endParaRPr>
                  </a:p>
                </p:txBody>
              </p:sp>
              <p:sp>
                <p:nvSpPr>
                  <p:cNvPr id="14415" name="Oval 16"/>
                  <p:cNvSpPr/>
                  <p:nvPr/>
                </p:nvSpPr>
                <p:spPr>
                  <a:xfrm>
                    <a:off x="7016" y="5670"/>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sp>
              <p:nvSpPr>
                <p:cNvPr id="14412" name="Line 17"/>
                <p:cNvSpPr/>
                <p:nvPr/>
              </p:nvSpPr>
              <p:spPr>
                <a:xfrm>
                  <a:off x="5802" y="8250"/>
                  <a:ext cx="362" cy="0"/>
                </a:xfrm>
                <a:prstGeom prst="line">
                  <a:avLst/>
                </a:prstGeom>
                <a:ln w="9525" cap="flat" cmpd="sng">
                  <a:solidFill>
                    <a:srgbClr val="000000"/>
                  </a:solidFill>
                  <a:prstDash val="solid"/>
                  <a:headEnd type="none" w="med" len="med"/>
                  <a:tailEnd type="triangle" w="sm" len="med"/>
                </a:ln>
              </p:spPr>
            </p:sp>
            <p:sp>
              <p:nvSpPr>
                <p:cNvPr id="14413" name="Line 18"/>
                <p:cNvSpPr/>
                <p:nvPr/>
              </p:nvSpPr>
              <p:spPr>
                <a:xfrm>
                  <a:off x="6582" y="8265"/>
                  <a:ext cx="316" cy="15"/>
                </a:xfrm>
                <a:prstGeom prst="line">
                  <a:avLst/>
                </a:prstGeom>
                <a:ln w="9525" cap="flat" cmpd="sng">
                  <a:solidFill>
                    <a:srgbClr val="000000"/>
                  </a:solidFill>
                  <a:prstDash val="solid"/>
                  <a:headEnd type="none" w="med" len="med"/>
                  <a:tailEnd type="triangle" w="sm" len="med"/>
                </a:ln>
              </p:spPr>
            </p:sp>
          </p:grpSp>
          <p:grpSp>
            <p:nvGrpSpPr>
              <p:cNvPr id="14399" name="Group 19"/>
              <p:cNvGrpSpPr/>
              <p:nvPr/>
            </p:nvGrpSpPr>
            <p:grpSpPr>
              <a:xfrm>
                <a:off x="5426" y="7455"/>
                <a:ext cx="1590" cy="480"/>
                <a:chOff x="5382" y="7440"/>
                <a:chExt cx="1590" cy="480"/>
              </a:xfrm>
            </p:grpSpPr>
            <p:grpSp>
              <p:nvGrpSpPr>
                <p:cNvPr id="14402" name="Group 20"/>
                <p:cNvGrpSpPr/>
                <p:nvPr/>
              </p:nvGrpSpPr>
              <p:grpSpPr>
                <a:xfrm>
                  <a:off x="6432" y="7440"/>
                  <a:ext cx="540" cy="465"/>
                  <a:chOff x="7872" y="5655"/>
                  <a:chExt cx="540" cy="465"/>
                </a:xfrm>
              </p:grpSpPr>
              <p:sp>
                <p:nvSpPr>
                  <p:cNvPr id="14408" name="Rectangle 21"/>
                  <p:cNvSpPr/>
                  <p:nvPr/>
                </p:nvSpPr>
                <p:spPr>
                  <a:xfrm>
                    <a:off x="7872" y="5655"/>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2.2</a:t>
                    </a:r>
                    <a:endParaRPr lang="en-US" altLang="zh-CN" sz="1600" b="1" dirty="0">
                      <a:latin typeface="Comic Sans MS" panose="030F0702030302020204" pitchFamily="66" charset="0"/>
                      <a:ea typeface="黑体" panose="02010609060101010101" pitchFamily="49" charset="-122"/>
                    </a:endParaRPr>
                  </a:p>
                </p:txBody>
              </p:sp>
              <p:sp>
                <p:nvSpPr>
                  <p:cNvPr id="14409" name="Oval 22"/>
                  <p:cNvSpPr/>
                  <p:nvPr/>
                </p:nvSpPr>
                <p:spPr>
                  <a:xfrm>
                    <a:off x="7924" y="5694"/>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grpSp>
              <p:nvGrpSpPr>
                <p:cNvPr id="14403" name="Group 23"/>
                <p:cNvGrpSpPr/>
                <p:nvPr/>
              </p:nvGrpSpPr>
              <p:grpSpPr>
                <a:xfrm>
                  <a:off x="5666" y="7455"/>
                  <a:ext cx="540" cy="465"/>
                  <a:chOff x="6972" y="5640"/>
                  <a:chExt cx="540" cy="465"/>
                </a:xfrm>
              </p:grpSpPr>
              <p:sp>
                <p:nvSpPr>
                  <p:cNvPr id="14406" name="Rectangle 24"/>
                  <p:cNvSpPr/>
                  <p:nvPr/>
                </p:nvSpPr>
                <p:spPr>
                  <a:xfrm>
                    <a:off x="6972" y="564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2.1</a:t>
                    </a:r>
                    <a:endParaRPr lang="en-US" altLang="zh-CN" sz="1600" b="1" dirty="0">
                      <a:latin typeface="Comic Sans MS" panose="030F0702030302020204" pitchFamily="66" charset="0"/>
                      <a:ea typeface="黑体" panose="02010609060101010101" pitchFamily="49" charset="-122"/>
                    </a:endParaRPr>
                  </a:p>
                </p:txBody>
              </p:sp>
              <p:sp>
                <p:nvSpPr>
                  <p:cNvPr id="14407" name="Oval 25"/>
                  <p:cNvSpPr/>
                  <p:nvPr/>
                </p:nvSpPr>
                <p:spPr>
                  <a:xfrm>
                    <a:off x="7016" y="5670"/>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sp>
              <p:nvSpPr>
                <p:cNvPr id="14404" name="Line 26"/>
                <p:cNvSpPr/>
                <p:nvPr/>
              </p:nvSpPr>
              <p:spPr>
                <a:xfrm>
                  <a:off x="6104" y="7665"/>
                  <a:ext cx="374" cy="0"/>
                </a:xfrm>
                <a:prstGeom prst="line">
                  <a:avLst/>
                </a:prstGeom>
                <a:ln w="9525" cap="flat" cmpd="sng">
                  <a:solidFill>
                    <a:srgbClr val="000000"/>
                  </a:solidFill>
                  <a:prstDash val="solid"/>
                  <a:headEnd type="none" w="med" len="med"/>
                  <a:tailEnd type="triangle" w="sm" len="med"/>
                </a:ln>
              </p:spPr>
            </p:sp>
            <p:sp>
              <p:nvSpPr>
                <p:cNvPr id="14405" name="Line 27"/>
                <p:cNvSpPr/>
                <p:nvPr/>
              </p:nvSpPr>
              <p:spPr>
                <a:xfrm>
                  <a:off x="5382" y="7680"/>
                  <a:ext cx="332" cy="0"/>
                </a:xfrm>
                <a:prstGeom prst="line">
                  <a:avLst/>
                </a:prstGeom>
                <a:ln w="9525" cap="flat" cmpd="sng">
                  <a:solidFill>
                    <a:srgbClr val="000000"/>
                  </a:solidFill>
                  <a:prstDash val="solid"/>
                  <a:headEnd type="none" w="med" len="med"/>
                  <a:tailEnd type="triangle" w="sm" len="med"/>
                </a:ln>
              </p:spPr>
            </p:sp>
          </p:grpSp>
          <p:sp>
            <p:nvSpPr>
              <p:cNvPr id="14400" name="Line 28"/>
              <p:cNvSpPr/>
              <p:nvPr/>
            </p:nvSpPr>
            <p:spPr>
              <a:xfrm flipH="1">
                <a:off x="5698" y="7875"/>
                <a:ext cx="136" cy="225"/>
              </a:xfrm>
              <a:prstGeom prst="line">
                <a:avLst/>
              </a:prstGeom>
              <a:ln w="9525" cap="flat" cmpd="sng">
                <a:solidFill>
                  <a:srgbClr val="000000"/>
                </a:solidFill>
                <a:prstDash val="solid"/>
                <a:headEnd type="none" w="med" len="med"/>
                <a:tailEnd type="triangle" w="sm" len="med"/>
              </a:ln>
            </p:spPr>
          </p:sp>
          <p:sp>
            <p:nvSpPr>
              <p:cNvPr id="14401" name="Line 29"/>
              <p:cNvSpPr/>
              <p:nvPr/>
            </p:nvSpPr>
            <p:spPr>
              <a:xfrm flipH="1">
                <a:off x="6480" y="7890"/>
                <a:ext cx="150" cy="225"/>
              </a:xfrm>
              <a:prstGeom prst="line">
                <a:avLst/>
              </a:prstGeom>
              <a:ln w="9525" cap="flat" cmpd="sng">
                <a:solidFill>
                  <a:srgbClr val="000000"/>
                </a:solidFill>
                <a:prstDash val="solid"/>
                <a:headEnd type="none" w="med" len="med"/>
                <a:tailEnd type="triangle" w="sm" len="med"/>
              </a:ln>
            </p:spPr>
          </p:sp>
        </p:grpSp>
      </p:grpSp>
      <p:grpSp>
        <p:nvGrpSpPr>
          <p:cNvPr id="14340" name="Group 30"/>
          <p:cNvGrpSpPr/>
          <p:nvPr/>
        </p:nvGrpSpPr>
        <p:grpSpPr>
          <a:xfrm>
            <a:off x="3941763" y="3670300"/>
            <a:ext cx="1876425" cy="731838"/>
            <a:chOff x="1756" y="7515"/>
            <a:chExt cx="2964" cy="1155"/>
          </a:xfrm>
        </p:grpSpPr>
        <p:sp>
          <p:nvSpPr>
            <p:cNvPr id="14376" name="AutoShape 31"/>
            <p:cNvSpPr/>
            <p:nvPr/>
          </p:nvSpPr>
          <p:spPr>
            <a:xfrm>
              <a:off x="1756" y="7515"/>
              <a:ext cx="2964" cy="1155"/>
            </a:xfrm>
            <a:prstGeom prst="parallelogram">
              <a:avLst>
                <a:gd name="adj" fmla="val 64155"/>
              </a:avLst>
            </a:prstGeom>
            <a:noFill/>
            <a:ln w="9525" cap="flat" cmpd="sng">
              <a:solidFill>
                <a:srgbClr val="000000"/>
              </a:solidFill>
              <a:prstDash val="solid"/>
              <a:miter/>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nvGrpSpPr>
            <p:cNvPr id="14377" name="Group 32"/>
            <p:cNvGrpSpPr/>
            <p:nvPr/>
          </p:nvGrpSpPr>
          <p:grpSpPr>
            <a:xfrm>
              <a:off x="2409" y="7575"/>
              <a:ext cx="1953" cy="1050"/>
              <a:chOff x="2409" y="7575"/>
              <a:chExt cx="1953" cy="1050"/>
            </a:xfrm>
          </p:grpSpPr>
          <p:grpSp>
            <p:nvGrpSpPr>
              <p:cNvPr id="14378" name="Group 33"/>
              <p:cNvGrpSpPr/>
              <p:nvPr/>
            </p:nvGrpSpPr>
            <p:grpSpPr>
              <a:xfrm>
                <a:off x="3175" y="8145"/>
                <a:ext cx="540" cy="465"/>
                <a:chOff x="7872" y="5655"/>
                <a:chExt cx="540" cy="465"/>
              </a:xfrm>
            </p:grpSpPr>
            <p:sp>
              <p:nvSpPr>
                <p:cNvPr id="14394" name="Rectangle 34"/>
                <p:cNvSpPr/>
                <p:nvPr/>
              </p:nvSpPr>
              <p:spPr>
                <a:xfrm>
                  <a:off x="7872" y="5655"/>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2</a:t>
                  </a:r>
                  <a:endParaRPr lang="en-US" altLang="zh-CN" sz="1600" b="1" dirty="0">
                    <a:latin typeface="Comic Sans MS" panose="030F0702030302020204" pitchFamily="66" charset="0"/>
                    <a:ea typeface="黑体" panose="02010609060101010101" pitchFamily="49" charset="-122"/>
                  </a:endParaRPr>
                </a:p>
              </p:txBody>
            </p:sp>
            <p:sp>
              <p:nvSpPr>
                <p:cNvPr id="14395" name="Oval 35"/>
                <p:cNvSpPr/>
                <p:nvPr/>
              </p:nvSpPr>
              <p:spPr>
                <a:xfrm>
                  <a:off x="7924" y="5694"/>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grpSp>
            <p:nvGrpSpPr>
              <p:cNvPr id="14379" name="Group 36"/>
              <p:cNvGrpSpPr/>
              <p:nvPr/>
            </p:nvGrpSpPr>
            <p:grpSpPr>
              <a:xfrm>
                <a:off x="2409" y="8160"/>
                <a:ext cx="540" cy="465"/>
                <a:chOff x="6972" y="5640"/>
                <a:chExt cx="540" cy="465"/>
              </a:xfrm>
            </p:grpSpPr>
            <p:sp>
              <p:nvSpPr>
                <p:cNvPr id="14392" name="Rectangle 37"/>
                <p:cNvSpPr/>
                <p:nvPr/>
              </p:nvSpPr>
              <p:spPr>
                <a:xfrm>
                  <a:off x="6972" y="564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1</a:t>
                  </a:r>
                  <a:endParaRPr lang="en-US" altLang="zh-CN" sz="1600" b="1" dirty="0">
                    <a:latin typeface="Comic Sans MS" panose="030F0702030302020204" pitchFamily="66" charset="0"/>
                    <a:ea typeface="黑体" panose="02010609060101010101" pitchFamily="49" charset="-122"/>
                  </a:endParaRPr>
                </a:p>
              </p:txBody>
            </p:sp>
            <p:sp>
              <p:nvSpPr>
                <p:cNvPr id="14393" name="Oval 38"/>
                <p:cNvSpPr/>
                <p:nvPr/>
              </p:nvSpPr>
              <p:spPr>
                <a:xfrm>
                  <a:off x="7016" y="5670"/>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sp>
            <p:nvSpPr>
              <p:cNvPr id="14380" name="Line 39"/>
              <p:cNvSpPr/>
              <p:nvPr/>
            </p:nvSpPr>
            <p:spPr>
              <a:xfrm>
                <a:off x="2862" y="8370"/>
                <a:ext cx="362" cy="0"/>
              </a:xfrm>
              <a:prstGeom prst="line">
                <a:avLst/>
              </a:prstGeom>
              <a:ln w="9525" cap="flat" cmpd="sng">
                <a:solidFill>
                  <a:srgbClr val="000000"/>
                </a:solidFill>
                <a:prstDash val="solid"/>
                <a:headEnd type="none" w="med" len="med"/>
                <a:tailEnd type="triangle" w="sm" len="med"/>
              </a:ln>
            </p:spPr>
          </p:sp>
          <p:sp>
            <p:nvSpPr>
              <p:cNvPr id="14381" name="Line 40"/>
              <p:cNvSpPr/>
              <p:nvPr/>
            </p:nvSpPr>
            <p:spPr>
              <a:xfrm>
                <a:off x="3642" y="8385"/>
                <a:ext cx="316" cy="15"/>
              </a:xfrm>
              <a:prstGeom prst="line">
                <a:avLst/>
              </a:prstGeom>
              <a:ln w="9525" cap="flat" cmpd="sng">
                <a:solidFill>
                  <a:srgbClr val="000000"/>
                </a:solidFill>
                <a:prstDash val="solid"/>
                <a:headEnd type="none" w="med" len="med"/>
                <a:tailEnd type="triangle" w="sm" len="med"/>
              </a:ln>
            </p:spPr>
          </p:sp>
          <p:grpSp>
            <p:nvGrpSpPr>
              <p:cNvPr id="14382" name="Group 41"/>
              <p:cNvGrpSpPr/>
              <p:nvPr/>
            </p:nvGrpSpPr>
            <p:grpSpPr>
              <a:xfrm>
                <a:off x="3536" y="7575"/>
                <a:ext cx="540" cy="465"/>
                <a:chOff x="7872" y="5655"/>
                <a:chExt cx="540" cy="465"/>
              </a:xfrm>
            </p:grpSpPr>
            <p:sp>
              <p:nvSpPr>
                <p:cNvPr id="14390" name="Rectangle 42"/>
                <p:cNvSpPr/>
                <p:nvPr/>
              </p:nvSpPr>
              <p:spPr>
                <a:xfrm>
                  <a:off x="7872" y="5655"/>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4</a:t>
                  </a:r>
                  <a:endParaRPr lang="en-US" altLang="zh-CN" sz="1600" b="1" dirty="0">
                    <a:latin typeface="Comic Sans MS" panose="030F0702030302020204" pitchFamily="66" charset="0"/>
                    <a:ea typeface="黑体" panose="02010609060101010101" pitchFamily="49" charset="-122"/>
                  </a:endParaRPr>
                </a:p>
              </p:txBody>
            </p:sp>
            <p:sp>
              <p:nvSpPr>
                <p:cNvPr id="14391" name="Oval 43"/>
                <p:cNvSpPr/>
                <p:nvPr/>
              </p:nvSpPr>
              <p:spPr>
                <a:xfrm>
                  <a:off x="7924" y="5694"/>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grpSp>
            <p:nvGrpSpPr>
              <p:cNvPr id="14383" name="Group 44"/>
              <p:cNvGrpSpPr/>
              <p:nvPr/>
            </p:nvGrpSpPr>
            <p:grpSpPr>
              <a:xfrm>
                <a:off x="2770" y="7590"/>
                <a:ext cx="540" cy="465"/>
                <a:chOff x="6972" y="5640"/>
                <a:chExt cx="540" cy="465"/>
              </a:xfrm>
            </p:grpSpPr>
            <p:sp>
              <p:nvSpPr>
                <p:cNvPr id="14388" name="Rectangle 45"/>
                <p:cNvSpPr/>
                <p:nvPr/>
              </p:nvSpPr>
              <p:spPr>
                <a:xfrm>
                  <a:off x="6972" y="564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3</a:t>
                  </a:r>
                  <a:endParaRPr lang="en-US" altLang="zh-CN" sz="1600" b="1" dirty="0">
                    <a:latin typeface="Comic Sans MS" panose="030F0702030302020204" pitchFamily="66" charset="0"/>
                    <a:ea typeface="黑体" panose="02010609060101010101" pitchFamily="49" charset="-122"/>
                  </a:endParaRPr>
                </a:p>
              </p:txBody>
            </p:sp>
            <p:sp>
              <p:nvSpPr>
                <p:cNvPr id="14389" name="Oval 46"/>
                <p:cNvSpPr/>
                <p:nvPr/>
              </p:nvSpPr>
              <p:spPr>
                <a:xfrm>
                  <a:off x="7016" y="5670"/>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sp>
            <p:nvSpPr>
              <p:cNvPr id="14384" name="Line 47"/>
              <p:cNvSpPr/>
              <p:nvPr/>
            </p:nvSpPr>
            <p:spPr>
              <a:xfrm>
                <a:off x="3988" y="7830"/>
                <a:ext cx="374" cy="0"/>
              </a:xfrm>
              <a:prstGeom prst="line">
                <a:avLst/>
              </a:prstGeom>
              <a:ln w="9525" cap="flat" cmpd="sng">
                <a:solidFill>
                  <a:srgbClr val="000000"/>
                </a:solidFill>
                <a:prstDash val="solid"/>
                <a:headEnd type="none" w="med" len="med"/>
                <a:tailEnd type="triangle" w="sm" len="med"/>
              </a:ln>
            </p:spPr>
          </p:sp>
          <p:sp>
            <p:nvSpPr>
              <p:cNvPr id="14385" name="Line 48"/>
              <p:cNvSpPr/>
              <p:nvPr/>
            </p:nvSpPr>
            <p:spPr>
              <a:xfrm>
                <a:off x="2486" y="7815"/>
                <a:ext cx="332" cy="0"/>
              </a:xfrm>
              <a:prstGeom prst="line">
                <a:avLst/>
              </a:prstGeom>
              <a:ln w="9525" cap="flat" cmpd="sng">
                <a:solidFill>
                  <a:srgbClr val="000000"/>
                </a:solidFill>
                <a:prstDash val="solid"/>
                <a:headEnd type="none" w="med" len="med"/>
                <a:tailEnd type="triangle" w="sm" len="med"/>
              </a:ln>
            </p:spPr>
          </p:sp>
          <p:sp>
            <p:nvSpPr>
              <p:cNvPr id="14386" name="Line 49"/>
              <p:cNvSpPr/>
              <p:nvPr/>
            </p:nvSpPr>
            <p:spPr>
              <a:xfrm flipH="1">
                <a:off x="2758" y="7995"/>
                <a:ext cx="136" cy="225"/>
              </a:xfrm>
              <a:prstGeom prst="line">
                <a:avLst/>
              </a:prstGeom>
              <a:ln w="9525" cap="flat" cmpd="sng">
                <a:solidFill>
                  <a:srgbClr val="000000"/>
                </a:solidFill>
                <a:prstDash val="solid"/>
                <a:headEnd type="none" w="med" len="med"/>
                <a:tailEnd type="triangle" w="sm" len="med"/>
              </a:ln>
            </p:spPr>
          </p:sp>
          <p:sp>
            <p:nvSpPr>
              <p:cNvPr id="14387" name="Line 50"/>
              <p:cNvSpPr/>
              <p:nvPr/>
            </p:nvSpPr>
            <p:spPr>
              <a:xfrm flipH="1">
                <a:off x="2804" y="7905"/>
                <a:ext cx="796" cy="375"/>
              </a:xfrm>
              <a:prstGeom prst="line">
                <a:avLst/>
              </a:prstGeom>
              <a:ln w="9525" cap="flat" cmpd="sng">
                <a:solidFill>
                  <a:srgbClr val="000000"/>
                </a:solidFill>
                <a:prstDash val="solid"/>
                <a:headEnd type="triangle" w="sm" len="med"/>
                <a:tailEnd type="none" w="sm" len="med"/>
              </a:ln>
            </p:spPr>
          </p:sp>
        </p:grpSp>
      </p:grpSp>
      <p:grpSp>
        <p:nvGrpSpPr>
          <p:cNvPr id="14341" name="Group 51"/>
          <p:cNvGrpSpPr/>
          <p:nvPr/>
        </p:nvGrpSpPr>
        <p:grpSpPr>
          <a:xfrm>
            <a:off x="2563813" y="4714875"/>
            <a:ext cx="1876425" cy="733425"/>
            <a:chOff x="1966" y="9000"/>
            <a:chExt cx="2964" cy="1155"/>
          </a:xfrm>
        </p:grpSpPr>
        <p:sp>
          <p:nvSpPr>
            <p:cNvPr id="14360" name="AutoShape 52"/>
            <p:cNvSpPr/>
            <p:nvPr/>
          </p:nvSpPr>
          <p:spPr>
            <a:xfrm>
              <a:off x="1966" y="9000"/>
              <a:ext cx="2964" cy="1155"/>
            </a:xfrm>
            <a:prstGeom prst="parallelogram">
              <a:avLst>
                <a:gd name="adj" fmla="val 64155"/>
              </a:avLst>
            </a:prstGeom>
            <a:noFill/>
            <a:ln w="9525" cap="flat" cmpd="sng">
              <a:solidFill>
                <a:srgbClr val="000000"/>
              </a:solidFill>
              <a:prstDash val="solid"/>
              <a:miter/>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nvGrpSpPr>
            <p:cNvPr id="14361" name="Group 53"/>
            <p:cNvGrpSpPr/>
            <p:nvPr/>
          </p:nvGrpSpPr>
          <p:grpSpPr>
            <a:xfrm>
              <a:off x="2619" y="9075"/>
              <a:ext cx="1789" cy="1035"/>
              <a:chOff x="2619" y="9075"/>
              <a:chExt cx="1789" cy="1035"/>
            </a:xfrm>
          </p:grpSpPr>
          <p:grpSp>
            <p:nvGrpSpPr>
              <p:cNvPr id="14362" name="Group 54"/>
              <p:cNvGrpSpPr/>
              <p:nvPr/>
            </p:nvGrpSpPr>
            <p:grpSpPr>
              <a:xfrm>
                <a:off x="3385" y="9630"/>
                <a:ext cx="540" cy="465"/>
                <a:chOff x="7872" y="5655"/>
                <a:chExt cx="540" cy="465"/>
              </a:xfrm>
            </p:grpSpPr>
            <p:sp>
              <p:nvSpPr>
                <p:cNvPr id="14374" name="Rectangle 55"/>
                <p:cNvSpPr/>
                <p:nvPr/>
              </p:nvSpPr>
              <p:spPr>
                <a:xfrm>
                  <a:off x="7872" y="5655"/>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1.3</a:t>
                  </a:r>
                  <a:endParaRPr lang="en-US" altLang="zh-CN" sz="1600" b="1" dirty="0">
                    <a:latin typeface="Comic Sans MS" panose="030F0702030302020204" pitchFamily="66" charset="0"/>
                    <a:ea typeface="黑体" panose="02010609060101010101" pitchFamily="49" charset="-122"/>
                  </a:endParaRPr>
                </a:p>
              </p:txBody>
            </p:sp>
            <p:sp>
              <p:nvSpPr>
                <p:cNvPr id="14375" name="Oval 56"/>
                <p:cNvSpPr/>
                <p:nvPr/>
              </p:nvSpPr>
              <p:spPr>
                <a:xfrm>
                  <a:off x="7924" y="5694"/>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grpSp>
            <p:nvGrpSpPr>
              <p:cNvPr id="14363" name="Group 57"/>
              <p:cNvGrpSpPr/>
              <p:nvPr/>
            </p:nvGrpSpPr>
            <p:grpSpPr>
              <a:xfrm>
                <a:off x="2619" y="9645"/>
                <a:ext cx="540" cy="465"/>
                <a:chOff x="6972" y="5640"/>
                <a:chExt cx="540" cy="465"/>
              </a:xfrm>
            </p:grpSpPr>
            <p:sp>
              <p:nvSpPr>
                <p:cNvPr id="14372" name="Rectangle 58"/>
                <p:cNvSpPr/>
                <p:nvPr/>
              </p:nvSpPr>
              <p:spPr>
                <a:xfrm>
                  <a:off x="6972" y="564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1.2</a:t>
                  </a:r>
                  <a:endParaRPr lang="en-US" altLang="zh-CN" sz="1600" b="1" dirty="0">
                    <a:latin typeface="Comic Sans MS" panose="030F0702030302020204" pitchFamily="66" charset="0"/>
                    <a:ea typeface="黑体" panose="02010609060101010101" pitchFamily="49" charset="-122"/>
                  </a:endParaRPr>
                </a:p>
              </p:txBody>
            </p:sp>
            <p:sp>
              <p:nvSpPr>
                <p:cNvPr id="14373" name="Oval 59"/>
                <p:cNvSpPr/>
                <p:nvPr/>
              </p:nvSpPr>
              <p:spPr>
                <a:xfrm>
                  <a:off x="7016" y="5670"/>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sp>
            <p:nvSpPr>
              <p:cNvPr id="14364" name="Line 60"/>
              <p:cNvSpPr/>
              <p:nvPr/>
            </p:nvSpPr>
            <p:spPr>
              <a:xfrm>
                <a:off x="3072" y="9855"/>
                <a:ext cx="362" cy="0"/>
              </a:xfrm>
              <a:prstGeom prst="line">
                <a:avLst/>
              </a:prstGeom>
              <a:ln w="9525" cap="flat" cmpd="sng">
                <a:solidFill>
                  <a:srgbClr val="000000"/>
                </a:solidFill>
                <a:prstDash val="solid"/>
                <a:headEnd type="none" w="med" len="med"/>
                <a:tailEnd type="triangle" w="sm" len="med"/>
              </a:ln>
            </p:spPr>
          </p:sp>
          <p:sp>
            <p:nvSpPr>
              <p:cNvPr id="14365" name="Line 61"/>
              <p:cNvSpPr/>
              <p:nvPr/>
            </p:nvSpPr>
            <p:spPr>
              <a:xfrm>
                <a:off x="3852" y="9870"/>
                <a:ext cx="316" cy="15"/>
              </a:xfrm>
              <a:prstGeom prst="line">
                <a:avLst/>
              </a:prstGeom>
              <a:ln w="9525" cap="flat" cmpd="sng">
                <a:solidFill>
                  <a:srgbClr val="000000"/>
                </a:solidFill>
                <a:prstDash val="solid"/>
                <a:headEnd type="none" w="med" len="med"/>
                <a:tailEnd type="triangle" w="sm" len="med"/>
              </a:ln>
            </p:spPr>
          </p:sp>
          <p:grpSp>
            <p:nvGrpSpPr>
              <p:cNvPr id="14366" name="Group 62"/>
              <p:cNvGrpSpPr/>
              <p:nvPr/>
            </p:nvGrpSpPr>
            <p:grpSpPr>
              <a:xfrm>
                <a:off x="2980" y="9075"/>
                <a:ext cx="540" cy="465"/>
                <a:chOff x="6972" y="5640"/>
                <a:chExt cx="540" cy="465"/>
              </a:xfrm>
            </p:grpSpPr>
            <p:sp>
              <p:nvSpPr>
                <p:cNvPr id="14370" name="Rectangle 63"/>
                <p:cNvSpPr/>
                <p:nvPr/>
              </p:nvSpPr>
              <p:spPr>
                <a:xfrm>
                  <a:off x="6972" y="564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1.1</a:t>
                  </a:r>
                  <a:endParaRPr lang="en-US" altLang="zh-CN" sz="1600" b="1" dirty="0">
                    <a:latin typeface="Comic Sans MS" panose="030F0702030302020204" pitchFamily="66" charset="0"/>
                    <a:ea typeface="黑体" panose="02010609060101010101" pitchFamily="49" charset="-122"/>
                  </a:endParaRPr>
                </a:p>
              </p:txBody>
            </p:sp>
            <p:sp>
              <p:nvSpPr>
                <p:cNvPr id="14371" name="Oval 64"/>
                <p:cNvSpPr/>
                <p:nvPr/>
              </p:nvSpPr>
              <p:spPr>
                <a:xfrm>
                  <a:off x="7016" y="5670"/>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sp>
            <p:nvSpPr>
              <p:cNvPr id="14367" name="Line 65"/>
              <p:cNvSpPr/>
              <p:nvPr/>
            </p:nvSpPr>
            <p:spPr>
              <a:xfrm flipV="1">
                <a:off x="3418" y="9285"/>
                <a:ext cx="990" cy="0"/>
              </a:xfrm>
              <a:prstGeom prst="line">
                <a:avLst/>
              </a:prstGeom>
              <a:ln w="9525" cap="flat" cmpd="sng">
                <a:solidFill>
                  <a:srgbClr val="000000"/>
                </a:solidFill>
                <a:prstDash val="solid"/>
                <a:headEnd type="none" w="med" len="med"/>
                <a:tailEnd type="triangle" w="sm" len="med"/>
              </a:ln>
            </p:spPr>
          </p:sp>
          <p:sp>
            <p:nvSpPr>
              <p:cNvPr id="14368" name="Line 66"/>
              <p:cNvSpPr/>
              <p:nvPr/>
            </p:nvSpPr>
            <p:spPr>
              <a:xfrm>
                <a:off x="2696" y="9300"/>
                <a:ext cx="332" cy="0"/>
              </a:xfrm>
              <a:prstGeom prst="line">
                <a:avLst/>
              </a:prstGeom>
              <a:ln w="9525" cap="flat" cmpd="sng">
                <a:solidFill>
                  <a:srgbClr val="000000"/>
                </a:solidFill>
                <a:prstDash val="solid"/>
                <a:headEnd type="none" w="med" len="med"/>
                <a:tailEnd type="triangle" w="sm" len="med"/>
              </a:ln>
            </p:spPr>
          </p:sp>
          <p:sp>
            <p:nvSpPr>
              <p:cNvPr id="14369" name="Line 67"/>
              <p:cNvSpPr/>
              <p:nvPr/>
            </p:nvSpPr>
            <p:spPr>
              <a:xfrm flipH="1">
                <a:off x="2968" y="9480"/>
                <a:ext cx="136" cy="225"/>
              </a:xfrm>
              <a:prstGeom prst="line">
                <a:avLst/>
              </a:prstGeom>
              <a:ln w="9525" cap="flat" cmpd="sng">
                <a:solidFill>
                  <a:srgbClr val="000000"/>
                </a:solidFill>
                <a:prstDash val="solid"/>
                <a:headEnd type="none" w="med" len="med"/>
                <a:tailEnd type="triangle" w="sm" len="med"/>
              </a:ln>
            </p:spPr>
          </p:sp>
        </p:grpSp>
      </p:grpSp>
      <p:grpSp>
        <p:nvGrpSpPr>
          <p:cNvPr id="14342" name="Group 68"/>
          <p:cNvGrpSpPr/>
          <p:nvPr/>
        </p:nvGrpSpPr>
        <p:grpSpPr>
          <a:xfrm>
            <a:off x="3949700" y="2662238"/>
            <a:ext cx="1878013" cy="731837"/>
            <a:chOff x="5236" y="8460"/>
            <a:chExt cx="2964" cy="1155"/>
          </a:xfrm>
        </p:grpSpPr>
        <p:sp>
          <p:nvSpPr>
            <p:cNvPr id="14352" name="AutoShape 69"/>
            <p:cNvSpPr/>
            <p:nvPr/>
          </p:nvSpPr>
          <p:spPr>
            <a:xfrm>
              <a:off x="5236" y="8460"/>
              <a:ext cx="2964" cy="1155"/>
            </a:xfrm>
            <a:prstGeom prst="parallelogram">
              <a:avLst>
                <a:gd name="adj" fmla="val 64155"/>
              </a:avLst>
            </a:prstGeom>
            <a:noFill/>
            <a:ln w="9525" cap="flat" cmpd="sng">
              <a:solidFill>
                <a:srgbClr val="000000"/>
              </a:solidFill>
              <a:prstDash val="solid"/>
              <a:miter/>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nvGrpSpPr>
            <p:cNvPr id="14353" name="Group 70"/>
            <p:cNvGrpSpPr/>
            <p:nvPr/>
          </p:nvGrpSpPr>
          <p:grpSpPr>
            <a:xfrm>
              <a:off x="5934" y="8850"/>
              <a:ext cx="1356" cy="555"/>
              <a:chOff x="5934" y="8850"/>
              <a:chExt cx="1356" cy="555"/>
            </a:xfrm>
          </p:grpSpPr>
          <p:grpSp>
            <p:nvGrpSpPr>
              <p:cNvPr id="14354" name="Group 71"/>
              <p:cNvGrpSpPr/>
              <p:nvPr/>
            </p:nvGrpSpPr>
            <p:grpSpPr>
              <a:xfrm>
                <a:off x="6354" y="8850"/>
                <a:ext cx="540" cy="465"/>
                <a:chOff x="6354" y="8850"/>
                <a:chExt cx="540" cy="465"/>
              </a:xfrm>
            </p:grpSpPr>
            <p:sp>
              <p:nvSpPr>
                <p:cNvPr id="14358" name="Rectangle 72"/>
                <p:cNvSpPr/>
                <p:nvPr/>
              </p:nvSpPr>
              <p:spPr>
                <a:xfrm>
                  <a:off x="6354" y="885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X</a:t>
                  </a:r>
                  <a:endParaRPr lang="en-US" altLang="zh-CN" sz="1600" b="1" dirty="0">
                    <a:latin typeface="Comic Sans MS" panose="030F0702030302020204" pitchFamily="66" charset="0"/>
                    <a:ea typeface="黑体" panose="02010609060101010101" pitchFamily="49" charset="-122"/>
                  </a:endParaRPr>
                </a:p>
              </p:txBody>
            </p:sp>
            <p:sp>
              <p:nvSpPr>
                <p:cNvPr id="14359" name="Oval 73"/>
                <p:cNvSpPr/>
                <p:nvPr/>
              </p:nvSpPr>
              <p:spPr>
                <a:xfrm>
                  <a:off x="6442" y="8880"/>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sp>
            <p:nvSpPr>
              <p:cNvPr id="14355" name="Line 74"/>
              <p:cNvSpPr/>
              <p:nvPr/>
            </p:nvSpPr>
            <p:spPr>
              <a:xfrm>
                <a:off x="6776" y="9210"/>
                <a:ext cx="452" cy="195"/>
              </a:xfrm>
              <a:prstGeom prst="line">
                <a:avLst/>
              </a:prstGeom>
              <a:ln w="9525" cap="flat" cmpd="sng">
                <a:solidFill>
                  <a:srgbClr val="000000"/>
                </a:solidFill>
                <a:prstDash val="solid"/>
                <a:headEnd type="none" w="med" len="med"/>
                <a:tailEnd type="triangle" w="sm" len="med"/>
              </a:ln>
            </p:spPr>
          </p:sp>
          <p:sp>
            <p:nvSpPr>
              <p:cNvPr id="14356" name="Line 75"/>
              <p:cNvSpPr/>
              <p:nvPr/>
            </p:nvSpPr>
            <p:spPr>
              <a:xfrm>
                <a:off x="5934" y="9075"/>
                <a:ext cx="483" cy="0"/>
              </a:xfrm>
              <a:prstGeom prst="line">
                <a:avLst/>
              </a:prstGeom>
              <a:ln w="9525" cap="flat" cmpd="sng">
                <a:solidFill>
                  <a:srgbClr val="000000"/>
                </a:solidFill>
                <a:prstDash val="solid"/>
                <a:headEnd type="none" w="med" len="med"/>
                <a:tailEnd type="triangle" w="sm" len="med"/>
              </a:ln>
            </p:spPr>
          </p:sp>
          <p:sp>
            <p:nvSpPr>
              <p:cNvPr id="14357" name="Line 76"/>
              <p:cNvSpPr/>
              <p:nvPr/>
            </p:nvSpPr>
            <p:spPr>
              <a:xfrm flipH="1">
                <a:off x="6808" y="8850"/>
                <a:ext cx="482" cy="120"/>
              </a:xfrm>
              <a:prstGeom prst="line">
                <a:avLst/>
              </a:prstGeom>
              <a:ln w="9525" cap="flat" cmpd="sng">
                <a:solidFill>
                  <a:srgbClr val="000000"/>
                </a:solidFill>
                <a:prstDash val="solid"/>
                <a:headEnd type="triangle" w="sm" len="med"/>
                <a:tailEnd type="none" w="sm" len="med"/>
              </a:ln>
            </p:spPr>
          </p:sp>
        </p:grpSp>
      </p:grpSp>
      <p:sp>
        <p:nvSpPr>
          <p:cNvPr id="14343" name="Line 78"/>
          <p:cNvSpPr/>
          <p:nvPr/>
        </p:nvSpPr>
        <p:spPr>
          <a:xfrm flipH="1">
            <a:off x="4422775" y="3136900"/>
            <a:ext cx="315913" cy="523875"/>
          </a:xfrm>
          <a:prstGeom prst="line">
            <a:avLst/>
          </a:prstGeom>
          <a:ln w="9525" cap="flat" cmpd="sng">
            <a:solidFill>
              <a:srgbClr val="000000"/>
            </a:solidFill>
            <a:prstDash val="dash"/>
            <a:headEnd type="none" w="med" len="med"/>
            <a:tailEnd type="none" w="med" len="med"/>
          </a:ln>
        </p:spPr>
      </p:sp>
      <p:sp>
        <p:nvSpPr>
          <p:cNvPr id="14344" name="Line 79"/>
          <p:cNvSpPr/>
          <p:nvPr/>
        </p:nvSpPr>
        <p:spPr>
          <a:xfrm>
            <a:off x="4897438" y="3155950"/>
            <a:ext cx="914400" cy="504825"/>
          </a:xfrm>
          <a:prstGeom prst="line">
            <a:avLst/>
          </a:prstGeom>
          <a:ln w="9525" cap="flat" cmpd="sng">
            <a:solidFill>
              <a:srgbClr val="000000"/>
            </a:solidFill>
            <a:prstDash val="dash"/>
            <a:headEnd type="none" w="med" len="med"/>
            <a:tailEnd type="none" w="med" len="med"/>
          </a:ln>
        </p:spPr>
      </p:sp>
      <p:sp>
        <p:nvSpPr>
          <p:cNvPr id="14345" name="Line 80"/>
          <p:cNvSpPr/>
          <p:nvPr/>
        </p:nvSpPr>
        <p:spPr>
          <a:xfrm flipH="1">
            <a:off x="3017838" y="4268788"/>
            <a:ext cx="1377950" cy="455612"/>
          </a:xfrm>
          <a:prstGeom prst="line">
            <a:avLst/>
          </a:prstGeom>
          <a:ln w="9525" cap="flat" cmpd="sng">
            <a:solidFill>
              <a:srgbClr val="000000"/>
            </a:solidFill>
            <a:prstDash val="dash"/>
            <a:headEnd type="none" w="med" len="med"/>
            <a:tailEnd type="none" w="med" len="med"/>
          </a:ln>
        </p:spPr>
      </p:sp>
      <p:sp>
        <p:nvSpPr>
          <p:cNvPr id="14346" name="Line 81"/>
          <p:cNvSpPr/>
          <p:nvPr/>
        </p:nvSpPr>
        <p:spPr>
          <a:xfrm flipH="1">
            <a:off x="4441825" y="4354513"/>
            <a:ext cx="68263" cy="352425"/>
          </a:xfrm>
          <a:prstGeom prst="line">
            <a:avLst/>
          </a:prstGeom>
          <a:ln w="9525" cap="flat" cmpd="sng">
            <a:solidFill>
              <a:srgbClr val="000000"/>
            </a:solidFill>
            <a:prstDash val="dash"/>
            <a:headEnd type="none" w="med" len="med"/>
            <a:tailEnd type="none" w="med" len="med"/>
          </a:ln>
        </p:spPr>
      </p:sp>
      <p:sp>
        <p:nvSpPr>
          <p:cNvPr id="14347" name="Line 82"/>
          <p:cNvSpPr/>
          <p:nvPr/>
        </p:nvSpPr>
        <p:spPr>
          <a:xfrm flipH="1">
            <a:off x="4870450" y="4335463"/>
            <a:ext cx="84138" cy="371475"/>
          </a:xfrm>
          <a:prstGeom prst="line">
            <a:avLst/>
          </a:prstGeom>
          <a:ln w="9525" cap="flat" cmpd="sng">
            <a:solidFill>
              <a:srgbClr val="000000"/>
            </a:solidFill>
            <a:prstDash val="dash"/>
            <a:headEnd type="none" w="med" len="med"/>
            <a:tailEnd type="none" w="med" len="med"/>
          </a:ln>
        </p:spPr>
      </p:sp>
      <p:sp>
        <p:nvSpPr>
          <p:cNvPr id="14348" name="Line 83"/>
          <p:cNvSpPr/>
          <p:nvPr/>
        </p:nvSpPr>
        <p:spPr>
          <a:xfrm>
            <a:off x="5087938" y="4316413"/>
            <a:ext cx="1189037" cy="398462"/>
          </a:xfrm>
          <a:prstGeom prst="line">
            <a:avLst/>
          </a:prstGeom>
          <a:ln w="9525" cap="flat" cmpd="sng">
            <a:solidFill>
              <a:srgbClr val="000000"/>
            </a:solidFill>
            <a:prstDash val="dash"/>
            <a:headEnd type="none" w="med" len="med"/>
            <a:tailEnd type="none" w="med" len="med"/>
          </a:ln>
        </p:spPr>
      </p:sp>
      <p:sp>
        <p:nvSpPr>
          <p:cNvPr id="14349" name="TextBox 2"/>
          <p:cNvSpPr txBox="1"/>
          <p:nvPr/>
        </p:nvSpPr>
        <p:spPr>
          <a:xfrm>
            <a:off x="608013" y="2662238"/>
            <a:ext cx="2060575" cy="522287"/>
          </a:xfrm>
          <a:prstGeom prst="rect">
            <a:avLst/>
          </a:prstGeom>
          <a:noFill/>
          <a:ln w="9525">
            <a:noFill/>
          </a:ln>
        </p:spPr>
        <p:txBody>
          <a:bodyPr lIns="91221" tIns="45610" rIns="91221" bIns="4561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r>
              <a:rPr lang="en-US" altLang="zh-CN" sz="2800" b="1" dirty="0">
                <a:solidFill>
                  <a:srgbClr val="FF0000"/>
                </a:solidFill>
                <a:latin typeface="Comic Sans MS" panose="030F0702030302020204" pitchFamily="66" charset="0"/>
                <a:ea typeface="黑体" panose="02010609060101010101" pitchFamily="49" charset="-122"/>
              </a:rPr>
              <a:t>0</a:t>
            </a:r>
            <a:r>
              <a:rPr lang="zh-CN" altLang="en-US" sz="2800" b="1" dirty="0">
                <a:solidFill>
                  <a:srgbClr val="FF0000"/>
                </a:solidFill>
                <a:latin typeface="Comic Sans MS" panose="030F0702030302020204" pitchFamily="66" charset="0"/>
                <a:ea typeface="黑体" panose="02010609060101010101" pitchFamily="49" charset="-122"/>
              </a:rPr>
              <a:t>层图：</a:t>
            </a:r>
            <a:endParaRPr lang="zh-CN" altLang="en-US" sz="2800" b="1" dirty="0">
              <a:solidFill>
                <a:srgbClr val="FF0000"/>
              </a:solidFill>
              <a:latin typeface="Comic Sans MS" panose="030F0702030302020204" pitchFamily="66" charset="0"/>
              <a:ea typeface="黑体" panose="02010609060101010101" pitchFamily="49" charset="-122"/>
            </a:endParaRPr>
          </a:p>
        </p:txBody>
      </p:sp>
      <p:sp>
        <p:nvSpPr>
          <p:cNvPr id="14350" name="TextBox 81"/>
          <p:cNvSpPr txBox="1"/>
          <p:nvPr/>
        </p:nvSpPr>
        <p:spPr>
          <a:xfrm>
            <a:off x="684213" y="3722688"/>
            <a:ext cx="2060575" cy="522287"/>
          </a:xfrm>
          <a:prstGeom prst="rect">
            <a:avLst/>
          </a:prstGeom>
          <a:noFill/>
          <a:ln w="9525">
            <a:noFill/>
          </a:ln>
        </p:spPr>
        <p:txBody>
          <a:bodyPr lIns="91221" tIns="45610" rIns="91221" bIns="4561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r>
              <a:rPr lang="en-US" altLang="zh-CN" sz="2800" b="1" dirty="0">
                <a:solidFill>
                  <a:srgbClr val="FF0000"/>
                </a:solidFill>
                <a:latin typeface="Comic Sans MS" panose="030F0702030302020204" pitchFamily="66" charset="0"/>
                <a:ea typeface="黑体" panose="02010609060101010101" pitchFamily="49" charset="-122"/>
              </a:rPr>
              <a:t>1</a:t>
            </a:r>
            <a:r>
              <a:rPr lang="zh-CN" altLang="en-US" sz="2800" b="1" dirty="0">
                <a:solidFill>
                  <a:srgbClr val="FF0000"/>
                </a:solidFill>
                <a:latin typeface="Comic Sans MS" panose="030F0702030302020204" pitchFamily="66" charset="0"/>
                <a:ea typeface="黑体" panose="02010609060101010101" pitchFamily="49" charset="-122"/>
              </a:rPr>
              <a:t>层图：</a:t>
            </a:r>
            <a:endParaRPr lang="zh-CN" altLang="en-US" sz="2800" b="1" dirty="0">
              <a:solidFill>
                <a:srgbClr val="FF0000"/>
              </a:solidFill>
              <a:latin typeface="Comic Sans MS" panose="030F0702030302020204" pitchFamily="66" charset="0"/>
              <a:ea typeface="黑体" panose="02010609060101010101" pitchFamily="49" charset="-122"/>
            </a:endParaRPr>
          </a:p>
        </p:txBody>
      </p:sp>
      <p:sp>
        <p:nvSpPr>
          <p:cNvPr id="14351" name="TextBox 82"/>
          <p:cNvSpPr txBox="1"/>
          <p:nvPr/>
        </p:nvSpPr>
        <p:spPr>
          <a:xfrm>
            <a:off x="684213" y="4714875"/>
            <a:ext cx="2060575" cy="523875"/>
          </a:xfrm>
          <a:prstGeom prst="rect">
            <a:avLst/>
          </a:prstGeom>
          <a:noFill/>
          <a:ln w="9525">
            <a:noFill/>
          </a:ln>
        </p:spPr>
        <p:txBody>
          <a:bodyPr lIns="91221" tIns="45610" rIns="91221" bIns="4561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r>
              <a:rPr lang="zh-CN" altLang="en-US" sz="2800" b="1" dirty="0">
                <a:solidFill>
                  <a:srgbClr val="FF0000"/>
                </a:solidFill>
                <a:latin typeface="Comic Sans MS" panose="030F0702030302020204" pitchFamily="66" charset="0"/>
                <a:ea typeface="黑体" panose="02010609060101010101" pitchFamily="49" charset="-122"/>
              </a:rPr>
              <a:t>中间层图：</a:t>
            </a:r>
            <a:endParaRPr lang="zh-CN" altLang="en-US" sz="2800" b="1" dirty="0">
              <a:solidFill>
                <a:srgbClr val="FF0000"/>
              </a:solidFill>
              <a:latin typeface="Comic Sans MS" panose="030F0702030302020204" pitchFamily="66" charset="0"/>
              <a:ea typeface="黑体" panose="02010609060101010101" pitchFamily="49" charset="-122"/>
            </a:endParaRPr>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Rectangle 2"/>
          <p:cNvSpPr>
            <a:spLocks noGrp="1"/>
          </p:cNvSpPr>
          <p:nvPr>
            <p:ph type="title"/>
          </p:nvPr>
        </p:nvSpPr>
        <p:spPr>
          <a:xfrm>
            <a:off x="455613" y="381000"/>
            <a:ext cx="8207375" cy="1139825"/>
          </a:xfrm>
          <a:ln/>
        </p:spPr>
        <p:txBody>
          <a:bodyPr vert="horz" wrap="square" lIns="0" tIns="45610" rIns="0" bIns="0" anchor="b" anchorCtr="0"/>
          <a:p>
            <a:pPr marL="758825" indent="-758825" eaLnBrk="1" hangingPunct="1"/>
            <a:r>
              <a:rPr lang="zh-CN" altLang="en-US" b="1" dirty="0">
                <a:latin typeface="微软雅黑" panose="020B0503020204020204" pitchFamily="34" charset="-122"/>
                <a:ea typeface="微软雅黑" panose="020B0503020204020204" pitchFamily="34" charset="-122"/>
              </a:rPr>
              <a:t>考务处理系统</a:t>
            </a:r>
            <a:r>
              <a:rPr lang="en-US" altLang="zh-CN" b="1" dirty="0">
                <a:latin typeface="微软雅黑" panose="020B0503020204020204" pitchFamily="34" charset="-122"/>
                <a:ea typeface="微软雅黑" panose="020B0503020204020204" pitchFamily="34" charset="-122"/>
              </a:rPr>
              <a:t>0</a:t>
            </a:r>
            <a:r>
              <a:rPr lang="zh-CN" altLang="en-US" b="1" dirty="0">
                <a:latin typeface="微软雅黑" panose="020B0503020204020204" pitchFamily="34" charset="-122"/>
                <a:ea typeface="微软雅黑" panose="020B0503020204020204" pitchFamily="34" charset="-122"/>
              </a:rPr>
              <a:t>层图</a:t>
            </a:r>
            <a:endParaRPr lang="zh-CN" altLang="en-US" b="1" dirty="0">
              <a:latin typeface="微软雅黑" panose="020B0503020204020204" pitchFamily="34" charset="-122"/>
              <a:ea typeface="微软雅黑" panose="020B0503020204020204" pitchFamily="34" charset="-122"/>
            </a:endParaRPr>
          </a:p>
        </p:txBody>
      </p:sp>
      <p:grpSp>
        <p:nvGrpSpPr>
          <p:cNvPr id="16387" name="Group 7"/>
          <p:cNvGrpSpPr/>
          <p:nvPr/>
        </p:nvGrpSpPr>
        <p:grpSpPr>
          <a:xfrm>
            <a:off x="3851275" y="2924175"/>
            <a:ext cx="1143000" cy="1101725"/>
            <a:chOff x="4154" y="12570"/>
            <a:chExt cx="974" cy="850"/>
          </a:xfrm>
        </p:grpSpPr>
        <p:sp>
          <p:nvSpPr>
            <p:cNvPr id="16415" name="Oval 8"/>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sp>
          <p:nvSpPr>
            <p:cNvPr id="16416" name="Rectangle 9"/>
            <p:cNvSpPr/>
            <p:nvPr/>
          </p:nvSpPr>
          <p:spPr>
            <a:xfrm>
              <a:off x="4154" y="12630"/>
              <a:ext cx="974" cy="78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05000"/>
                </a:lnSpc>
                <a:spcBef>
                  <a:spcPct val="0"/>
                </a:spcBef>
                <a:buClrTx/>
                <a:buSzTx/>
                <a:buFontTx/>
                <a:buNone/>
              </a:pPr>
              <a:r>
                <a:rPr lang="zh-CN" altLang="en-US" sz="2000" b="1" dirty="0">
                  <a:latin typeface="Times New Roman" panose="02020603050405020304" pitchFamily="18" charset="0"/>
                  <a:ea typeface="黑体" panose="02010609060101010101" pitchFamily="49" charset="-122"/>
                </a:rPr>
                <a:t>考务</a:t>
              </a:r>
              <a:endParaRPr lang="zh-CN" altLang="en-US" sz="2000" b="1" dirty="0">
                <a:latin typeface="Times New Roman" panose="02020603050405020304" pitchFamily="18" charset="0"/>
                <a:ea typeface="黑体" panose="02010609060101010101" pitchFamily="49" charset="-122"/>
              </a:endParaRPr>
            </a:p>
            <a:p>
              <a:pPr marL="0" lvl="0" indent="0" algn="ctr" eaLnBrk="1" hangingPunct="1">
                <a:lnSpc>
                  <a:spcPct val="105000"/>
                </a:lnSpc>
                <a:spcBef>
                  <a:spcPct val="0"/>
                </a:spcBef>
                <a:buClrTx/>
                <a:buSzTx/>
                <a:buFontTx/>
                <a:buNone/>
              </a:pPr>
              <a:r>
                <a:rPr lang="zh-CN" altLang="en-US" sz="2000" b="1" dirty="0">
                  <a:latin typeface="Times New Roman" panose="02020603050405020304" pitchFamily="18" charset="0"/>
                  <a:ea typeface="黑体" panose="02010609060101010101" pitchFamily="49" charset="-122"/>
                </a:rPr>
                <a:t>处理系统</a:t>
              </a:r>
              <a:endParaRPr lang="zh-CN" altLang="en-US" sz="2000" b="1" dirty="0">
                <a:latin typeface="Comic Sans MS" panose="030F0702030302020204" pitchFamily="66" charset="0"/>
                <a:ea typeface="黑体" panose="02010609060101010101" pitchFamily="49" charset="-122"/>
              </a:endParaRPr>
            </a:p>
          </p:txBody>
        </p:sp>
      </p:grpSp>
      <p:sp>
        <p:nvSpPr>
          <p:cNvPr id="16388" name="Rectangle 10"/>
          <p:cNvSpPr/>
          <p:nvPr/>
        </p:nvSpPr>
        <p:spPr>
          <a:xfrm>
            <a:off x="6610350" y="3246438"/>
            <a:ext cx="1531938" cy="449262"/>
          </a:xfrm>
          <a:prstGeom prst="rect">
            <a:avLst/>
          </a:prstGeom>
          <a:noFill/>
          <a:ln w="9525" cap="flat" cmpd="sng">
            <a:solidFill>
              <a:srgbClr val="000000"/>
            </a:solidFill>
            <a:prstDash val="solid"/>
            <a:miter/>
            <a:headEnd type="none" w="med" len="med"/>
            <a:tailEnd type="none" w="med" len="med"/>
          </a:ln>
        </p:spPr>
        <p:txBody>
          <a:bodyPr lIns="91221" tIns="45610" rIns="91221" bIns="4561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05000"/>
              </a:lnSpc>
              <a:spcBef>
                <a:spcPct val="0"/>
              </a:spcBef>
              <a:buClrTx/>
              <a:buSzTx/>
              <a:buFontTx/>
              <a:buNone/>
            </a:pPr>
            <a:r>
              <a:rPr lang="zh-CN" altLang="en-US" sz="2000" b="1" dirty="0">
                <a:latin typeface="Times New Roman" panose="02020603050405020304" pitchFamily="18" charset="0"/>
                <a:ea typeface="黑体" panose="02010609060101010101" pitchFamily="49" charset="-122"/>
              </a:rPr>
              <a:t>考试中心</a:t>
            </a:r>
            <a:endParaRPr lang="zh-CN" altLang="en-US" sz="2000" b="1" dirty="0">
              <a:latin typeface="Comic Sans MS" panose="030F0702030302020204" pitchFamily="66" charset="0"/>
              <a:ea typeface="黑体" panose="02010609060101010101" pitchFamily="49" charset="-122"/>
            </a:endParaRPr>
          </a:p>
        </p:txBody>
      </p:sp>
      <p:sp>
        <p:nvSpPr>
          <p:cNvPr id="16389" name="Rectangle 11"/>
          <p:cNvSpPr/>
          <p:nvPr/>
        </p:nvSpPr>
        <p:spPr>
          <a:xfrm>
            <a:off x="904875" y="3155950"/>
            <a:ext cx="1076325" cy="635000"/>
          </a:xfrm>
          <a:prstGeom prst="rect">
            <a:avLst/>
          </a:prstGeom>
          <a:noFill/>
          <a:ln w="9525" cap="flat" cmpd="sng">
            <a:solidFill>
              <a:srgbClr val="000000"/>
            </a:solidFill>
            <a:prstDash val="solid"/>
            <a:miter/>
            <a:headEnd type="none" w="med" len="med"/>
            <a:tailEnd type="none" w="med" len="med"/>
          </a:ln>
        </p:spPr>
        <p:txBody>
          <a:bodyPr lIns="91221" tIns="45610" rIns="91221" bIns="4561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05000"/>
              </a:lnSpc>
              <a:spcBef>
                <a:spcPct val="0"/>
              </a:spcBef>
              <a:buClrTx/>
              <a:buSzTx/>
              <a:buFontTx/>
              <a:buNone/>
            </a:pPr>
            <a:r>
              <a:rPr lang="zh-CN" altLang="en-US" sz="2000" b="1" dirty="0">
                <a:latin typeface="Times New Roman" panose="02020603050405020304" pitchFamily="18" charset="0"/>
                <a:ea typeface="黑体" panose="02010609060101010101" pitchFamily="49" charset="-122"/>
              </a:rPr>
              <a:t>考生</a:t>
            </a:r>
            <a:endParaRPr lang="zh-CN" altLang="en-US" sz="2000" b="1" dirty="0">
              <a:latin typeface="Comic Sans MS" panose="030F0702030302020204" pitchFamily="66" charset="0"/>
              <a:ea typeface="黑体" panose="02010609060101010101" pitchFamily="49" charset="-122"/>
            </a:endParaRPr>
          </a:p>
        </p:txBody>
      </p:sp>
      <p:sp>
        <p:nvSpPr>
          <p:cNvPr id="16390" name="Rectangle 13"/>
          <p:cNvSpPr/>
          <p:nvPr/>
        </p:nvSpPr>
        <p:spPr>
          <a:xfrm>
            <a:off x="1824038" y="2181225"/>
            <a:ext cx="1951037" cy="614363"/>
          </a:xfrm>
          <a:prstGeom prst="rect">
            <a:avLst/>
          </a:prstGeom>
          <a:noFill/>
          <a:ln w="9525">
            <a:noFill/>
          </a:ln>
        </p:spPr>
        <p:txBody>
          <a:bodyPr lIns="91221" tIns="45610" rIns="91221" bIns="4561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05000"/>
              </a:lnSpc>
              <a:spcBef>
                <a:spcPct val="0"/>
              </a:spcBef>
              <a:buClrTx/>
              <a:buSzTx/>
              <a:buFontTx/>
              <a:buNone/>
            </a:pPr>
            <a:r>
              <a:rPr lang="zh-CN" altLang="en-US" sz="2000" b="1" dirty="0">
                <a:latin typeface="Times New Roman" panose="02020603050405020304" pitchFamily="18" charset="0"/>
                <a:ea typeface="黑体" panose="02010609060101010101" pitchFamily="49" charset="-122"/>
              </a:rPr>
              <a:t>不合格报名单</a:t>
            </a:r>
            <a:endParaRPr lang="zh-CN" altLang="en-US" sz="2000" b="1" dirty="0">
              <a:latin typeface="Comic Sans MS" panose="030F0702030302020204" pitchFamily="66" charset="0"/>
              <a:ea typeface="黑体" panose="02010609060101010101" pitchFamily="49" charset="-122"/>
            </a:endParaRPr>
          </a:p>
        </p:txBody>
      </p:sp>
      <p:sp>
        <p:nvSpPr>
          <p:cNvPr id="16391" name="Arc 14"/>
          <p:cNvSpPr/>
          <p:nvPr/>
        </p:nvSpPr>
        <p:spPr>
          <a:xfrm rot="-2689286">
            <a:off x="1854200" y="2257425"/>
            <a:ext cx="1717675" cy="1901825"/>
          </a:xfrm>
          <a:custGeom>
            <a:avLst/>
            <a:gdLst/>
            <a:ahLst/>
            <a:cxnLst>
              <a:cxn ang="0">
                <a:pos x="0" y="0"/>
              </a:cxn>
              <a:cxn ang="0">
                <a:pos x="2147483646" y="2147483646"/>
              </a:cxn>
              <a:cxn ang="0">
                <a:pos x="0" y="2147483646"/>
              </a:cxn>
            </a:cxnLst>
            <a:pathLst>
              <a:path w="21599" h="21600" fill="none">
                <a:moveTo>
                  <a:pt x="-1" y="0"/>
                </a:moveTo>
                <a:cubicBezTo>
                  <a:pt x="11855" y="0"/>
                  <a:pt x="21495" y="9555"/>
                  <a:pt x="21599" y="21410"/>
                </a:cubicBezTo>
              </a:path>
              <a:path w="21599" h="21600" stroke="0">
                <a:moveTo>
                  <a:pt x="-1" y="0"/>
                </a:moveTo>
                <a:cubicBezTo>
                  <a:pt x="11855" y="0"/>
                  <a:pt x="21495" y="9555"/>
                  <a:pt x="21599" y="21410"/>
                </a:cubicBezTo>
                <a:lnTo>
                  <a:pt x="0" y="21600"/>
                </a:lnTo>
                <a:lnTo>
                  <a:pt x="-1" y="0"/>
                </a:lnTo>
                <a:close/>
              </a:path>
            </a:pathLst>
          </a:custGeom>
          <a:noFill/>
          <a:ln w="9525" cap="flat" cmpd="sng">
            <a:solidFill>
              <a:srgbClr val="000000">
                <a:alpha val="100000"/>
              </a:srgbClr>
            </a:solidFill>
            <a:prstDash val="solid"/>
            <a:round/>
            <a:headEnd type="triangle" w="sm" len="med"/>
            <a:tailEnd type="none" w="med" len="med"/>
          </a:ln>
        </p:spPr>
        <p:txBody>
          <a:bodyPr/>
          <a:p>
            <a:endParaRPr lang="zh-CN" altLang="en-US"/>
          </a:p>
        </p:txBody>
      </p:sp>
      <p:sp>
        <p:nvSpPr>
          <p:cNvPr id="16392" name="Rectangle 15"/>
          <p:cNvSpPr/>
          <p:nvPr/>
        </p:nvSpPr>
        <p:spPr>
          <a:xfrm>
            <a:off x="3876675" y="5830888"/>
            <a:ext cx="1074738" cy="633412"/>
          </a:xfrm>
          <a:prstGeom prst="rect">
            <a:avLst/>
          </a:prstGeom>
          <a:noFill/>
          <a:ln w="9525" cap="flat" cmpd="sng">
            <a:solidFill>
              <a:srgbClr val="000000"/>
            </a:solidFill>
            <a:prstDash val="solid"/>
            <a:miter/>
            <a:headEnd type="none" w="med" len="med"/>
            <a:tailEnd type="none" w="med" len="med"/>
          </a:ln>
        </p:spPr>
        <p:txBody>
          <a:bodyPr lIns="91221" tIns="45610" rIns="91221" bIns="4561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05000"/>
              </a:lnSpc>
              <a:spcBef>
                <a:spcPct val="0"/>
              </a:spcBef>
              <a:buClrTx/>
              <a:buSzTx/>
              <a:buFontTx/>
              <a:buNone/>
            </a:pPr>
            <a:r>
              <a:rPr lang="zh-CN" altLang="en-US" sz="2000" b="1" dirty="0">
                <a:latin typeface="Times New Roman" panose="02020603050405020304" pitchFamily="18" charset="0"/>
                <a:ea typeface="黑体" panose="02010609060101010101" pitchFamily="49" charset="-122"/>
              </a:rPr>
              <a:t>阅卷站</a:t>
            </a:r>
            <a:endParaRPr lang="zh-CN" altLang="en-US" sz="2000" b="1" dirty="0">
              <a:latin typeface="Comic Sans MS" panose="030F0702030302020204" pitchFamily="66" charset="0"/>
              <a:ea typeface="黑体" panose="02010609060101010101" pitchFamily="49" charset="-122"/>
            </a:endParaRPr>
          </a:p>
        </p:txBody>
      </p:sp>
      <p:grpSp>
        <p:nvGrpSpPr>
          <p:cNvPr id="16393" name="Group 16"/>
          <p:cNvGrpSpPr/>
          <p:nvPr/>
        </p:nvGrpSpPr>
        <p:grpSpPr>
          <a:xfrm>
            <a:off x="4171950" y="4130675"/>
            <a:ext cx="1300163" cy="1822450"/>
            <a:chOff x="6552" y="2505"/>
            <a:chExt cx="1110" cy="1380"/>
          </a:xfrm>
        </p:grpSpPr>
        <p:sp>
          <p:nvSpPr>
            <p:cNvPr id="16413" name="Rectangle 17"/>
            <p:cNvSpPr/>
            <p:nvPr/>
          </p:nvSpPr>
          <p:spPr>
            <a:xfrm>
              <a:off x="7168" y="2505"/>
              <a:ext cx="494" cy="1380"/>
            </a:xfrm>
            <a:prstGeom prst="rect">
              <a:avLst/>
            </a:prstGeom>
            <a:noFill/>
            <a:ln w="9525">
              <a:noFill/>
            </a:ln>
          </p:spPr>
          <p:txBody>
            <a:bodyPr vert="eaVert"/>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05000"/>
                </a:lnSpc>
                <a:spcBef>
                  <a:spcPct val="0"/>
                </a:spcBef>
                <a:buClrTx/>
                <a:buSzTx/>
                <a:buFontTx/>
                <a:buNone/>
              </a:pPr>
              <a:r>
                <a:rPr lang="zh-CN" altLang="en-US" sz="2000" b="1" dirty="0">
                  <a:latin typeface="Times New Roman" panose="02020603050405020304" pitchFamily="18" charset="0"/>
                  <a:ea typeface="黑体" panose="02010609060101010101" pitchFamily="49" charset="-122"/>
                </a:rPr>
                <a:t>错误成绩清单</a:t>
              </a:r>
              <a:endParaRPr lang="zh-CN" altLang="en-US" sz="2000" b="1" dirty="0">
                <a:latin typeface="Comic Sans MS" panose="030F0702030302020204" pitchFamily="66" charset="0"/>
                <a:ea typeface="黑体" panose="02010609060101010101" pitchFamily="49" charset="-122"/>
              </a:endParaRPr>
            </a:p>
          </p:txBody>
        </p:sp>
        <p:sp>
          <p:nvSpPr>
            <p:cNvPr id="16414" name="Arc 18"/>
            <p:cNvSpPr/>
            <p:nvPr/>
          </p:nvSpPr>
          <p:spPr>
            <a:xfrm rot="2285899">
              <a:off x="6552" y="2532"/>
              <a:ext cx="900" cy="1101"/>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none" w="med" len="med"/>
              <a:tailEnd type="triangle" w="sm" len="med"/>
            </a:ln>
          </p:spPr>
          <p:txBody>
            <a:bodyPr/>
            <a:p>
              <a:endParaRPr lang="zh-CN" altLang="en-US"/>
            </a:p>
          </p:txBody>
        </p:sp>
      </p:grpSp>
      <p:grpSp>
        <p:nvGrpSpPr>
          <p:cNvPr id="16394" name="Group 19"/>
          <p:cNvGrpSpPr/>
          <p:nvPr/>
        </p:nvGrpSpPr>
        <p:grpSpPr>
          <a:xfrm>
            <a:off x="4278313" y="4032250"/>
            <a:ext cx="579437" cy="1801813"/>
            <a:chOff x="6644" y="2430"/>
            <a:chExt cx="494" cy="1365"/>
          </a:xfrm>
        </p:grpSpPr>
        <p:sp>
          <p:nvSpPr>
            <p:cNvPr id="16411" name="Line 20"/>
            <p:cNvSpPr/>
            <p:nvPr/>
          </p:nvSpPr>
          <p:spPr>
            <a:xfrm flipH="1" flipV="1">
              <a:off x="6760" y="2430"/>
              <a:ext cx="2" cy="1365"/>
            </a:xfrm>
            <a:prstGeom prst="line">
              <a:avLst/>
            </a:prstGeom>
            <a:ln w="9525" cap="flat" cmpd="sng">
              <a:solidFill>
                <a:srgbClr val="000000"/>
              </a:solidFill>
              <a:prstDash val="solid"/>
              <a:headEnd type="none" w="med" len="med"/>
              <a:tailEnd type="triangle" w="sm" len="med"/>
            </a:ln>
          </p:spPr>
        </p:sp>
        <p:sp>
          <p:nvSpPr>
            <p:cNvPr id="16412" name="Rectangle 21"/>
            <p:cNvSpPr/>
            <p:nvPr/>
          </p:nvSpPr>
          <p:spPr>
            <a:xfrm>
              <a:off x="6644" y="2610"/>
              <a:ext cx="494" cy="900"/>
            </a:xfrm>
            <a:prstGeom prst="rect">
              <a:avLst/>
            </a:prstGeom>
            <a:noFill/>
            <a:ln w="9525">
              <a:noFill/>
            </a:ln>
          </p:spPr>
          <p:txBody>
            <a:bodyPr vert="eaVert"/>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05000"/>
                </a:lnSpc>
                <a:spcBef>
                  <a:spcPct val="0"/>
                </a:spcBef>
                <a:buClrTx/>
                <a:buSzTx/>
                <a:buFontTx/>
                <a:buNone/>
              </a:pPr>
              <a:r>
                <a:rPr lang="zh-CN" altLang="en-US" sz="2000" b="1" dirty="0">
                  <a:latin typeface="Times New Roman" panose="02020603050405020304" pitchFamily="18" charset="0"/>
                  <a:ea typeface="黑体" panose="02010609060101010101" pitchFamily="49" charset="-122"/>
                </a:rPr>
                <a:t>成绩清单</a:t>
              </a:r>
              <a:endParaRPr lang="zh-CN" altLang="en-US" sz="2000" b="1" dirty="0">
                <a:latin typeface="Comic Sans MS" panose="030F0702030302020204" pitchFamily="66" charset="0"/>
                <a:ea typeface="黑体" panose="02010609060101010101" pitchFamily="49" charset="-122"/>
              </a:endParaRPr>
            </a:p>
          </p:txBody>
        </p:sp>
      </p:grpSp>
      <p:grpSp>
        <p:nvGrpSpPr>
          <p:cNvPr id="16395" name="Group 22"/>
          <p:cNvGrpSpPr/>
          <p:nvPr/>
        </p:nvGrpSpPr>
        <p:grpSpPr>
          <a:xfrm>
            <a:off x="3611563" y="4167188"/>
            <a:ext cx="1054100" cy="1452562"/>
            <a:chOff x="6074" y="2532"/>
            <a:chExt cx="900" cy="1101"/>
          </a:xfrm>
        </p:grpSpPr>
        <p:sp>
          <p:nvSpPr>
            <p:cNvPr id="16409" name="Arc 23"/>
            <p:cNvSpPr/>
            <p:nvPr/>
          </p:nvSpPr>
          <p:spPr>
            <a:xfrm rot="-2285899" flipH="1">
              <a:off x="6074" y="2532"/>
              <a:ext cx="900" cy="1101"/>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none" w="med" len="med"/>
              <a:tailEnd type="triangle" w="sm" len="med"/>
            </a:ln>
          </p:spPr>
          <p:txBody>
            <a:bodyPr/>
            <a:p>
              <a:endParaRPr lang="zh-CN" altLang="en-US"/>
            </a:p>
          </p:txBody>
        </p:sp>
        <p:sp>
          <p:nvSpPr>
            <p:cNvPr id="16410" name="Rectangle 24"/>
            <p:cNvSpPr/>
            <p:nvPr/>
          </p:nvSpPr>
          <p:spPr>
            <a:xfrm>
              <a:off x="6148" y="2595"/>
              <a:ext cx="494" cy="930"/>
            </a:xfrm>
            <a:prstGeom prst="rect">
              <a:avLst/>
            </a:prstGeom>
            <a:noFill/>
            <a:ln w="9525">
              <a:noFill/>
            </a:ln>
          </p:spPr>
          <p:txBody>
            <a:bodyPr vert="eaVert"/>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05000"/>
                </a:lnSpc>
                <a:spcBef>
                  <a:spcPct val="0"/>
                </a:spcBef>
                <a:buClrTx/>
                <a:buSzTx/>
                <a:buFontTx/>
                <a:buNone/>
              </a:pPr>
              <a:r>
                <a:rPr lang="zh-CN" altLang="en-US" sz="2000" b="1" dirty="0">
                  <a:latin typeface="Times New Roman" panose="02020603050405020304" pitchFamily="18" charset="0"/>
                  <a:ea typeface="黑体" panose="02010609060101010101" pitchFamily="49" charset="-122"/>
                </a:rPr>
                <a:t>考生名单</a:t>
              </a:r>
              <a:endParaRPr lang="zh-CN" altLang="en-US" sz="2000" b="1" dirty="0">
                <a:latin typeface="Comic Sans MS" panose="030F0702030302020204" pitchFamily="66" charset="0"/>
                <a:ea typeface="黑体" panose="02010609060101010101" pitchFamily="49" charset="-122"/>
              </a:endParaRPr>
            </a:p>
          </p:txBody>
        </p:sp>
      </p:grpSp>
      <p:grpSp>
        <p:nvGrpSpPr>
          <p:cNvPr id="16396" name="Group 25"/>
          <p:cNvGrpSpPr/>
          <p:nvPr/>
        </p:nvGrpSpPr>
        <p:grpSpPr>
          <a:xfrm>
            <a:off x="5170488" y="2800350"/>
            <a:ext cx="1755775" cy="1901825"/>
            <a:chOff x="7404" y="1497"/>
            <a:chExt cx="1497" cy="1440"/>
          </a:xfrm>
        </p:grpSpPr>
        <p:sp>
          <p:nvSpPr>
            <p:cNvPr id="16407" name="Arc 26"/>
            <p:cNvSpPr/>
            <p:nvPr/>
          </p:nvSpPr>
          <p:spPr>
            <a:xfrm rot="2689286" flipV="1">
              <a:off x="7404" y="1497"/>
              <a:ext cx="1497" cy="1440"/>
            </a:xfrm>
            <a:custGeom>
              <a:avLst/>
              <a:gdLst/>
              <a:ahLst/>
              <a:cxnLst>
                <a:cxn ang="0">
                  <a:pos x="0" y="0"/>
                </a:cxn>
                <a:cxn ang="0">
                  <a:pos x="0" y="0"/>
                </a:cxn>
                <a:cxn ang="0">
                  <a:pos x="0" y="0"/>
                </a:cxn>
              </a:cxnLst>
              <a:pathLst>
                <a:path w="22094" h="21600" fill="none">
                  <a:moveTo>
                    <a:pt x="-1" y="5"/>
                  </a:moveTo>
                  <a:cubicBezTo>
                    <a:pt x="164" y="1"/>
                    <a:pt x="329" y="-1"/>
                    <a:pt x="494" y="0"/>
                  </a:cubicBezTo>
                  <a:cubicBezTo>
                    <a:pt x="12423" y="0"/>
                    <a:pt x="22094" y="9670"/>
                    <a:pt x="22094" y="21600"/>
                  </a:cubicBezTo>
                </a:path>
                <a:path w="22094" h="21600" stroke="0">
                  <a:moveTo>
                    <a:pt x="-1" y="5"/>
                  </a:moveTo>
                  <a:cubicBezTo>
                    <a:pt x="164" y="1"/>
                    <a:pt x="329" y="-1"/>
                    <a:pt x="494" y="0"/>
                  </a:cubicBezTo>
                  <a:cubicBezTo>
                    <a:pt x="12423" y="0"/>
                    <a:pt x="22094" y="9670"/>
                    <a:pt x="22094" y="21600"/>
                  </a:cubicBezTo>
                  <a:lnTo>
                    <a:pt x="494" y="21600"/>
                  </a:lnTo>
                  <a:lnTo>
                    <a:pt x="-1" y="5"/>
                  </a:lnTo>
                  <a:close/>
                </a:path>
              </a:pathLst>
            </a:custGeom>
            <a:noFill/>
            <a:ln w="9525" cap="flat" cmpd="sng">
              <a:solidFill>
                <a:srgbClr val="000000">
                  <a:alpha val="100000"/>
                </a:srgbClr>
              </a:solidFill>
              <a:prstDash val="solid"/>
              <a:round/>
              <a:headEnd type="triangle" w="sm" len="med"/>
              <a:tailEnd type="none" w="med" len="med"/>
            </a:ln>
          </p:spPr>
          <p:txBody>
            <a:bodyPr/>
            <a:p>
              <a:endParaRPr lang="zh-CN" altLang="en-US"/>
            </a:p>
          </p:txBody>
        </p:sp>
        <p:sp>
          <p:nvSpPr>
            <p:cNvPr id="16408" name="Rectangle 27"/>
            <p:cNvSpPr/>
            <p:nvPr/>
          </p:nvSpPr>
          <p:spPr>
            <a:xfrm>
              <a:off x="7588" y="2250"/>
              <a:ext cx="121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05000"/>
                </a:lnSpc>
                <a:spcBef>
                  <a:spcPct val="0"/>
                </a:spcBef>
                <a:buClrTx/>
                <a:buSzTx/>
                <a:buFontTx/>
                <a:buNone/>
              </a:pPr>
              <a:r>
                <a:rPr lang="zh-CN" altLang="en-US" sz="2000" b="1" dirty="0">
                  <a:latin typeface="Times New Roman" panose="02020603050405020304" pitchFamily="18" charset="0"/>
                  <a:ea typeface="黑体" panose="02010609060101010101" pitchFamily="49" charset="-122"/>
                </a:rPr>
                <a:t>合格标准</a:t>
              </a:r>
              <a:endParaRPr lang="zh-CN" altLang="en-US" sz="2000" b="1" dirty="0">
                <a:latin typeface="Comic Sans MS" panose="030F0702030302020204" pitchFamily="66" charset="0"/>
                <a:ea typeface="黑体" panose="02010609060101010101" pitchFamily="49" charset="-122"/>
              </a:endParaRPr>
            </a:p>
          </p:txBody>
        </p:sp>
      </p:grpSp>
      <p:grpSp>
        <p:nvGrpSpPr>
          <p:cNvPr id="16397" name="Group 28"/>
          <p:cNvGrpSpPr/>
          <p:nvPr/>
        </p:nvGrpSpPr>
        <p:grpSpPr>
          <a:xfrm>
            <a:off x="2039938" y="2936875"/>
            <a:ext cx="1824037" cy="1069975"/>
            <a:chOff x="4736" y="1572"/>
            <a:chExt cx="1555" cy="811"/>
          </a:xfrm>
        </p:grpSpPr>
        <p:sp>
          <p:nvSpPr>
            <p:cNvPr id="16405" name="Arc 29"/>
            <p:cNvSpPr/>
            <p:nvPr/>
          </p:nvSpPr>
          <p:spPr>
            <a:xfrm rot="-4022007">
              <a:off x="5108" y="1200"/>
              <a:ext cx="811" cy="1555"/>
            </a:xfrm>
            <a:custGeom>
              <a:avLst/>
              <a:gdLst/>
              <a:ahLst/>
              <a:cxnLst>
                <a:cxn ang="0">
                  <a:pos x="0" y="0"/>
                </a:cxn>
                <a:cxn ang="0">
                  <a:pos x="0" y="0"/>
                </a:cxn>
                <a:cxn ang="0">
                  <a:pos x="0" y="0"/>
                </a:cxn>
              </a:cxnLst>
              <a:pathLst>
                <a:path w="21600" h="21182" fill="none">
                  <a:moveTo>
                    <a:pt x="4229" y="0"/>
                  </a:moveTo>
                  <a:cubicBezTo>
                    <a:pt x="14329" y="2017"/>
                    <a:pt x="21600" y="10883"/>
                    <a:pt x="21600" y="21182"/>
                  </a:cubicBezTo>
                </a:path>
                <a:path w="21600" h="21182" stroke="0">
                  <a:moveTo>
                    <a:pt x="4229" y="0"/>
                  </a:moveTo>
                  <a:cubicBezTo>
                    <a:pt x="14329" y="2017"/>
                    <a:pt x="21600" y="10883"/>
                    <a:pt x="21600" y="21182"/>
                  </a:cubicBezTo>
                  <a:lnTo>
                    <a:pt x="0" y="21182"/>
                  </a:lnTo>
                  <a:lnTo>
                    <a:pt x="4229" y="0"/>
                  </a:lnTo>
                  <a:close/>
                </a:path>
              </a:pathLst>
            </a:custGeom>
            <a:noFill/>
            <a:ln w="9525" cap="flat" cmpd="sng">
              <a:solidFill>
                <a:srgbClr val="000000">
                  <a:alpha val="100000"/>
                </a:srgbClr>
              </a:solidFill>
              <a:prstDash val="solid"/>
              <a:round/>
              <a:headEnd type="none" w="med" len="med"/>
              <a:tailEnd type="triangle" w="sm" len="med"/>
            </a:ln>
          </p:spPr>
          <p:txBody>
            <a:bodyPr/>
            <a:p>
              <a:endParaRPr lang="zh-CN" altLang="en-US"/>
            </a:p>
          </p:txBody>
        </p:sp>
        <p:sp>
          <p:nvSpPr>
            <p:cNvPr id="16406" name="Rectangle 30"/>
            <p:cNvSpPr/>
            <p:nvPr/>
          </p:nvSpPr>
          <p:spPr>
            <a:xfrm>
              <a:off x="4962" y="1590"/>
              <a:ext cx="91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05000"/>
                </a:lnSpc>
                <a:spcBef>
                  <a:spcPct val="0"/>
                </a:spcBef>
                <a:buClrTx/>
                <a:buSzTx/>
                <a:buFontTx/>
                <a:buNone/>
              </a:pPr>
              <a:r>
                <a:rPr lang="zh-CN" altLang="en-US" sz="2000" b="1" dirty="0">
                  <a:latin typeface="Times New Roman" panose="02020603050405020304" pitchFamily="18" charset="0"/>
                  <a:ea typeface="黑体" panose="02010609060101010101" pitchFamily="49" charset="-122"/>
                </a:rPr>
                <a:t>报名单</a:t>
              </a:r>
              <a:endParaRPr lang="zh-CN" altLang="en-US" sz="2000" b="1" dirty="0">
                <a:latin typeface="Comic Sans MS" panose="030F0702030302020204" pitchFamily="66" charset="0"/>
                <a:ea typeface="黑体" panose="02010609060101010101" pitchFamily="49" charset="-122"/>
              </a:endParaRPr>
            </a:p>
          </p:txBody>
        </p:sp>
      </p:grpSp>
      <p:grpSp>
        <p:nvGrpSpPr>
          <p:cNvPr id="16398" name="Group 31"/>
          <p:cNvGrpSpPr/>
          <p:nvPr/>
        </p:nvGrpSpPr>
        <p:grpSpPr>
          <a:xfrm>
            <a:off x="2005013" y="3017838"/>
            <a:ext cx="1824037" cy="1071562"/>
            <a:chOff x="4706" y="1662"/>
            <a:chExt cx="1555" cy="811"/>
          </a:xfrm>
        </p:grpSpPr>
        <p:sp>
          <p:nvSpPr>
            <p:cNvPr id="16403" name="Arc 32"/>
            <p:cNvSpPr/>
            <p:nvPr/>
          </p:nvSpPr>
          <p:spPr>
            <a:xfrm rot="4022007" flipV="1">
              <a:off x="5078" y="1290"/>
              <a:ext cx="811" cy="1555"/>
            </a:xfrm>
            <a:custGeom>
              <a:avLst/>
              <a:gdLst/>
              <a:ahLst/>
              <a:cxnLst>
                <a:cxn ang="0">
                  <a:pos x="0" y="0"/>
                </a:cxn>
                <a:cxn ang="0">
                  <a:pos x="0" y="0"/>
                </a:cxn>
                <a:cxn ang="0">
                  <a:pos x="0" y="0"/>
                </a:cxn>
              </a:cxnLst>
              <a:pathLst>
                <a:path w="21600" h="21182" fill="none">
                  <a:moveTo>
                    <a:pt x="4229" y="0"/>
                  </a:moveTo>
                  <a:cubicBezTo>
                    <a:pt x="14329" y="2017"/>
                    <a:pt x="21600" y="10883"/>
                    <a:pt x="21600" y="21182"/>
                  </a:cubicBezTo>
                </a:path>
                <a:path w="21600" h="21182" stroke="0">
                  <a:moveTo>
                    <a:pt x="4229" y="0"/>
                  </a:moveTo>
                  <a:cubicBezTo>
                    <a:pt x="14329" y="2017"/>
                    <a:pt x="21600" y="10883"/>
                    <a:pt x="21600" y="21182"/>
                  </a:cubicBezTo>
                  <a:lnTo>
                    <a:pt x="0" y="21182"/>
                  </a:lnTo>
                  <a:lnTo>
                    <a:pt x="4229" y="0"/>
                  </a:lnTo>
                  <a:close/>
                </a:path>
              </a:pathLst>
            </a:custGeom>
            <a:noFill/>
            <a:ln w="9525" cap="flat" cmpd="sng">
              <a:solidFill>
                <a:srgbClr val="000000">
                  <a:alpha val="100000"/>
                </a:srgbClr>
              </a:solidFill>
              <a:prstDash val="solid"/>
              <a:round/>
              <a:headEnd type="triangle" w="sm" len="med"/>
              <a:tailEnd type="none" w="sm" len="med"/>
            </a:ln>
          </p:spPr>
          <p:txBody>
            <a:bodyPr/>
            <a:p>
              <a:endParaRPr lang="zh-CN" altLang="en-US"/>
            </a:p>
          </p:txBody>
        </p:sp>
        <p:sp>
          <p:nvSpPr>
            <p:cNvPr id="16404" name="Rectangle 33"/>
            <p:cNvSpPr/>
            <p:nvPr/>
          </p:nvSpPr>
          <p:spPr>
            <a:xfrm>
              <a:off x="4828" y="1980"/>
              <a:ext cx="121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05000"/>
                </a:lnSpc>
                <a:spcBef>
                  <a:spcPct val="0"/>
                </a:spcBef>
                <a:buClrTx/>
                <a:buSzTx/>
                <a:buFontTx/>
                <a:buNone/>
              </a:pPr>
              <a:r>
                <a:rPr lang="zh-CN" altLang="en-US" sz="2000" b="1" dirty="0">
                  <a:latin typeface="Times New Roman" panose="02020603050405020304" pitchFamily="18" charset="0"/>
                  <a:ea typeface="黑体" panose="02010609060101010101" pitchFamily="49" charset="-122"/>
                </a:rPr>
                <a:t>准考证</a:t>
              </a:r>
              <a:endParaRPr lang="zh-CN" altLang="en-US" sz="2000" b="1" dirty="0">
                <a:latin typeface="Comic Sans MS" panose="030F0702030302020204" pitchFamily="66" charset="0"/>
                <a:ea typeface="黑体" panose="02010609060101010101" pitchFamily="49" charset="-122"/>
              </a:endParaRPr>
            </a:p>
          </p:txBody>
        </p:sp>
      </p:grpSp>
      <p:sp>
        <p:nvSpPr>
          <p:cNvPr id="16399" name="Arc 35"/>
          <p:cNvSpPr/>
          <p:nvPr/>
        </p:nvSpPr>
        <p:spPr>
          <a:xfrm rot="2689286" flipV="1">
            <a:off x="1933575" y="2860675"/>
            <a:ext cx="1755775" cy="1901825"/>
          </a:xfrm>
          <a:custGeom>
            <a:avLst/>
            <a:gdLst/>
            <a:ahLst/>
            <a:cxnLst>
              <a:cxn ang="0">
                <a:pos x="0" y="2147483646"/>
              </a:cxn>
              <a:cxn ang="0">
                <a:pos x="2147483646" y="2147483646"/>
              </a:cxn>
              <a:cxn ang="0">
                <a:pos x="2147483646" y="2147483646"/>
              </a:cxn>
            </a:cxnLst>
            <a:pathLst>
              <a:path w="22086" h="21600" fill="none">
                <a:moveTo>
                  <a:pt x="-1" y="5"/>
                </a:moveTo>
                <a:cubicBezTo>
                  <a:pt x="164" y="1"/>
                  <a:pt x="329" y="-1"/>
                  <a:pt x="494" y="0"/>
                </a:cubicBezTo>
                <a:cubicBezTo>
                  <a:pt x="12191" y="0"/>
                  <a:pt x="21763" y="9311"/>
                  <a:pt x="22085" y="21004"/>
                </a:cubicBezTo>
              </a:path>
              <a:path w="22086" h="21600" stroke="0">
                <a:moveTo>
                  <a:pt x="-1" y="5"/>
                </a:moveTo>
                <a:cubicBezTo>
                  <a:pt x="164" y="1"/>
                  <a:pt x="329" y="-1"/>
                  <a:pt x="494" y="0"/>
                </a:cubicBezTo>
                <a:cubicBezTo>
                  <a:pt x="12191" y="0"/>
                  <a:pt x="21763" y="9311"/>
                  <a:pt x="22085" y="21004"/>
                </a:cubicBezTo>
                <a:lnTo>
                  <a:pt x="494" y="21600"/>
                </a:lnTo>
                <a:lnTo>
                  <a:pt x="-1" y="5"/>
                </a:lnTo>
                <a:close/>
              </a:path>
            </a:pathLst>
          </a:custGeom>
          <a:noFill/>
          <a:ln w="9525" cap="flat" cmpd="sng">
            <a:solidFill>
              <a:srgbClr val="000000">
                <a:alpha val="100000"/>
              </a:srgbClr>
            </a:solidFill>
            <a:prstDash val="solid"/>
            <a:round/>
            <a:headEnd type="triangle" w="sm" len="med"/>
            <a:tailEnd type="none" w="med" len="med"/>
          </a:ln>
        </p:spPr>
        <p:txBody>
          <a:bodyPr/>
          <a:p>
            <a:endParaRPr lang="zh-CN" altLang="en-US"/>
          </a:p>
        </p:txBody>
      </p:sp>
      <p:sp>
        <p:nvSpPr>
          <p:cNvPr id="16400" name="Rectangle 36"/>
          <p:cNvSpPr/>
          <p:nvPr/>
        </p:nvSpPr>
        <p:spPr>
          <a:xfrm>
            <a:off x="1824038" y="3924300"/>
            <a:ext cx="1749425" cy="615950"/>
          </a:xfrm>
          <a:prstGeom prst="rect">
            <a:avLst/>
          </a:prstGeom>
          <a:noFill/>
          <a:ln w="9525">
            <a:noFill/>
          </a:ln>
        </p:spPr>
        <p:txBody>
          <a:bodyPr lIns="91221" tIns="45610" rIns="91221" bIns="4561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05000"/>
              </a:lnSpc>
              <a:spcBef>
                <a:spcPct val="0"/>
              </a:spcBef>
              <a:buClrTx/>
              <a:buSzTx/>
              <a:buFontTx/>
              <a:buNone/>
            </a:pPr>
            <a:r>
              <a:rPr lang="zh-CN" altLang="en-US" sz="2000" b="1" dirty="0">
                <a:latin typeface="Times New Roman" panose="02020603050405020304" pitchFamily="18" charset="0"/>
                <a:ea typeface="黑体" panose="02010609060101010101" pitchFamily="49" charset="-122"/>
              </a:rPr>
              <a:t>考生通知单</a:t>
            </a:r>
            <a:endParaRPr lang="zh-CN" altLang="en-US" sz="2000" b="1" dirty="0">
              <a:latin typeface="Comic Sans MS" panose="030F0702030302020204" pitchFamily="66" charset="0"/>
              <a:ea typeface="黑体" panose="02010609060101010101" pitchFamily="49" charset="-122"/>
            </a:endParaRPr>
          </a:p>
        </p:txBody>
      </p:sp>
      <p:sp>
        <p:nvSpPr>
          <p:cNvPr id="16401" name="Arc 38"/>
          <p:cNvSpPr/>
          <p:nvPr/>
        </p:nvSpPr>
        <p:spPr>
          <a:xfrm rot="-2689286">
            <a:off x="5151438" y="2201863"/>
            <a:ext cx="1717675" cy="1901825"/>
          </a:xfrm>
          <a:custGeom>
            <a:avLst/>
            <a:gdLst/>
            <a:ahLst/>
            <a:cxnLst>
              <a:cxn ang="0">
                <a:pos x="0" y="0"/>
              </a:cxn>
              <a:cxn ang="0">
                <a:pos x="2147483646" y="2147483646"/>
              </a:cxn>
              <a:cxn ang="0">
                <a:pos x="0" y="2147483646"/>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none" w="sm" len="med"/>
            <a:tailEnd type="triangle" w="sm" len="med"/>
          </a:ln>
        </p:spPr>
        <p:txBody>
          <a:bodyPr/>
          <a:p>
            <a:endParaRPr lang="zh-CN" altLang="en-US"/>
          </a:p>
        </p:txBody>
      </p:sp>
      <p:sp>
        <p:nvSpPr>
          <p:cNvPr id="16402" name="Rectangle 39"/>
          <p:cNvSpPr/>
          <p:nvPr/>
        </p:nvSpPr>
        <p:spPr>
          <a:xfrm>
            <a:off x="5167313" y="2181225"/>
            <a:ext cx="1866900" cy="614363"/>
          </a:xfrm>
          <a:prstGeom prst="rect">
            <a:avLst/>
          </a:prstGeom>
          <a:noFill/>
          <a:ln w="9525">
            <a:noFill/>
          </a:ln>
        </p:spPr>
        <p:txBody>
          <a:bodyPr lIns="91221" tIns="45610" rIns="91221" bIns="4561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05000"/>
              </a:lnSpc>
              <a:spcBef>
                <a:spcPct val="0"/>
              </a:spcBef>
              <a:buClrTx/>
              <a:buSzTx/>
              <a:buFontTx/>
              <a:buNone/>
            </a:pPr>
            <a:r>
              <a:rPr lang="zh-CN" altLang="en-US" sz="2000" b="1" dirty="0">
                <a:latin typeface="Times New Roman" panose="02020603050405020304" pitchFamily="18" charset="0"/>
                <a:ea typeface="黑体" panose="02010609060101010101" pitchFamily="49" charset="-122"/>
              </a:rPr>
              <a:t>统计分析表</a:t>
            </a:r>
            <a:endParaRPr lang="zh-CN" altLang="en-US" sz="2000" b="1" dirty="0">
              <a:latin typeface="Comic Sans MS" panose="030F0702030302020204" pitchFamily="66" charset="0"/>
              <a:ea typeface="黑体" panose="02010609060101010101" pitchFamily="49" charset="-122"/>
            </a:endParaRPr>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2"/>
          <p:cNvSpPr>
            <a:spLocks noGrp="1"/>
          </p:cNvSpPr>
          <p:nvPr>
            <p:ph type="title"/>
          </p:nvPr>
        </p:nvSpPr>
        <p:spPr>
          <a:xfrm>
            <a:off x="455613" y="304800"/>
            <a:ext cx="8207375" cy="1139825"/>
          </a:xfrm>
          <a:ln/>
        </p:spPr>
        <p:txBody>
          <a:bodyPr vert="horz" wrap="square" lIns="0" tIns="45610" rIns="0" bIns="0" anchor="b" anchorCtr="0"/>
          <a:p>
            <a:pPr eaLnBrk="1" hangingPunct="1"/>
            <a:r>
              <a:rPr lang="zh-CN" altLang="en-US" b="1" dirty="0">
                <a:latin typeface="微软雅黑" panose="020B0503020204020204" pitchFamily="34" charset="-122"/>
                <a:ea typeface="微软雅黑" panose="020B0503020204020204" pitchFamily="34" charset="-122"/>
              </a:rPr>
              <a:t>考务处理系统</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层图</a:t>
            </a:r>
            <a:endParaRPr lang="zh-CN" altLang="en-US" b="1" dirty="0">
              <a:latin typeface="微软雅黑" panose="020B0503020204020204" pitchFamily="34" charset="-122"/>
              <a:ea typeface="微软雅黑" panose="020B0503020204020204" pitchFamily="34" charset="-122"/>
            </a:endParaRPr>
          </a:p>
        </p:txBody>
      </p:sp>
      <p:grpSp>
        <p:nvGrpSpPr>
          <p:cNvPr id="18435" name="Group 9"/>
          <p:cNvGrpSpPr/>
          <p:nvPr/>
        </p:nvGrpSpPr>
        <p:grpSpPr>
          <a:xfrm>
            <a:off x="3627438" y="5005388"/>
            <a:ext cx="1196975" cy="574675"/>
            <a:chOff x="4596" y="3735"/>
            <a:chExt cx="1306" cy="360"/>
          </a:xfrm>
        </p:grpSpPr>
        <p:sp>
          <p:nvSpPr>
            <p:cNvPr id="18470" name="Line 10"/>
            <p:cNvSpPr/>
            <p:nvPr/>
          </p:nvSpPr>
          <p:spPr>
            <a:xfrm>
              <a:off x="4596" y="3735"/>
              <a:ext cx="1290" cy="0"/>
            </a:xfrm>
            <a:prstGeom prst="line">
              <a:avLst/>
            </a:prstGeom>
            <a:ln w="9525" cap="flat" cmpd="sng">
              <a:solidFill>
                <a:srgbClr val="000000"/>
              </a:solidFill>
              <a:prstDash val="solid"/>
              <a:headEnd type="none" w="med" len="med"/>
              <a:tailEnd type="none" w="med" len="med"/>
            </a:ln>
          </p:spPr>
        </p:sp>
        <p:sp>
          <p:nvSpPr>
            <p:cNvPr id="18471" name="Line 11"/>
            <p:cNvSpPr/>
            <p:nvPr/>
          </p:nvSpPr>
          <p:spPr>
            <a:xfrm>
              <a:off x="4612" y="4095"/>
              <a:ext cx="1290" cy="0"/>
            </a:xfrm>
            <a:prstGeom prst="line">
              <a:avLst/>
            </a:prstGeom>
            <a:ln w="9525" cap="flat" cmpd="sng">
              <a:solidFill>
                <a:srgbClr val="000000"/>
              </a:solidFill>
              <a:prstDash val="solid"/>
              <a:headEnd type="none" w="med" len="med"/>
              <a:tailEnd type="none" w="med" len="med"/>
            </a:ln>
          </p:spPr>
        </p:sp>
      </p:grpSp>
      <p:sp>
        <p:nvSpPr>
          <p:cNvPr id="18436" name="Rectangle 12"/>
          <p:cNvSpPr/>
          <p:nvPr/>
        </p:nvSpPr>
        <p:spPr>
          <a:xfrm>
            <a:off x="3611563" y="5060950"/>
            <a:ext cx="1212850" cy="719138"/>
          </a:xfrm>
          <a:prstGeom prst="rect">
            <a:avLst/>
          </a:prstGeom>
          <a:noFill/>
          <a:ln w="9525">
            <a:noFill/>
          </a:ln>
        </p:spPr>
        <p:txBody>
          <a:bodyPr lIns="91221" tIns="45610" rIns="91221" bIns="4561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zh-CN" altLang="en-US" sz="1800" b="1" dirty="0">
                <a:latin typeface="黑体" panose="02010609060101010101" pitchFamily="49" charset="-122"/>
                <a:ea typeface="黑体" panose="02010609060101010101" pitchFamily="49" charset="-122"/>
              </a:rPr>
              <a:t>考生名册</a:t>
            </a:r>
            <a:endParaRPr lang="zh-CN" altLang="en-US" sz="1800" b="1" dirty="0">
              <a:latin typeface="黑体" panose="02010609060101010101" pitchFamily="49" charset="-122"/>
              <a:ea typeface="黑体" panose="02010609060101010101" pitchFamily="49" charset="-122"/>
            </a:endParaRPr>
          </a:p>
        </p:txBody>
      </p:sp>
      <p:sp>
        <p:nvSpPr>
          <p:cNvPr id="18437" name="Arc 13"/>
          <p:cNvSpPr/>
          <p:nvPr/>
        </p:nvSpPr>
        <p:spPr>
          <a:xfrm rot="10800000" flipH="1" flipV="1">
            <a:off x="3354388" y="3949700"/>
            <a:ext cx="623887" cy="1055688"/>
          </a:xfrm>
          <a:custGeom>
            <a:avLst/>
            <a:gdLst/>
            <a:ahLst/>
            <a:cxnLst>
              <a:cxn ang="0">
                <a:pos x="0" y="0"/>
              </a:cxn>
              <a:cxn ang="0">
                <a:pos x="2147483646" y="2147483646"/>
              </a:cxn>
              <a:cxn ang="0">
                <a:pos x="0" y="2147483646"/>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none" w="med" len="med"/>
            <a:tailEnd type="triangle" w="sm" len="med"/>
          </a:ln>
        </p:spPr>
        <p:txBody>
          <a:bodyPr/>
          <a:p>
            <a:endParaRPr lang="zh-CN" altLang="en-US"/>
          </a:p>
        </p:txBody>
      </p:sp>
      <p:sp>
        <p:nvSpPr>
          <p:cNvPr id="18438" name="Arc 14"/>
          <p:cNvSpPr/>
          <p:nvPr/>
        </p:nvSpPr>
        <p:spPr>
          <a:xfrm rot="-10800000" flipV="1">
            <a:off x="4532313" y="3954463"/>
            <a:ext cx="623887" cy="1055687"/>
          </a:xfrm>
          <a:custGeom>
            <a:avLst/>
            <a:gdLst/>
            <a:ahLst/>
            <a:cxnLst>
              <a:cxn ang="0">
                <a:pos x="0" y="0"/>
              </a:cxn>
              <a:cxn ang="0">
                <a:pos x="2147483646" y="2147483646"/>
              </a:cxn>
              <a:cxn ang="0">
                <a:pos x="0" y="2147483646"/>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triangle" w="sm" len="med"/>
            <a:tailEnd type="none" w="med" len="med"/>
          </a:ln>
        </p:spPr>
        <p:txBody>
          <a:bodyPr/>
          <a:p>
            <a:endParaRPr lang="zh-CN" altLang="en-US"/>
          </a:p>
        </p:txBody>
      </p:sp>
      <p:grpSp>
        <p:nvGrpSpPr>
          <p:cNvPr id="18439" name="Group 16"/>
          <p:cNvGrpSpPr/>
          <p:nvPr/>
        </p:nvGrpSpPr>
        <p:grpSpPr>
          <a:xfrm>
            <a:off x="2355850" y="2813050"/>
            <a:ext cx="1235075" cy="1358900"/>
            <a:chOff x="4154" y="12570"/>
            <a:chExt cx="974" cy="850"/>
          </a:xfrm>
        </p:grpSpPr>
        <p:sp>
          <p:nvSpPr>
            <p:cNvPr id="18468" name="Oval 17"/>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sp>
          <p:nvSpPr>
            <p:cNvPr id="18469" name="Rectangle 18"/>
            <p:cNvSpPr/>
            <p:nvPr/>
          </p:nvSpPr>
          <p:spPr>
            <a:xfrm>
              <a:off x="4154" y="12630"/>
              <a:ext cx="974" cy="78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en-US" altLang="zh-CN" sz="1800" b="1" dirty="0">
                  <a:latin typeface="黑体" panose="02010609060101010101" pitchFamily="49" charset="-122"/>
                  <a:ea typeface="黑体" panose="02010609060101010101" pitchFamily="49" charset="-122"/>
                </a:rPr>
                <a:t>1</a:t>
              </a:r>
              <a:endParaRPr lang="en-US" altLang="zh-CN" sz="1800" b="1" dirty="0">
                <a:latin typeface="黑体" panose="02010609060101010101" pitchFamily="49" charset="-122"/>
                <a:ea typeface="黑体" panose="02010609060101010101" pitchFamily="49" charset="-122"/>
              </a:endParaRPr>
            </a:p>
            <a:p>
              <a:pPr marL="0" lvl="0" indent="0" algn="ctr" eaLnBrk="1" hangingPunct="1">
                <a:spcBef>
                  <a:spcPct val="0"/>
                </a:spcBef>
                <a:buClrTx/>
                <a:buSzTx/>
                <a:buFontTx/>
                <a:buNone/>
              </a:pPr>
              <a:r>
                <a:rPr lang="zh-CN" altLang="en-US" sz="1800" b="1" dirty="0">
                  <a:latin typeface="黑体" panose="02010609060101010101" pitchFamily="49" charset="-122"/>
                  <a:ea typeface="黑体" panose="02010609060101010101" pitchFamily="49" charset="-122"/>
                </a:rPr>
                <a:t>考试</a:t>
              </a:r>
              <a:endParaRPr lang="zh-CN" altLang="en-US" sz="1800" b="1" dirty="0">
                <a:latin typeface="黑体" panose="02010609060101010101" pitchFamily="49" charset="-122"/>
                <a:ea typeface="黑体" panose="02010609060101010101" pitchFamily="49" charset="-122"/>
              </a:endParaRPr>
            </a:p>
            <a:p>
              <a:pPr marL="0" lvl="0" indent="0" algn="ctr" eaLnBrk="1" hangingPunct="1">
                <a:spcBef>
                  <a:spcPct val="0"/>
                </a:spcBef>
                <a:buClrTx/>
                <a:buSzTx/>
                <a:buFontTx/>
                <a:buNone/>
              </a:pPr>
              <a:r>
                <a:rPr lang="zh-CN" altLang="en-US" sz="1800" b="1" dirty="0">
                  <a:latin typeface="黑体" panose="02010609060101010101" pitchFamily="49" charset="-122"/>
                  <a:ea typeface="黑体" panose="02010609060101010101" pitchFamily="49" charset="-122"/>
                </a:rPr>
                <a:t>报名</a:t>
              </a:r>
              <a:endParaRPr lang="zh-CN" altLang="en-US" sz="1800" b="1" dirty="0">
                <a:latin typeface="黑体" panose="02010609060101010101" pitchFamily="49" charset="-122"/>
                <a:ea typeface="黑体" panose="02010609060101010101" pitchFamily="49" charset="-122"/>
              </a:endParaRPr>
            </a:p>
          </p:txBody>
        </p:sp>
      </p:grpSp>
      <p:grpSp>
        <p:nvGrpSpPr>
          <p:cNvPr id="18440" name="Group 19"/>
          <p:cNvGrpSpPr/>
          <p:nvPr/>
        </p:nvGrpSpPr>
        <p:grpSpPr>
          <a:xfrm>
            <a:off x="776288" y="2890838"/>
            <a:ext cx="1655762" cy="744537"/>
            <a:chOff x="3292" y="10215"/>
            <a:chExt cx="1308" cy="465"/>
          </a:xfrm>
        </p:grpSpPr>
        <p:sp>
          <p:nvSpPr>
            <p:cNvPr id="18466" name="Line 20"/>
            <p:cNvSpPr/>
            <p:nvPr/>
          </p:nvSpPr>
          <p:spPr>
            <a:xfrm flipV="1">
              <a:off x="3292" y="10575"/>
              <a:ext cx="1308" cy="0"/>
            </a:xfrm>
            <a:prstGeom prst="line">
              <a:avLst/>
            </a:prstGeom>
            <a:ln w="9525" cap="flat" cmpd="sng">
              <a:solidFill>
                <a:srgbClr val="000000"/>
              </a:solidFill>
              <a:prstDash val="solid"/>
              <a:headEnd type="none" w="sm" len="med"/>
              <a:tailEnd type="triangle" w="sm" len="med"/>
            </a:ln>
          </p:spPr>
        </p:sp>
        <p:sp>
          <p:nvSpPr>
            <p:cNvPr id="18467" name="Rectangle 21"/>
            <p:cNvSpPr/>
            <p:nvPr/>
          </p:nvSpPr>
          <p:spPr>
            <a:xfrm>
              <a:off x="3444" y="10215"/>
              <a:ext cx="94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zh-CN" altLang="en-US" sz="1800" b="1" dirty="0">
                  <a:latin typeface="黑体" panose="02010609060101010101" pitchFamily="49" charset="-122"/>
                  <a:ea typeface="黑体" panose="02010609060101010101" pitchFamily="49" charset="-122"/>
                </a:rPr>
                <a:t>报名单</a:t>
              </a:r>
              <a:endParaRPr lang="zh-CN" altLang="en-US" sz="1800" b="1" dirty="0">
                <a:latin typeface="黑体" panose="02010609060101010101" pitchFamily="49" charset="-122"/>
                <a:ea typeface="黑体" panose="02010609060101010101" pitchFamily="49" charset="-122"/>
              </a:endParaRPr>
            </a:p>
          </p:txBody>
        </p:sp>
      </p:grpSp>
      <p:grpSp>
        <p:nvGrpSpPr>
          <p:cNvPr id="18441" name="Group 22"/>
          <p:cNvGrpSpPr/>
          <p:nvPr/>
        </p:nvGrpSpPr>
        <p:grpSpPr>
          <a:xfrm>
            <a:off x="2733675" y="4179888"/>
            <a:ext cx="763588" cy="1679575"/>
            <a:chOff x="2454" y="2850"/>
            <a:chExt cx="602" cy="1050"/>
          </a:xfrm>
        </p:grpSpPr>
        <p:sp>
          <p:nvSpPr>
            <p:cNvPr id="18464" name="Line 23"/>
            <p:cNvSpPr/>
            <p:nvPr/>
          </p:nvSpPr>
          <p:spPr>
            <a:xfrm flipH="1">
              <a:off x="2636" y="2850"/>
              <a:ext cx="2" cy="1050"/>
            </a:xfrm>
            <a:prstGeom prst="line">
              <a:avLst/>
            </a:prstGeom>
            <a:ln w="9525" cap="flat" cmpd="sng">
              <a:solidFill>
                <a:srgbClr val="000000"/>
              </a:solidFill>
              <a:prstDash val="solid"/>
              <a:headEnd type="none" w="sm" len="med"/>
              <a:tailEnd type="triangle" w="sm" len="med"/>
            </a:ln>
          </p:spPr>
        </p:sp>
        <p:sp>
          <p:nvSpPr>
            <p:cNvPr id="18465" name="Rectangle 24"/>
            <p:cNvSpPr/>
            <p:nvPr/>
          </p:nvSpPr>
          <p:spPr>
            <a:xfrm>
              <a:off x="2454" y="2850"/>
              <a:ext cx="602" cy="1008"/>
            </a:xfrm>
            <a:prstGeom prst="rect">
              <a:avLst/>
            </a:prstGeom>
            <a:noFill/>
            <a:ln w="9525">
              <a:noFill/>
            </a:ln>
          </p:spPr>
          <p:txBody>
            <a:bodyPr vert="eaVert"/>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spcBef>
                  <a:spcPct val="0"/>
                </a:spcBef>
                <a:buClrTx/>
                <a:buSzTx/>
                <a:buFontTx/>
                <a:buNone/>
              </a:pPr>
              <a:r>
                <a:rPr lang="zh-CN" altLang="en-US" sz="1800" b="1" dirty="0">
                  <a:latin typeface="黑体" panose="02010609060101010101" pitchFamily="49" charset="-122"/>
                  <a:ea typeface="黑体" panose="02010609060101010101" pitchFamily="49" charset="-122"/>
                </a:rPr>
                <a:t>考生名单</a:t>
              </a:r>
              <a:endParaRPr lang="zh-CN" altLang="en-US" sz="1800" b="1" dirty="0">
                <a:latin typeface="黑体" panose="02010609060101010101" pitchFamily="49" charset="-122"/>
                <a:ea typeface="黑体" panose="02010609060101010101" pitchFamily="49" charset="-122"/>
              </a:endParaRPr>
            </a:p>
          </p:txBody>
        </p:sp>
      </p:grpSp>
      <p:sp>
        <p:nvSpPr>
          <p:cNvPr id="18442" name="Rectangle 26"/>
          <p:cNvSpPr/>
          <p:nvPr/>
        </p:nvSpPr>
        <p:spPr>
          <a:xfrm>
            <a:off x="608013" y="2054225"/>
            <a:ext cx="2051050" cy="742950"/>
          </a:xfrm>
          <a:prstGeom prst="rect">
            <a:avLst/>
          </a:prstGeom>
          <a:noFill/>
          <a:ln w="9525">
            <a:noFill/>
          </a:ln>
        </p:spPr>
        <p:txBody>
          <a:bodyPr lIns="91221" tIns="45610" rIns="91221" bIns="4561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zh-CN" altLang="en-US" sz="1800" b="1" dirty="0">
                <a:latin typeface="黑体" panose="02010609060101010101" pitchFamily="49" charset="-122"/>
                <a:ea typeface="黑体" panose="02010609060101010101" pitchFamily="49" charset="-122"/>
              </a:rPr>
              <a:t>不合格报名单</a:t>
            </a:r>
            <a:endParaRPr lang="zh-CN" altLang="en-US" sz="1800" b="1" dirty="0">
              <a:latin typeface="黑体" panose="02010609060101010101" pitchFamily="49" charset="-122"/>
              <a:ea typeface="黑体" panose="02010609060101010101" pitchFamily="49" charset="-122"/>
            </a:endParaRPr>
          </a:p>
        </p:txBody>
      </p:sp>
      <p:sp>
        <p:nvSpPr>
          <p:cNvPr id="18443" name="Arc 27"/>
          <p:cNvSpPr/>
          <p:nvPr/>
        </p:nvSpPr>
        <p:spPr>
          <a:xfrm rot="-5688898" flipV="1">
            <a:off x="1182688" y="1930400"/>
            <a:ext cx="906462" cy="1708150"/>
          </a:xfrm>
          <a:custGeom>
            <a:avLst/>
            <a:gdLst/>
            <a:ahLst/>
            <a:cxnLst>
              <a:cxn ang="0">
                <a:pos x="0" y="0"/>
              </a:cxn>
              <a:cxn ang="0">
                <a:pos x="2147483646" y="2147483646"/>
              </a:cxn>
              <a:cxn ang="0">
                <a:pos x="0" y="2147483646"/>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none" w="sm" len="med"/>
            <a:tailEnd type="triangle" w="sm" len="med"/>
          </a:ln>
        </p:spPr>
        <p:txBody>
          <a:bodyPr/>
          <a:p>
            <a:endParaRPr lang="zh-CN" altLang="en-US"/>
          </a:p>
        </p:txBody>
      </p:sp>
      <p:grpSp>
        <p:nvGrpSpPr>
          <p:cNvPr id="18444" name="Group 28"/>
          <p:cNvGrpSpPr/>
          <p:nvPr/>
        </p:nvGrpSpPr>
        <p:grpSpPr>
          <a:xfrm>
            <a:off x="744538" y="3700463"/>
            <a:ext cx="1706562" cy="908050"/>
            <a:chOff x="3268" y="10725"/>
            <a:chExt cx="1347" cy="567"/>
          </a:xfrm>
        </p:grpSpPr>
        <p:sp>
          <p:nvSpPr>
            <p:cNvPr id="18462" name="Arc 29"/>
            <p:cNvSpPr/>
            <p:nvPr/>
          </p:nvSpPr>
          <p:spPr>
            <a:xfrm rot="5912274">
              <a:off x="3658" y="10335"/>
              <a:ext cx="567" cy="1347"/>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none" w="sm" len="med"/>
              <a:tailEnd type="triangle" w="sm" len="med"/>
            </a:ln>
          </p:spPr>
          <p:txBody>
            <a:bodyPr/>
            <a:p>
              <a:endParaRPr lang="zh-CN" altLang="en-US"/>
            </a:p>
          </p:txBody>
        </p:sp>
        <p:sp>
          <p:nvSpPr>
            <p:cNvPr id="18463" name="Rectangle 30"/>
            <p:cNvSpPr/>
            <p:nvPr/>
          </p:nvSpPr>
          <p:spPr>
            <a:xfrm>
              <a:off x="3384" y="10815"/>
              <a:ext cx="94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zh-CN" altLang="en-US" sz="1800" b="1" dirty="0">
                  <a:latin typeface="黑体" panose="02010609060101010101" pitchFamily="49" charset="-122"/>
                  <a:ea typeface="黑体" panose="02010609060101010101" pitchFamily="49" charset="-122"/>
                </a:rPr>
                <a:t>准考证</a:t>
              </a:r>
              <a:endParaRPr lang="zh-CN" altLang="en-US" sz="1800" b="1" dirty="0">
                <a:latin typeface="黑体" panose="02010609060101010101" pitchFamily="49" charset="-122"/>
                <a:ea typeface="黑体" panose="02010609060101010101" pitchFamily="49" charset="-122"/>
              </a:endParaRPr>
            </a:p>
          </p:txBody>
        </p:sp>
      </p:grpSp>
      <p:grpSp>
        <p:nvGrpSpPr>
          <p:cNvPr id="18445" name="Group 32"/>
          <p:cNvGrpSpPr/>
          <p:nvPr/>
        </p:nvGrpSpPr>
        <p:grpSpPr>
          <a:xfrm>
            <a:off x="4843463" y="2789238"/>
            <a:ext cx="1235075" cy="1358900"/>
            <a:chOff x="4154" y="12570"/>
            <a:chExt cx="974" cy="850"/>
          </a:xfrm>
        </p:grpSpPr>
        <p:sp>
          <p:nvSpPr>
            <p:cNvPr id="18460" name="Oval 33"/>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sp>
          <p:nvSpPr>
            <p:cNvPr id="18461" name="Rectangle 34"/>
            <p:cNvSpPr/>
            <p:nvPr/>
          </p:nvSpPr>
          <p:spPr>
            <a:xfrm>
              <a:off x="4154" y="12630"/>
              <a:ext cx="974" cy="78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en-US" altLang="zh-CN" sz="1800" b="1" dirty="0">
                  <a:latin typeface="黑体" panose="02010609060101010101" pitchFamily="49" charset="-122"/>
                  <a:ea typeface="黑体" panose="02010609060101010101" pitchFamily="49" charset="-122"/>
                </a:rPr>
                <a:t>2</a:t>
              </a:r>
              <a:endParaRPr lang="en-US" altLang="zh-CN" sz="1800" b="1" dirty="0">
                <a:latin typeface="黑体" panose="02010609060101010101" pitchFamily="49" charset="-122"/>
                <a:ea typeface="黑体" panose="02010609060101010101" pitchFamily="49" charset="-122"/>
              </a:endParaRPr>
            </a:p>
            <a:p>
              <a:pPr marL="0" lvl="0" indent="0" algn="ctr" eaLnBrk="1" hangingPunct="1">
                <a:spcBef>
                  <a:spcPct val="0"/>
                </a:spcBef>
                <a:buClrTx/>
                <a:buSzTx/>
                <a:buFontTx/>
                <a:buNone/>
              </a:pPr>
              <a:r>
                <a:rPr lang="zh-CN" altLang="en-US" sz="1800" b="1" dirty="0">
                  <a:latin typeface="黑体" panose="02010609060101010101" pitchFamily="49" charset="-122"/>
                  <a:ea typeface="黑体" panose="02010609060101010101" pitchFamily="49" charset="-122"/>
                </a:rPr>
                <a:t>统计</a:t>
              </a:r>
              <a:endParaRPr lang="zh-CN" altLang="en-US" sz="1800" b="1" dirty="0">
                <a:latin typeface="黑体" panose="02010609060101010101" pitchFamily="49" charset="-122"/>
                <a:ea typeface="黑体" panose="02010609060101010101" pitchFamily="49" charset="-122"/>
              </a:endParaRPr>
            </a:p>
            <a:p>
              <a:pPr marL="0" lvl="0" indent="0" algn="ctr" eaLnBrk="1" hangingPunct="1">
                <a:spcBef>
                  <a:spcPct val="0"/>
                </a:spcBef>
                <a:buClrTx/>
                <a:buSzTx/>
                <a:buFontTx/>
                <a:buNone/>
              </a:pPr>
              <a:r>
                <a:rPr lang="zh-CN" altLang="en-US" sz="1800" b="1" dirty="0">
                  <a:latin typeface="黑体" panose="02010609060101010101" pitchFamily="49" charset="-122"/>
                  <a:ea typeface="黑体" panose="02010609060101010101" pitchFamily="49" charset="-122"/>
                </a:rPr>
                <a:t>成绩</a:t>
              </a:r>
              <a:endParaRPr lang="zh-CN" altLang="en-US" sz="1800" b="1" dirty="0">
                <a:latin typeface="黑体" panose="02010609060101010101" pitchFamily="49" charset="-122"/>
                <a:ea typeface="黑体" panose="02010609060101010101" pitchFamily="49" charset="-122"/>
              </a:endParaRPr>
            </a:p>
          </p:txBody>
        </p:sp>
      </p:grpSp>
      <p:grpSp>
        <p:nvGrpSpPr>
          <p:cNvPr id="18446" name="Group 35"/>
          <p:cNvGrpSpPr/>
          <p:nvPr/>
        </p:nvGrpSpPr>
        <p:grpSpPr>
          <a:xfrm>
            <a:off x="5984875" y="2909888"/>
            <a:ext cx="1617663" cy="742950"/>
            <a:chOff x="7918" y="3720"/>
            <a:chExt cx="1276" cy="465"/>
          </a:xfrm>
        </p:grpSpPr>
        <p:sp>
          <p:nvSpPr>
            <p:cNvPr id="18458" name="Line 36"/>
            <p:cNvSpPr/>
            <p:nvPr/>
          </p:nvSpPr>
          <p:spPr>
            <a:xfrm>
              <a:off x="7918" y="4065"/>
              <a:ext cx="1276" cy="0"/>
            </a:xfrm>
            <a:prstGeom prst="line">
              <a:avLst/>
            </a:prstGeom>
            <a:ln w="9525" cap="flat" cmpd="sng">
              <a:solidFill>
                <a:srgbClr val="000000"/>
              </a:solidFill>
              <a:prstDash val="solid"/>
              <a:headEnd type="none" w="sm" len="med"/>
              <a:tailEnd type="triangle" w="sm" len="med"/>
            </a:ln>
          </p:spPr>
        </p:sp>
        <p:sp>
          <p:nvSpPr>
            <p:cNvPr id="18459" name="Rectangle 37"/>
            <p:cNvSpPr/>
            <p:nvPr/>
          </p:nvSpPr>
          <p:spPr>
            <a:xfrm>
              <a:off x="7934" y="3720"/>
              <a:ext cx="121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zh-CN" altLang="en-US" sz="1800" b="1" dirty="0">
                  <a:latin typeface="黑体" panose="02010609060101010101" pitchFamily="49" charset="-122"/>
                  <a:ea typeface="黑体" panose="02010609060101010101" pitchFamily="49" charset="-122"/>
                </a:rPr>
                <a:t>统计分析表</a:t>
              </a:r>
              <a:endParaRPr lang="zh-CN" altLang="en-US" sz="1800" b="1" dirty="0">
                <a:latin typeface="黑体" panose="02010609060101010101" pitchFamily="49" charset="-122"/>
                <a:ea typeface="黑体" panose="02010609060101010101" pitchFamily="49" charset="-122"/>
              </a:endParaRPr>
            </a:p>
          </p:txBody>
        </p:sp>
      </p:grpSp>
      <p:grpSp>
        <p:nvGrpSpPr>
          <p:cNvPr id="18447" name="Group 38"/>
          <p:cNvGrpSpPr/>
          <p:nvPr/>
        </p:nvGrpSpPr>
        <p:grpSpPr>
          <a:xfrm>
            <a:off x="5262563" y="4156075"/>
            <a:ext cx="762000" cy="1852613"/>
            <a:chOff x="6834" y="11010"/>
            <a:chExt cx="602" cy="1158"/>
          </a:xfrm>
        </p:grpSpPr>
        <p:sp>
          <p:nvSpPr>
            <p:cNvPr id="18456" name="Line 39"/>
            <p:cNvSpPr/>
            <p:nvPr/>
          </p:nvSpPr>
          <p:spPr>
            <a:xfrm flipH="1">
              <a:off x="7016" y="11010"/>
              <a:ext cx="2" cy="1050"/>
            </a:xfrm>
            <a:prstGeom prst="line">
              <a:avLst/>
            </a:prstGeom>
            <a:ln w="9525" cap="flat" cmpd="sng">
              <a:solidFill>
                <a:srgbClr val="000000"/>
              </a:solidFill>
              <a:prstDash val="solid"/>
              <a:headEnd type="triangle" w="sm" len="med"/>
              <a:tailEnd type="none" w="med" len="med"/>
            </a:ln>
          </p:spPr>
        </p:sp>
        <p:sp>
          <p:nvSpPr>
            <p:cNvPr id="18457" name="Rectangle 40"/>
            <p:cNvSpPr/>
            <p:nvPr/>
          </p:nvSpPr>
          <p:spPr>
            <a:xfrm>
              <a:off x="6834" y="11160"/>
              <a:ext cx="602" cy="1008"/>
            </a:xfrm>
            <a:prstGeom prst="rect">
              <a:avLst/>
            </a:prstGeom>
            <a:noFill/>
            <a:ln w="9525">
              <a:noFill/>
            </a:ln>
          </p:spPr>
          <p:txBody>
            <a:bodyPr vert="eaVert"/>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spcBef>
                  <a:spcPct val="0"/>
                </a:spcBef>
                <a:buClrTx/>
                <a:buSzTx/>
                <a:buFontTx/>
                <a:buNone/>
              </a:pPr>
              <a:r>
                <a:rPr lang="zh-CN" altLang="en-US" sz="1800" b="1" dirty="0">
                  <a:latin typeface="黑体" panose="02010609060101010101" pitchFamily="49" charset="-122"/>
                  <a:ea typeface="黑体" panose="02010609060101010101" pitchFamily="49" charset="-122"/>
                </a:rPr>
                <a:t>合格标准</a:t>
              </a:r>
              <a:endParaRPr lang="zh-CN" altLang="en-US" sz="1800" b="1" dirty="0">
                <a:latin typeface="黑体" panose="02010609060101010101" pitchFamily="49" charset="-122"/>
                <a:ea typeface="黑体" panose="02010609060101010101" pitchFamily="49" charset="-122"/>
              </a:endParaRPr>
            </a:p>
          </p:txBody>
        </p:sp>
      </p:grpSp>
      <p:sp>
        <p:nvSpPr>
          <p:cNvPr id="18448" name="Rectangle 42"/>
          <p:cNvSpPr/>
          <p:nvPr/>
        </p:nvSpPr>
        <p:spPr>
          <a:xfrm>
            <a:off x="6329363" y="2054225"/>
            <a:ext cx="1538287" cy="744538"/>
          </a:xfrm>
          <a:prstGeom prst="rect">
            <a:avLst/>
          </a:prstGeom>
          <a:noFill/>
          <a:ln w="9525">
            <a:noFill/>
          </a:ln>
        </p:spPr>
        <p:txBody>
          <a:bodyPr lIns="91221" tIns="45610" rIns="91221" bIns="4561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zh-CN" altLang="en-US" sz="1800" b="1" dirty="0">
                <a:latin typeface="黑体" panose="02010609060101010101" pitchFamily="49" charset="-122"/>
                <a:ea typeface="黑体" panose="02010609060101010101" pitchFamily="49" charset="-122"/>
              </a:rPr>
              <a:t>考生通知单</a:t>
            </a:r>
            <a:endParaRPr lang="zh-CN" altLang="en-US" sz="1800" b="1" dirty="0">
              <a:latin typeface="黑体" panose="02010609060101010101" pitchFamily="49" charset="-122"/>
              <a:ea typeface="黑体" panose="02010609060101010101" pitchFamily="49" charset="-122"/>
            </a:endParaRPr>
          </a:p>
        </p:txBody>
      </p:sp>
      <p:sp>
        <p:nvSpPr>
          <p:cNvPr id="18449" name="Arc 43"/>
          <p:cNvSpPr/>
          <p:nvPr/>
        </p:nvSpPr>
        <p:spPr>
          <a:xfrm rot="5688898" flipH="1" flipV="1">
            <a:off x="6351588" y="1928813"/>
            <a:ext cx="908050" cy="1708150"/>
          </a:xfrm>
          <a:custGeom>
            <a:avLst/>
            <a:gdLst/>
            <a:ahLst/>
            <a:cxnLst>
              <a:cxn ang="0">
                <a:pos x="0" y="0"/>
              </a:cxn>
              <a:cxn ang="0">
                <a:pos x="2147483646" y="2147483646"/>
              </a:cxn>
              <a:cxn ang="0">
                <a:pos x="0" y="2147483646"/>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none" w="sm" len="med"/>
            <a:tailEnd type="triangle" w="sm" len="med"/>
          </a:ln>
        </p:spPr>
        <p:txBody>
          <a:bodyPr/>
          <a:p>
            <a:endParaRPr lang="zh-CN" altLang="en-US"/>
          </a:p>
        </p:txBody>
      </p:sp>
      <p:grpSp>
        <p:nvGrpSpPr>
          <p:cNvPr id="18450" name="Group 44"/>
          <p:cNvGrpSpPr/>
          <p:nvPr/>
        </p:nvGrpSpPr>
        <p:grpSpPr>
          <a:xfrm>
            <a:off x="5972175" y="3629025"/>
            <a:ext cx="2006600" cy="906463"/>
            <a:chOff x="7394" y="10680"/>
            <a:chExt cx="1584" cy="567"/>
          </a:xfrm>
        </p:grpSpPr>
        <p:sp>
          <p:nvSpPr>
            <p:cNvPr id="18454" name="Arc 45"/>
            <p:cNvSpPr/>
            <p:nvPr/>
          </p:nvSpPr>
          <p:spPr>
            <a:xfrm rot="-5912274" flipH="1">
              <a:off x="7784" y="10290"/>
              <a:ext cx="567" cy="1347"/>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none" w="sm" len="med"/>
              <a:tailEnd type="triangle" w="sm" len="med"/>
            </a:ln>
          </p:spPr>
          <p:txBody>
            <a:bodyPr/>
            <a:p>
              <a:endParaRPr lang="zh-CN" altLang="en-US"/>
            </a:p>
          </p:txBody>
        </p:sp>
        <p:sp>
          <p:nvSpPr>
            <p:cNvPr id="18455" name="Rectangle 46"/>
            <p:cNvSpPr/>
            <p:nvPr/>
          </p:nvSpPr>
          <p:spPr>
            <a:xfrm>
              <a:off x="7524" y="10830"/>
              <a:ext cx="1454" cy="39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64000"/>
                </a:lnSpc>
                <a:spcBef>
                  <a:spcPct val="0"/>
                </a:spcBef>
                <a:buClrTx/>
                <a:buSzTx/>
                <a:buFontTx/>
                <a:buNone/>
              </a:pPr>
              <a:r>
                <a:rPr lang="zh-CN" altLang="en-US" sz="1800" b="1" dirty="0">
                  <a:latin typeface="黑体" panose="02010609060101010101" pitchFamily="49" charset="-122"/>
                  <a:ea typeface="黑体" panose="02010609060101010101" pitchFamily="49" charset="-122"/>
                </a:rPr>
                <a:t>错误成绩清单</a:t>
              </a:r>
              <a:endParaRPr lang="zh-CN" altLang="en-US" sz="1800" b="1" dirty="0">
                <a:latin typeface="黑体" panose="02010609060101010101" pitchFamily="49" charset="-122"/>
                <a:ea typeface="黑体" panose="02010609060101010101" pitchFamily="49" charset="-122"/>
              </a:endParaRPr>
            </a:p>
          </p:txBody>
        </p:sp>
      </p:grpSp>
      <p:grpSp>
        <p:nvGrpSpPr>
          <p:cNvPr id="18451" name="Group 47"/>
          <p:cNvGrpSpPr/>
          <p:nvPr/>
        </p:nvGrpSpPr>
        <p:grpSpPr>
          <a:xfrm>
            <a:off x="5745163" y="4100513"/>
            <a:ext cx="2136775" cy="1111250"/>
            <a:chOff x="7215" y="10975"/>
            <a:chExt cx="1687" cy="695"/>
          </a:xfrm>
        </p:grpSpPr>
        <p:sp>
          <p:nvSpPr>
            <p:cNvPr id="18452" name="Arc 48"/>
            <p:cNvSpPr/>
            <p:nvPr/>
          </p:nvSpPr>
          <p:spPr>
            <a:xfrm rot="-5227353" flipH="1">
              <a:off x="7631" y="10559"/>
              <a:ext cx="637" cy="1469"/>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triangle" w="sm" len="med"/>
              <a:tailEnd type="none" w="med" len="med"/>
            </a:ln>
          </p:spPr>
          <p:txBody>
            <a:bodyPr/>
            <a:p>
              <a:endParaRPr lang="zh-CN" altLang="en-US"/>
            </a:p>
          </p:txBody>
        </p:sp>
        <p:sp>
          <p:nvSpPr>
            <p:cNvPr id="18453" name="Rectangle 49"/>
            <p:cNvSpPr/>
            <p:nvPr/>
          </p:nvSpPr>
          <p:spPr>
            <a:xfrm>
              <a:off x="7778" y="11280"/>
              <a:ext cx="1124" cy="39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64000"/>
                </a:lnSpc>
                <a:spcBef>
                  <a:spcPct val="0"/>
                </a:spcBef>
                <a:buClrTx/>
                <a:buSzTx/>
                <a:buFontTx/>
                <a:buNone/>
              </a:pPr>
              <a:r>
                <a:rPr lang="zh-CN" altLang="en-US" sz="1800" b="1" dirty="0">
                  <a:latin typeface="黑体" panose="02010609060101010101" pitchFamily="49" charset="-122"/>
                  <a:ea typeface="黑体" panose="02010609060101010101" pitchFamily="49" charset="-122"/>
                </a:rPr>
                <a:t>成绩清单</a:t>
              </a:r>
              <a:endParaRPr lang="zh-CN" altLang="en-US" sz="1800" b="1" dirty="0">
                <a:latin typeface="黑体" panose="02010609060101010101" pitchFamily="49" charset="-122"/>
                <a:ea typeface="黑体" panose="02010609060101010101" pitchFamily="49" charset="-122"/>
              </a:endParaRPr>
            </a:p>
          </p:txBody>
        </p:sp>
      </p:gr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2"/>
          <p:cNvSpPr>
            <a:spLocks noGrp="1"/>
          </p:cNvSpPr>
          <p:nvPr>
            <p:ph type="title"/>
          </p:nvPr>
        </p:nvSpPr>
        <p:spPr>
          <a:xfrm>
            <a:off x="441325" y="304800"/>
            <a:ext cx="8207375" cy="1139825"/>
          </a:xfrm>
          <a:ln/>
        </p:spPr>
        <p:txBody>
          <a:bodyPr vert="horz" wrap="square" lIns="0" tIns="45610" rIns="0" bIns="0" anchor="b" anchorCtr="0"/>
          <a:p>
            <a:pPr eaLnBrk="1" hangingPunct="1"/>
            <a:r>
              <a:rPr lang="zh-CN" altLang="en-US" b="1" dirty="0">
                <a:latin typeface="微软雅黑" panose="020B0503020204020204" pitchFamily="34" charset="-122"/>
                <a:ea typeface="微软雅黑" panose="020B0503020204020204" pitchFamily="34" charset="-122"/>
              </a:rPr>
              <a:t>考务处理系统加工</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子图</a:t>
            </a:r>
            <a:endParaRPr lang="zh-CN" altLang="en-US" b="1" dirty="0">
              <a:latin typeface="微软雅黑" panose="020B0503020204020204" pitchFamily="34" charset="-122"/>
              <a:ea typeface="微软雅黑" panose="020B0503020204020204" pitchFamily="34" charset="-122"/>
            </a:endParaRPr>
          </a:p>
        </p:txBody>
      </p:sp>
      <p:grpSp>
        <p:nvGrpSpPr>
          <p:cNvPr id="20483" name="Group 8"/>
          <p:cNvGrpSpPr/>
          <p:nvPr/>
        </p:nvGrpSpPr>
        <p:grpSpPr>
          <a:xfrm>
            <a:off x="5121275" y="4559300"/>
            <a:ext cx="2781300" cy="942975"/>
            <a:chOff x="5516" y="6465"/>
            <a:chExt cx="2206" cy="850"/>
          </a:xfrm>
        </p:grpSpPr>
        <p:grpSp>
          <p:nvGrpSpPr>
            <p:cNvPr id="20513" name="Group 9"/>
            <p:cNvGrpSpPr/>
            <p:nvPr/>
          </p:nvGrpSpPr>
          <p:grpSpPr>
            <a:xfrm>
              <a:off x="5516" y="6465"/>
              <a:ext cx="974" cy="850"/>
              <a:chOff x="4154" y="12570"/>
              <a:chExt cx="974" cy="850"/>
            </a:xfrm>
          </p:grpSpPr>
          <p:sp>
            <p:nvSpPr>
              <p:cNvPr id="20517" name="Oval 10"/>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sp>
            <p:nvSpPr>
              <p:cNvPr id="20518" name="Rectangle 11"/>
              <p:cNvSpPr/>
              <p:nvPr/>
            </p:nvSpPr>
            <p:spPr>
              <a:xfrm>
                <a:off x="4154" y="12630"/>
                <a:ext cx="974" cy="78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en-US" altLang="zh-CN" sz="1800" b="1" dirty="0">
                    <a:latin typeface="黑体" panose="02010609060101010101" pitchFamily="49" charset="-122"/>
                    <a:ea typeface="黑体" panose="02010609060101010101" pitchFamily="49" charset="-122"/>
                  </a:rPr>
                  <a:t>1.3</a:t>
                </a:r>
                <a:endParaRPr lang="en-US" altLang="zh-CN" sz="1800" b="1" dirty="0">
                  <a:latin typeface="黑体" panose="02010609060101010101" pitchFamily="49" charset="-122"/>
                  <a:ea typeface="黑体" panose="02010609060101010101" pitchFamily="49" charset="-122"/>
                </a:endParaRPr>
              </a:p>
              <a:p>
                <a:pPr marL="0" lvl="0" indent="0" algn="ctr" eaLnBrk="1" hangingPunct="1">
                  <a:spcBef>
                    <a:spcPct val="0"/>
                  </a:spcBef>
                  <a:buClrTx/>
                  <a:buSzTx/>
                  <a:buFontTx/>
                  <a:buNone/>
                </a:pPr>
                <a:r>
                  <a:rPr lang="zh-CN" altLang="en-US" sz="1800" b="1" dirty="0">
                    <a:latin typeface="黑体" panose="02010609060101010101" pitchFamily="49" charset="-122"/>
                    <a:ea typeface="黑体" panose="02010609060101010101" pitchFamily="49" charset="-122"/>
                  </a:rPr>
                  <a:t>登记</a:t>
                </a:r>
                <a:endParaRPr lang="zh-CN" altLang="en-US" sz="1800" b="1" dirty="0">
                  <a:latin typeface="黑体" panose="02010609060101010101" pitchFamily="49" charset="-122"/>
                  <a:ea typeface="黑体" panose="02010609060101010101" pitchFamily="49" charset="-122"/>
                </a:endParaRPr>
              </a:p>
              <a:p>
                <a:pPr marL="0" lvl="0" indent="0" algn="ctr" eaLnBrk="1" hangingPunct="1">
                  <a:spcBef>
                    <a:spcPct val="0"/>
                  </a:spcBef>
                  <a:buClrTx/>
                  <a:buSzTx/>
                  <a:buFontTx/>
                  <a:buNone/>
                </a:pPr>
                <a:r>
                  <a:rPr lang="zh-CN" altLang="en-US" sz="1800" b="1" dirty="0">
                    <a:latin typeface="黑体" panose="02010609060101010101" pitchFamily="49" charset="-122"/>
                    <a:ea typeface="黑体" panose="02010609060101010101" pitchFamily="49" charset="-122"/>
                  </a:rPr>
                  <a:t>考生</a:t>
                </a:r>
                <a:endParaRPr lang="zh-CN" altLang="en-US" sz="1800" b="1" dirty="0">
                  <a:latin typeface="黑体" panose="02010609060101010101" pitchFamily="49" charset="-122"/>
                  <a:ea typeface="黑体" panose="02010609060101010101" pitchFamily="49" charset="-122"/>
                </a:endParaRPr>
              </a:p>
            </p:txBody>
          </p:sp>
        </p:grpSp>
        <p:grpSp>
          <p:nvGrpSpPr>
            <p:cNvPr id="20514" name="Group 12"/>
            <p:cNvGrpSpPr/>
            <p:nvPr/>
          </p:nvGrpSpPr>
          <p:grpSpPr>
            <a:xfrm>
              <a:off x="6446" y="6540"/>
              <a:ext cx="1276" cy="465"/>
              <a:chOff x="7918" y="3720"/>
              <a:chExt cx="1276" cy="465"/>
            </a:xfrm>
          </p:grpSpPr>
          <p:sp>
            <p:nvSpPr>
              <p:cNvPr id="20515" name="Line 13"/>
              <p:cNvSpPr/>
              <p:nvPr/>
            </p:nvSpPr>
            <p:spPr>
              <a:xfrm>
                <a:off x="7918" y="4065"/>
                <a:ext cx="1276" cy="0"/>
              </a:xfrm>
              <a:prstGeom prst="line">
                <a:avLst/>
              </a:prstGeom>
              <a:ln w="9525" cap="flat" cmpd="sng">
                <a:solidFill>
                  <a:srgbClr val="000000"/>
                </a:solidFill>
                <a:prstDash val="solid"/>
                <a:headEnd type="none" w="sm" len="med"/>
                <a:tailEnd type="triangle" w="sm" len="med"/>
              </a:ln>
            </p:spPr>
          </p:sp>
          <p:sp>
            <p:nvSpPr>
              <p:cNvPr id="20516" name="Rectangle 14"/>
              <p:cNvSpPr/>
              <p:nvPr/>
            </p:nvSpPr>
            <p:spPr>
              <a:xfrm>
                <a:off x="7934" y="3720"/>
                <a:ext cx="121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zh-CN" altLang="en-US" sz="1800" b="1" dirty="0">
                    <a:latin typeface="黑体" panose="02010609060101010101" pitchFamily="49" charset="-122"/>
                    <a:ea typeface="黑体" panose="02010609060101010101" pitchFamily="49" charset="-122"/>
                  </a:rPr>
                  <a:t>考生名单</a:t>
                </a:r>
                <a:endParaRPr lang="zh-CN" altLang="en-US" sz="1800" b="1" dirty="0">
                  <a:latin typeface="黑体" panose="02010609060101010101" pitchFamily="49" charset="-122"/>
                  <a:ea typeface="黑体" panose="02010609060101010101" pitchFamily="49" charset="-122"/>
                </a:endParaRPr>
              </a:p>
            </p:txBody>
          </p:sp>
        </p:grpSp>
      </p:grpSp>
      <p:grpSp>
        <p:nvGrpSpPr>
          <p:cNvPr id="20484" name="Group 15"/>
          <p:cNvGrpSpPr/>
          <p:nvPr/>
        </p:nvGrpSpPr>
        <p:grpSpPr>
          <a:xfrm>
            <a:off x="5118100" y="2444750"/>
            <a:ext cx="2781300" cy="942975"/>
            <a:chOff x="5680" y="9405"/>
            <a:chExt cx="2206" cy="850"/>
          </a:xfrm>
        </p:grpSpPr>
        <p:grpSp>
          <p:nvGrpSpPr>
            <p:cNvPr id="20507" name="Group 16"/>
            <p:cNvGrpSpPr/>
            <p:nvPr/>
          </p:nvGrpSpPr>
          <p:grpSpPr>
            <a:xfrm>
              <a:off x="5680" y="9405"/>
              <a:ext cx="974" cy="850"/>
              <a:chOff x="4154" y="12570"/>
              <a:chExt cx="974" cy="850"/>
            </a:xfrm>
          </p:grpSpPr>
          <p:sp>
            <p:nvSpPr>
              <p:cNvPr id="20511" name="Oval 17"/>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sp>
            <p:nvSpPr>
              <p:cNvPr id="20512" name="Rectangle 18"/>
              <p:cNvSpPr/>
              <p:nvPr/>
            </p:nvSpPr>
            <p:spPr>
              <a:xfrm>
                <a:off x="4154" y="12630"/>
                <a:ext cx="974" cy="78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en-US" altLang="zh-CN" sz="1800" b="1" dirty="0">
                    <a:latin typeface="黑体" panose="02010609060101010101" pitchFamily="49" charset="-122"/>
                    <a:ea typeface="黑体" panose="02010609060101010101" pitchFamily="49" charset="-122"/>
                  </a:rPr>
                  <a:t>1.2</a:t>
                </a:r>
                <a:endParaRPr lang="en-US" altLang="zh-CN" sz="1800" b="1" dirty="0">
                  <a:latin typeface="黑体" panose="02010609060101010101" pitchFamily="49" charset="-122"/>
                  <a:ea typeface="黑体" panose="02010609060101010101" pitchFamily="49" charset="-122"/>
                </a:endParaRPr>
              </a:p>
              <a:p>
                <a:pPr marL="0" lvl="0" indent="0" algn="ctr" eaLnBrk="1" hangingPunct="1">
                  <a:spcBef>
                    <a:spcPct val="0"/>
                  </a:spcBef>
                  <a:buClrTx/>
                  <a:buSzTx/>
                  <a:buFontTx/>
                  <a:buNone/>
                </a:pPr>
                <a:r>
                  <a:rPr lang="zh-CN" altLang="en-US" sz="1800" b="1" dirty="0">
                    <a:latin typeface="黑体" panose="02010609060101010101" pitchFamily="49" charset="-122"/>
                    <a:ea typeface="黑体" panose="02010609060101010101" pitchFamily="49" charset="-122"/>
                  </a:rPr>
                  <a:t>编准考证号</a:t>
                </a:r>
                <a:endParaRPr lang="zh-CN" altLang="en-US" sz="1800" b="1" dirty="0">
                  <a:latin typeface="黑体" panose="02010609060101010101" pitchFamily="49" charset="-122"/>
                  <a:ea typeface="黑体" panose="02010609060101010101" pitchFamily="49" charset="-122"/>
                </a:endParaRPr>
              </a:p>
            </p:txBody>
          </p:sp>
        </p:grpSp>
        <p:grpSp>
          <p:nvGrpSpPr>
            <p:cNvPr id="20508" name="Group 19"/>
            <p:cNvGrpSpPr/>
            <p:nvPr/>
          </p:nvGrpSpPr>
          <p:grpSpPr>
            <a:xfrm>
              <a:off x="6610" y="9480"/>
              <a:ext cx="1276" cy="465"/>
              <a:chOff x="7918" y="3720"/>
              <a:chExt cx="1276" cy="465"/>
            </a:xfrm>
          </p:grpSpPr>
          <p:sp>
            <p:nvSpPr>
              <p:cNvPr id="20509" name="Line 20"/>
              <p:cNvSpPr/>
              <p:nvPr/>
            </p:nvSpPr>
            <p:spPr>
              <a:xfrm>
                <a:off x="7918" y="4065"/>
                <a:ext cx="1276" cy="0"/>
              </a:xfrm>
              <a:prstGeom prst="line">
                <a:avLst/>
              </a:prstGeom>
              <a:ln w="9525" cap="flat" cmpd="sng">
                <a:solidFill>
                  <a:srgbClr val="000000"/>
                </a:solidFill>
                <a:prstDash val="solid"/>
                <a:headEnd type="none" w="sm" len="med"/>
                <a:tailEnd type="triangle" w="sm" len="med"/>
              </a:ln>
            </p:spPr>
          </p:sp>
          <p:sp>
            <p:nvSpPr>
              <p:cNvPr id="20510" name="Rectangle 21"/>
              <p:cNvSpPr/>
              <p:nvPr/>
            </p:nvSpPr>
            <p:spPr>
              <a:xfrm>
                <a:off x="7934" y="3720"/>
                <a:ext cx="121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zh-CN" altLang="en-US" sz="1800" b="1" dirty="0">
                    <a:latin typeface="黑体" panose="02010609060101010101" pitchFamily="49" charset="-122"/>
                    <a:ea typeface="黑体" panose="02010609060101010101" pitchFamily="49" charset="-122"/>
                  </a:rPr>
                  <a:t>准考证</a:t>
                </a:r>
                <a:endParaRPr lang="zh-CN" altLang="en-US" sz="1800" b="1" dirty="0">
                  <a:latin typeface="黑体" panose="02010609060101010101" pitchFamily="49" charset="-122"/>
                  <a:ea typeface="黑体" panose="02010609060101010101" pitchFamily="49" charset="-122"/>
                </a:endParaRPr>
              </a:p>
            </p:txBody>
          </p:sp>
        </p:grpSp>
      </p:grpSp>
      <p:sp>
        <p:nvSpPr>
          <p:cNvPr id="20485" name="Line 23"/>
          <p:cNvSpPr/>
          <p:nvPr/>
        </p:nvSpPr>
        <p:spPr>
          <a:xfrm flipH="1">
            <a:off x="5772150" y="3376613"/>
            <a:ext cx="3175" cy="1165225"/>
          </a:xfrm>
          <a:prstGeom prst="line">
            <a:avLst/>
          </a:prstGeom>
          <a:ln w="9525" cap="flat" cmpd="sng">
            <a:solidFill>
              <a:srgbClr val="000000"/>
            </a:solidFill>
            <a:prstDash val="solid"/>
            <a:headEnd type="none" w="sm" len="med"/>
            <a:tailEnd type="triangle" w="sm" len="med"/>
          </a:ln>
        </p:spPr>
      </p:sp>
      <p:sp>
        <p:nvSpPr>
          <p:cNvPr id="20486" name="Rectangle 24"/>
          <p:cNvSpPr/>
          <p:nvPr/>
        </p:nvSpPr>
        <p:spPr>
          <a:xfrm>
            <a:off x="5495925" y="3224213"/>
            <a:ext cx="760413" cy="1446212"/>
          </a:xfrm>
          <a:prstGeom prst="rect">
            <a:avLst/>
          </a:prstGeom>
          <a:noFill/>
          <a:ln w="9525">
            <a:noFill/>
          </a:ln>
        </p:spPr>
        <p:txBody>
          <a:bodyPr vert="eaVert" lIns="91221" tIns="45610" rIns="91221" bIns="4561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spcBef>
                <a:spcPct val="0"/>
              </a:spcBef>
              <a:buClrTx/>
              <a:buSzTx/>
              <a:buFontTx/>
              <a:buNone/>
            </a:pPr>
            <a:r>
              <a:rPr lang="en-US" altLang="zh-CN" sz="1800" b="1" dirty="0">
                <a:latin typeface="黑体" panose="02010609060101010101" pitchFamily="49" charset="-122"/>
                <a:ea typeface="黑体" panose="02010609060101010101" pitchFamily="49" charset="-122"/>
              </a:rPr>
              <a:t> </a:t>
            </a:r>
            <a:r>
              <a:rPr lang="zh-CN" altLang="en-US" sz="1800" b="1" dirty="0">
                <a:latin typeface="黑体" panose="02010609060101010101" pitchFamily="49" charset="-122"/>
                <a:ea typeface="黑体" panose="02010609060101010101" pitchFamily="49" charset="-122"/>
              </a:rPr>
              <a:t>正式报名单</a:t>
            </a:r>
            <a:endParaRPr lang="zh-CN" altLang="en-US" sz="1800" b="1" dirty="0">
              <a:latin typeface="黑体" panose="02010609060101010101" pitchFamily="49" charset="-122"/>
              <a:ea typeface="黑体" panose="02010609060101010101" pitchFamily="49" charset="-122"/>
            </a:endParaRPr>
          </a:p>
        </p:txBody>
      </p:sp>
      <p:grpSp>
        <p:nvGrpSpPr>
          <p:cNvPr id="20487" name="Group 26"/>
          <p:cNvGrpSpPr/>
          <p:nvPr/>
        </p:nvGrpSpPr>
        <p:grpSpPr>
          <a:xfrm>
            <a:off x="1128713" y="2462213"/>
            <a:ext cx="4068762" cy="942975"/>
            <a:chOff x="2530" y="9420"/>
            <a:chExt cx="3226" cy="850"/>
          </a:xfrm>
        </p:grpSpPr>
        <p:grpSp>
          <p:nvGrpSpPr>
            <p:cNvPr id="20498" name="Group 27"/>
            <p:cNvGrpSpPr/>
            <p:nvPr/>
          </p:nvGrpSpPr>
          <p:grpSpPr>
            <a:xfrm>
              <a:off x="3460" y="9420"/>
              <a:ext cx="974" cy="850"/>
              <a:chOff x="4154" y="12570"/>
              <a:chExt cx="974" cy="850"/>
            </a:xfrm>
          </p:grpSpPr>
          <p:sp>
            <p:nvSpPr>
              <p:cNvPr id="20505" name="Oval 28"/>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sp>
            <p:nvSpPr>
              <p:cNvPr id="20506" name="Rectangle 29"/>
              <p:cNvSpPr/>
              <p:nvPr/>
            </p:nvSpPr>
            <p:spPr>
              <a:xfrm>
                <a:off x="4154" y="12630"/>
                <a:ext cx="974" cy="78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en-US" altLang="zh-CN" sz="1800" b="1" dirty="0">
                    <a:latin typeface="黑体" panose="02010609060101010101" pitchFamily="49" charset="-122"/>
                    <a:ea typeface="黑体" panose="02010609060101010101" pitchFamily="49" charset="-122"/>
                  </a:rPr>
                  <a:t>1.1</a:t>
                </a:r>
                <a:endParaRPr lang="en-US" altLang="zh-CN" sz="1800" b="1" dirty="0">
                  <a:latin typeface="黑体" panose="02010609060101010101" pitchFamily="49" charset="-122"/>
                  <a:ea typeface="黑体" panose="02010609060101010101" pitchFamily="49" charset="-122"/>
                </a:endParaRPr>
              </a:p>
              <a:p>
                <a:pPr marL="0" lvl="0" indent="0" algn="ctr" eaLnBrk="1" hangingPunct="1">
                  <a:spcBef>
                    <a:spcPct val="0"/>
                  </a:spcBef>
                  <a:buClrTx/>
                  <a:buSzTx/>
                  <a:buFontTx/>
                  <a:buNone/>
                </a:pPr>
                <a:r>
                  <a:rPr lang="zh-CN" altLang="en-US" sz="1800" b="1" dirty="0">
                    <a:latin typeface="黑体" panose="02010609060101010101" pitchFamily="49" charset="-122"/>
                    <a:ea typeface="黑体" panose="02010609060101010101" pitchFamily="49" charset="-122"/>
                  </a:rPr>
                  <a:t>检查</a:t>
                </a:r>
                <a:endParaRPr lang="zh-CN" altLang="en-US" sz="1800" b="1" dirty="0">
                  <a:latin typeface="黑体" panose="02010609060101010101" pitchFamily="49" charset="-122"/>
                  <a:ea typeface="黑体" panose="02010609060101010101" pitchFamily="49" charset="-122"/>
                </a:endParaRPr>
              </a:p>
              <a:p>
                <a:pPr marL="0" lvl="0" indent="0" algn="ctr" eaLnBrk="1" hangingPunct="1">
                  <a:spcBef>
                    <a:spcPct val="0"/>
                  </a:spcBef>
                  <a:buClrTx/>
                  <a:buSzTx/>
                  <a:buFontTx/>
                  <a:buNone/>
                </a:pPr>
                <a:r>
                  <a:rPr lang="zh-CN" altLang="en-US" sz="1800" b="1" dirty="0">
                    <a:latin typeface="黑体" panose="02010609060101010101" pitchFamily="49" charset="-122"/>
                    <a:ea typeface="黑体" panose="02010609060101010101" pitchFamily="49" charset="-122"/>
                  </a:rPr>
                  <a:t>报名单</a:t>
                </a:r>
                <a:endParaRPr lang="zh-CN" altLang="en-US" sz="1800" b="1" dirty="0">
                  <a:latin typeface="黑体" panose="02010609060101010101" pitchFamily="49" charset="-122"/>
                  <a:ea typeface="黑体" panose="02010609060101010101" pitchFamily="49" charset="-122"/>
                </a:endParaRPr>
              </a:p>
            </p:txBody>
          </p:sp>
        </p:grpSp>
        <p:grpSp>
          <p:nvGrpSpPr>
            <p:cNvPr id="20499" name="Group 30"/>
            <p:cNvGrpSpPr/>
            <p:nvPr/>
          </p:nvGrpSpPr>
          <p:grpSpPr>
            <a:xfrm>
              <a:off x="4360" y="9495"/>
              <a:ext cx="1396" cy="465"/>
              <a:chOff x="4318" y="5310"/>
              <a:chExt cx="1396" cy="465"/>
            </a:xfrm>
          </p:grpSpPr>
          <p:sp>
            <p:nvSpPr>
              <p:cNvPr id="20503" name="Line 31"/>
              <p:cNvSpPr/>
              <p:nvPr/>
            </p:nvSpPr>
            <p:spPr>
              <a:xfrm>
                <a:off x="4318" y="5655"/>
                <a:ext cx="1396" cy="0"/>
              </a:xfrm>
              <a:prstGeom prst="line">
                <a:avLst/>
              </a:prstGeom>
              <a:ln w="9525" cap="flat" cmpd="sng">
                <a:solidFill>
                  <a:srgbClr val="000000"/>
                </a:solidFill>
                <a:prstDash val="solid"/>
                <a:headEnd type="none" w="sm" len="med"/>
                <a:tailEnd type="triangle" w="sm" len="med"/>
              </a:ln>
            </p:spPr>
          </p:sp>
          <p:sp>
            <p:nvSpPr>
              <p:cNvPr id="20504" name="Rectangle 32"/>
              <p:cNvSpPr/>
              <p:nvPr/>
            </p:nvSpPr>
            <p:spPr>
              <a:xfrm>
                <a:off x="4350" y="5310"/>
                <a:ext cx="121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zh-CN" altLang="en-US" sz="1800" b="1" dirty="0">
                    <a:latin typeface="黑体" panose="02010609060101010101" pitchFamily="49" charset="-122"/>
                    <a:ea typeface="黑体" panose="02010609060101010101" pitchFamily="49" charset="-122"/>
                  </a:rPr>
                  <a:t>合格报名单</a:t>
                </a:r>
                <a:endParaRPr lang="zh-CN" altLang="en-US" sz="1800" b="1" dirty="0">
                  <a:latin typeface="黑体" panose="02010609060101010101" pitchFamily="49" charset="-122"/>
                  <a:ea typeface="黑体" panose="02010609060101010101" pitchFamily="49" charset="-122"/>
                </a:endParaRPr>
              </a:p>
            </p:txBody>
          </p:sp>
        </p:grpSp>
        <p:grpSp>
          <p:nvGrpSpPr>
            <p:cNvPr id="20500" name="Group 33"/>
            <p:cNvGrpSpPr/>
            <p:nvPr/>
          </p:nvGrpSpPr>
          <p:grpSpPr>
            <a:xfrm>
              <a:off x="2530" y="9480"/>
              <a:ext cx="990" cy="465"/>
              <a:chOff x="2488" y="3600"/>
              <a:chExt cx="990" cy="465"/>
            </a:xfrm>
          </p:grpSpPr>
          <p:sp>
            <p:nvSpPr>
              <p:cNvPr id="20501" name="Line 34"/>
              <p:cNvSpPr/>
              <p:nvPr/>
            </p:nvSpPr>
            <p:spPr>
              <a:xfrm flipV="1">
                <a:off x="2546" y="3945"/>
                <a:ext cx="932" cy="0"/>
              </a:xfrm>
              <a:prstGeom prst="line">
                <a:avLst/>
              </a:prstGeom>
              <a:ln w="9525" cap="flat" cmpd="sng">
                <a:solidFill>
                  <a:srgbClr val="000000"/>
                </a:solidFill>
                <a:prstDash val="solid"/>
                <a:headEnd type="none" w="sm" len="med"/>
                <a:tailEnd type="triangle" w="sm" len="med"/>
              </a:ln>
            </p:spPr>
          </p:sp>
          <p:sp>
            <p:nvSpPr>
              <p:cNvPr id="20502" name="Rectangle 35"/>
              <p:cNvSpPr/>
              <p:nvPr/>
            </p:nvSpPr>
            <p:spPr>
              <a:xfrm>
                <a:off x="2488" y="3600"/>
                <a:ext cx="94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zh-CN" altLang="en-US" sz="1800" b="1" dirty="0">
                    <a:latin typeface="黑体" panose="02010609060101010101" pitchFamily="49" charset="-122"/>
                    <a:ea typeface="黑体" panose="02010609060101010101" pitchFamily="49" charset="-122"/>
                  </a:rPr>
                  <a:t>报名单</a:t>
                </a:r>
                <a:endParaRPr lang="zh-CN" altLang="en-US" sz="1800" b="1" dirty="0">
                  <a:latin typeface="黑体" panose="02010609060101010101" pitchFamily="49" charset="-122"/>
                  <a:ea typeface="黑体" panose="02010609060101010101" pitchFamily="49" charset="-122"/>
                </a:endParaRPr>
              </a:p>
            </p:txBody>
          </p:sp>
        </p:grpSp>
      </p:grpSp>
      <p:grpSp>
        <p:nvGrpSpPr>
          <p:cNvPr id="20488" name="Group 36"/>
          <p:cNvGrpSpPr/>
          <p:nvPr/>
        </p:nvGrpSpPr>
        <p:grpSpPr>
          <a:xfrm>
            <a:off x="987425" y="3376613"/>
            <a:ext cx="2043113" cy="628650"/>
            <a:chOff x="3416" y="2625"/>
            <a:chExt cx="1379" cy="567"/>
          </a:xfrm>
        </p:grpSpPr>
        <p:sp>
          <p:nvSpPr>
            <p:cNvPr id="20496" name="Arc 37"/>
            <p:cNvSpPr/>
            <p:nvPr/>
          </p:nvSpPr>
          <p:spPr>
            <a:xfrm rot="5400000">
              <a:off x="3838" y="2235"/>
              <a:ext cx="567" cy="1347"/>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none" w="sm" len="med"/>
              <a:tailEnd type="triangle" w="sm" len="med"/>
            </a:ln>
          </p:spPr>
          <p:txBody>
            <a:bodyPr/>
            <a:p>
              <a:endParaRPr lang="zh-CN" altLang="en-US"/>
            </a:p>
          </p:txBody>
        </p:sp>
        <p:sp>
          <p:nvSpPr>
            <p:cNvPr id="20497" name="Rectangle 38"/>
            <p:cNvSpPr/>
            <p:nvPr/>
          </p:nvSpPr>
          <p:spPr>
            <a:xfrm>
              <a:off x="3416" y="2655"/>
              <a:ext cx="121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zh-CN" altLang="en-US" sz="1800" b="1" dirty="0">
                  <a:latin typeface="黑体" panose="02010609060101010101" pitchFamily="49" charset="-122"/>
                  <a:ea typeface="黑体" panose="02010609060101010101" pitchFamily="49" charset="-122"/>
                </a:rPr>
                <a:t>不合格报名单</a:t>
              </a:r>
              <a:endParaRPr lang="zh-CN" altLang="en-US" sz="1800" b="1" dirty="0">
                <a:latin typeface="黑体" panose="02010609060101010101" pitchFamily="49" charset="-122"/>
                <a:ea typeface="黑体" panose="02010609060101010101" pitchFamily="49" charset="-122"/>
              </a:endParaRPr>
            </a:p>
          </p:txBody>
        </p:sp>
      </p:grpSp>
      <p:grpSp>
        <p:nvGrpSpPr>
          <p:cNvPr id="20489" name="Group 39"/>
          <p:cNvGrpSpPr/>
          <p:nvPr/>
        </p:nvGrpSpPr>
        <p:grpSpPr>
          <a:xfrm>
            <a:off x="3643313" y="4773613"/>
            <a:ext cx="1662112" cy="733425"/>
            <a:chOff x="5394" y="3825"/>
            <a:chExt cx="1318" cy="660"/>
          </a:xfrm>
        </p:grpSpPr>
        <p:grpSp>
          <p:nvGrpSpPr>
            <p:cNvPr id="20490" name="Group 40"/>
            <p:cNvGrpSpPr/>
            <p:nvPr/>
          </p:nvGrpSpPr>
          <p:grpSpPr>
            <a:xfrm>
              <a:off x="5394" y="4035"/>
              <a:ext cx="958" cy="450"/>
              <a:chOff x="3234" y="4065"/>
              <a:chExt cx="958" cy="450"/>
            </a:xfrm>
          </p:grpSpPr>
          <p:grpSp>
            <p:nvGrpSpPr>
              <p:cNvPr id="20492" name="Group 41"/>
              <p:cNvGrpSpPr/>
              <p:nvPr/>
            </p:nvGrpSpPr>
            <p:grpSpPr>
              <a:xfrm>
                <a:off x="3246" y="4125"/>
                <a:ext cx="946" cy="360"/>
                <a:chOff x="4596" y="3735"/>
                <a:chExt cx="1306" cy="360"/>
              </a:xfrm>
            </p:grpSpPr>
            <p:sp>
              <p:nvSpPr>
                <p:cNvPr id="20494" name="Line 42"/>
                <p:cNvSpPr/>
                <p:nvPr/>
              </p:nvSpPr>
              <p:spPr>
                <a:xfrm>
                  <a:off x="4596" y="3735"/>
                  <a:ext cx="1290" cy="0"/>
                </a:xfrm>
                <a:prstGeom prst="line">
                  <a:avLst/>
                </a:prstGeom>
                <a:ln w="9525" cap="flat" cmpd="sng">
                  <a:solidFill>
                    <a:srgbClr val="000000"/>
                  </a:solidFill>
                  <a:prstDash val="solid"/>
                  <a:headEnd type="none" w="sm" len="med"/>
                  <a:tailEnd type="none" w="sm" len="med"/>
                </a:ln>
              </p:spPr>
            </p:sp>
            <p:sp>
              <p:nvSpPr>
                <p:cNvPr id="20495" name="Line 43"/>
                <p:cNvSpPr/>
                <p:nvPr/>
              </p:nvSpPr>
              <p:spPr>
                <a:xfrm>
                  <a:off x="4612" y="4095"/>
                  <a:ext cx="1290" cy="0"/>
                </a:xfrm>
                <a:prstGeom prst="line">
                  <a:avLst/>
                </a:prstGeom>
                <a:ln w="9525" cap="flat" cmpd="sng">
                  <a:solidFill>
                    <a:srgbClr val="000000"/>
                  </a:solidFill>
                  <a:prstDash val="solid"/>
                  <a:headEnd type="none" w="sm" len="med"/>
                  <a:tailEnd type="none" w="sm" len="med"/>
                </a:ln>
              </p:spPr>
            </p:sp>
          </p:grpSp>
          <p:sp>
            <p:nvSpPr>
              <p:cNvPr id="20493" name="Rectangle 44"/>
              <p:cNvSpPr/>
              <p:nvPr/>
            </p:nvSpPr>
            <p:spPr>
              <a:xfrm>
                <a:off x="3234" y="4065"/>
                <a:ext cx="958" cy="45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zh-CN" altLang="en-US" sz="1800" b="1" dirty="0">
                    <a:latin typeface="黑体" panose="02010609060101010101" pitchFamily="49" charset="-122"/>
                    <a:ea typeface="黑体" panose="02010609060101010101" pitchFamily="49" charset="-122"/>
                  </a:rPr>
                  <a:t>考生名册</a:t>
                </a:r>
                <a:endParaRPr lang="zh-CN" altLang="en-US" sz="1800" b="1" dirty="0">
                  <a:latin typeface="黑体" panose="02010609060101010101" pitchFamily="49" charset="-122"/>
                  <a:ea typeface="黑体" panose="02010609060101010101" pitchFamily="49" charset="-122"/>
                </a:endParaRPr>
              </a:p>
            </p:txBody>
          </p:sp>
        </p:grpSp>
        <p:sp>
          <p:nvSpPr>
            <p:cNvPr id="20491" name="Arc 45"/>
            <p:cNvSpPr/>
            <p:nvPr/>
          </p:nvSpPr>
          <p:spPr>
            <a:xfrm rot="5400000" flipH="1" flipV="1">
              <a:off x="6241" y="3621"/>
              <a:ext cx="267" cy="674"/>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triangle" w="sm" len="med"/>
              <a:tailEnd type="none" w="sm" len="med"/>
            </a:ln>
          </p:spPr>
          <p:txBody>
            <a:bodyPr/>
            <a:p>
              <a:endParaRPr lang="zh-CN" altLang="en-US"/>
            </a:p>
          </p:txBody>
        </p:sp>
      </p:gr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Grp="1"/>
          </p:cNvSpPr>
          <p:nvPr>
            <p:ph type="title"/>
          </p:nvPr>
        </p:nvSpPr>
        <p:spPr>
          <a:xfrm>
            <a:off x="455613" y="381000"/>
            <a:ext cx="8207375" cy="1139825"/>
          </a:xfrm>
          <a:ln/>
        </p:spPr>
        <p:txBody>
          <a:bodyPr vert="horz" wrap="square" lIns="0" tIns="45610" rIns="0" bIns="0" anchor="b" anchorCtr="0"/>
          <a:p>
            <a:pPr eaLnBrk="1" hangingPunct="1"/>
            <a:r>
              <a:rPr lang="zh-CN" altLang="en-US" b="1" dirty="0">
                <a:latin typeface="微软雅黑" panose="020B0503020204020204" pitchFamily="34" charset="-122"/>
                <a:ea typeface="微软雅黑" panose="020B0503020204020204" pitchFamily="34" charset="-122"/>
              </a:rPr>
              <a:t>考务处理系统加工</a:t>
            </a:r>
            <a:r>
              <a:rPr lang="en-US" altLang="zh-CN" b="1" dirty="0">
                <a:latin typeface="微软雅黑" panose="020B0503020204020204" pitchFamily="34" charset="-122"/>
                <a:ea typeface="微软雅黑" panose="020B0503020204020204" pitchFamily="34" charset="-122"/>
              </a:rPr>
              <a:t>2</a:t>
            </a:r>
            <a:r>
              <a:rPr lang="zh-CN" altLang="en-US" b="1" dirty="0">
                <a:latin typeface="微软雅黑" panose="020B0503020204020204" pitchFamily="34" charset="-122"/>
                <a:ea typeface="微软雅黑" panose="020B0503020204020204" pitchFamily="34" charset="-122"/>
              </a:rPr>
              <a:t>子图</a:t>
            </a:r>
            <a:endParaRPr lang="zh-CN" altLang="en-US" b="1" dirty="0">
              <a:latin typeface="微软雅黑" panose="020B0503020204020204" pitchFamily="34" charset="-122"/>
              <a:ea typeface="微软雅黑" panose="020B0503020204020204" pitchFamily="34" charset="-122"/>
            </a:endParaRPr>
          </a:p>
        </p:txBody>
      </p:sp>
      <p:grpSp>
        <p:nvGrpSpPr>
          <p:cNvPr id="22531" name="Group 6"/>
          <p:cNvGrpSpPr/>
          <p:nvPr/>
        </p:nvGrpSpPr>
        <p:grpSpPr>
          <a:xfrm>
            <a:off x="684213" y="2166938"/>
            <a:ext cx="7370762" cy="4297362"/>
            <a:chOff x="3778" y="6720"/>
            <a:chExt cx="5548" cy="3820"/>
          </a:xfrm>
        </p:grpSpPr>
        <p:grpSp>
          <p:nvGrpSpPr>
            <p:cNvPr id="22532" name="Group 7"/>
            <p:cNvGrpSpPr/>
            <p:nvPr/>
          </p:nvGrpSpPr>
          <p:grpSpPr>
            <a:xfrm>
              <a:off x="6806" y="6735"/>
              <a:ext cx="2206" cy="850"/>
              <a:chOff x="5516" y="6465"/>
              <a:chExt cx="2206" cy="850"/>
            </a:xfrm>
          </p:grpSpPr>
          <p:grpSp>
            <p:nvGrpSpPr>
              <p:cNvPr id="22587" name="Group 8"/>
              <p:cNvGrpSpPr/>
              <p:nvPr/>
            </p:nvGrpSpPr>
            <p:grpSpPr>
              <a:xfrm>
                <a:off x="5516" y="6465"/>
                <a:ext cx="974" cy="850"/>
                <a:chOff x="4154" y="12570"/>
                <a:chExt cx="974" cy="850"/>
              </a:xfrm>
            </p:grpSpPr>
            <p:sp>
              <p:nvSpPr>
                <p:cNvPr id="22591" name="Oval 9"/>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sp>
              <p:nvSpPr>
                <p:cNvPr id="22592" name="Rectangle 10"/>
                <p:cNvSpPr/>
                <p:nvPr/>
              </p:nvSpPr>
              <p:spPr>
                <a:xfrm>
                  <a:off x="4154" y="12630"/>
                  <a:ext cx="974" cy="78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80000"/>
                    </a:lnSpc>
                    <a:spcBef>
                      <a:spcPct val="0"/>
                    </a:spcBef>
                    <a:buClrTx/>
                    <a:buSzTx/>
                    <a:buFontTx/>
                    <a:buNone/>
                  </a:pPr>
                  <a:r>
                    <a:rPr lang="en-US" altLang="zh-CN" sz="1800" b="1" dirty="0">
                      <a:latin typeface="黑体" panose="02010609060101010101" pitchFamily="49" charset="-122"/>
                      <a:ea typeface="黑体" panose="02010609060101010101" pitchFamily="49" charset="-122"/>
                    </a:rPr>
                    <a:t>2.5</a:t>
                  </a:r>
                  <a:endParaRPr lang="en-US" altLang="zh-CN" sz="1800" b="1" dirty="0">
                    <a:latin typeface="黑体" panose="02010609060101010101" pitchFamily="49" charset="-122"/>
                    <a:ea typeface="黑体" panose="02010609060101010101" pitchFamily="49" charset="-122"/>
                  </a:endParaRPr>
                </a:p>
                <a:p>
                  <a:pPr marL="0" lvl="0" indent="0" algn="ctr" eaLnBrk="1" hangingPunct="1">
                    <a:lnSpc>
                      <a:spcPct val="80000"/>
                    </a:lnSpc>
                    <a:spcBef>
                      <a:spcPct val="0"/>
                    </a:spcBef>
                    <a:buClrTx/>
                    <a:buSzTx/>
                    <a:buFontTx/>
                    <a:buNone/>
                  </a:pPr>
                  <a:r>
                    <a:rPr lang="zh-CN" altLang="en-US" sz="1800" b="1" dirty="0">
                      <a:latin typeface="黑体" panose="02010609060101010101" pitchFamily="49" charset="-122"/>
                      <a:ea typeface="黑体" panose="02010609060101010101" pitchFamily="49" charset="-122"/>
                    </a:rPr>
                    <a:t>分析</a:t>
                  </a:r>
                  <a:endParaRPr lang="zh-CN" altLang="en-US" sz="1800" b="1" dirty="0">
                    <a:latin typeface="黑体" panose="02010609060101010101" pitchFamily="49" charset="-122"/>
                    <a:ea typeface="黑体" panose="02010609060101010101" pitchFamily="49" charset="-122"/>
                  </a:endParaRPr>
                </a:p>
                <a:p>
                  <a:pPr marL="0" lvl="0" indent="0" algn="ctr" eaLnBrk="1" hangingPunct="1">
                    <a:lnSpc>
                      <a:spcPct val="80000"/>
                    </a:lnSpc>
                    <a:spcBef>
                      <a:spcPct val="0"/>
                    </a:spcBef>
                    <a:buClrTx/>
                    <a:buSzTx/>
                    <a:buFontTx/>
                    <a:buNone/>
                  </a:pPr>
                  <a:r>
                    <a:rPr lang="zh-CN" altLang="en-US" sz="1800" b="1" dirty="0">
                      <a:latin typeface="黑体" panose="02010609060101010101" pitchFamily="49" charset="-122"/>
                      <a:ea typeface="黑体" panose="02010609060101010101" pitchFamily="49" charset="-122"/>
                    </a:rPr>
                    <a:t>试题难度</a:t>
                  </a:r>
                  <a:endParaRPr lang="zh-CN" altLang="en-US" sz="1800" b="1" dirty="0">
                    <a:latin typeface="黑体" panose="02010609060101010101" pitchFamily="49" charset="-122"/>
                    <a:ea typeface="黑体" panose="02010609060101010101" pitchFamily="49" charset="-122"/>
                  </a:endParaRPr>
                </a:p>
              </p:txBody>
            </p:sp>
          </p:grpSp>
          <p:grpSp>
            <p:nvGrpSpPr>
              <p:cNvPr id="22588" name="Group 11"/>
              <p:cNvGrpSpPr/>
              <p:nvPr/>
            </p:nvGrpSpPr>
            <p:grpSpPr>
              <a:xfrm>
                <a:off x="6446" y="6627"/>
                <a:ext cx="1276" cy="465"/>
                <a:chOff x="7918" y="3807"/>
                <a:chExt cx="1276" cy="465"/>
              </a:xfrm>
            </p:grpSpPr>
            <p:sp>
              <p:nvSpPr>
                <p:cNvPr id="22589" name="Line 12"/>
                <p:cNvSpPr/>
                <p:nvPr/>
              </p:nvSpPr>
              <p:spPr>
                <a:xfrm>
                  <a:off x="7918" y="4065"/>
                  <a:ext cx="1276" cy="0"/>
                </a:xfrm>
                <a:prstGeom prst="line">
                  <a:avLst/>
                </a:prstGeom>
                <a:ln w="9525" cap="flat" cmpd="sng">
                  <a:solidFill>
                    <a:srgbClr val="000000"/>
                  </a:solidFill>
                  <a:prstDash val="solid"/>
                  <a:headEnd type="none" w="sm" len="med"/>
                  <a:tailEnd type="triangle" w="sm" len="med"/>
                </a:ln>
              </p:spPr>
            </p:sp>
            <p:sp>
              <p:nvSpPr>
                <p:cNvPr id="22590" name="Rectangle 13"/>
                <p:cNvSpPr/>
                <p:nvPr/>
              </p:nvSpPr>
              <p:spPr>
                <a:xfrm>
                  <a:off x="7934" y="3807"/>
                  <a:ext cx="121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80000"/>
                    </a:lnSpc>
                    <a:spcBef>
                      <a:spcPct val="0"/>
                    </a:spcBef>
                    <a:buClrTx/>
                    <a:buSzTx/>
                    <a:buFontTx/>
                    <a:buNone/>
                  </a:pPr>
                  <a:r>
                    <a:rPr lang="zh-CN" altLang="en-US" sz="1800" b="1" dirty="0">
                      <a:latin typeface="黑体" panose="02010609060101010101" pitchFamily="49" charset="-122"/>
                      <a:ea typeface="黑体" panose="02010609060101010101" pitchFamily="49" charset="-122"/>
                    </a:rPr>
                    <a:t>难度分析表</a:t>
                  </a:r>
                  <a:endParaRPr lang="zh-CN" altLang="en-US" sz="1800" b="1" dirty="0">
                    <a:latin typeface="黑体" panose="02010609060101010101" pitchFamily="49" charset="-122"/>
                    <a:ea typeface="黑体" panose="02010609060101010101" pitchFamily="49" charset="-122"/>
                  </a:endParaRPr>
                </a:p>
              </p:txBody>
            </p:sp>
          </p:grpSp>
        </p:grpSp>
        <p:grpSp>
          <p:nvGrpSpPr>
            <p:cNvPr id="22533" name="Group 14"/>
            <p:cNvGrpSpPr/>
            <p:nvPr/>
          </p:nvGrpSpPr>
          <p:grpSpPr>
            <a:xfrm>
              <a:off x="7120" y="7710"/>
              <a:ext cx="2206" cy="850"/>
              <a:chOff x="7120" y="7710"/>
              <a:chExt cx="2206" cy="850"/>
            </a:xfrm>
          </p:grpSpPr>
          <p:grpSp>
            <p:nvGrpSpPr>
              <p:cNvPr id="22581" name="Group 15"/>
              <p:cNvGrpSpPr/>
              <p:nvPr/>
            </p:nvGrpSpPr>
            <p:grpSpPr>
              <a:xfrm>
                <a:off x="7120" y="7710"/>
                <a:ext cx="974" cy="850"/>
                <a:chOff x="4154" y="12570"/>
                <a:chExt cx="974" cy="850"/>
              </a:xfrm>
            </p:grpSpPr>
            <p:sp>
              <p:nvSpPr>
                <p:cNvPr id="22585" name="Oval 16"/>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sp>
              <p:nvSpPr>
                <p:cNvPr id="22586" name="Rectangle 17"/>
                <p:cNvSpPr/>
                <p:nvPr/>
              </p:nvSpPr>
              <p:spPr>
                <a:xfrm>
                  <a:off x="4154" y="12630"/>
                  <a:ext cx="974" cy="78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80000"/>
                    </a:lnSpc>
                    <a:spcBef>
                      <a:spcPct val="0"/>
                    </a:spcBef>
                    <a:buClrTx/>
                    <a:buSzTx/>
                    <a:buFontTx/>
                    <a:buNone/>
                  </a:pPr>
                  <a:r>
                    <a:rPr lang="en-US" altLang="zh-CN" sz="1800" b="1" dirty="0">
                      <a:latin typeface="黑体" panose="02010609060101010101" pitchFamily="49" charset="-122"/>
                      <a:ea typeface="黑体" panose="02010609060101010101" pitchFamily="49" charset="-122"/>
                    </a:rPr>
                    <a:t>2.4</a:t>
                  </a:r>
                  <a:endParaRPr lang="en-US" altLang="zh-CN" sz="1800" b="1" dirty="0">
                    <a:latin typeface="黑体" panose="02010609060101010101" pitchFamily="49" charset="-122"/>
                    <a:ea typeface="黑体" panose="02010609060101010101" pitchFamily="49" charset="-122"/>
                  </a:endParaRPr>
                </a:p>
                <a:p>
                  <a:pPr marL="0" lvl="0" indent="0" algn="ctr" eaLnBrk="1" hangingPunct="1">
                    <a:lnSpc>
                      <a:spcPct val="80000"/>
                    </a:lnSpc>
                    <a:spcBef>
                      <a:spcPct val="0"/>
                    </a:spcBef>
                    <a:buClrTx/>
                    <a:buSzTx/>
                    <a:buFontTx/>
                    <a:buNone/>
                  </a:pPr>
                  <a:r>
                    <a:rPr lang="zh-CN" altLang="en-US" sz="1800" b="1" dirty="0">
                      <a:latin typeface="黑体" panose="02010609060101010101" pitchFamily="49" charset="-122"/>
                      <a:ea typeface="黑体" panose="02010609060101010101" pitchFamily="49" charset="-122"/>
                    </a:rPr>
                    <a:t>分类</a:t>
                  </a:r>
                  <a:endParaRPr lang="zh-CN" altLang="en-US" sz="1800" b="1" dirty="0">
                    <a:latin typeface="黑体" panose="02010609060101010101" pitchFamily="49" charset="-122"/>
                    <a:ea typeface="黑体" panose="02010609060101010101" pitchFamily="49" charset="-122"/>
                  </a:endParaRPr>
                </a:p>
                <a:p>
                  <a:pPr marL="0" lvl="0" indent="0" algn="ctr" eaLnBrk="1" hangingPunct="1">
                    <a:lnSpc>
                      <a:spcPct val="80000"/>
                    </a:lnSpc>
                    <a:spcBef>
                      <a:spcPct val="0"/>
                    </a:spcBef>
                    <a:buClrTx/>
                    <a:buSzTx/>
                    <a:buFontTx/>
                    <a:buNone/>
                  </a:pPr>
                  <a:r>
                    <a:rPr lang="zh-CN" altLang="en-US" sz="1800" b="1" dirty="0">
                      <a:latin typeface="黑体" panose="02010609060101010101" pitchFamily="49" charset="-122"/>
                      <a:ea typeface="黑体" panose="02010609060101010101" pitchFamily="49" charset="-122"/>
                    </a:rPr>
                    <a:t>统计成绩</a:t>
                  </a:r>
                  <a:endParaRPr lang="zh-CN" altLang="en-US" sz="1800" b="1" dirty="0">
                    <a:latin typeface="黑体" panose="02010609060101010101" pitchFamily="49" charset="-122"/>
                    <a:ea typeface="黑体" panose="02010609060101010101" pitchFamily="49" charset="-122"/>
                  </a:endParaRPr>
                </a:p>
              </p:txBody>
            </p:sp>
          </p:grpSp>
          <p:grpSp>
            <p:nvGrpSpPr>
              <p:cNvPr id="22582" name="Group 18"/>
              <p:cNvGrpSpPr/>
              <p:nvPr/>
            </p:nvGrpSpPr>
            <p:grpSpPr>
              <a:xfrm>
                <a:off x="8050" y="7911"/>
                <a:ext cx="1276" cy="465"/>
                <a:chOff x="7918" y="3846"/>
                <a:chExt cx="1276" cy="465"/>
              </a:xfrm>
            </p:grpSpPr>
            <p:sp>
              <p:nvSpPr>
                <p:cNvPr id="22583" name="Line 19"/>
                <p:cNvSpPr/>
                <p:nvPr/>
              </p:nvSpPr>
              <p:spPr>
                <a:xfrm>
                  <a:off x="7918" y="4065"/>
                  <a:ext cx="1276" cy="0"/>
                </a:xfrm>
                <a:prstGeom prst="line">
                  <a:avLst/>
                </a:prstGeom>
                <a:ln w="9525" cap="flat" cmpd="sng">
                  <a:solidFill>
                    <a:srgbClr val="000000"/>
                  </a:solidFill>
                  <a:prstDash val="solid"/>
                  <a:headEnd type="none" w="sm" len="med"/>
                  <a:tailEnd type="triangle" w="sm" len="med"/>
                </a:ln>
              </p:spPr>
            </p:sp>
            <p:sp>
              <p:nvSpPr>
                <p:cNvPr id="22584" name="Rectangle 20"/>
                <p:cNvSpPr/>
                <p:nvPr/>
              </p:nvSpPr>
              <p:spPr>
                <a:xfrm>
                  <a:off x="7934" y="3846"/>
                  <a:ext cx="121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80000"/>
                    </a:lnSpc>
                    <a:spcBef>
                      <a:spcPct val="0"/>
                    </a:spcBef>
                    <a:buClrTx/>
                    <a:buSzTx/>
                    <a:buFontTx/>
                    <a:buNone/>
                  </a:pPr>
                  <a:r>
                    <a:rPr lang="zh-CN" altLang="en-US" sz="1800" b="1" dirty="0">
                      <a:latin typeface="黑体" panose="02010609060101010101" pitchFamily="49" charset="-122"/>
                      <a:ea typeface="黑体" panose="02010609060101010101" pitchFamily="49" charset="-122"/>
                    </a:rPr>
                    <a:t>分类统计表</a:t>
                  </a:r>
                  <a:endParaRPr lang="zh-CN" altLang="en-US" sz="1800" b="1" dirty="0">
                    <a:latin typeface="黑体" panose="02010609060101010101" pitchFamily="49" charset="-122"/>
                    <a:ea typeface="黑体" panose="02010609060101010101" pitchFamily="49" charset="-122"/>
                  </a:endParaRPr>
                </a:p>
              </p:txBody>
            </p:sp>
          </p:grpSp>
        </p:grpSp>
        <p:grpSp>
          <p:nvGrpSpPr>
            <p:cNvPr id="22534" name="Group 21"/>
            <p:cNvGrpSpPr/>
            <p:nvPr/>
          </p:nvGrpSpPr>
          <p:grpSpPr>
            <a:xfrm>
              <a:off x="5708" y="8385"/>
              <a:ext cx="1575" cy="1482"/>
              <a:chOff x="4390" y="3795"/>
              <a:chExt cx="1575" cy="1482"/>
            </a:xfrm>
          </p:grpSpPr>
          <p:grpSp>
            <p:nvGrpSpPr>
              <p:cNvPr id="22575" name="Group 22"/>
              <p:cNvGrpSpPr/>
              <p:nvPr/>
            </p:nvGrpSpPr>
            <p:grpSpPr>
              <a:xfrm>
                <a:off x="4390" y="4365"/>
                <a:ext cx="1306" cy="503"/>
                <a:chOff x="5038" y="9270"/>
                <a:chExt cx="1306" cy="503"/>
              </a:xfrm>
            </p:grpSpPr>
            <p:sp>
              <p:nvSpPr>
                <p:cNvPr id="22578" name="Line 23"/>
                <p:cNvSpPr/>
                <p:nvPr/>
              </p:nvSpPr>
              <p:spPr>
                <a:xfrm>
                  <a:off x="5038" y="9270"/>
                  <a:ext cx="1290" cy="0"/>
                </a:xfrm>
                <a:prstGeom prst="line">
                  <a:avLst/>
                </a:prstGeom>
                <a:ln w="9525" cap="flat" cmpd="sng">
                  <a:solidFill>
                    <a:srgbClr val="000000"/>
                  </a:solidFill>
                  <a:prstDash val="solid"/>
                  <a:headEnd type="none" w="sm" len="med"/>
                  <a:tailEnd type="none" w="sm" len="med"/>
                </a:ln>
              </p:spPr>
            </p:sp>
            <p:sp>
              <p:nvSpPr>
                <p:cNvPr id="22579" name="Line 24"/>
                <p:cNvSpPr/>
                <p:nvPr/>
              </p:nvSpPr>
              <p:spPr>
                <a:xfrm>
                  <a:off x="5054" y="9630"/>
                  <a:ext cx="1290" cy="0"/>
                </a:xfrm>
                <a:prstGeom prst="line">
                  <a:avLst/>
                </a:prstGeom>
                <a:ln w="9525" cap="flat" cmpd="sng">
                  <a:solidFill>
                    <a:srgbClr val="000000"/>
                  </a:solidFill>
                  <a:prstDash val="solid"/>
                  <a:headEnd type="none" w="sm" len="med"/>
                  <a:tailEnd type="none" w="sm" len="med"/>
                </a:ln>
              </p:spPr>
            </p:sp>
            <p:sp>
              <p:nvSpPr>
                <p:cNvPr id="22580" name="Rectangle 25"/>
                <p:cNvSpPr/>
                <p:nvPr/>
              </p:nvSpPr>
              <p:spPr>
                <a:xfrm>
                  <a:off x="5206" y="9323"/>
                  <a:ext cx="958" cy="45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80000"/>
                    </a:lnSpc>
                    <a:spcBef>
                      <a:spcPct val="0"/>
                    </a:spcBef>
                    <a:buClrTx/>
                    <a:buSzTx/>
                    <a:buFontTx/>
                    <a:buNone/>
                  </a:pPr>
                  <a:r>
                    <a:rPr lang="zh-CN" altLang="en-US" sz="1800" b="1" dirty="0">
                      <a:latin typeface="黑体" panose="02010609060101010101" pitchFamily="49" charset="-122"/>
                      <a:ea typeface="黑体" panose="02010609060101010101" pitchFamily="49" charset="-122"/>
                    </a:rPr>
                    <a:t>考生名册</a:t>
                  </a:r>
                  <a:endParaRPr lang="zh-CN" altLang="en-US" sz="1800" b="1" dirty="0">
                    <a:latin typeface="黑体" panose="02010609060101010101" pitchFamily="49" charset="-122"/>
                    <a:ea typeface="黑体" panose="02010609060101010101" pitchFamily="49" charset="-122"/>
                  </a:endParaRPr>
                </a:p>
              </p:txBody>
            </p:sp>
          </p:grpSp>
          <p:sp>
            <p:nvSpPr>
              <p:cNvPr id="22576" name="Arc 26"/>
              <p:cNvSpPr/>
              <p:nvPr/>
            </p:nvSpPr>
            <p:spPr>
              <a:xfrm rot="-5400000" flipH="1">
                <a:off x="5250" y="4710"/>
                <a:ext cx="567" cy="567"/>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none" w="sm" len="med"/>
                <a:tailEnd type="triangle" w="sm" len="med"/>
              </a:ln>
            </p:spPr>
            <p:txBody>
              <a:bodyPr/>
              <a:p>
                <a:endParaRPr lang="zh-CN" altLang="en-US"/>
              </a:p>
            </p:txBody>
          </p:sp>
          <p:sp>
            <p:nvSpPr>
              <p:cNvPr id="22577" name="Arc 27"/>
              <p:cNvSpPr/>
              <p:nvPr/>
            </p:nvSpPr>
            <p:spPr>
              <a:xfrm flipH="1">
                <a:off x="5398" y="3795"/>
                <a:ext cx="567" cy="567"/>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triangle" w="sm" len="med"/>
                <a:tailEnd type="none" w="sm" len="med"/>
              </a:ln>
            </p:spPr>
            <p:txBody>
              <a:bodyPr/>
              <a:p>
                <a:endParaRPr lang="zh-CN" altLang="en-US"/>
              </a:p>
            </p:txBody>
          </p:sp>
        </p:grpSp>
        <p:grpSp>
          <p:nvGrpSpPr>
            <p:cNvPr id="22535" name="Group 28"/>
            <p:cNvGrpSpPr/>
            <p:nvPr/>
          </p:nvGrpSpPr>
          <p:grpSpPr>
            <a:xfrm>
              <a:off x="3820" y="9675"/>
              <a:ext cx="5356" cy="865"/>
              <a:chOff x="2530" y="9405"/>
              <a:chExt cx="5356" cy="865"/>
            </a:xfrm>
          </p:grpSpPr>
          <p:grpSp>
            <p:nvGrpSpPr>
              <p:cNvPr id="22558" name="Group 29"/>
              <p:cNvGrpSpPr/>
              <p:nvPr/>
            </p:nvGrpSpPr>
            <p:grpSpPr>
              <a:xfrm>
                <a:off x="5680" y="9405"/>
                <a:ext cx="2206" cy="850"/>
                <a:chOff x="5680" y="9405"/>
                <a:chExt cx="2206" cy="850"/>
              </a:xfrm>
            </p:grpSpPr>
            <p:grpSp>
              <p:nvGrpSpPr>
                <p:cNvPr id="22569" name="Group 30"/>
                <p:cNvGrpSpPr/>
                <p:nvPr/>
              </p:nvGrpSpPr>
              <p:grpSpPr>
                <a:xfrm>
                  <a:off x="5680" y="9405"/>
                  <a:ext cx="974" cy="850"/>
                  <a:chOff x="4154" y="12570"/>
                  <a:chExt cx="974" cy="850"/>
                </a:xfrm>
              </p:grpSpPr>
              <p:sp>
                <p:nvSpPr>
                  <p:cNvPr id="22573" name="Oval 31"/>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sp>
                <p:nvSpPr>
                  <p:cNvPr id="22574" name="Rectangle 32"/>
                  <p:cNvSpPr/>
                  <p:nvPr/>
                </p:nvSpPr>
                <p:spPr>
                  <a:xfrm>
                    <a:off x="4154" y="12630"/>
                    <a:ext cx="974" cy="78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80000"/>
                      </a:lnSpc>
                      <a:spcBef>
                        <a:spcPct val="0"/>
                      </a:spcBef>
                      <a:buClrTx/>
                      <a:buSzTx/>
                      <a:buFontTx/>
                      <a:buNone/>
                    </a:pPr>
                    <a:r>
                      <a:rPr lang="en-US" altLang="zh-CN" sz="1800" b="1" dirty="0">
                        <a:latin typeface="黑体" panose="02010609060101010101" pitchFamily="49" charset="-122"/>
                        <a:ea typeface="黑体" panose="02010609060101010101" pitchFamily="49" charset="-122"/>
                      </a:rPr>
                      <a:t>2.3</a:t>
                    </a:r>
                    <a:endParaRPr lang="en-US" altLang="zh-CN" sz="1800" b="1" dirty="0">
                      <a:latin typeface="黑体" panose="02010609060101010101" pitchFamily="49" charset="-122"/>
                      <a:ea typeface="黑体" panose="02010609060101010101" pitchFamily="49" charset="-122"/>
                    </a:endParaRPr>
                  </a:p>
                  <a:p>
                    <a:pPr marL="0" lvl="0" indent="0" algn="ctr" eaLnBrk="1" hangingPunct="1">
                      <a:lnSpc>
                        <a:spcPct val="80000"/>
                      </a:lnSpc>
                      <a:spcBef>
                        <a:spcPct val="0"/>
                      </a:spcBef>
                      <a:buClrTx/>
                      <a:buSzTx/>
                      <a:buFontTx/>
                      <a:buNone/>
                    </a:pPr>
                    <a:r>
                      <a:rPr lang="zh-CN" altLang="en-US" sz="1800" b="1" dirty="0">
                        <a:latin typeface="黑体" panose="02010609060101010101" pitchFamily="49" charset="-122"/>
                        <a:ea typeface="黑体" panose="02010609060101010101" pitchFamily="49" charset="-122"/>
                      </a:rPr>
                      <a:t>制作</a:t>
                    </a:r>
                    <a:endParaRPr lang="zh-CN" altLang="en-US" sz="1800" b="1" dirty="0">
                      <a:latin typeface="黑体" panose="02010609060101010101" pitchFamily="49" charset="-122"/>
                      <a:ea typeface="黑体" panose="02010609060101010101" pitchFamily="49" charset="-122"/>
                    </a:endParaRPr>
                  </a:p>
                  <a:p>
                    <a:pPr marL="0" lvl="0" indent="0" algn="ctr" eaLnBrk="1" hangingPunct="1">
                      <a:lnSpc>
                        <a:spcPct val="80000"/>
                      </a:lnSpc>
                      <a:spcBef>
                        <a:spcPct val="0"/>
                      </a:spcBef>
                      <a:buClrTx/>
                      <a:buSzTx/>
                      <a:buFontTx/>
                      <a:buNone/>
                    </a:pPr>
                    <a:r>
                      <a:rPr lang="zh-CN" altLang="en-US" sz="1800" b="1" dirty="0">
                        <a:latin typeface="黑体" panose="02010609060101010101" pitchFamily="49" charset="-122"/>
                        <a:ea typeface="黑体" panose="02010609060101010101" pitchFamily="49" charset="-122"/>
                      </a:rPr>
                      <a:t>通知单</a:t>
                    </a:r>
                    <a:endParaRPr lang="zh-CN" altLang="en-US" sz="1800" b="1" dirty="0">
                      <a:latin typeface="黑体" panose="02010609060101010101" pitchFamily="49" charset="-122"/>
                      <a:ea typeface="黑体" panose="02010609060101010101" pitchFamily="49" charset="-122"/>
                    </a:endParaRPr>
                  </a:p>
                </p:txBody>
              </p:sp>
            </p:grpSp>
            <p:grpSp>
              <p:nvGrpSpPr>
                <p:cNvPr id="22570" name="Group 33"/>
                <p:cNvGrpSpPr/>
                <p:nvPr/>
              </p:nvGrpSpPr>
              <p:grpSpPr>
                <a:xfrm>
                  <a:off x="6610" y="9602"/>
                  <a:ext cx="1276" cy="465"/>
                  <a:chOff x="7918" y="3842"/>
                  <a:chExt cx="1276" cy="465"/>
                </a:xfrm>
              </p:grpSpPr>
              <p:sp>
                <p:nvSpPr>
                  <p:cNvPr id="22571" name="Line 34"/>
                  <p:cNvSpPr/>
                  <p:nvPr/>
                </p:nvSpPr>
                <p:spPr>
                  <a:xfrm>
                    <a:off x="7918" y="4065"/>
                    <a:ext cx="1276" cy="0"/>
                  </a:xfrm>
                  <a:prstGeom prst="line">
                    <a:avLst/>
                  </a:prstGeom>
                  <a:ln w="9525" cap="flat" cmpd="sng">
                    <a:solidFill>
                      <a:srgbClr val="000000"/>
                    </a:solidFill>
                    <a:prstDash val="solid"/>
                    <a:headEnd type="none" w="sm" len="med"/>
                    <a:tailEnd type="triangle" w="sm" len="med"/>
                  </a:ln>
                </p:spPr>
              </p:sp>
              <p:sp>
                <p:nvSpPr>
                  <p:cNvPr id="22572" name="Rectangle 35"/>
                  <p:cNvSpPr/>
                  <p:nvPr/>
                </p:nvSpPr>
                <p:spPr>
                  <a:xfrm>
                    <a:off x="7934" y="3842"/>
                    <a:ext cx="121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80000"/>
                      </a:lnSpc>
                      <a:spcBef>
                        <a:spcPct val="0"/>
                      </a:spcBef>
                      <a:buClrTx/>
                      <a:buSzTx/>
                      <a:buFontTx/>
                      <a:buNone/>
                    </a:pPr>
                    <a:r>
                      <a:rPr lang="zh-CN" altLang="en-US" sz="1800" b="1" dirty="0">
                        <a:latin typeface="黑体" panose="02010609060101010101" pitchFamily="49" charset="-122"/>
                        <a:ea typeface="黑体" panose="02010609060101010101" pitchFamily="49" charset="-122"/>
                      </a:rPr>
                      <a:t>考生通知单</a:t>
                    </a:r>
                    <a:endParaRPr lang="zh-CN" altLang="en-US" sz="1800" b="1" dirty="0">
                      <a:latin typeface="黑体" panose="02010609060101010101" pitchFamily="49" charset="-122"/>
                      <a:ea typeface="黑体" panose="02010609060101010101" pitchFamily="49" charset="-122"/>
                    </a:endParaRPr>
                  </a:p>
                </p:txBody>
              </p:sp>
            </p:grpSp>
          </p:grpSp>
          <p:grpSp>
            <p:nvGrpSpPr>
              <p:cNvPr id="22559" name="Group 36"/>
              <p:cNvGrpSpPr/>
              <p:nvPr/>
            </p:nvGrpSpPr>
            <p:grpSpPr>
              <a:xfrm>
                <a:off x="2530" y="9420"/>
                <a:ext cx="3226" cy="850"/>
                <a:chOff x="2530" y="9420"/>
                <a:chExt cx="3226" cy="850"/>
              </a:xfrm>
            </p:grpSpPr>
            <p:grpSp>
              <p:nvGrpSpPr>
                <p:cNvPr id="22560" name="Group 37"/>
                <p:cNvGrpSpPr/>
                <p:nvPr/>
              </p:nvGrpSpPr>
              <p:grpSpPr>
                <a:xfrm>
                  <a:off x="3460" y="9420"/>
                  <a:ext cx="974" cy="850"/>
                  <a:chOff x="4154" y="12570"/>
                  <a:chExt cx="974" cy="850"/>
                </a:xfrm>
              </p:grpSpPr>
              <p:sp>
                <p:nvSpPr>
                  <p:cNvPr id="22567" name="Oval 38"/>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sp>
                <p:nvSpPr>
                  <p:cNvPr id="22568" name="Rectangle 39"/>
                  <p:cNvSpPr/>
                  <p:nvPr/>
                </p:nvSpPr>
                <p:spPr>
                  <a:xfrm>
                    <a:off x="4154" y="12630"/>
                    <a:ext cx="974" cy="78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80000"/>
                      </a:lnSpc>
                      <a:spcBef>
                        <a:spcPct val="0"/>
                      </a:spcBef>
                      <a:buClrTx/>
                      <a:buSzTx/>
                      <a:buFontTx/>
                      <a:buNone/>
                    </a:pPr>
                    <a:r>
                      <a:rPr lang="en-US" altLang="zh-CN" sz="1800" b="1" dirty="0">
                        <a:latin typeface="黑体" panose="02010609060101010101" pitchFamily="49" charset="-122"/>
                        <a:ea typeface="黑体" panose="02010609060101010101" pitchFamily="49" charset="-122"/>
                      </a:rPr>
                      <a:t>2.2</a:t>
                    </a:r>
                    <a:endParaRPr lang="en-US" altLang="zh-CN" sz="1800" b="1" dirty="0">
                      <a:latin typeface="黑体" panose="02010609060101010101" pitchFamily="49" charset="-122"/>
                      <a:ea typeface="黑体" panose="02010609060101010101" pitchFamily="49" charset="-122"/>
                    </a:endParaRPr>
                  </a:p>
                  <a:p>
                    <a:pPr marL="0" lvl="0" indent="0" algn="ctr" eaLnBrk="1" hangingPunct="1">
                      <a:lnSpc>
                        <a:spcPct val="80000"/>
                      </a:lnSpc>
                      <a:spcBef>
                        <a:spcPct val="0"/>
                      </a:spcBef>
                      <a:buClrTx/>
                      <a:buSzTx/>
                      <a:buFontTx/>
                      <a:buNone/>
                    </a:pPr>
                    <a:r>
                      <a:rPr lang="zh-CN" altLang="en-US" sz="1800" b="1" dirty="0">
                        <a:latin typeface="黑体" panose="02010609060101010101" pitchFamily="49" charset="-122"/>
                        <a:ea typeface="黑体" panose="02010609060101010101" pitchFamily="49" charset="-122"/>
                      </a:rPr>
                      <a:t>审定</a:t>
                    </a:r>
                    <a:endParaRPr lang="zh-CN" altLang="en-US" sz="1800" b="1" dirty="0">
                      <a:latin typeface="黑体" panose="02010609060101010101" pitchFamily="49" charset="-122"/>
                      <a:ea typeface="黑体" panose="02010609060101010101" pitchFamily="49" charset="-122"/>
                    </a:endParaRPr>
                  </a:p>
                  <a:p>
                    <a:pPr marL="0" lvl="0" indent="0" algn="ctr" eaLnBrk="1" hangingPunct="1">
                      <a:lnSpc>
                        <a:spcPct val="80000"/>
                      </a:lnSpc>
                      <a:spcBef>
                        <a:spcPct val="0"/>
                      </a:spcBef>
                      <a:buClrTx/>
                      <a:buSzTx/>
                      <a:buFontTx/>
                      <a:buNone/>
                    </a:pPr>
                    <a:r>
                      <a:rPr lang="zh-CN" altLang="en-US" sz="1800" b="1" dirty="0">
                        <a:latin typeface="黑体" panose="02010609060101010101" pitchFamily="49" charset="-122"/>
                        <a:ea typeface="黑体" panose="02010609060101010101" pitchFamily="49" charset="-122"/>
                      </a:rPr>
                      <a:t>合格者</a:t>
                    </a:r>
                    <a:endParaRPr lang="zh-CN" altLang="en-US" sz="1800" b="1" dirty="0">
                      <a:latin typeface="黑体" panose="02010609060101010101" pitchFamily="49" charset="-122"/>
                      <a:ea typeface="黑体" panose="02010609060101010101" pitchFamily="49" charset="-122"/>
                    </a:endParaRPr>
                  </a:p>
                </p:txBody>
              </p:sp>
            </p:grpSp>
            <p:grpSp>
              <p:nvGrpSpPr>
                <p:cNvPr id="22561" name="Group 40"/>
                <p:cNvGrpSpPr/>
                <p:nvPr/>
              </p:nvGrpSpPr>
              <p:grpSpPr>
                <a:xfrm>
                  <a:off x="4360" y="9602"/>
                  <a:ext cx="1396" cy="465"/>
                  <a:chOff x="4318" y="5417"/>
                  <a:chExt cx="1396" cy="465"/>
                </a:xfrm>
              </p:grpSpPr>
              <p:sp>
                <p:nvSpPr>
                  <p:cNvPr id="22565" name="Line 41"/>
                  <p:cNvSpPr/>
                  <p:nvPr/>
                </p:nvSpPr>
                <p:spPr>
                  <a:xfrm>
                    <a:off x="4318" y="5655"/>
                    <a:ext cx="1396" cy="0"/>
                  </a:xfrm>
                  <a:prstGeom prst="line">
                    <a:avLst/>
                  </a:prstGeom>
                  <a:ln w="9525" cap="flat" cmpd="sng">
                    <a:solidFill>
                      <a:srgbClr val="000000"/>
                    </a:solidFill>
                    <a:prstDash val="solid"/>
                    <a:headEnd type="none" w="sm" len="med"/>
                    <a:tailEnd type="triangle" w="sm" len="med"/>
                  </a:ln>
                </p:spPr>
              </p:sp>
              <p:sp>
                <p:nvSpPr>
                  <p:cNvPr id="22566" name="Rectangle 42"/>
                  <p:cNvSpPr/>
                  <p:nvPr/>
                </p:nvSpPr>
                <p:spPr>
                  <a:xfrm>
                    <a:off x="4350" y="5417"/>
                    <a:ext cx="121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80000"/>
                      </a:lnSpc>
                      <a:spcBef>
                        <a:spcPct val="0"/>
                      </a:spcBef>
                      <a:buClrTx/>
                      <a:buSzTx/>
                      <a:buFontTx/>
                      <a:buNone/>
                    </a:pPr>
                    <a:r>
                      <a:rPr lang="zh-CN" altLang="en-US" sz="1800" b="1" dirty="0">
                        <a:latin typeface="黑体" panose="02010609060101010101" pitchFamily="49" charset="-122"/>
                        <a:ea typeface="黑体" panose="02010609060101010101" pitchFamily="49" charset="-122"/>
                      </a:rPr>
                      <a:t>正式成绩清单</a:t>
                    </a:r>
                    <a:endParaRPr lang="zh-CN" altLang="en-US" sz="1800" b="1" dirty="0">
                      <a:latin typeface="黑体" panose="02010609060101010101" pitchFamily="49" charset="-122"/>
                      <a:ea typeface="黑体" panose="02010609060101010101" pitchFamily="49" charset="-122"/>
                    </a:endParaRPr>
                  </a:p>
                </p:txBody>
              </p:sp>
            </p:grpSp>
            <p:grpSp>
              <p:nvGrpSpPr>
                <p:cNvPr id="22562" name="Group 43"/>
                <p:cNvGrpSpPr/>
                <p:nvPr/>
              </p:nvGrpSpPr>
              <p:grpSpPr>
                <a:xfrm>
                  <a:off x="2530" y="9602"/>
                  <a:ext cx="990" cy="465"/>
                  <a:chOff x="2488" y="3722"/>
                  <a:chExt cx="990" cy="465"/>
                </a:xfrm>
              </p:grpSpPr>
              <p:sp>
                <p:nvSpPr>
                  <p:cNvPr id="22563" name="Line 44"/>
                  <p:cNvSpPr/>
                  <p:nvPr/>
                </p:nvSpPr>
                <p:spPr>
                  <a:xfrm flipV="1">
                    <a:off x="2546" y="3945"/>
                    <a:ext cx="932" cy="0"/>
                  </a:xfrm>
                  <a:prstGeom prst="line">
                    <a:avLst/>
                  </a:prstGeom>
                  <a:ln w="9525" cap="flat" cmpd="sng">
                    <a:solidFill>
                      <a:srgbClr val="000000"/>
                    </a:solidFill>
                    <a:prstDash val="solid"/>
                    <a:headEnd type="none" w="sm" len="med"/>
                    <a:tailEnd type="triangle" w="sm" len="med"/>
                  </a:ln>
                </p:spPr>
              </p:sp>
              <p:sp>
                <p:nvSpPr>
                  <p:cNvPr id="22564" name="Rectangle 45"/>
                  <p:cNvSpPr/>
                  <p:nvPr/>
                </p:nvSpPr>
                <p:spPr>
                  <a:xfrm>
                    <a:off x="2488" y="3722"/>
                    <a:ext cx="94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80000"/>
                      </a:lnSpc>
                      <a:spcBef>
                        <a:spcPct val="0"/>
                      </a:spcBef>
                      <a:buClrTx/>
                      <a:buSzTx/>
                      <a:buFontTx/>
                      <a:buNone/>
                    </a:pPr>
                    <a:r>
                      <a:rPr lang="zh-CN" altLang="en-US" sz="1800" b="1" dirty="0">
                        <a:latin typeface="黑体" panose="02010609060101010101" pitchFamily="49" charset="-122"/>
                        <a:ea typeface="黑体" panose="02010609060101010101" pitchFamily="49" charset="-122"/>
                      </a:rPr>
                      <a:t>合格标准</a:t>
                    </a:r>
                    <a:endParaRPr lang="zh-CN" altLang="en-US" sz="1800" b="1" dirty="0">
                      <a:latin typeface="黑体" panose="02010609060101010101" pitchFamily="49" charset="-122"/>
                      <a:ea typeface="黑体" panose="02010609060101010101" pitchFamily="49" charset="-122"/>
                    </a:endParaRPr>
                  </a:p>
                </p:txBody>
              </p:sp>
            </p:grpSp>
          </p:grpSp>
        </p:grpSp>
        <p:grpSp>
          <p:nvGrpSpPr>
            <p:cNvPr id="22536" name="Group 46"/>
            <p:cNvGrpSpPr/>
            <p:nvPr/>
          </p:nvGrpSpPr>
          <p:grpSpPr>
            <a:xfrm>
              <a:off x="5424" y="7237"/>
              <a:ext cx="1920" cy="1478"/>
              <a:chOff x="4106" y="2647"/>
              <a:chExt cx="1920" cy="1478"/>
            </a:xfrm>
          </p:grpSpPr>
          <p:grpSp>
            <p:nvGrpSpPr>
              <p:cNvPr id="22550" name="Group 47"/>
              <p:cNvGrpSpPr/>
              <p:nvPr/>
            </p:nvGrpSpPr>
            <p:grpSpPr>
              <a:xfrm>
                <a:off x="4106" y="3630"/>
                <a:ext cx="1306" cy="495"/>
                <a:chOff x="1884" y="6360"/>
                <a:chExt cx="1306" cy="495"/>
              </a:xfrm>
            </p:grpSpPr>
            <p:grpSp>
              <p:nvGrpSpPr>
                <p:cNvPr id="22554" name="Group 48"/>
                <p:cNvGrpSpPr/>
                <p:nvPr/>
              </p:nvGrpSpPr>
              <p:grpSpPr>
                <a:xfrm>
                  <a:off x="1884" y="6360"/>
                  <a:ext cx="1306" cy="360"/>
                  <a:chOff x="1884" y="6360"/>
                  <a:chExt cx="1306" cy="360"/>
                </a:xfrm>
              </p:grpSpPr>
              <p:sp>
                <p:nvSpPr>
                  <p:cNvPr id="22556" name="Line 49"/>
                  <p:cNvSpPr/>
                  <p:nvPr/>
                </p:nvSpPr>
                <p:spPr>
                  <a:xfrm>
                    <a:off x="1884" y="6360"/>
                    <a:ext cx="1290" cy="0"/>
                  </a:xfrm>
                  <a:prstGeom prst="line">
                    <a:avLst/>
                  </a:prstGeom>
                  <a:ln w="9525" cap="flat" cmpd="sng">
                    <a:solidFill>
                      <a:srgbClr val="000000"/>
                    </a:solidFill>
                    <a:prstDash val="solid"/>
                    <a:headEnd type="none" w="sm" len="med"/>
                    <a:tailEnd type="none" w="sm" len="med"/>
                  </a:ln>
                </p:spPr>
              </p:sp>
              <p:sp>
                <p:nvSpPr>
                  <p:cNvPr id="22557" name="Line 50"/>
                  <p:cNvSpPr/>
                  <p:nvPr/>
                </p:nvSpPr>
                <p:spPr>
                  <a:xfrm>
                    <a:off x="1900" y="6720"/>
                    <a:ext cx="1290" cy="0"/>
                  </a:xfrm>
                  <a:prstGeom prst="line">
                    <a:avLst/>
                  </a:prstGeom>
                  <a:ln w="9525" cap="flat" cmpd="sng">
                    <a:solidFill>
                      <a:srgbClr val="000000"/>
                    </a:solidFill>
                    <a:prstDash val="solid"/>
                    <a:headEnd type="none" w="sm" len="med"/>
                    <a:tailEnd type="none" w="sm" len="med"/>
                  </a:ln>
                </p:spPr>
              </p:sp>
            </p:grpSp>
            <p:sp>
              <p:nvSpPr>
                <p:cNvPr id="22555" name="Rectangle 51"/>
                <p:cNvSpPr/>
                <p:nvPr/>
              </p:nvSpPr>
              <p:spPr>
                <a:xfrm>
                  <a:off x="1916" y="6405"/>
                  <a:ext cx="1228" cy="45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80000"/>
                    </a:lnSpc>
                    <a:spcBef>
                      <a:spcPct val="0"/>
                    </a:spcBef>
                    <a:buClrTx/>
                    <a:buSzTx/>
                    <a:buFontTx/>
                    <a:buNone/>
                  </a:pPr>
                  <a:r>
                    <a:rPr lang="zh-CN" altLang="en-US" sz="1800" b="1" dirty="0">
                      <a:latin typeface="黑体" panose="02010609060101010101" pitchFamily="49" charset="-122"/>
                      <a:ea typeface="黑体" panose="02010609060101010101" pitchFamily="49" charset="-122"/>
                    </a:rPr>
                    <a:t>试题得分清单</a:t>
                  </a:r>
                  <a:endParaRPr lang="zh-CN" altLang="en-US" sz="1800" b="1" dirty="0">
                    <a:latin typeface="黑体" panose="02010609060101010101" pitchFamily="49" charset="-122"/>
                    <a:ea typeface="黑体" panose="02010609060101010101" pitchFamily="49" charset="-122"/>
                  </a:endParaRPr>
                </a:p>
              </p:txBody>
            </p:sp>
          </p:grpSp>
          <p:sp>
            <p:nvSpPr>
              <p:cNvPr id="22551" name="Arc 52"/>
              <p:cNvSpPr/>
              <p:nvPr/>
            </p:nvSpPr>
            <p:spPr>
              <a:xfrm flipH="1">
                <a:off x="4928" y="2655"/>
                <a:ext cx="633" cy="987"/>
              </a:xfrm>
              <a:custGeom>
                <a:avLst/>
                <a:gdLst/>
                <a:ahLst/>
                <a:cxnLst>
                  <a:cxn ang="0">
                    <a:pos x="0" y="0"/>
                  </a:cxn>
                  <a:cxn ang="0">
                    <a:pos x="0" y="0"/>
                  </a:cxn>
                  <a:cxn ang="0">
                    <a:pos x="0" y="0"/>
                  </a:cxn>
                </a:cxnLst>
                <a:pathLst>
                  <a:path w="24585" h="21600" fill="none">
                    <a:moveTo>
                      <a:pt x="0" y="207"/>
                    </a:moveTo>
                    <a:cubicBezTo>
                      <a:pt x="989" y="69"/>
                      <a:pt x="1986" y="-1"/>
                      <a:pt x="2985" y="0"/>
                    </a:cubicBezTo>
                    <a:cubicBezTo>
                      <a:pt x="14914" y="0"/>
                      <a:pt x="24585" y="9670"/>
                      <a:pt x="24585" y="21600"/>
                    </a:cubicBezTo>
                  </a:path>
                  <a:path w="24585" h="21600" stroke="0">
                    <a:moveTo>
                      <a:pt x="0" y="207"/>
                    </a:moveTo>
                    <a:cubicBezTo>
                      <a:pt x="989" y="69"/>
                      <a:pt x="1986" y="-1"/>
                      <a:pt x="2985" y="0"/>
                    </a:cubicBezTo>
                    <a:cubicBezTo>
                      <a:pt x="14914" y="0"/>
                      <a:pt x="24585" y="9670"/>
                      <a:pt x="24585" y="21600"/>
                    </a:cubicBezTo>
                    <a:lnTo>
                      <a:pt x="2985" y="21600"/>
                    </a:lnTo>
                    <a:lnTo>
                      <a:pt x="0" y="207"/>
                    </a:lnTo>
                    <a:close/>
                  </a:path>
                </a:pathLst>
              </a:custGeom>
              <a:noFill/>
              <a:ln w="9525" cap="flat" cmpd="sng">
                <a:solidFill>
                  <a:srgbClr val="000000">
                    <a:alpha val="100000"/>
                  </a:srgbClr>
                </a:solidFill>
                <a:prstDash val="solid"/>
                <a:round/>
                <a:headEnd type="triangle" w="sm" len="med"/>
                <a:tailEnd type="none" w="sm" len="med"/>
              </a:ln>
            </p:spPr>
            <p:txBody>
              <a:bodyPr/>
              <a:p>
                <a:endParaRPr lang="zh-CN" altLang="en-US"/>
              </a:p>
            </p:txBody>
          </p:sp>
          <p:sp>
            <p:nvSpPr>
              <p:cNvPr id="22552" name="Arc 53"/>
              <p:cNvSpPr/>
              <p:nvPr/>
            </p:nvSpPr>
            <p:spPr>
              <a:xfrm flipH="1">
                <a:off x="5186" y="3373"/>
                <a:ext cx="840" cy="284"/>
              </a:xfrm>
              <a:custGeom>
                <a:avLst/>
                <a:gdLst/>
                <a:ahLst/>
                <a:cxnLst>
                  <a:cxn ang="0">
                    <a:pos x="0" y="0"/>
                  </a:cxn>
                  <a:cxn ang="0">
                    <a:pos x="0" y="0"/>
                  </a:cxn>
                  <a:cxn ang="0">
                    <a:pos x="0" y="0"/>
                  </a:cxn>
                </a:cxnLst>
                <a:pathLst>
                  <a:path w="21314" h="21402" fill="none">
                    <a:moveTo>
                      <a:pt x="2919" y="0"/>
                    </a:moveTo>
                    <a:cubicBezTo>
                      <a:pt x="12316" y="1282"/>
                      <a:pt x="19777" y="8543"/>
                      <a:pt x="21314" y="17900"/>
                    </a:cubicBezTo>
                  </a:path>
                  <a:path w="21314" h="21402" stroke="0">
                    <a:moveTo>
                      <a:pt x="2919" y="0"/>
                    </a:moveTo>
                    <a:cubicBezTo>
                      <a:pt x="12316" y="1282"/>
                      <a:pt x="19777" y="8543"/>
                      <a:pt x="21314" y="17900"/>
                    </a:cubicBezTo>
                    <a:lnTo>
                      <a:pt x="0" y="21402"/>
                    </a:lnTo>
                    <a:lnTo>
                      <a:pt x="2919" y="0"/>
                    </a:lnTo>
                    <a:close/>
                  </a:path>
                </a:pathLst>
              </a:custGeom>
              <a:noFill/>
              <a:ln w="9525" cap="flat" cmpd="sng">
                <a:solidFill>
                  <a:srgbClr val="000000">
                    <a:alpha val="100000"/>
                  </a:srgbClr>
                </a:solidFill>
                <a:prstDash val="solid"/>
                <a:round/>
                <a:headEnd type="triangle" w="sm" len="med"/>
                <a:tailEnd type="none" w="sm" len="med"/>
              </a:ln>
            </p:spPr>
            <p:txBody>
              <a:bodyPr/>
              <a:p>
                <a:endParaRPr lang="zh-CN" altLang="en-US"/>
              </a:p>
            </p:txBody>
          </p:sp>
          <p:sp>
            <p:nvSpPr>
              <p:cNvPr id="22553" name="Arc 54"/>
              <p:cNvSpPr/>
              <p:nvPr/>
            </p:nvSpPr>
            <p:spPr>
              <a:xfrm>
                <a:off x="4181" y="2647"/>
                <a:ext cx="556" cy="968"/>
              </a:xfrm>
              <a:custGeom>
                <a:avLst/>
                <a:gdLst/>
                <a:ahLst/>
                <a:cxnLst>
                  <a:cxn ang="0">
                    <a:pos x="0" y="0"/>
                  </a:cxn>
                  <a:cxn ang="0">
                    <a:pos x="0" y="0"/>
                  </a:cxn>
                  <a:cxn ang="0">
                    <a:pos x="0" y="0"/>
                  </a:cxn>
                </a:cxnLst>
                <a:pathLst>
                  <a:path w="21600" h="21182" fill="none">
                    <a:moveTo>
                      <a:pt x="4229" y="0"/>
                    </a:moveTo>
                    <a:cubicBezTo>
                      <a:pt x="14329" y="2017"/>
                      <a:pt x="21600" y="10883"/>
                      <a:pt x="21600" y="21182"/>
                    </a:cubicBezTo>
                  </a:path>
                  <a:path w="21600" h="21182" stroke="0">
                    <a:moveTo>
                      <a:pt x="4229" y="0"/>
                    </a:moveTo>
                    <a:cubicBezTo>
                      <a:pt x="14329" y="2017"/>
                      <a:pt x="21600" y="10883"/>
                      <a:pt x="21600" y="21182"/>
                    </a:cubicBezTo>
                    <a:lnTo>
                      <a:pt x="0" y="21182"/>
                    </a:lnTo>
                    <a:lnTo>
                      <a:pt x="4229" y="0"/>
                    </a:lnTo>
                    <a:close/>
                  </a:path>
                </a:pathLst>
              </a:custGeom>
              <a:noFill/>
              <a:ln w="9525" cap="flat" cmpd="sng">
                <a:solidFill>
                  <a:srgbClr val="000000">
                    <a:alpha val="100000"/>
                  </a:srgbClr>
                </a:solidFill>
                <a:prstDash val="solid"/>
                <a:round/>
                <a:headEnd type="none" w="sm" len="med"/>
                <a:tailEnd type="triangle" w="sm" len="med"/>
              </a:ln>
            </p:spPr>
            <p:txBody>
              <a:bodyPr/>
              <a:p>
                <a:endParaRPr lang="zh-CN" altLang="en-US"/>
              </a:p>
            </p:txBody>
          </p:sp>
        </p:grpSp>
        <p:grpSp>
          <p:nvGrpSpPr>
            <p:cNvPr id="22537" name="Group 55"/>
            <p:cNvGrpSpPr/>
            <p:nvPr/>
          </p:nvGrpSpPr>
          <p:grpSpPr>
            <a:xfrm>
              <a:off x="3778" y="6720"/>
              <a:ext cx="1902" cy="3000"/>
              <a:chOff x="3778" y="6720"/>
              <a:chExt cx="1902" cy="3000"/>
            </a:xfrm>
          </p:grpSpPr>
          <p:grpSp>
            <p:nvGrpSpPr>
              <p:cNvPr id="22538" name="Group 56"/>
              <p:cNvGrpSpPr/>
              <p:nvPr/>
            </p:nvGrpSpPr>
            <p:grpSpPr>
              <a:xfrm>
                <a:off x="4706" y="6720"/>
                <a:ext cx="974" cy="850"/>
                <a:chOff x="4154" y="12570"/>
                <a:chExt cx="974" cy="850"/>
              </a:xfrm>
            </p:grpSpPr>
            <p:sp>
              <p:nvSpPr>
                <p:cNvPr id="22548" name="Oval 57"/>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sp>
              <p:nvSpPr>
                <p:cNvPr id="22549" name="Rectangle 58"/>
                <p:cNvSpPr/>
                <p:nvPr/>
              </p:nvSpPr>
              <p:spPr>
                <a:xfrm>
                  <a:off x="4154" y="12630"/>
                  <a:ext cx="974" cy="78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80000"/>
                    </a:lnSpc>
                    <a:spcBef>
                      <a:spcPct val="0"/>
                    </a:spcBef>
                    <a:buClrTx/>
                    <a:buSzTx/>
                    <a:buFontTx/>
                    <a:buNone/>
                  </a:pPr>
                  <a:r>
                    <a:rPr lang="en-US" altLang="zh-CN" sz="1800" b="1" dirty="0">
                      <a:latin typeface="黑体" panose="02010609060101010101" pitchFamily="49" charset="-122"/>
                      <a:ea typeface="黑体" panose="02010609060101010101" pitchFamily="49" charset="-122"/>
                    </a:rPr>
                    <a:t>2.1</a:t>
                  </a:r>
                  <a:endParaRPr lang="en-US" altLang="zh-CN" sz="1800" b="1" dirty="0">
                    <a:latin typeface="黑体" panose="02010609060101010101" pitchFamily="49" charset="-122"/>
                    <a:ea typeface="黑体" panose="02010609060101010101" pitchFamily="49" charset="-122"/>
                  </a:endParaRPr>
                </a:p>
                <a:p>
                  <a:pPr marL="0" lvl="0" indent="0" algn="ctr" eaLnBrk="1" hangingPunct="1">
                    <a:lnSpc>
                      <a:spcPct val="80000"/>
                    </a:lnSpc>
                    <a:spcBef>
                      <a:spcPct val="0"/>
                    </a:spcBef>
                    <a:buClrTx/>
                    <a:buSzTx/>
                    <a:buFontTx/>
                    <a:buNone/>
                  </a:pPr>
                  <a:r>
                    <a:rPr lang="zh-CN" altLang="en-US" sz="1800" b="1" dirty="0">
                      <a:latin typeface="黑体" panose="02010609060101010101" pitchFamily="49" charset="-122"/>
                      <a:ea typeface="黑体" panose="02010609060101010101" pitchFamily="49" charset="-122"/>
                    </a:rPr>
                    <a:t>检查</a:t>
                  </a:r>
                  <a:endParaRPr lang="zh-CN" altLang="en-US" sz="1800" b="1" dirty="0">
                    <a:latin typeface="黑体" panose="02010609060101010101" pitchFamily="49" charset="-122"/>
                    <a:ea typeface="黑体" panose="02010609060101010101" pitchFamily="49" charset="-122"/>
                  </a:endParaRPr>
                </a:p>
                <a:p>
                  <a:pPr marL="0" lvl="0" indent="0" algn="ctr" eaLnBrk="1" hangingPunct="1">
                    <a:lnSpc>
                      <a:spcPct val="80000"/>
                    </a:lnSpc>
                    <a:spcBef>
                      <a:spcPct val="0"/>
                    </a:spcBef>
                    <a:buClrTx/>
                    <a:buSzTx/>
                    <a:buFontTx/>
                    <a:buNone/>
                  </a:pPr>
                  <a:r>
                    <a:rPr lang="zh-CN" altLang="en-US" sz="1800" b="1" dirty="0">
                      <a:latin typeface="黑体" panose="02010609060101010101" pitchFamily="49" charset="-122"/>
                      <a:ea typeface="黑体" panose="02010609060101010101" pitchFamily="49" charset="-122"/>
                    </a:rPr>
                    <a:t>成绩清单</a:t>
                  </a:r>
                  <a:endParaRPr lang="zh-CN" altLang="en-US" sz="1800" b="1" dirty="0">
                    <a:latin typeface="黑体" panose="02010609060101010101" pitchFamily="49" charset="-122"/>
                    <a:ea typeface="黑体" panose="02010609060101010101" pitchFamily="49" charset="-122"/>
                  </a:endParaRPr>
                </a:p>
              </p:txBody>
            </p:sp>
          </p:grpSp>
          <p:grpSp>
            <p:nvGrpSpPr>
              <p:cNvPr id="22539" name="Group 59"/>
              <p:cNvGrpSpPr/>
              <p:nvPr/>
            </p:nvGrpSpPr>
            <p:grpSpPr>
              <a:xfrm>
                <a:off x="3806" y="6897"/>
                <a:ext cx="990" cy="465"/>
                <a:chOff x="2488" y="3702"/>
                <a:chExt cx="990" cy="465"/>
              </a:xfrm>
            </p:grpSpPr>
            <p:sp>
              <p:nvSpPr>
                <p:cNvPr id="22546" name="Line 60"/>
                <p:cNvSpPr/>
                <p:nvPr/>
              </p:nvSpPr>
              <p:spPr>
                <a:xfrm flipV="1">
                  <a:off x="2546" y="3945"/>
                  <a:ext cx="932" cy="0"/>
                </a:xfrm>
                <a:prstGeom prst="line">
                  <a:avLst/>
                </a:prstGeom>
                <a:ln w="9525" cap="flat" cmpd="sng">
                  <a:solidFill>
                    <a:srgbClr val="000000"/>
                  </a:solidFill>
                  <a:prstDash val="solid"/>
                  <a:headEnd type="none" w="sm" len="med"/>
                  <a:tailEnd type="triangle" w="sm" len="med"/>
                </a:ln>
              </p:spPr>
            </p:sp>
            <p:sp>
              <p:nvSpPr>
                <p:cNvPr id="22547" name="Rectangle 61"/>
                <p:cNvSpPr/>
                <p:nvPr/>
              </p:nvSpPr>
              <p:spPr>
                <a:xfrm>
                  <a:off x="2488" y="3702"/>
                  <a:ext cx="94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80000"/>
                    </a:lnSpc>
                    <a:spcBef>
                      <a:spcPct val="0"/>
                    </a:spcBef>
                    <a:buClrTx/>
                    <a:buSzTx/>
                    <a:buFontTx/>
                    <a:buNone/>
                  </a:pPr>
                  <a:r>
                    <a:rPr lang="zh-CN" altLang="en-US" sz="1800" b="1" dirty="0">
                      <a:latin typeface="黑体" panose="02010609060101010101" pitchFamily="49" charset="-122"/>
                      <a:ea typeface="黑体" panose="02010609060101010101" pitchFamily="49" charset="-122"/>
                    </a:rPr>
                    <a:t>成绩清单</a:t>
                  </a:r>
                  <a:endParaRPr lang="zh-CN" altLang="en-US" sz="1800" b="1" dirty="0">
                    <a:latin typeface="黑体" panose="02010609060101010101" pitchFamily="49" charset="-122"/>
                    <a:ea typeface="黑体" panose="02010609060101010101" pitchFamily="49" charset="-122"/>
                  </a:endParaRPr>
                </a:p>
              </p:txBody>
            </p:sp>
          </p:grpSp>
          <p:grpSp>
            <p:nvGrpSpPr>
              <p:cNvPr id="22540" name="Group 62"/>
              <p:cNvGrpSpPr/>
              <p:nvPr/>
            </p:nvGrpSpPr>
            <p:grpSpPr>
              <a:xfrm>
                <a:off x="4522" y="7575"/>
                <a:ext cx="680" cy="2145"/>
                <a:chOff x="3204" y="2985"/>
                <a:chExt cx="680" cy="2145"/>
              </a:xfrm>
            </p:grpSpPr>
            <p:sp>
              <p:nvSpPr>
                <p:cNvPr id="22544" name="Line 63"/>
                <p:cNvSpPr/>
                <p:nvPr/>
              </p:nvSpPr>
              <p:spPr>
                <a:xfrm>
                  <a:off x="3884" y="2985"/>
                  <a:ext cx="0" cy="2145"/>
                </a:xfrm>
                <a:prstGeom prst="line">
                  <a:avLst/>
                </a:prstGeom>
                <a:ln w="9525" cap="flat" cmpd="sng">
                  <a:solidFill>
                    <a:srgbClr val="000000"/>
                  </a:solidFill>
                  <a:prstDash val="solid"/>
                  <a:headEnd type="none" w="sm" len="med"/>
                  <a:tailEnd type="triangle" w="sm" len="med"/>
                </a:ln>
              </p:spPr>
            </p:sp>
            <p:sp>
              <p:nvSpPr>
                <p:cNvPr id="22545" name="Rectangle 64"/>
                <p:cNvSpPr/>
                <p:nvPr/>
              </p:nvSpPr>
              <p:spPr>
                <a:xfrm>
                  <a:off x="3204" y="3660"/>
                  <a:ext cx="659"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lnSpc>
                      <a:spcPct val="80000"/>
                    </a:lnSpc>
                    <a:spcBef>
                      <a:spcPct val="0"/>
                    </a:spcBef>
                    <a:buClrTx/>
                    <a:buSzTx/>
                    <a:buFontTx/>
                    <a:buNone/>
                  </a:pPr>
                  <a:r>
                    <a:rPr lang="zh-CN" altLang="en-US" sz="1800" b="1" dirty="0">
                      <a:latin typeface="黑体" panose="02010609060101010101" pitchFamily="49" charset="-122"/>
                      <a:ea typeface="黑体" panose="02010609060101010101" pitchFamily="49" charset="-122"/>
                    </a:rPr>
                    <a:t>正确成绩清单</a:t>
                  </a:r>
                  <a:endParaRPr lang="zh-CN" altLang="en-US" sz="1800" b="1" dirty="0">
                    <a:latin typeface="黑体" panose="02010609060101010101" pitchFamily="49" charset="-122"/>
                    <a:ea typeface="黑体" panose="02010609060101010101" pitchFamily="49" charset="-122"/>
                  </a:endParaRPr>
                </a:p>
              </p:txBody>
            </p:sp>
          </p:grpSp>
          <p:grpSp>
            <p:nvGrpSpPr>
              <p:cNvPr id="22541" name="Group 65"/>
              <p:cNvGrpSpPr/>
              <p:nvPr/>
            </p:nvGrpSpPr>
            <p:grpSpPr>
              <a:xfrm>
                <a:off x="3778" y="7365"/>
                <a:ext cx="1064" cy="613"/>
                <a:chOff x="3778" y="7365"/>
                <a:chExt cx="1064" cy="613"/>
              </a:xfrm>
            </p:grpSpPr>
            <p:sp>
              <p:nvSpPr>
                <p:cNvPr id="22542" name="Rectangle 66"/>
                <p:cNvSpPr/>
                <p:nvPr/>
              </p:nvSpPr>
              <p:spPr>
                <a:xfrm>
                  <a:off x="4017" y="7498"/>
                  <a:ext cx="676" cy="48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lnSpc>
                      <a:spcPct val="80000"/>
                    </a:lnSpc>
                    <a:spcBef>
                      <a:spcPct val="0"/>
                    </a:spcBef>
                    <a:buClrTx/>
                    <a:buSzTx/>
                    <a:buFontTx/>
                    <a:buNone/>
                  </a:pPr>
                  <a:r>
                    <a:rPr lang="zh-CN" altLang="en-US" sz="1800" b="1" dirty="0">
                      <a:latin typeface="黑体" panose="02010609060101010101" pitchFamily="49" charset="-122"/>
                      <a:ea typeface="黑体" panose="02010609060101010101" pitchFamily="49" charset="-122"/>
                    </a:rPr>
                    <a:t>错误成绩清单</a:t>
                  </a:r>
                  <a:endParaRPr lang="zh-CN" altLang="en-US" sz="1800" b="1" dirty="0">
                    <a:latin typeface="黑体" panose="02010609060101010101" pitchFamily="49" charset="-122"/>
                    <a:ea typeface="黑体" panose="02010609060101010101" pitchFamily="49" charset="-122"/>
                  </a:endParaRPr>
                </a:p>
              </p:txBody>
            </p:sp>
            <p:sp>
              <p:nvSpPr>
                <p:cNvPr id="22543" name="Line 67"/>
                <p:cNvSpPr/>
                <p:nvPr/>
              </p:nvSpPr>
              <p:spPr>
                <a:xfrm flipH="1">
                  <a:off x="3778" y="7365"/>
                  <a:ext cx="1064" cy="255"/>
                </a:xfrm>
                <a:prstGeom prst="line">
                  <a:avLst/>
                </a:prstGeom>
                <a:ln w="9525" cap="flat" cmpd="sng">
                  <a:solidFill>
                    <a:srgbClr val="000000"/>
                  </a:solidFill>
                  <a:prstDash val="solid"/>
                  <a:headEnd type="none" w="sm" len="med"/>
                  <a:tailEnd type="triangle" w="sm" len="med"/>
                </a:ln>
              </p:spPr>
            </p:sp>
          </p:grpSp>
        </p:grpSp>
      </p:gr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标题 1"/>
          <p:cNvSpPr>
            <a:spLocks noGrp="1"/>
          </p:cNvSpPr>
          <p:nvPr>
            <p:ph type="title"/>
          </p:nvPr>
        </p:nvSpPr>
        <p:spPr>
          <a:xfrm>
            <a:off x="455613" y="469900"/>
            <a:ext cx="8207375" cy="1139825"/>
          </a:xfrm>
          <a:ln/>
        </p:spPr>
        <p:txBody>
          <a:bodyPr vert="horz" wrap="square" lIns="0" tIns="45610" rIns="0" bIns="0" anchor="b" anchorCtr="0"/>
          <a:p>
            <a:pPr eaLnBrk="1" hangingPunct="1"/>
            <a:r>
              <a:rPr lang="zh-CN" altLang="en-US" b="1" dirty="0">
                <a:latin typeface="微软雅黑" panose="020B0503020204020204" pitchFamily="34" charset="-122"/>
                <a:ea typeface="微软雅黑" panose="020B0503020204020204" pitchFamily="34" charset="-122"/>
              </a:rPr>
              <a:t>课程进度</a:t>
            </a:r>
            <a:endParaRPr lang="zh-CN" altLang="en-US" b="1" dirty="0">
              <a:latin typeface="微软雅黑" panose="020B0503020204020204" pitchFamily="34" charset="-122"/>
              <a:ea typeface="微软雅黑" panose="020B0503020204020204" pitchFamily="34" charset="-122"/>
            </a:endParaRPr>
          </a:p>
        </p:txBody>
      </p:sp>
      <p:sp>
        <p:nvSpPr>
          <p:cNvPr id="59395" name="Rectangle 2"/>
          <p:cNvSpPr/>
          <p:nvPr/>
        </p:nvSpPr>
        <p:spPr>
          <a:xfrm>
            <a:off x="0" y="-230187"/>
            <a:ext cx="184150" cy="460375"/>
          </a:xfrm>
          <a:prstGeom prst="rect">
            <a:avLst/>
          </a:prstGeom>
          <a:noFill/>
          <a:ln w="9525">
            <a:noFill/>
          </a:ln>
        </p:spPr>
        <p:txBody>
          <a:bodyPr wrap="none" lIns="91221" tIns="45610" rIns="91221" bIns="45610"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graphicFrame>
        <p:nvGraphicFramePr>
          <p:cNvPr id="59396" name="对象 2"/>
          <p:cNvGraphicFramePr>
            <a:graphicFrameLocks noChangeAspect="1"/>
          </p:cNvGraphicFramePr>
          <p:nvPr/>
        </p:nvGraphicFramePr>
        <p:xfrm>
          <a:off x="987425" y="1901825"/>
          <a:ext cx="6838950" cy="4778375"/>
        </p:xfrm>
        <a:graphic>
          <a:graphicData uri="http://schemas.openxmlformats.org/presentationml/2006/ole">
            <mc:AlternateContent xmlns:mc="http://schemas.openxmlformats.org/markup-compatibility/2006">
              <mc:Choice xmlns:v="urn:schemas-microsoft-com:vml" Requires="v">
                <p:oleObj spid="_x0000_s3076" name="" r:id="rId1" imgW="9652000" imgH="6261100" progId="Visio.Drawing.11">
                  <p:embed/>
                </p:oleObj>
              </mc:Choice>
              <mc:Fallback>
                <p:oleObj name="" r:id="rId1" imgW="9652000" imgH="6261100" progId="Visio.Drawing.11">
                  <p:embed/>
                  <p:pic>
                    <p:nvPicPr>
                      <p:cNvPr id="0" name="图片 3075"/>
                      <p:cNvPicPr/>
                      <p:nvPr/>
                    </p:nvPicPr>
                    <p:blipFill>
                      <a:blip r:embed="rId2"/>
                      <a:stretch>
                        <a:fillRect/>
                      </a:stretch>
                    </p:blipFill>
                    <p:spPr>
                      <a:xfrm>
                        <a:off x="987425" y="1901825"/>
                        <a:ext cx="6838950" cy="4778375"/>
                      </a:xfrm>
                      <a:prstGeom prst="rect">
                        <a:avLst/>
                      </a:prstGeom>
                      <a:noFill/>
                      <a:ln w="38100">
                        <a:noFill/>
                        <a:miter/>
                      </a:ln>
                    </p:spPr>
                  </p:pic>
                </p:oleObj>
              </mc:Fallback>
            </mc:AlternateContent>
          </a:graphicData>
        </a:graphic>
      </p:graphicFrame>
      <p:sp>
        <p:nvSpPr>
          <p:cNvPr id="4" name="矩形标注 3"/>
          <p:cNvSpPr/>
          <p:nvPr/>
        </p:nvSpPr>
        <p:spPr>
          <a:xfrm>
            <a:off x="6430963" y="3567113"/>
            <a:ext cx="2279650" cy="1444625"/>
          </a:xfrm>
          <a:prstGeom prst="wedgeRectCallout">
            <a:avLst>
              <a:gd name="adj1" fmla="val -105169"/>
              <a:gd name="adj2" fmla="val -8638"/>
            </a:avLst>
          </a:prstGeom>
        </p:spPr>
        <p:style>
          <a:lnRef idx="2">
            <a:schemeClr val="accent1">
              <a:shade val="50000"/>
            </a:schemeClr>
          </a:lnRef>
          <a:fillRef idx="1">
            <a:schemeClr val="accent1"/>
          </a:fillRef>
          <a:effectRef idx="0">
            <a:schemeClr val="accent1"/>
          </a:effectRef>
          <a:fontRef idx="minor">
            <a:schemeClr val="lt1"/>
          </a:fontRef>
        </p:style>
        <p:txBody>
          <a:bodyPr lIns="91221" tIns="45610" rIns="91221" bIns="45610"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1" lang="zh-CN" altLang="en-US" sz="3200" b="1" i="0" u="none" strike="noStrike" kern="1200" cap="none" spc="0" normalizeH="0" baseline="0" noProof="0">
                <a:ln>
                  <a:noFill/>
                </a:ln>
                <a:solidFill>
                  <a:srgbClr val="FFFF00"/>
                </a:solidFill>
                <a:effectLst/>
                <a:uLnTx/>
                <a:uFillTx/>
                <a:latin typeface="+mn-lt"/>
                <a:ea typeface="+mn-ea"/>
                <a:cs typeface="+mn-cs"/>
              </a:rPr>
              <a:t>我们现在的位置</a:t>
            </a:r>
            <a:endParaRPr kumimoji="1" lang="zh-CN" altLang="en-US" sz="3200" b="1" i="0" u="none" strike="noStrike" kern="1200" cap="none" spc="0" normalizeH="0" baseline="0" noProof="0">
              <a:ln>
                <a:noFill/>
              </a:ln>
              <a:solidFill>
                <a:srgbClr val="FFFF00"/>
              </a:solidFill>
              <a:effectLst/>
              <a:uLnTx/>
              <a:uFillTx/>
              <a:latin typeface="+mn-lt"/>
              <a:ea typeface="+mn-ea"/>
              <a:cs typeface="+mn-cs"/>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标题 1"/>
          <p:cNvSpPr>
            <a:spLocks noGrp="1"/>
          </p:cNvSpPr>
          <p:nvPr>
            <p:ph type="title"/>
          </p:nvPr>
        </p:nvSpPr>
        <p:spPr>
          <a:xfrm>
            <a:off x="527050" y="830263"/>
            <a:ext cx="7777163" cy="1141412"/>
          </a:xfrm>
          <a:ln/>
        </p:spPr>
        <p:txBody>
          <a:bodyPr vert="horz" wrap="square" lIns="0" tIns="45610" rIns="0" bIns="0" anchor="b" anchorCtr="0"/>
          <a:p>
            <a:pPr eaLnBrk="1" hangingPunct="1"/>
            <a:r>
              <a:rPr lang="zh-CN" altLang="en-US" b="1" dirty="0">
                <a:latin typeface="微软雅黑" panose="020B0503020204020204" pitchFamily="34" charset="-122"/>
                <a:ea typeface="微软雅黑" panose="020B0503020204020204" pitchFamily="34" charset="-122"/>
              </a:rPr>
              <a:t>第十一次课：结构化设计</a:t>
            </a:r>
            <a:endParaRPr lang="zh-CN" altLang="en-US" b="1" dirty="0">
              <a:latin typeface="微软雅黑" panose="020B0503020204020204" pitchFamily="34" charset="-122"/>
              <a:ea typeface="微软雅黑" panose="020B0503020204020204" pitchFamily="34" charset="-122"/>
            </a:endParaRPr>
          </a:p>
        </p:txBody>
      </p:sp>
      <p:graphicFrame>
        <p:nvGraphicFramePr>
          <p:cNvPr id="5" name="图示 4"/>
          <p:cNvGraphicFramePr/>
          <p:nvPr/>
        </p:nvGraphicFramePr>
        <p:xfrm>
          <a:off x="1471557" y="2528661"/>
          <a:ext cx="6079067" cy="4056473"/>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Rectangle 2"/>
          <p:cNvSpPr>
            <a:spLocks noGrp="1"/>
          </p:cNvSpPr>
          <p:nvPr>
            <p:ph type="title"/>
          </p:nvPr>
        </p:nvSpPr>
        <p:spPr>
          <a:xfrm>
            <a:off x="506413" y="327025"/>
            <a:ext cx="8516937" cy="1139825"/>
          </a:xfrm>
          <a:ln/>
        </p:spPr>
        <p:txBody>
          <a:bodyPr vert="horz" wrap="square" lIns="91430" tIns="45715" rIns="91430" bIns="45715" anchor="b" anchorCtr="0"/>
          <a:p>
            <a:pPr defTabSz="914400" eaLnBrk="1" hangingPunct="1">
              <a:lnSpc>
                <a:spcPct val="150000"/>
              </a:lnSpc>
              <a:spcBef>
                <a:spcPts val="1200"/>
              </a:spcBef>
              <a:buClr>
                <a:srgbClr val="0BD0D9"/>
              </a:buClr>
              <a:buSzPct val="95000"/>
              <a:tabLst>
                <a:tab pos="455930" algn="l"/>
              </a:tabLst>
            </a:pPr>
            <a:r>
              <a:rPr lang="zh-CN" altLang="en-US" b="1" dirty="0">
                <a:latin typeface="微软雅黑" panose="020B0503020204020204" pitchFamily="34" charset="-122"/>
                <a:ea typeface="微软雅黑" panose="020B0503020204020204" pitchFamily="34" charset="-122"/>
              </a:rPr>
              <a:t>结构化软件设计任务</a:t>
            </a:r>
            <a:endParaRPr lang="zh-CN" altLang="en-US" b="1" dirty="0">
              <a:latin typeface="微软雅黑" panose="020B0503020204020204" pitchFamily="34" charset="-122"/>
              <a:ea typeface="微软雅黑" panose="020B0503020204020204" pitchFamily="34" charset="-122"/>
            </a:endParaRPr>
          </a:p>
        </p:txBody>
      </p:sp>
      <p:sp>
        <p:nvSpPr>
          <p:cNvPr id="3" name="矩形 2"/>
          <p:cNvSpPr/>
          <p:nvPr/>
        </p:nvSpPr>
        <p:spPr>
          <a:xfrm>
            <a:off x="3484563" y="2559050"/>
            <a:ext cx="2447925" cy="647700"/>
          </a:xfrm>
          <a:prstGeom prst="rect">
            <a:avLst/>
          </a:prstGeom>
          <a:gradFill>
            <a:gsLst>
              <a:gs pos="0">
                <a:srgbClr val="5E9EFF"/>
              </a:gs>
              <a:gs pos="39999">
                <a:srgbClr val="85C2FF"/>
              </a:gs>
              <a:gs pos="70000">
                <a:srgbClr val="C4D6EB"/>
              </a:gs>
              <a:gs pos="100000">
                <a:srgbClr val="FFEBFA"/>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lIns="91430" tIns="45715" rIns="91430" bIns="45715"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1" lang="zh-CN" altLang="en-US" sz="2400" b="1" i="0" u="none" strike="noStrike" kern="1200" cap="none" spc="0" normalizeH="0" baseline="0" noProof="0" dirty="0">
                <a:ln>
                  <a:noFill/>
                </a:ln>
                <a:solidFill>
                  <a:schemeClr val="tx1"/>
                </a:solidFill>
                <a:effectLst/>
                <a:uLnTx/>
                <a:uFillTx/>
                <a:latin typeface="+mn-lt"/>
                <a:ea typeface="+mn-ea"/>
                <a:cs typeface="+mn-cs"/>
              </a:rPr>
              <a:t>概要设计</a:t>
            </a:r>
            <a:endParaRPr kumimoji="1" lang="zh-CN" altLang="en-US" sz="2400" b="1" i="0" u="none" strike="noStrike" kern="1200" cap="none" spc="0" normalizeH="0" baseline="0" noProof="0" dirty="0">
              <a:ln>
                <a:noFill/>
              </a:ln>
              <a:solidFill>
                <a:schemeClr val="tx1"/>
              </a:solidFill>
              <a:effectLst/>
              <a:uLnTx/>
              <a:uFillTx/>
              <a:latin typeface="+mn-lt"/>
              <a:ea typeface="+mn-ea"/>
              <a:cs typeface="+mn-cs"/>
            </a:endParaRPr>
          </a:p>
        </p:txBody>
      </p:sp>
      <p:sp>
        <p:nvSpPr>
          <p:cNvPr id="7" name="矩形 6"/>
          <p:cNvSpPr/>
          <p:nvPr/>
        </p:nvSpPr>
        <p:spPr>
          <a:xfrm>
            <a:off x="3502025" y="3760788"/>
            <a:ext cx="2447925" cy="720725"/>
          </a:xfrm>
          <a:prstGeom prst="rect">
            <a:avLst/>
          </a:prstGeom>
          <a:gradFill>
            <a:gsLst>
              <a:gs pos="0">
                <a:srgbClr val="5E9EFF"/>
              </a:gs>
              <a:gs pos="39999">
                <a:srgbClr val="85C2FF"/>
              </a:gs>
              <a:gs pos="70000">
                <a:srgbClr val="C4D6EB"/>
              </a:gs>
              <a:gs pos="100000">
                <a:srgbClr val="FFEBFA"/>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lIns="91430" tIns="45715" rIns="91430" bIns="45715"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1" lang="zh-CN" altLang="en-US" sz="2400" b="1" i="0" u="none" strike="noStrike" kern="1200" cap="none" spc="0" normalizeH="0" baseline="0" noProof="0" dirty="0">
                <a:ln>
                  <a:noFill/>
                </a:ln>
                <a:solidFill>
                  <a:schemeClr val="tx1"/>
                </a:solidFill>
                <a:effectLst/>
                <a:uLnTx/>
                <a:uFillTx/>
                <a:latin typeface="+mn-lt"/>
                <a:ea typeface="+mn-ea"/>
                <a:cs typeface="+mn-cs"/>
              </a:rPr>
              <a:t>详细设计</a:t>
            </a:r>
            <a:endParaRPr kumimoji="1" lang="zh-CN" altLang="en-US" sz="2400" b="1" i="0" u="none" strike="noStrike" kern="1200" cap="none" spc="0" normalizeH="0" baseline="0" noProof="0" dirty="0">
              <a:ln>
                <a:noFill/>
              </a:ln>
              <a:solidFill>
                <a:schemeClr val="tx1"/>
              </a:solidFill>
              <a:effectLst/>
              <a:uLnTx/>
              <a:uFillTx/>
              <a:latin typeface="+mn-lt"/>
              <a:ea typeface="+mn-ea"/>
              <a:cs typeface="+mn-cs"/>
            </a:endParaRPr>
          </a:p>
        </p:txBody>
      </p:sp>
      <p:sp>
        <p:nvSpPr>
          <p:cNvPr id="8" name="矩形 7"/>
          <p:cNvSpPr/>
          <p:nvPr/>
        </p:nvSpPr>
        <p:spPr>
          <a:xfrm>
            <a:off x="3498850" y="5078413"/>
            <a:ext cx="2447925" cy="647700"/>
          </a:xfrm>
          <a:prstGeom prst="rect">
            <a:avLst/>
          </a:prstGeom>
          <a:gradFill>
            <a:gsLst>
              <a:gs pos="0">
                <a:srgbClr val="5E9EFF"/>
              </a:gs>
              <a:gs pos="39999">
                <a:srgbClr val="85C2FF"/>
              </a:gs>
              <a:gs pos="70000">
                <a:srgbClr val="C4D6EB"/>
              </a:gs>
              <a:gs pos="100000">
                <a:srgbClr val="FFEBFA"/>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lIns="91430" tIns="45715" rIns="91430" bIns="45715"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1" lang="zh-CN" altLang="en-US" sz="2400" b="1" i="0" u="none" strike="noStrike" kern="1200" cap="none" spc="0" normalizeH="0" baseline="0" noProof="0" dirty="0">
                <a:ln>
                  <a:noFill/>
                </a:ln>
                <a:solidFill>
                  <a:schemeClr val="tx1"/>
                </a:solidFill>
                <a:effectLst/>
                <a:uLnTx/>
                <a:uFillTx/>
                <a:latin typeface="+mn-lt"/>
                <a:ea typeface="+mn-ea"/>
                <a:cs typeface="+mn-cs"/>
              </a:rPr>
              <a:t>设计复审</a:t>
            </a:r>
            <a:endParaRPr kumimoji="1" lang="zh-CN" altLang="en-US" sz="2400" b="1" i="0" u="none" strike="noStrike" kern="1200" cap="none" spc="0" normalizeH="0" baseline="0" noProof="0" dirty="0">
              <a:ln>
                <a:noFill/>
              </a:ln>
              <a:solidFill>
                <a:schemeClr val="tx1"/>
              </a:solidFill>
              <a:effectLst/>
              <a:uLnTx/>
              <a:uFillTx/>
              <a:latin typeface="+mn-lt"/>
              <a:ea typeface="+mn-ea"/>
              <a:cs typeface="+mn-cs"/>
            </a:endParaRPr>
          </a:p>
        </p:txBody>
      </p:sp>
      <p:sp>
        <p:nvSpPr>
          <p:cNvPr id="4" name="下箭头 3"/>
          <p:cNvSpPr/>
          <p:nvPr/>
        </p:nvSpPr>
        <p:spPr>
          <a:xfrm>
            <a:off x="4492625" y="2198688"/>
            <a:ext cx="431800" cy="36036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lIns="91430" tIns="45715" rIns="91430" bIns="45715"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10" name="下箭头 9"/>
          <p:cNvSpPr/>
          <p:nvPr/>
        </p:nvSpPr>
        <p:spPr>
          <a:xfrm>
            <a:off x="4506913" y="3206750"/>
            <a:ext cx="431800" cy="55403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lIns="91430" tIns="45715" rIns="91430" bIns="45715"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11" name="下箭头 10"/>
          <p:cNvSpPr/>
          <p:nvPr/>
        </p:nvSpPr>
        <p:spPr>
          <a:xfrm>
            <a:off x="4492625" y="4518025"/>
            <a:ext cx="431800" cy="55562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lIns="91430" tIns="45715" rIns="91430" bIns="45715"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12" name="下箭头 11"/>
          <p:cNvSpPr/>
          <p:nvPr/>
        </p:nvSpPr>
        <p:spPr>
          <a:xfrm>
            <a:off x="4448175" y="5726113"/>
            <a:ext cx="433388" cy="36036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lIns="91430" tIns="45715" rIns="91430" bIns="45715"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61450" name="TextBox 4"/>
          <p:cNvSpPr txBox="1"/>
          <p:nvPr/>
        </p:nvSpPr>
        <p:spPr>
          <a:xfrm>
            <a:off x="3124200" y="1660525"/>
            <a:ext cx="3168650" cy="461963"/>
          </a:xfrm>
          <a:prstGeom prst="rect">
            <a:avLst/>
          </a:prstGeom>
          <a:noFill/>
          <a:ln w="9525">
            <a:noFill/>
          </a:ln>
        </p:spPr>
        <p:txBody>
          <a:bodyPr lIns="91430" tIns="45715" rIns="91430" bIns="45715">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r>
              <a:rPr lang="zh-CN" altLang="en-US" sz="2400" b="1" dirty="0">
                <a:latin typeface="黑体" panose="02010609060101010101" pitchFamily="49" charset="-122"/>
                <a:ea typeface="黑体" panose="02010609060101010101" pitchFamily="49" charset="-122"/>
              </a:rPr>
              <a:t>软件需求规格说明书</a:t>
            </a:r>
            <a:endParaRPr lang="zh-CN" altLang="en-US" sz="2400" b="1" dirty="0">
              <a:latin typeface="黑体" panose="02010609060101010101" pitchFamily="49" charset="-122"/>
              <a:ea typeface="黑体" panose="02010609060101010101" pitchFamily="49" charset="-122"/>
            </a:endParaRPr>
          </a:p>
        </p:txBody>
      </p:sp>
      <p:sp>
        <p:nvSpPr>
          <p:cNvPr id="61451" name="TextBox 13"/>
          <p:cNvSpPr txBox="1"/>
          <p:nvPr/>
        </p:nvSpPr>
        <p:spPr>
          <a:xfrm>
            <a:off x="3598863" y="6086475"/>
            <a:ext cx="2132012" cy="461963"/>
          </a:xfrm>
          <a:prstGeom prst="rect">
            <a:avLst/>
          </a:prstGeom>
          <a:noFill/>
          <a:ln w="9525">
            <a:noFill/>
          </a:ln>
        </p:spPr>
        <p:txBody>
          <a:bodyPr lIns="91430" tIns="45715" rIns="91430" bIns="45715">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r>
              <a:rPr lang="zh-CN" altLang="en-US" sz="2400" b="1" dirty="0">
                <a:latin typeface="黑体" panose="02010609060101010101" pitchFamily="49" charset="-122"/>
                <a:ea typeface="黑体" panose="02010609060101010101" pitchFamily="49" charset="-122"/>
              </a:rPr>
              <a:t>软件设计文档</a:t>
            </a:r>
            <a:endParaRPr lang="zh-CN" altLang="en-US" sz="2400" b="1" dirty="0">
              <a:latin typeface="黑体" panose="02010609060101010101" pitchFamily="49" charset="-122"/>
              <a:ea typeface="黑体" panose="02010609060101010101" pitchFamily="49" charset="-122"/>
            </a:endParaRPr>
          </a:p>
        </p:txBody>
      </p:sp>
      <p:sp>
        <p:nvSpPr>
          <p:cNvPr id="61452" name="TextBox 5"/>
          <p:cNvSpPr txBox="1"/>
          <p:nvPr/>
        </p:nvSpPr>
        <p:spPr>
          <a:xfrm>
            <a:off x="1030288" y="2600325"/>
            <a:ext cx="1441450" cy="2555875"/>
          </a:xfrm>
          <a:prstGeom prst="rect">
            <a:avLst/>
          </a:prstGeom>
          <a:noFill/>
          <a:ln w="9525">
            <a:noFill/>
          </a:ln>
        </p:spPr>
        <p:txBody>
          <a:bodyPr lIns="91430" tIns="45715" rIns="91430" bIns="45715">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r>
              <a:rPr lang="zh-CN" altLang="en-US" sz="4000" b="1" dirty="0">
                <a:solidFill>
                  <a:srgbClr val="FF0000"/>
                </a:solidFill>
                <a:latin typeface="黑体" panose="02010609060101010101" pitchFamily="49" charset="-122"/>
                <a:ea typeface="黑体" panose="02010609060101010101" pitchFamily="49" charset="-122"/>
              </a:rPr>
              <a:t>结构化设计过程</a:t>
            </a:r>
            <a:endParaRPr lang="zh-CN" altLang="en-US" sz="4000" b="1" dirty="0">
              <a:solidFill>
                <a:srgbClr val="FF0000"/>
              </a:solidFill>
              <a:latin typeface="黑体" panose="02010609060101010101" pitchFamily="49" charset="-122"/>
              <a:ea typeface="黑体" panose="02010609060101010101" pitchFamily="49" charset="-122"/>
            </a:endParaRPr>
          </a:p>
        </p:txBody>
      </p:sp>
    </p:spTree>
  </p:cSld>
  <p:clrMapOvr>
    <a:masterClrMapping/>
  </p:clrMapOvr>
  <p:transition>
    <p:pull dir="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Rectangle 2"/>
          <p:cNvSpPr>
            <a:spLocks noGrp="1"/>
          </p:cNvSpPr>
          <p:nvPr>
            <p:ph type="title"/>
          </p:nvPr>
        </p:nvSpPr>
        <p:spPr>
          <a:xfrm>
            <a:off x="506413" y="327025"/>
            <a:ext cx="8516937" cy="1139825"/>
          </a:xfrm>
          <a:ln/>
        </p:spPr>
        <p:txBody>
          <a:bodyPr vert="horz" wrap="square" lIns="91430" tIns="45715" rIns="91430" bIns="45715" anchor="b" anchorCtr="0"/>
          <a:p>
            <a:pPr defTabSz="914400" eaLnBrk="1" hangingPunct="1">
              <a:lnSpc>
                <a:spcPct val="150000"/>
              </a:lnSpc>
              <a:spcBef>
                <a:spcPts val="1200"/>
              </a:spcBef>
              <a:buClr>
                <a:srgbClr val="0BD0D9"/>
              </a:buClr>
              <a:buSzPct val="95000"/>
              <a:tabLst>
                <a:tab pos="455930" algn="l"/>
              </a:tabLst>
            </a:pPr>
            <a:r>
              <a:rPr lang="zh-CN" altLang="en-US" b="1" dirty="0">
                <a:latin typeface="微软雅黑" panose="020B0503020204020204" pitchFamily="34" charset="-122"/>
                <a:ea typeface="微软雅黑" panose="020B0503020204020204" pitchFamily="34" charset="-122"/>
              </a:rPr>
              <a:t>结构化软件设计的任务</a:t>
            </a:r>
            <a:endParaRPr lang="zh-CN" altLang="en-US" b="1" dirty="0">
              <a:latin typeface="微软雅黑" panose="020B0503020204020204" pitchFamily="34" charset="-122"/>
              <a:ea typeface="微软雅黑" panose="020B0503020204020204" pitchFamily="34" charset="-122"/>
            </a:endParaRPr>
          </a:p>
        </p:txBody>
      </p:sp>
      <p:graphicFrame>
        <p:nvGraphicFramePr>
          <p:cNvPr id="4157" name="Group 61"/>
          <p:cNvGraphicFramePr>
            <a:graphicFrameLocks noGrp="1"/>
          </p:cNvGraphicFramePr>
          <p:nvPr>
            <p:ph sz="half" idx="1"/>
          </p:nvPr>
        </p:nvGraphicFramePr>
        <p:xfrm>
          <a:off x="311150" y="2343150"/>
          <a:ext cx="8466138" cy="2447925"/>
        </p:xfrm>
        <a:graphic>
          <a:graphicData uri="http://schemas.openxmlformats.org/drawingml/2006/table">
            <a:tbl>
              <a:tblPr/>
              <a:tblGrid>
                <a:gridCol w="2225221"/>
                <a:gridCol w="4903492"/>
                <a:gridCol w="1337425"/>
              </a:tblGrid>
              <a:tr h="68645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400" b="1" i="0" u="none" strike="noStrike" cap="none" normalizeH="0" baseline="0" dirty="0" smtClean="0">
                          <a:ln>
                            <a:noFill/>
                          </a:ln>
                          <a:solidFill>
                            <a:srgbClr val="FF0000"/>
                          </a:solidFill>
                          <a:effectLst/>
                          <a:latin typeface="宋体" panose="02010600030101010101" pitchFamily="2" charset="-122"/>
                          <a:ea typeface="宋体" panose="02010600030101010101" pitchFamily="2" charset="-122"/>
                        </a:rPr>
                        <a:t>体系结构设计</a:t>
                      </a:r>
                      <a:endParaRPr kumimoji="1" lang="zh-CN" altLang="en-US" sz="2400" b="1" i="0" u="none" strike="noStrike" cap="none" normalizeH="0" baseline="0" dirty="0" smtClean="0">
                        <a:ln>
                          <a:noFill/>
                        </a:ln>
                        <a:solidFill>
                          <a:srgbClr val="FF0000"/>
                        </a:solidFill>
                        <a:effectLst/>
                        <a:latin typeface="宋体" panose="02010600030101010101" pitchFamily="2" charset="-122"/>
                        <a:ea typeface="宋体" panose="02010600030101010101" pitchFamily="2" charset="-122"/>
                      </a:endParaRPr>
                    </a:p>
                  </a:txBody>
                  <a:tcPr marL="89749" marR="89749" marT="46706" marB="46706" anchor="ctr" anchorCtr="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400" b="1"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rPr>
                        <a:t>定义软件部件间的关系</a:t>
                      </a:r>
                      <a:endParaRPr kumimoji="1" lang="zh-CN" altLang="en-US" sz="2400" b="1"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endParaRPr>
                    </a:p>
                  </a:txBody>
                  <a:tcPr marL="89749" marR="89749" marT="46706" marB="46706"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800" b="1" i="0" u="none" strike="noStrike" cap="none" normalizeH="0" baseline="0" dirty="0" smtClean="0">
                          <a:ln>
                            <a:noFill/>
                          </a:ln>
                          <a:solidFill>
                            <a:schemeClr val="tx1"/>
                          </a:solidFill>
                          <a:effectLst/>
                          <a:latin typeface="Tahoma" panose="020B0604030504040204" pitchFamily="34" charset="0"/>
                          <a:ea typeface="宋体" panose="02010600030101010101" pitchFamily="2" charset="-122"/>
                        </a:rPr>
                        <a:t>概要设计</a:t>
                      </a:r>
                      <a:endParaRPr kumimoji="1" lang="zh-CN" altLang="en-US" sz="2800" b="1" i="0" u="none" strike="noStrike" cap="none" normalizeH="0" baseline="0" dirty="0" smtClean="0">
                        <a:ln>
                          <a:noFill/>
                        </a:ln>
                        <a:solidFill>
                          <a:schemeClr val="tx1"/>
                        </a:solidFill>
                        <a:effectLst/>
                        <a:latin typeface="Tahoma" panose="020B0604030504040204" pitchFamily="34" charset="0"/>
                        <a:ea typeface="宋体" panose="02010600030101010101" pitchFamily="2" charset="-122"/>
                      </a:endParaRPr>
                    </a:p>
                  </a:txBody>
                  <a:tcPr marL="89749" marR="89749" marT="46706" marB="46706" anchor="ctr" anchorCtr="1"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589316">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2400" b="1" i="0" u="none" strike="noStrike" cap="none" normalizeH="0" baseline="0" dirty="0" smtClean="0">
                          <a:ln>
                            <a:noFill/>
                          </a:ln>
                          <a:solidFill>
                            <a:srgbClr val="FF0000"/>
                          </a:solidFill>
                          <a:effectLst/>
                          <a:latin typeface="宋体" panose="02010600030101010101" pitchFamily="2" charset="-122"/>
                          <a:ea typeface="宋体" panose="02010600030101010101" pitchFamily="2" charset="-122"/>
                        </a:rPr>
                        <a:t>接口设计</a:t>
                      </a:r>
                      <a:endParaRPr kumimoji="1" lang="zh-CN" altLang="en-US" sz="2400" b="1" i="0" u="none" strike="noStrike" cap="none" normalizeH="0" baseline="0" dirty="0" smtClean="0">
                        <a:ln>
                          <a:noFill/>
                        </a:ln>
                        <a:solidFill>
                          <a:srgbClr val="FF0000"/>
                        </a:solidFill>
                        <a:effectLst/>
                        <a:latin typeface="宋体" panose="02010600030101010101" pitchFamily="2" charset="-122"/>
                        <a:ea typeface="宋体" panose="02010600030101010101" pitchFamily="2" charset="-122"/>
                      </a:endParaRPr>
                    </a:p>
                  </a:txBody>
                  <a:tcPr marL="89749" marR="89749" marT="46706" marB="46706" anchor="ctr" anchorCtr="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400" b="1"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rPr>
                        <a:t>软件内部、外部及与人之间的通信</a:t>
                      </a:r>
                      <a:endParaRPr kumimoji="1" lang="zh-CN" altLang="en-US" sz="2400" b="1"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endParaRPr>
                    </a:p>
                  </a:txBody>
                  <a:tcPr marL="89749" marR="89749" marT="46706" marB="46706"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vMerge="1">
                  <a:tcPr/>
                </a:tc>
              </a:tr>
              <a:tr h="59147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400" b="1" i="0" u="none" strike="noStrike" cap="none" normalizeH="0" baseline="0" dirty="0" smtClean="0">
                          <a:ln>
                            <a:noFill/>
                          </a:ln>
                          <a:solidFill>
                            <a:srgbClr val="FF0000"/>
                          </a:solidFill>
                          <a:effectLst/>
                          <a:latin typeface="宋体" panose="02010600030101010101" pitchFamily="2" charset="-122"/>
                          <a:ea typeface="宋体" panose="02010600030101010101" pitchFamily="2" charset="-122"/>
                        </a:rPr>
                        <a:t>数据设计</a:t>
                      </a:r>
                      <a:endParaRPr kumimoji="1" lang="zh-CN" altLang="en-US" sz="2400" b="1" i="0" u="none" strike="noStrike" cap="none" normalizeH="0" baseline="0" dirty="0" smtClean="0">
                        <a:ln>
                          <a:noFill/>
                        </a:ln>
                        <a:solidFill>
                          <a:srgbClr val="FF0000"/>
                        </a:solidFill>
                        <a:effectLst/>
                        <a:latin typeface="宋体" panose="02010600030101010101" pitchFamily="2" charset="-122"/>
                        <a:ea typeface="宋体" panose="02010600030101010101" pitchFamily="2" charset="-122"/>
                      </a:endParaRPr>
                    </a:p>
                  </a:txBody>
                  <a:tcPr marL="89749" marR="89749" marT="46706" marB="46706" anchor="ctr" anchorCtr="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457200" marR="0" lvl="1" indent="0" algn="ctr"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None/>
                      </a:pPr>
                      <a:r>
                        <a:rPr kumimoji="1" lang="zh-CN" altLang="en-US" sz="2400" b="1"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rPr>
                        <a:t>信息模型       软件数据结构</a:t>
                      </a:r>
                      <a:endParaRPr kumimoji="1" lang="zh-CN" altLang="en-US" sz="2400" b="1"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endParaRPr>
                    </a:p>
                  </a:txBody>
                  <a:tcPr marL="89749" marR="89749" marT="46706" marB="46706"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800" b="1" i="0" u="none" strike="noStrike" cap="none" normalizeH="0" baseline="0" dirty="0" smtClean="0">
                          <a:ln>
                            <a:noFill/>
                          </a:ln>
                          <a:solidFill>
                            <a:schemeClr val="tx1"/>
                          </a:solidFill>
                          <a:effectLst/>
                          <a:latin typeface="Tahoma" panose="020B0604030504040204" pitchFamily="34" charset="0"/>
                          <a:ea typeface="宋体" panose="02010600030101010101" pitchFamily="2" charset="-122"/>
                        </a:rPr>
                        <a:t>详细设计</a:t>
                      </a:r>
                      <a:endParaRPr kumimoji="1" lang="zh-CN" altLang="en-US" sz="2800" b="1" i="0" u="none" strike="noStrike" cap="none" normalizeH="0" baseline="0" dirty="0" smtClean="0">
                        <a:ln>
                          <a:noFill/>
                        </a:ln>
                        <a:solidFill>
                          <a:schemeClr val="tx1"/>
                        </a:solidFill>
                        <a:effectLst/>
                        <a:latin typeface="Tahoma" panose="020B0604030504040204" pitchFamily="34" charset="0"/>
                        <a:ea typeface="宋体" panose="02010600030101010101" pitchFamily="2" charset="-122"/>
                      </a:endParaRPr>
                    </a:p>
                  </a:txBody>
                  <a:tcPr marL="89749" marR="89749" marT="46706" marB="46706" anchor="ctr" anchorCtr="1"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r h="580681">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400" b="1" i="0" u="none" strike="noStrike" cap="none" normalizeH="0" baseline="0" dirty="0" smtClean="0">
                          <a:ln>
                            <a:noFill/>
                          </a:ln>
                          <a:solidFill>
                            <a:srgbClr val="FF0000"/>
                          </a:solidFill>
                          <a:effectLst/>
                          <a:latin typeface="宋体" panose="02010600030101010101" pitchFamily="2" charset="-122"/>
                          <a:ea typeface="宋体" panose="02010600030101010101" pitchFamily="2" charset="-122"/>
                        </a:rPr>
                        <a:t>过程设计</a:t>
                      </a:r>
                      <a:endParaRPr kumimoji="1" lang="zh-CN" altLang="en-US" sz="2400" b="1" i="0" u="none" strike="noStrike" cap="none" normalizeH="0" baseline="0" dirty="0" smtClean="0">
                        <a:ln>
                          <a:noFill/>
                        </a:ln>
                        <a:solidFill>
                          <a:srgbClr val="FF0000"/>
                        </a:solidFill>
                        <a:effectLst/>
                        <a:latin typeface="宋体" panose="02010600030101010101" pitchFamily="2" charset="-122"/>
                        <a:ea typeface="宋体" panose="02010600030101010101" pitchFamily="2" charset="-122"/>
                      </a:endParaRPr>
                    </a:p>
                  </a:txBody>
                  <a:tcPr marL="89749" marR="89749" marT="46706" marB="46706" anchor="ctr" anchorCtr="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457200" marR="0" lvl="1" indent="0" algn="ctr"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None/>
                      </a:pPr>
                      <a:r>
                        <a:rPr kumimoji="1" lang="zh-CN" altLang="en-US" sz="2400" b="1"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rPr>
                        <a:t>软件组件的过程性描述</a:t>
                      </a:r>
                      <a:endParaRPr kumimoji="1" lang="zh-CN" altLang="en-US" sz="2400" b="1"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endParaRPr>
                    </a:p>
                  </a:txBody>
                  <a:tcPr marL="89749" marR="89749" marT="46706" marB="46706"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vMerge="1">
                  <a:tcPr/>
                </a:tc>
              </a:tr>
            </a:tbl>
          </a:graphicData>
        </a:graphic>
      </p:graphicFrame>
      <p:sp>
        <p:nvSpPr>
          <p:cNvPr id="62487" name="Line 6"/>
          <p:cNvSpPr/>
          <p:nvPr/>
        </p:nvSpPr>
        <p:spPr>
          <a:xfrm>
            <a:off x="4519613" y="3927475"/>
            <a:ext cx="760412" cy="0"/>
          </a:xfrm>
          <a:prstGeom prst="line">
            <a:avLst/>
          </a:prstGeom>
          <a:ln w="19050" cap="flat" cmpd="sng">
            <a:solidFill>
              <a:schemeClr val="tx1"/>
            </a:solidFill>
            <a:prstDash val="solid"/>
            <a:miter/>
            <a:headEnd type="none" w="med" len="med"/>
            <a:tailEnd type="triangle" w="lg" len="lg"/>
          </a:ln>
        </p:spPr>
      </p:sp>
    </p:spTree>
  </p:cSld>
  <p:clrMapOvr>
    <a:masterClrMapping/>
  </p:clrMapOvr>
  <p:transition>
    <p:pull dir="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Rectangle 2"/>
          <p:cNvSpPr>
            <a:spLocks noGrp="1" noRot="1"/>
          </p:cNvSpPr>
          <p:nvPr>
            <p:ph type="title"/>
          </p:nvPr>
        </p:nvSpPr>
        <p:spPr>
          <a:xfrm>
            <a:off x="455613" y="469900"/>
            <a:ext cx="8207375" cy="1139825"/>
          </a:xfrm>
          <a:ln/>
        </p:spPr>
        <p:txBody>
          <a:bodyPr vert="horz" wrap="square" lIns="0" tIns="45610" rIns="0" bIns="0" anchor="b" anchorCtr="0"/>
          <a:p>
            <a:pPr eaLnBrk="1" hangingPunct="1"/>
            <a:r>
              <a:rPr lang="en-US" altLang="zh-CN" b="1" dirty="0">
                <a:latin typeface="微软雅黑" panose="020B0503020204020204" pitchFamily="34" charset="-122"/>
                <a:ea typeface="微软雅黑" panose="020B0503020204020204" pitchFamily="34" charset="-122"/>
              </a:rPr>
              <a:t> </a:t>
            </a:r>
            <a:r>
              <a:rPr lang="zh-CN" altLang="en-US" b="1" dirty="0">
                <a:latin typeface="微软雅黑" panose="020B0503020204020204" pitchFamily="34" charset="-122"/>
                <a:ea typeface="微软雅黑" panose="020B0503020204020204" pitchFamily="34" charset="-122"/>
              </a:rPr>
              <a:t>结构化设计的概念与原则</a:t>
            </a:r>
            <a:endParaRPr lang="zh-CN" altLang="en-US" b="1" dirty="0">
              <a:latin typeface="微软雅黑" panose="020B0503020204020204" pitchFamily="34" charset="-122"/>
              <a:ea typeface="微软雅黑" panose="020B0503020204020204" pitchFamily="34" charset="-122"/>
            </a:endParaRPr>
          </a:p>
        </p:txBody>
      </p:sp>
      <p:graphicFrame>
        <p:nvGraphicFramePr>
          <p:cNvPr id="4" name="图示 3"/>
          <p:cNvGraphicFramePr/>
          <p:nvPr/>
        </p:nvGraphicFramePr>
        <p:xfrm>
          <a:off x="1318940" y="1910482"/>
          <a:ext cx="6048672" cy="3744416"/>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Rectangle 3"/>
          <p:cNvSpPr>
            <a:spLocks noGrp="1" noRot="1"/>
          </p:cNvSpPr>
          <p:nvPr>
            <p:ph idx="1"/>
          </p:nvPr>
        </p:nvSpPr>
        <p:spPr>
          <a:xfrm>
            <a:off x="322263" y="1625600"/>
            <a:ext cx="8277225" cy="4319588"/>
          </a:xfrm>
          <a:ln/>
        </p:spPr>
        <p:txBody>
          <a:bodyPr vert="horz" wrap="square" lIns="91221" tIns="45610" rIns="91221" bIns="45610" anchor="t" anchorCtr="0"/>
          <a:p>
            <a:pPr eaLnBrk="1" hangingPunct="1"/>
            <a:r>
              <a:rPr lang="zh-CN" altLang="en-US" sz="2800" dirty="0"/>
              <a:t>模块是指一组程序语句，它包括输入、输出和逻辑处理功能、内部信息及其运行计划。</a:t>
            </a:r>
            <a:endParaRPr lang="zh-CN" altLang="en-US" sz="2800" dirty="0"/>
          </a:p>
          <a:p>
            <a:pPr eaLnBrk="1" hangingPunct="1"/>
            <a:r>
              <a:rPr lang="zh-CN" altLang="en-US" sz="2800" dirty="0"/>
              <a:t>模块指可</a:t>
            </a:r>
            <a:r>
              <a:rPr lang="zh-CN" altLang="en-US" sz="2800" b="1" dirty="0">
                <a:solidFill>
                  <a:srgbClr val="FF0000"/>
                </a:solidFill>
              </a:rPr>
              <a:t>单独命名</a:t>
            </a:r>
            <a:r>
              <a:rPr lang="zh-CN" altLang="en-US" sz="2800" dirty="0"/>
              <a:t>且可通过名字访问的过程函数、子程序或宏调用。</a:t>
            </a:r>
            <a:endParaRPr lang="en-US" altLang="zh-CN" sz="2800" dirty="0"/>
          </a:p>
          <a:p>
            <a:pPr eaLnBrk="1" hangingPunct="1"/>
            <a:r>
              <a:rPr lang="zh-CN" altLang="en-US" sz="2800" dirty="0"/>
              <a:t>模块具有如下</a:t>
            </a:r>
            <a:r>
              <a:rPr lang="en-US" altLang="zh-CN" sz="2800" dirty="0"/>
              <a:t>4 </a:t>
            </a:r>
            <a:r>
              <a:rPr lang="zh-CN" altLang="en-US" sz="2800" dirty="0"/>
              <a:t>个基本属性：</a:t>
            </a:r>
            <a:endParaRPr lang="zh-CN" altLang="en-US" sz="2800" dirty="0"/>
          </a:p>
          <a:p>
            <a:pPr lvl="1" eaLnBrk="1" hangingPunct="1">
              <a:buFont typeface="Wingdings" panose="05000000000000000000" pitchFamily="2" charset="2"/>
              <a:buNone/>
            </a:pPr>
            <a:r>
              <a:rPr lang="en-US" altLang="zh-CN" dirty="0"/>
              <a:t>(1) </a:t>
            </a:r>
            <a:r>
              <a:rPr lang="zh-CN" altLang="en-US" dirty="0"/>
              <a:t>接口：指模块的输入与输出。</a:t>
            </a:r>
            <a:endParaRPr lang="zh-CN" altLang="en-US" dirty="0"/>
          </a:p>
          <a:p>
            <a:pPr lvl="1" eaLnBrk="1" hangingPunct="1">
              <a:buFont typeface="Wingdings" panose="05000000000000000000" pitchFamily="2" charset="2"/>
              <a:buNone/>
            </a:pPr>
            <a:r>
              <a:rPr lang="en-US" altLang="zh-CN" dirty="0"/>
              <a:t>(2) </a:t>
            </a:r>
            <a:r>
              <a:rPr lang="zh-CN" altLang="en-US" dirty="0"/>
              <a:t>功能：指该模块实现什么功能，做什么事情。</a:t>
            </a:r>
            <a:endParaRPr lang="zh-CN" altLang="en-US" dirty="0"/>
          </a:p>
          <a:p>
            <a:pPr lvl="1" eaLnBrk="1" hangingPunct="1">
              <a:buFont typeface="Wingdings" panose="05000000000000000000" pitchFamily="2" charset="2"/>
              <a:buNone/>
            </a:pPr>
            <a:r>
              <a:rPr lang="en-US" altLang="zh-CN" dirty="0"/>
              <a:t>(3) </a:t>
            </a:r>
            <a:r>
              <a:rPr lang="zh-CN" altLang="en-US" dirty="0"/>
              <a:t>逻辑：描述模块内部怎么做。</a:t>
            </a:r>
            <a:endParaRPr lang="zh-CN" altLang="en-US" dirty="0"/>
          </a:p>
          <a:p>
            <a:pPr lvl="1" eaLnBrk="1" hangingPunct="1">
              <a:buFont typeface="Wingdings" panose="05000000000000000000" pitchFamily="2" charset="2"/>
              <a:buNone/>
            </a:pPr>
            <a:r>
              <a:rPr lang="en-US" altLang="zh-CN" dirty="0"/>
              <a:t>(4) </a:t>
            </a:r>
            <a:r>
              <a:rPr lang="zh-CN" altLang="en-US" dirty="0"/>
              <a:t>状态：该模块使用时的环境和条件。</a:t>
            </a:r>
            <a:endParaRPr lang="zh-CN" altLang="en-US" dirty="0"/>
          </a:p>
          <a:p>
            <a:pPr eaLnBrk="1" hangingPunct="1"/>
            <a:endParaRPr lang="zh-CN" altLang="en-US" sz="2800" dirty="0"/>
          </a:p>
        </p:txBody>
      </p:sp>
      <p:sp>
        <p:nvSpPr>
          <p:cNvPr id="64515" name="Rectangle 2"/>
          <p:cNvSpPr>
            <a:spLocks noGrp="1" noRot="1"/>
          </p:cNvSpPr>
          <p:nvPr>
            <p:ph type="title"/>
          </p:nvPr>
        </p:nvSpPr>
        <p:spPr>
          <a:xfrm>
            <a:off x="455613" y="254000"/>
            <a:ext cx="8207375" cy="1139825"/>
          </a:xfrm>
          <a:ln/>
        </p:spPr>
        <p:txBody>
          <a:bodyPr vert="horz" wrap="square" lIns="0" tIns="45610" rIns="0" bIns="0" anchor="b" anchorCtr="0"/>
          <a:p>
            <a:pPr eaLnBrk="1" hangingPunct="1"/>
            <a:r>
              <a:rPr lang="zh-CN" altLang="en-US" b="1" dirty="0">
                <a:latin typeface="微软雅黑" panose="020B0503020204020204" pitchFamily="34" charset="-122"/>
                <a:ea typeface="微软雅黑" panose="020B0503020204020204" pitchFamily="34" charset="-122"/>
              </a:rPr>
              <a:t>模块</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Rectangle 3"/>
          <p:cNvSpPr>
            <a:spLocks noGrp="1" noRot="1"/>
          </p:cNvSpPr>
          <p:nvPr>
            <p:ph idx="1"/>
          </p:nvPr>
        </p:nvSpPr>
        <p:spPr>
          <a:xfrm>
            <a:off x="455613" y="1766888"/>
            <a:ext cx="8207375" cy="4381500"/>
          </a:xfrm>
          <a:ln/>
        </p:spPr>
        <p:txBody>
          <a:bodyPr vert="horz" wrap="square" lIns="91221" tIns="45610" rIns="91221" bIns="45610" anchor="t" anchorCtr="0"/>
          <a:p>
            <a:pPr eaLnBrk="1" hangingPunct="1"/>
            <a:r>
              <a:rPr lang="zh-CN" altLang="en-US" dirty="0"/>
              <a:t>解决一个复杂问题时，</a:t>
            </a:r>
            <a:r>
              <a:rPr lang="zh-CN" altLang="en-US" b="1" dirty="0">
                <a:solidFill>
                  <a:srgbClr val="FF0000"/>
                </a:solidFill>
              </a:rPr>
              <a:t>自顶向下逐层把软件划分成若干模块</a:t>
            </a:r>
            <a:r>
              <a:rPr lang="zh-CN" altLang="en-US" dirty="0"/>
              <a:t>的过程</a:t>
            </a:r>
            <a:endParaRPr lang="en-US" altLang="zh-CN" dirty="0"/>
          </a:p>
          <a:p>
            <a:pPr eaLnBrk="1" hangingPunct="1"/>
            <a:r>
              <a:rPr lang="zh-CN" altLang="en-US" b="1" dirty="0">
                <a:solidFill>
                  <a:srgbClr val="FF0000"/>
                </a:solidFill>
              </a:rPr>
              <a:t>目的</a:t>
            </a:r>
            <a:r>
              <a:rPr lang="zh-CN" altLang="en-US" b="1" dirty="0"/>
              <a:t>：为了降低软件的复杂性</a:t>
            </a:r>
            <a:endParaRPr lang="zh-CN" altLang="en-US" b="1" dirty="0"/>
          </a:p>
        </p:txBody>
      </p:sp>
      <p:sp>
        <p:nvSpPr>
          <p:cNvPr id="65539" name="Rectangle 2"/>
          <p:cNvSpPr>
            <a:spLocks noGrp="1" noRot="1"/>
          </p:cNvSpPr>
          <p:nvPr>
            <p:ph type="title"/>
          </p:nvPr>
        </p:nvSpPr>
        <p:spPr>
          <a:xfrm>
            <a:off x="455613" y="469900"/>
            <a:ext cx="8207375" cy="1139825"/>
          </a:xfrm>
          <a:ln/>
        </p:spPr>
        <p:txBody>
          <a:bodyPr vert="horz" wrap="square" lIns="0" tIns="45610" rIns="0" bIns="0" anchor="b" anchorCtr="0"/>
          <a:p>
            <a:pPr eaLnBrk="1" hangingPunct="1"/>
            <a:r>
              <a:rPr lang="zh-CN" altLang="en-US" b="1" dirty="0">
                <a:latin typeface="微软雅黑" panose="020B0503020204020204" pitchFamily="34" charset="-122"/>
                <a:ea typeface="微软雅黑" panose="020B0503020204020204" pitchFamily="34" charset="-122"/>
              </a:rPr>
              <a:t>模块化</a:t>
            </a:r>
            <a:endParaRPr lang="zh-CN" altLang="en-US" b="1" dirty="0">
              <a:latin typeface="微软雅黑" panose="020B0503020204020204" pitchFamily="34" charset="-122"/>
              <a:ea typeface="微软雅黑" panose="020B0503020204020204" pitchFamily="34" charset="-122"/>
            </a:endParaRPr>
          </a:p>
        </p:txBody>
      </p:sp>
      <p:pic>
        <p:nvPicPr>
          <p:cNvPr id="65540" name="Picture 4"/>
          <p:cNvPicPr>
            <a:picLocks noChangeAspect="1"/>
          </p:cNvPicPr>
          <p:nvPr/>
        </p:nvPicPr>
        <p:blipFill>
          <a:blip r:embed="rId1"/>
          <a:stretch>
            <a:fillRect/>
          </a:stretch>
        </p:blipFill>
        <p:spPr>
          <a:xfrm>
            <a:off x="654050" y="3422650"/>
            <a:ext cx="7364413" cy="3090863"/>
          </a:xfrm>
          <a:prstGeom prst="rect">
            <a:avLst/>
          </a:prstGeom>
          <a:noFill/>
          <a:ln w="9525">
            <a:noFill/>
          </a:ln>
        </p:spPr>
      </p:pic>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3"/>
          <p:cNvSpPr>
            <a:spLocks noGrp="1" noChangeArrowheads="1"/>
          </p:cNvSpPr>
          <p:nvPr>
            <p:ph idx="1"/>
          </p:nvPr>
        </p:nvSpPr>
        <p:spPr>
          <a:xfrm>
            <a:off x="250825" y="1773238"/>
            <a:ext cx="8867775" cy="2370138"/>
          </a:xfrm>
        </p:spPr>
        <p:txBody>
          <a:bodyPr vert="horz" wrap="square" lIns="91221" tIns="45610" rIns="91221" bIns="45610" numCol="1" anchor="t" anchorCtr="0" compatLnSpc="1"/>
          <a:lstStyle/>
          <a:p>
            <a:pPr marL="567055" marR="0" lvl="0" indent="-45720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l"/>
              <a:defRPr/>
            </a:pPr>
            <a:r>
              <a:rPr kumimoji="0" lang="zh-CN" altLang="en-US" sz="2600" b="1" i="0" u="none" strike="noStrike" kern="1200" cap="none" spc="0" normalizeH="0" baseline="0" noProof="0" dirty="0">
                <a:ln>
                  <a:noFill/>
                </a:ln>
                <a:solidFill>
                  <a:srgbClr val="FF0000"/>
                </a:solidFill>
                <a:effectLst/>
                <a:uLnTx/>
                <a:uFillTx/>
                <a:latin typeface="+mn-lt"/>
                <a:ea typeface="宋体" panose="02010600030101010101" pitchFamily="2" charset="-122"/>
                <a:cs typeface="+mn-cs"/>
              </a:rPr>
              <a:t>分解</a:t>
            </a:r>
            <a:r>
              <a:rPr kumimoji="0" lang="zh-CN" altLang="en-US" sz="26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和</a:t>
            </a:r>
            <a:r>
              <a:rPr kumimoji="0" lang="zh-CN" altLang="en-US" sz="2600" b="1" i="0" u="none" strike="noStrike" kern="1200" cap="none" spc="0" normalizeH="0" baseline="0" noProof="0" dirty="0">
                <a:ln>
                  <a:noFill/>
                </a:ln>
                <a:solidFill>
                  <a:srgbClr val="FF0000"/>
                </a:solidFill>
                <a:effectLst/>
                <a:uLnTx/>
                <a:uFillTx/>
                <a:latin typeface="+mn-lt"/>
                <a:ea typeface="宋体" panose="02010600030101010101" pitchFamily="2" charset="-122"/>
                <a:cs typeface="+mn-cs"/>
              </a:rPr>
              <a:t>模块独立性</a:t>
            </a:r>
            <a:r>
              <a:rPr kumimoji="0" lang="zh-CN" altLang="en-US" sz="26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，是实现模块化设计的重要指导思想</a:t>
            </a:r>
            <a:endParaRPr kumimoji="0" lang="zh-CN" altLang="en-US" sz="26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567055" marR="0" lvl="0" indent="-45720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l"/>
              <a:defRPr/>
            </a:pPr>
            <a:r>
              <a:rPr kumimoji="0" lang="zh-CN" altLang="en-US" sz="2600" b="1"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分解（</a:t>
            </a:r>
            <a:r>
              <a:rPr kumimoji="0" lang="en-US" altLang="zh-CN" sz="2600" b="1"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decomposition</a:t>
            </a:r>
            <a:r>
              <a:rPr kumimoji="0" lang="zh-CN" altLang="en-US" sz="2600" b="1"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a:t>
            </a:r>
            <a:endParaRPr kumimoji="0" lang="en-US" altLang="zh-CN" sz="2600" b="1"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109855"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defRPr/>
            </a:pPr>
            <a:r>
              <a:rPr kumimoji="0" lang="en-US" altLang="zh-CN" sz="2000" b="0" i="0" u="none" strike="noStrike" kern="1200" cap="none" spc="0" normalizeH="0" baseline="0" noProof="0" dirty="0" smtClean="0">
                <a:ln>
                  <a:noFill/>
                </a:ln>
                <a:solidFill>
                  <a:srgbClr val="000000"/>
                </a:solidFill>
                <a:effectLst/>
                <a:uLnTx/>
                <a:uFillTx/>
                <a:latin typeface="+mn-lt"/>
                <a:ea typeface="宋体" panose="02010600030101010101" pitchFamily="2" charset="-122"/>
                <a:cs typeface="+mn-cs"/>
              </a:rPr>
              <a:t>               C (P</a:t>
            </a:r>
            <a:r>
              <a:rPr kumimoji="0" lang="en-US" altLang="zh-CN" sz="2000" b="0" i="0" u="none" strike="noStrike" kern="1200" cap="none" spc="0" normalizeH="0" baseline="-30000" noProof="0" dirty="0" smtClean="0">
                <a:ln>
                  <a:noFill/>
                </a:ln>
                <a:solidFill>
                  <a:srgbClr val="000000"/>
                </a:solidFill>
                <a:effectLst/>
                <a:uLnTx/>
                <a:uFillTx/>
                <a:latin typeface="+mn-lt"/>
                <a:ea typeface="宋体" panose="02010600030101010101" pitchFamily="2" charset="-122"/>
                <a:cs typeface="+mn-cs"/>
              </a:rPr>
              <a:t>1</a:t>
            </a:r>
            <a:r>
              <a:rPr kumimoji="0" lang="en-US" altLang="zh-CN" sz="2000" b="0" i="0" u="none" strike="noStrike" kern="1200" cap="none" spc="0" normalizeH="0" baseline="0" noProof="0" dirty="0" smtClean="0">
                <a:ln>
                  <a:noFill/>
                </a:ln>
                <a:solidFill>
                  <a:srgbClr val="000000"/>
                </a:solidFill>
                <a:effectLst/>
                <a:uLnTx/>
                <a:uFillTx/>
                <a:latin typeface="+mn-lt"/>
                <a:ea typeface="宋体" panose="02010600030101010101" pitchFamily="2" charset="-122"/>
                <a:cs typeface="+mn-cs"/>
              </a:rPr>
              <a:t>+P</a:t>
            </a:r>
            <a:r>
              <a:rPr kumimoji="0" lang="en-US" altLang="zh-CN" sz="2000" b="0" i="0" u="none" strike="noStrike" kern="1200" cap="none" spc="0" normalizeH="0" baseline="-30000" noProof="0" dirty="0" smtClean="0">
                <a:ln>
                  <a:noFill/>
                </a:ln>
                <a:solidFill>
                  <a:srgbClr val="000000"/>
                </a:solidFill>
                <a:effectLst/>
                <a:uLnTx/>
                <a:uFillTx/>
                <a:latin typeface="+mn-lt"/>
                <a:ea typeface="宋体" panose="02010600030101010101" pitchFamily="2" charset="-122"/>
                <a:cs typeface="+mn-cs"/>
              </a:rPr>
              <a:t>2</a:t>
            </a:r>
            <a:r>
              <a:rPr kumimoji="0" lang="en-US" altLang="zh-CN" sz="2000" b="0" i="0" u="none" strike="noStrike" kern="1200" cap="none" spc="0" normalizeH="0" baseline="0" noProof="0" dirty="0" smtClean="0">
                <a:ln>
                  <a:noFill/>
                </a:ln>
                <a:solidFill>
                  <a:srgbClr val="000000"/>
                </a:solidFill>
                <a:effectLst/>
                <a:uLnTx/>
                <a:uFillTx/>
                <a:latin typeface="+mn-lt"/>
                <a:ea typeface="宋体" panose="02010600030101010101" pitchFamily="2" charset="-122"/>
                <a:cs typeface="+mn-cs"/>
              </a:rPr>
              <a:t>)&gt;C (P</a:t>
            </a:r>
            <a:r>
              <a:rPr kumimoji="0" lang="en-US" altLang="zh-CN" sz="2000" b="0" i="0" u="none" strike="noStrike" kern="1200" cap="none" spc="0" normalizeH="0" baseline="-30000" noProof="0" dirty="0" smtClean="0">
                <a:ln>
                  <a:noFill/>
                </a:ln>
                <a:solidFill>
                  <a:srgbClr val="000000"/>
                </a:solidFill>
                <a:effectLst/>
                <a:uLnTx/>
                <a:uFillTx/>
                <a:latin typeface="+mn-lt"/>
                <a:ea typeface="宋体" panose="02010600030101010101" pitchFamily="2" charset="-122"/>
                <a:cs typeface="+mn-cs"/>
              </a:rPr>
              <a:t>1</a:t>
            </a:r>
            <a:r>
              <a:rPr kumimoji="0" lang="en-US" altLang="zh-CN" sz="2000" b="0" i="0" u="none" strike="noStrike" kern="1200" cap="none" spc="0" normalizeH="0" baseline="0" noProof="0" dirty="0" smtClean="0">
                <a:ln>
                  <a:noFill/>
                </a:ln>
                <a:solidFill>
                  <a:srgbClr val="000000"/>
                </a:solidFill>
                <a:effectLst/>
                <a:uLnTx/>
                <a:uFillTx/>
                <a:latin typeface="+mn-lt"/>
                <a:ea typeface="宋体" panose="02010600030101010101" pitchFamily="2" charset="-122"/>
                <a:cs typeface="+mn-cs"/>
              </a:rPr>
              <a:t>)+C (P</a:t>
            </a:r>
            <a:r>
              <a:rPr kumimoji="0" lang="en-US" altLang="zh-CN" sz="2000" b="0" i="0" u="none" strike="noStrike" kern="1200" cap="none" spc="0" normalizeH="0" baseline="-30000" noProof="0" dirty="0" smtClean="0">
                <a:ln>
                  <a:noFill/>
                </a:ln>
                <a:solidFill>
                  <a:srgbClr val="000000"/>
                </a:solidFill>
                <a:effectLst/>
                <a:uLnTx/>
                <a:uFillTx/>
                <a:latin typeface="+mn-lt"/>
                <a:ea typeface="宋体" panose="02010600030101010101" pitchFamily="2" charset="-122"/>
                <a:cs typeface="+mn-cs"/>
              </a:rPr>
              <a:t>2</a:t>
            </a:r>
            <a:r>
              <a:rPr kumimoji="0" lang="en-US" altLang="zh-CN" sz="2000" b="0" i="0" u="none" strike="noStrike" kern="1200" cap="none" spc="0" normalizeH="0" baseline="0" noProof="0" dirty="0" smtClean="0">
                <a:ln>
                  <a:noFill/>
                </a:ln>
                <a:solidFill>
                  <a:srgbClr val="000000"/>
                </a:solidFill>
                <a:effectLst/>
                <a:uLnTx/>
                <a:uFillTx/>
                <a:latin typeface="+mn-lt"/>
                <a:ea typeface="宋体" panose="02010600030101010101" pitchFamily="2" charset="-122"/>
                <a:cs typeface="+mn-cs"/>
              </a:rPr>
              <a:t>)</a:t>
            </a:r>
            <a:endParaRPr kumimoji="0" lang="en-US" altLang="zh-CN" sz="20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363855" marR="0" lvl="0" indent="-25400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defRPr/>
            </a:pPr>
            <a:r>
              <a:rPr kumimoji="0" lang="en-US" altLang="zh-CN" sz="2000" b="0" i="0" u="none" strike="noStrike" kern="1200" cap="none" spc="0" normalizeH="0" baseline="0" noProof="0" dirty="0" smtClean="0">
                <a:ln>
                  <a:noFill/>
                </a:ln>
                <a:solidFill>
                  <a:srgbClr val="000000"/>
                </a:solidFill>
                <a:effectLst/>
                <a:uLnTx/>
                <a:uFillTx/>
                <a:latin typeface="+mn-lt"/>
                <a:ea typeface="宋体" panose="02010600030101010101" pitchFamily="2" charset="-122"/>
                <a:cs typeface="+mn-cs"/>
              </a:rPr>
              <a:t>               E (P1+P</a:t>
            </a:r>
            <a:r>
              <a:rPr kumimoji="0" lang="en-US" altLang="zh-CN" sz="2000" b="0" i="0" u="none" strike="noStrike" kern="1200" cap="none" spc="0" normalizeH="0" baseline="-30000" noProof="0" dirty="0" smtClean="0">
                <a:ln>
                  <a:noFill/>
                </a:ln>
                <a:solidFill>
                  <a:srgbClr val="000000"/>
                </a:solidFill>
                <a:effectLst/>
                <a:uLnTx/>
                <a:uFillTx/>
                <a:latin typeface="+mn-lt"/>
                <a:ea typeface="宋体" panose="02010600030101010101" pitchFamily="2" charset="-122"/>
                <a:cs typeface="+mn-cs"/>
              </a:rPr>
              <a:t>2</a:t>
            </a:r>
            <a:r>
              <a:rPr kumimoji="0" lang="en-US" altLang="zh-CN" sz="2000" b="0" i="0" u="none" strike="noStrike" kern="1200" cap="none" spc="0" normalizeH="0" baseline="0" noProof="0" dirty="0" smtClean="0">
                <a:ln>
                  <a:noFill/>
                </a:ln>
                <a:solidFill>
                  <a:srgbClr val="000000"/>
                </a:solidFill>
                <a:effectLst/>
                <a:uLnTx/>
                <a:uFillTx/>
                <a:latin typeface="+mn-lt"/>
                <a:ea typeface="宋体" panose="02010600030101010101" pitchFamily="2" charset="-122"/>
                <a:cs typeface="+mn-cs"/>
              </a:rPr>
              <a:t>)&gt;E (P</a:t>
            </a:r>
            <a:r>
              <a:rPr kumimoji="0" lang="en-US" altLang="zh-CN" sz="2000" b="0" i="0" u="none" strike="noStrike" kern="1200" cap="none" spc="0" normalizeH="0" baseline="-30000" noProof="0" dirty="0" smtClean="0">
                <a:ln>
                  <a:noFill/>
                </a:ln>
                <a:solidFill>
                  <a:srgbClr val="000000"/>
                </a:solidFill>
                <a:effectLst/>
                <a:uLnTx/>
                <a:uFillTx/>
                <a:latin typeface="+mn-lt"/>
                <a:ea typeface="宋体" panose="02010600030101010101" pitchFamily="2" charset="-122"/>
                <a:cs typeface="+mn-cs"/>
              </a:rPr>
              <a:t>1</a:t>
            </a:r>
            <a:r>
              <a:rPr kumimoji="0" lang="en-US" altLang="zh-CN" sz="2000" b="0" i="0" u="none" strike="noStrike" kern="1200" cap="none" spc="0" normalizeH="0" baseline="0" noProof="0" dirty="0" smtClean="0">
                <a:ln>
                  <a:noFill/>
                </a:ln>
                <a:solidFill>
                  <a:srgbClr val="000000"/>
                </a:solidFill>
                <a:effectLst/>
                <a:uLnTx/>
                <a:uFillTx/>
                <a:latin typeface="+mn-lt"/>
                <a:ea typeface="宋体" panose="02010600030101010101" pitchFamily="2" charset="-122"/>
                <a:cs typeface="+mn-cs"/>
              </a:rPr>
              <a:t>)+E (P</a:t>
            </a:r>
            <a:r>
              <a:rPr kumimoji="0" lang="en-US" altLang="zh-CN" sz="2000" b="0" i="0" u="none" strike="noStrike" kern="1200" cap="none" spc="0" normalizeH="0" baseline="-30000" noProof="0" dirty="0" smtClean="0">
                <a:ln>
                  <a:noFill/>
                </a:ln>
                <a:solidFill>
                  <a:srgbClr val="000000"/>
                </a:solidFill>
                <a:effectLst/>
                <a:uLnTx/>
                <a:uFillTx/>
                <a:latin typeface="+mn-lt"/>
                <a:ea typeface="宋体" panose="02010600030101010101" pitchFamily="2" charset="-122"/>
                <a:cs typeface="+mn-cs"/>
              </a:rPr>
              <a:t>2</a:t>
            </a:r>
            <a:r>
              <a:rPr kumimoji="0" lang="en-US" altLang="zh-CN" sz="2000" b="0" i="0" u="none" strike="noStrike" kern="1200" cap="none" spc="0" normalizeH="0" baseline="0" noProof="0" dirty="0" smtClean="0">
                <a:ln>
                  <a:noFill/>
                </a:ln>
                <a:solidFill>
                  <a:srgbClr val="000000"/>
                </a:solidFill>
                <a:effectLst/>
                <a:uLnTx/>
                <a:uFillTx/>
                <a:latin typeface="+mn-lt"/>
                <a:ea typeface="宋体" panose="02010600030101010101" pitchFamily="2" charset="-122"/>
                <a:cs typeface="+mn-cs"/>
              </a:rPr>
              <a:t>)</a:t>
            </a:r>
            <a:r>
              <a:rPr kumimoji="0" lang="en-US" altLang="zh-CN" sz="20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 </a:t>
            </a:r>
            <a:endParaRPr kumimoji="0" lang="en-US" altLang="zh-CN" sz="20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363855" marR="0" lvl="0" indent="-25400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defRPr/>
            </a:pPr>
            <a:r>
              <a:rPr kumimoji="0" lang="en-US" altLang="zh-CN" sz="2000" b="0" i="0" u="none" strike="noStrike" kern="1200" cap="none" spc="0" normalizeH="0" baseline="0" noProof="0" dirty="0" smtClean="0">
                <a:ln>
                  <a:noFill/>
                </a:ln>
                <a:solidFill>
                  <a:srgbClr val="000000"/>
                </a:solidFill>
                <a:effectLst/>
                <a:uLnTx/>
                <a:uFillTx/>
                <a:latin typeface="+mn-lt"/>
                <a:ea typeface="宋体" panose="02010600030101010101" pitchFamily="2" charset="-122"/>
                <a:cs typeface="+mn-cs"/>
              </a:rPr>
              <a:t>     C</a:t>
            </a:r>
            <a:r>
              <a:rPr kumimoji="0" lang="zh-CN" altLang="en-US" sz="2000" b="0" i="0" u="none" strike="noStrike" kern="1200" cap="none" spc="0" normalizeH="0" baseline="0" noProof="0" dirty="0" smtClean="0">
                <a:ln>
                  <a:noFill/>
                </a:ln>
                <a:solidFill>
                  <a:srgbClr val="000000"/>
                </a:solidFill>
                <a:effectLst/>
                <a:uLnTx/>
                <a:uFillTx/>
                <a:latin typeface="+mn-lt"/>
                <a:ea typeface="宋体" panose="02010600030101010101" pitchFamily="2" charset="-122"/>
                <a:cs typeface="+mn-cs"/>
              </a:rPr>
              <a:t>为问题的复杂度，</a:t>
            </a:r>
            <a:r>
              <a:rPr kumimoji="0" lang="en-US" altLang="zh-CN" sz="2000" b="0" i="0" u="none" strike="noStrike" kern="1200" cap="none" spc="0" normalizeH="0" baseline="0" noProof="0" dirty="0" smtClean="0">
                <a:ln>
                  <a:noFill/>
                </a:ln>
                <a:solidFill>
                  <a:srgbClr val="000000"/>
                </a:solidFill>
                <a:effectLst/>
                <a:uLnTx/>
                <a:uFillTx/>
                <a:latin typeface="+mn-lt"/>
                <a:ea typeface="宋体" panose="02010600030101010101" pitchFamily="2" charset="-122"/>
                <a:cs typeface="+mn-cs"/>
              </a:rPr>
              <a:t>E</a:t>
            </a:r>
            <a:r>
              <a:rPr kumimoji="0" lang="zh-CN" altLang="en-US" sz="2000" b="0" i="0" u="none" strike="noStrike" kern="1200" cap="none" spc="0" normalizeH="0" baseline="0" noProof="0" dirty="0" smtClean="0">
                <a:ln>
                  <a:noFill/>
                </a:ln>
                <a:solidFill>
                  <a:srgbClr val="000000"/>
                </a:solidFill>
                <a:effectLst/>
                <a:uLnTx/>
                <a:uFillTx/>
                <a:latin typeface="+mn-lt"/>
                <a:ea typeface="宋体" panose="02010600030101010101" pitchFamily="2" charset="-122"/>
                <a:cs typeface="+mn-cs"/>
              </a:rPr>
              <a:t>为解题需要的工作量</a:t>
            </a:r>
            <a:endParaRPr kumimoji="0" lang="zh-CN" altLang="en-US" sz="2000" b="0" i="0" u="none" strike="noStrike" kern="1200" cap="none" spc="0" normalizeH="0" baseline="0" noProof="0" dirty="0" smtClean="0">
              <a:ln>
                <a:noFill/>
              </a:ln>
              <a:solidFill>
                <a:srgbClr val="000000"/>
              </a:solidFill>
              <a:effectLst/>
              <a:uLnTx/>
              <a:uFillTx/>
              <a:latin typeface="+mn-lt"/>
              <a:ea typeface="宋体" panose="02010600030101010101" pitchFamily="2" charset="-122"/>
              <a:cs typeface="+mn-cs"/>
            </a:endParaRPr>
          </a:p>
        </p:txBody>
      </p:sp>
      <p:sp>
        <p:nvSpPr>
          <p:cNvPr id="66563" name="灯片编号占位符 5"/>
          <p:cNvSpPr txBox="1">
            <a:spLocks noGrp="1"/>
          </p:cNvSpPr>
          <p:nvPr>
            <p:ph type="sldNum" sz="quarter" idx="12"/>
          </p:nvPr>
        </p:nvSpPr>
        <p:spPr>
          <a:xfrm>
            <a:off x="7902575" y="6345238"/>
            <a:ext cx="760413" cy="363537"/>
          </a:xfrm>
          <a:noFill/>
          <a:ln>
            <a:noFill/>
          </a:ln>
        </p:spPr>
        <p:txBody>
          <a:bodyPr lIns="91221" tIns="45610" rIns="91221" bIns="45610" anchor="b" anchorCtr="0"/>
          <a:p>
            <a:pPr marL="0" indent="0" algn="r" eaLnBrk="1" hangingPunct="1">
              <a:spcBef>
                <a:spcPct val="0"/>
              </a:spcBef>
              <a:buClrTx/>
              <a:buSzTx/>
              <a:buFont typeface="Wingdings" panose="05000000000000000000" pitchFamily="2" charset="2"/>
              <a:buNone/>
            </a:pPr>
            <a:fld id="{9A0DB2DC-4C9A-4742-B13C-FB6460FD3503}" type="slidenum">
              <a:rPr lang="en-US" altLang="zh-CN" sz="1200" b="1" dirty="0">
                <a:latin typeface="Arial" panose="020B0604020202020204" pitchFamily="34" charset="0"/>
              </a:rPr>
            </a:fld>
            <a:endParaRPr lang="en-US" altLang="zh-CN" sz="1200" b="1" dirty="0">
              <a:latin typeface="Arial" panose="020B0604020202020204" pitchFamily="34" charset="0"/>
            </a:endParaRPr>
          </a:p>
        </p:txBody>
      </p:sp>
      <p:sp>
        <p:nvSpPr>
          <p:cNvPr id="66564" name="Rectangle 2"/>
          <p:cNvSpPr>
            <a:spLocks noGrp="1" noRot="1"/>
          </p:cNvSpPr>
          <p:nvPr>
            <p:ph type="title"/>
          </p:nvPr>
        </p:nvSpPr>
        <p:spPr>
          <a:xfrm>
            <a:off x="250825" y="404813"/>
            <a:ext cx="8516938" cy="1139825"/>
          </a:xfrm>
          <a:ln/>
        </p:spPr>
        <p:txBody>
          <a:bodyPr vert="horz" wrap="square" lIns="0" tIns="45610" rIns="0" bIns="0" anchor="b" anchorCtr="0"/>
          <a:p>
            <a:pPr eaLnBrk="1" hangingPunct="1"/>
            <a:r>
              <a:rPr lang="zh-CN" altLang="en-US" b="1" dirty="0">
                <a:latin typeface="微软雅黑" panose="020B0503020204020204" pitchFamily="34" charset="-122"/>
                <a:ea typeface="微软雅黑" panose="020B0503020204020204" pitchFamily="34" charset="-122"/>
              </a:rPr>
              <a:t>实现模块化：分解</a:t>
            </a:r>
            <a:endParaRPr lang="zh-CN" altLang="en-US" b="1" dirty="0">
              <a:latin typeface="微软雅黑" panose="020B0503020204020204" pitchFamily="34" charset="-122"/>
              <a:ea typeface="微软雅黑" panose="020B0503020204020204" pitchFamily="34" charset="-122"/>
            </a:endParaRPr>
          </a:p>
        </p:txBody>
      </p:sp>
      <p:grpSp>
        <p:nvGrpSpPr>
          <p:cNvPr id="66565" name="Group 19"/>
          <p:cNvGrpSpPr/>
          <p:nvPr/>
        </p:nvGrpSpPr>
        <p:grpSpPr>
          <a:xfrm>
            <a:off x="1184275" y="3709988"/>
            <a:ext cx="6610350" cy="2890837"/>
            <a:chOff x="612" y="2035"/>
            <a:chExt cx="4176" cy="1824"/>
          </a:xfrm>
        </p:grpSpPr>
        <p:sp>
          <p:nvSpPr>
            <p:cNvPr id="66566" name="Text Box 5"/>
            <p:cNvSpPr txBox="1"/>
            <p:nvPr/>
          </p:nvSpPr>
          <p:spPr>
            <a:xfrm>
              <a:off x="3953" y="3598"/>
              <a:ext cx="835" cy="261"/>
            </a:xfrm>
            <a:prstGeom prst="rect">
              <a:avLst/>
            </a:prstGeom>
            <a:solidFill>
              <a:srgbClr val="FFFFFF"/>
            </a:solid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a:spcBef>
                  <a:spcPct val="0"/>
                </a:spcBef>
                <a:buClrTx/>
                <a:buSzTx/>
                <a:buFont typeface="Wingdings" panose="05000000000000000000" pitchFamily="2" charset="2"/>
                <a:buNone/>
              </a:pPr>
              <a:r>
                <a:rPr lang="zh-CN" altLang="en-US" sz="2400" b="1" dirty="0">
                  <a:latin typeface="Times New Roman" panose="02020603050405020304" pitchFamily="18" charset="0"/>
                </a:rPr>
                <a:t>模块数</a:t>
              </a:r>
              <a:endParaRPr lang="zh-CN" altLang="en-US" sz="2400" b="1" dirty="0">
                <a:latin typeface="Times New Roman" panose="02020603050405020304" pitchFamily="18" charset="0"/>
              </a:endParaRPr>
            </a:p>
          </p:txBody>
        </p:sp>
        <p:sp>
          <p:nvSpPr>
            <p:cNvPr id="66567" name="Text Box 6"/>
            <p:cNvSpPr txBox="1"/>
            <p:nvPr/>
          </p:nvSpPr>
          <p:spPr>
            <a:xfrm>
              <a:off x="3595" y="2817"/>
              <a:ext cx="1105" cy="260"/>
            </a:xfrm>
            <a:prstGeom prst="rect">
              <a:avLst/>
            </a:prstGeom>
            <a:solidFill>
              <a:srgbClr val="FFFFFF"/>
            </a:solid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a:spcBef>
                  <a:spcPct val="0"/>
                </a:spcBef>
                <a:buClrTx/>
                <a:buSzTx/>
                <a:buFont typeface="Wingdings" panose="05000000000000000000" pitchFamily="2" charset="2"/>
                <a:buNone/>
              </a:pPr>
              <a:r>
                <a:rPr lang="zh-CN" altLang="en-US" sz="2400" b="1" dirty="0">
                  <a:latin typeface="Times New Roman" panose="02020603050405020304" pitchFamily="18" charset="0"/>
                </a:rPr>
                <a:t>接口成本</a:t>
              </a:r>
              <a:endParaRPr lang="zh-CN" altLang="en-US" sz="2400" b="1" dirty="0">
                <a:latin typeface="Times New Roman" panose="02020603050405020304" pitchFamily="18" charset="0"/>
              </a:endParaRPr>
            </a:p>
          </p:txBody>
        </p:sp>
        <p:sp>
          <p:nvSpPr>
            <p:cNvPr id="66568" name="Rectangle 7"/>
            <p:cNvSpPr/>
            <p:nvPr/>
          </p:nvSpPr>
          <p:spPr>
            <a:xfrm>
              <a:off x="1686" y="2382"/>
              <a:ext cx="1551" cy="435"/>
            </a:xfrm>
            <a:prstGeom prst="rect">
              <a:avLst/>
            </a:prstGeom>
            <a:solidFill>
              <a:srgbClr val="FFFFFF"/>
            </a:solid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a:spcBef>
                  <a:spcPct val="0"/>
                </a:spcBef>
                <a:buClrTx/>
                <a:buSzTx/>
                <a:buFont typeface="Wingdings" panose="05000000000000000000" pitchFamily="2" charset="2"/>
                <a:buNone/>
              </a:pPr>
              <a:r>
                <a:rPr lang="zh-CN" altLang="en-US" sz="2400" b="1" dirty="0">
                  <a:solidFill>
                    <a:srgbClr val="000000"/>
                  </a:solidFill>
                  <a:latin typeface="Times New Roman" panose="02020603050405020304" pitchFamily="18" charset="0"/>
                  <a:ea typeface="黑体" panose="02010609060101010101" pitchFamily="49" charset="-122"/>
                </a:rPr>
                <a:t>最小成本区</a:t>
              </a:r>
              <a:endParaRPr lang="zh-CN" altLang="en-US" sz="2400" b="1" dirty="0">
                <a:solidFill>
                  <a:srgbClr val="000000"/>
                </a:solidFill>
                <a:latin typeface="Times New Roman" panose="02020603050405020304" pitchFamily="18" charset="0"/>
                <a:ea typeface="黑体" panose="02010609060101010101" pitchFamily="49" charset="-122"/>
              </a:endParaRPr>
            </a:p>
            <a:p>
              <a:pPr marL="0" lvl="0" indent="0" algn="ctr">
                <a:spcBef>
                  <a:spcPct val="0"/>
                </a:spcBef>
                <a:buClrTx/>
                <a:buSzTx/>
                <a:buFont typeface="Wingdings" panose="05000000000000000000" pitchFamily="2" charset="2"/>
                <a:buNone/>
              </a:pPr>
              <a:r>
                <a:rPr lang="en-US" altLang="zh-CN" sz="2400" b="1" dirty="0">
                  <a:solidFill>
                    <a:srgbClr val="000000"/>
                  </a:solidFill>
                  <a:latin typeface="Times New Roman" panose="02020603050405020304" pitchFamily="18" charset="0"/>
                  <a:ea typeface="黑体" panose="02010609060101010101" pitchFamily="49" charset="-122"/>
                </a:rPr>
                <a:t>M</a:t>
              </a:r>
              <a:endParaRPr lang="en-US" altLang="zh-CN" sz="2400" b="1" dirty="0">
                <a:latin typeface="Times New Roman" panose="02020603050405020304" pitchFamily="18" charset="0"/>
                <a:ea typeface="黑体" panose="02010609060101010101" pitchFamily="49" charset="-122"/>
              </a:endParaRPr>
            </a:p>
          </p:txBody>
        </p:sp>
        <p:sp>
          <p:nvSpPr>
            <p:cNvPr id="66569" name="Line 8"/>
            <p:cNvSpPr/>
            <p:nvPr/>
          </p:nvSpPr>
          <p:spPr>
            <a:xfrm>
              <a:off x="970" y="2209"/>
              <a:ext cx="0" cy="1650"/>
            </a:xfrm>
            <a:prstGeom prst="line">
              <a:avLst/>
            </a:prstGeom>
            <a:ln w="9525" cap="flat" cmpd="sng">
              <a:solidFill>
                <a:srgbClr val="000000"/>
              </a:solidFill>
              <a:prstDash val="solid"/>
              <a:headEnd type="triangle" w="med" len="med"/>
              <a:tailEnd type="none" w="med" len="med"/>
            </a:ln>
          </p:spPr>
        </p:sp>
        <p:sp>
          <p:nvSpPr>
            <p:cNvPr id="66570" name="Line 9"/>
            <p:cNvSpPr/>
            <p:nvPr/>
          </p:nvSpPr>
          <p:spPr>
            <a:xfrm>
              <a:off x="970" y="3859"/>
              <a:ext cx="3341" cy="0"/>
            </a:xfrm>
            <a:prstGeom prst="line">
              <a:avLst/>
            </a:prstGeom>
            <a:ln w="9525" cap="flat" cmpd="sng">
              <a:solidFill>
                <a:srgbClr val="000000"/>
              </a:solidFill>
              <a:prstDash val="solid"/>
              <a:headEnd type="none" w="med" len="med"/>
              <a:tailEnd type="triangle" w="med" len="med"/>
            </a:ln>
          </p:spPr>
        </p:sp>
        <p:sp>
          <p:nvSpPr>
            <p:cNvPr id="66571" name="Line 10"/>
            <p:cNvSpPr/>
            <p:nvPr/>
          </p:nvSpPr>
          <p:spPr>
            <a:xfrm flipV="1">
              <a:off x="2282" y="2904"/>
              <a:ext cx="0" cy="955"/>
            </a:xfrm>
            <a:prstGeom prst="line">
              <a:avLst/>
            </a:prstGeom>
            <a:ln w="9525" cap="flat" cmpd="sng">
              <a:solidFill>
                <a:srgbClr val="000000"/>
              </a:solidFill>
              <a:prstDash val="lgDash"/>
              <a:headEnd type="none" w="med" len="med"/>
              <a:tailEnd type="none" w="med" len="med"/>
            </a:ln>
          </p:spPr>
        </p:sp>
        <p:sp>
          <p:nvSpPr>
            <p:cNvPr id="66572" name="Line 11"/>
            <p:cNvSpPr/>
            <p:nvPr/>
          </p:nvSpPr>
          <p:spPr>
            <a:xfrm flipV="1">
              <a:off x="2640" y="2904"/>
              <a:ext cx="0" cy="955"/>
            </a:xfrm>
            <a:prstGeom prst="line">
              <a:avLst/>
            </a:prstGeom>
            <a:ln w="9525" cap="flat" cmpd="sng">
              <a:solidFill>
                <a:srgbClr val="000000"/>
              </a:solidFill>
              <a:prstDash val="lgDash"/>
              <a:headEnd type="none" w="med" len="med"/>
              <a:tailEnd type="none" w="med" len="med"/>
            </a:ln>
          </p:spPr>
        </p:sp>
        <p:sp>
          <p:nvSpPr>
            <p:cNvPr id="66573" name="AutoShape 12"/>
            <p:cNvSpPr/>
            <p:nvPr/>
          </p:nvSpPr>
          <p:spPr>
            <a:xfrm rot="5400000">
              <a:off x="2417" y="2594"/>
              <a:ext cx="87" cy="358"/>
            </a:xfrm>
            <a:prstGeom prst="leftBrace">
              <a:avLst>
                <a:gd name="adj1" fmla="val 34291"/>
                <a:gd name="adj2" fmla="val 50000"/>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sp>
          <p:nvSpPr>
            <p:cNvPr id="66574" name="Arc 13"/>
            <p:cNvSpPr/>
            <p:nvPr/>
          </p:nvSpPr>
          <p:spPr>
            <a:xfrm>
              <a:off x="1209" y="2035"/>
              <a:ext cx="2528" cy="1042"/>
            </a:xfrm>
            <a:custGeom>
              <a:avLst/>
              <a:gdLst>
                <a:gd name="txL" fmla="*/ 0 w 38132"/>
                <a:gd name="txT" fmla="*/ 0 h 21600"/>
                <a:gd name="txR" fmla="*/ 38132 w 38132"/>
                <a:gd name="txB" fmla="*/ 21600 h 21600"/>
              </a:gdLst>
              <a:ahLst/>
              <a:cxnLst>
                <a:cxn ang="0">
                  <a:pos x="0" y="0"/>
                </a:cxn>
                <a:cxn ang="0">
                  <a:pos x="0" y="0"/>
                </a:cxn>
                <a:cxn ang="0">
                  <a:pos x="0" y="0"/>
                </a:cxn>
              </a:cxnLst>
              <a:rect l="txL" t="txT" r="txR" b="txB"/>
              <a:pathLst>
                <a:path w="38132" h="21600" fill="none">
                  <a:moveTo>
                    <a:pt x="36676" y="9442"/>
                  </a:moveTo>
                  <a:cubicBezTo>
                    <a:pt x="32612" y="14507"/>
                    <a:pt x="26115" y="17503"/>
                    <a:pt x="19200" y="17504"/>
                  </a:cubicBezTo>
                  <a:cubicBezTo>
                    <a:pt x="12085" y="17504"/>
                    <a:pt x="5427" y="14332"/>
                    <a:pt x="1398" y="9025"/>
                  </a:cubicBezTo>
                </a:path>
                <a:path w="38132" h="21600" stroke="0">
                  <a:moveTo>
                    <a:pt x="36676" y="9442"/>
                  </a:moveTo>
                  <a:cubicBezTo>
                    <a:pt x="32612" y="14507"/>
                    <a:pt x="26115" y="17503"/>
                    <a:pt x="19200" y="17504"/>
                  </a:cubicBezTo>
                  <a:cubicBezTo>
                    <a:pt x="12085" y="17504"/>
                    <a:pt x="5427" y="14332"/>
                    <a:pt x="1398" y="9025"/>
                  </a:cubicBezTo>
                  <a:lnTo>
                    <a:pt x="19200" y="0"/>
                  </a:lnTo>
                  <a:lnTo>
                    <a:pt x="36676" y="9442"/>
                  </a:lnTo>
                  <a:close/>
                </a:path>
              </a:pathLst>
            </a:custGeom>
            <a:noFill/>
            <a:ln w="19050" cap="flat" cmpd="sng">
              <a:solidFill>
                <a:srgbClr val="000000">
                  <a:alpha val="100000"/>
                </a:srgbClr>
              </a:solidFill>
              <a:prstDash val="lgDash"/>
              <a:round/>
              <a:headEnd type="none" w="med" len="med"/>
              <a:tailEnd type="none" w="med" len="med"/>
            </a:ln>
          </p:spPr>
          <p:txBody>
            <a:bodyPr/>
            <a:p>
              <a:endParaRPr lang="zh-CN" altLang="en-US"/>
            </a:p>
          </p:txBody>
        </p:sp>
        <p:sp>
          <p:nvSpPr>
            <p:cNvPr id="66575" name="Arc 14"/>
            <p:cNvSpPr/>
            <p:nvPr/>
          </p:nvSpPr>
          <p:spPr>
            <a:xfrm flipH="1" flipV="1">
              <a:off x="1209" y="2643"/>
              <a:ext cx="2147" cy="955"/>
            </a:xfrm>
            <a:custGeom>
              <a:avLst/>
              <a:gdLst>
                <a:gd name="txL" fmla="*/ 0 w 21600"/>
                <a:gd name="txT" fmla="*/ 0 h 21600"/>
                <a:gd name="txR" fmla="*/ 21600 w 21600"/>
                <a:gd name="txB" fmla="*/ 21600 h 21600"/>
              </a:gdLst>
              <a:ahLst/>
              <a:cxnLst>
                <a:cxn ang="0">
                  <a:pos x="0" y="0"/>
                </a:cxn>
                <a:cxn ang="0">
                  <a:pos x="0" y="0"/>
                </a:cxn>
                <a:cxn ang="0">
                  <a:pos x="0" y="0"/>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19050" cap="flat" cmpd="sng">
              <a:solidFill>
                <a:srgbClr val="000000">
                  <a:alpha val="100000"/>
                </a:srgbClr>
              </a:solidFill>
              <a:prstDash val="solid"/>
              <a:round/>
              <a:headEnd type="none" w="med" len="med"/>
              <a:tailEnd type="none" w="med" len="med"/>
            </a:ln>
          </p:spPr>
          <p:txBody>
            <a:bodyPr/>
            <a:p>
              <a:endParaRPr lang="zh-CN" altLang="en-US"/>
            </a:p>
          </p:txBody>
        </p:sp>
        <p:sp>
          <p:nvSpPr>
            <p:cNvPr id="66576" name="Arc 15"/>
            <p:cNvSpPr/>
            <p:nvPr/>
          </p:nvSpPr>
          <p:spPr>
            <a:xfrm flipH="1" flipV="1">
              <a:off x="1566" y="2643"/>
              <a:ext cx="2142" cy="954"/>
            </a:xfrm>
            <a:custGeom>
              <a:avLst/>
              <a:gdLst>
                <a:gd name="txL" fmla="*/ 0 w 21542"/>
                <a:gd name="txT" fmla="*/ 0 h 21578"/>
                <a:gd name="txR" fmla="*/ 21542 w 21542"/>
                <a:gd name="txB" fmla="*/ 21578 h 21578"/>
              </a:gdLst>
              <a:ahLst/>
              <a:cxnLst>
                <a:cxn ang="0">
                  <a:pos x="0" y="0"/>
                </a:cxn>
                <a:cxn ang="0">
                  <a:pos x="0" y="0"/>
                </a:cxn>
                <a:cxn ang="0">
                  <a:pos x="0" y="0"/>
                </a:cxn>
              </a:cxnLst>
              <a:rect l="txL" t="txT" r="txR" b="txB"/>
              <a:pathLst>
                <a:path w="21542" h="21578" fill="none">
                  <a:moveTo>
                    <a:pt x="-1" y="20000"/>
                  </a:moveTo>
                  <a:cubicBezTo>
                    <a:pt x="798" y="9086"/>
                    <a:pt x="9634" y="494"/>
                    <a:pt x="20567" y="0"/>
                  </a:cubicBezTo>
                </a:path>
                <a:path w="21542" h="21578" stroke="0">
                  <a:moveTo>
                    <a:pt x="-1" y="20000"/>
                  </a:moveTo>
                  <a:cubicBezTo>
                    <a:pt x="798" y="9086"/>
                    <a:pt x="9634" y="494"/>
                    <a:pt x="20567" y="0"/>
                  </a:cubicBezTo>
                  <a:lnTo>
                    <a:pt x="21542" y="21578"/>
                  </a:lnTo>
                  <a:lnTo>
                    <a:pt x="-1" y="20000"/>
                  </a:lnTo>
                  <a:close/>
                </a:path>
              </a:pathLst>
            </a:custGeom>
            <a:noFill/>
            <a:ln w="19050" cap="flat" cmpd="sng">
              <a:solidFill>
                <a:srgbClr val="000000">
                  <a:alpha val="100000"/>
                </a:srgbClr>
              </a:solidFill>
              <a:prstDash val="solid"/>
              <a:round/>
              <a:headEnd type="none" w="med" len="med"/>
              <a:tailEnd type="none" w="med" len="med"/>
            </a:ln>
          </p:spPr>
          <p:txBody>
            <a:bodyPr/>
            <a:p>
              <a:endParaRPr lang="zh-CN" altLang="en-US"/>
            </a:p>
          </p:txBody>
        </p:sp>
        <p:sp>
          <p:nvSpPr>
            <p:cNvPr id="66577" name="Text Box 16"/>
            <p:cNvSpPr txBox="1"/>
            <p:nvPr/>
          </p:nvSpPr>
          <p:spPr>
            <a:xfrm>
              <a:off x="612" y="2296"/>
              <a:ext cx="358" cy="1302"/>
            </a:xfrm>
            <a:prstGeom prst="rect">
              <a:avLst/>
            </a:prstGeom>
            <a:solidFill>
              <a:srgbClr val="FFFFFF"/>
            </a:solid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a:spcBef>
                  <a:spcPct val="0"/>
                </a:spcBef>
                <a:buClrTx/>
                <a:buSzTx/>
                <a:buFont typeface="Wingdings" panose="05000000000000000000" pitchFamily="2" charset="2"/>
                <a:buNone/>
              </a:pPr>
              <a:r>
                <a:rPr lang="zh-CN" altLang="en-US" sz="2400" b="1" dirty="0">
                  <a:latin typeface="Times New Roman" panose="02020603050405020304" pitchFamily="18" charset="0"/>
                </a:rPr>
                <a:t>软件开发工</a:t>
              </a:r>
              <a:endParaRPr lang="zh-CN" altLang="en-US" sz="2400" b="1" dirty="0">
                <a:latin typeface="Times New Roman" panose="02020603050405020304" pitchFamily="18" charset="0"/>
              </a:endParaRPr>
            </a:p>
            <a:p>
              <a:pPr marL="0" lvl="0" indent="0" algn="just">
                <a:spcBef>
                  <a:spcPct val="0"/>
                </a:spcBef>
                <a:buClrTx/>
                <a:buSzTx/>
                <a:buFont typeface="Wingdings" panose="05000000000000000000" pitchFamily="2" charset="2"/>
                <a:buNone/>
              </a:pPr>
              <a:r>
                <a:rPr lang="zh-CN" altLang="en-US" sz="2400" b="1" dirty="0">
                  <a:latin typeface="Times New Roman" panose="02020603050405020304" pitchFamily="18" charset="0"/>
                </a:rPr>
                <a:t>作</a:t>
              </a:r>
              <a:endParaRPr lang="zh-CN" altLang="en-US" sz="2400" b="1" dirty="0">
                <a:latin typeface="Times New Roman" panose="02020603050405020304" pitchFamily="18" charset="0"/>
              </a:endParaRPr>
            </a:p>
            <a:p>
              <a:pPr marL="0" lvl="0" indent="0" algn="just">
                <a:spcBef>
                  <a:spcPct val="0"/>
                </a:spcBef>
                <a:buClrTx/>
                <a:buSzTx/>
                <a:buFont typeface="Wingdings" panose="05000000000000000000" pitchFamily="2" charset="2"/>
                <a:buNone/>
              </a:pPr>
              <a:r>
                <a:rPr lang="zh-CN" altLang="en-US" sz="2400" b="1" dirty="0">
                  <a:latin typeface="Times New Roman" panose="02020603050405020304" pitchFamily="18" charset="0"/>
                </a:rPr>
                <a:t>量</a:t>
              </a:r>
              <a:endParaRPr lang="zh-CN" altLang="en-US" sz="2400" b="1" dirty="0">
                <a:latin typeface="Times New Roman" panose="02020603050405020304" pitchFamily="18" charset="0"/>
              </a:endParaRPr>
            </a:p>
          </p:txBody>
        </p:sp>
        <p:sp>
          <p:nvSpPr>
            <p:cNvPr id="66578" name="Text Box 17"/>
            <p:cNvSpPr txBox="1"/>
            <p:nvPr/>
          </p:nvSpPr>
          <p:spPr>
            <a:xfrm>
              <a:off x="3356" y="2210"/>
              <a:ext cx="835" cy="261"/>
            </a:xfrm>
            <a:prstGeom prst="rect">
              <a:avLst/>
            </a:prstGeom>
            <a:solidFill>
              <a:srgbClr val="FFFFFF"/>
            </a:solid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a:spcBef>
                  <a:spcPct val="0"/>
                </a:spcBef>
                <a:buClrTx/>
                <a:buSzTx/>
                <a:buFont typeface="Wingdings" panose="05000000000000000000" pitchFamily="2" charset="2"/>
                <a:buNone/>
              </a:pPr>
              <a:r>
                <a:rPr lang="zh-CN" altLang="en-US" sz="2400" b="1" dirty="0">
                  <a:latin typeface="Times New Roman" panose="02020603050405020304" pitchFamily="18" charset="0"/>
                </a:rPr>
                <a:t>总成本</a:t>
              </a:r>
              <a:endParaRPr lang="zh-CN" altLang="en-US" sz="2400" b="1" dirty="0">
                <a:latin typeface="Times New Roman" panose="02020603050405020304" pitchFamily="18" charset="0"/>
              </a:endParaRPr>
            </a:p>
          </p:txBody>
        </p:sp>
        <p:sp>
          <p:nvSpPr>
            <p:cNvPr id="66579" name="Text Box 18"/>
            <p:cNvSpPr txBox="1"/>
            <p:nvPr/>
          </p:nvSpPr>
          <p:spPr>
            <a:xfrm>
              <a:off x="3356" y="3338"/>
              <a:ext cx="1074" cy="260"/>
            </a:xfrm>
            <a:prstGeom prst="rect">
              <a:avLst/>
            </a:prstGeom>
            <a:solidFill>
              <a:srgbClr val="FFFFFF"/>
            </a:solid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a:spcBef>
                  <a:spcPct val="0"/>
                </a:spcBef>
                <a:buClrTx/>
                <a:buSzTx/>
                <a:buFont typeface="Wingdings" panose="05000000000000000000" pitchFamily="2" charset="2"/>
                <a:buNone/>
              </a:pPr>
              <a:r>
                <a:rPr lang="zh-CN" altLang="en-US" sz="2400" b="1" dirty="0">
                  <a:latin typeface="Times New Roman" panose="02020603050405020304" pitchFamily="18" charset="0"/>
                </a:rPr>
                <a:t>模块成本</a:t>
              </a:r>
              <a:endParaRPr lang="zh-CN" altLang="en-US" sz="2400" b="1" dirty="0">
                <a:latin typeface="Times New Roman" panose="02020603050405020304" pitchFamily="18" charset="0"/>
              </a:endParaRPr>
            </a:p>
          </p:txBody>
        </p:sp>
      </p:grpSp>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3"/>
          <p:cNvSpPr>
            <a:spLocks noGrp="1" noRot="1" noChangeArrowheads="1"/>
          </p:cNvSpPr>
          <p:nvPr>
            <p:ph idx="1"/>
          </p:nvPr>
        </p:nvSpPr>
        <p:spPr>
          <a:xfrm>
            <a:off x="311150" y="1992313"/>
            <a:ext cx="8723313" cy="4814888"/>
          </a:xfrm>
        </p:spPr>
        <p:txBody>
          <a:bodyPr vert="horz" wrap="square" lIns="91221" tIns="45610" rIns="91221" bIns="45610" numCol="1" anchor="t" anchorCtr="0" compatLnSpc="1"/>
          <a:lstStyle/>
          <a:p>
            <a:pPr marL="273050" marR="0" lvl="0" indent="-27305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l"/>
              <a:defRPr/>
            </a:pPr>
            <a:r>
              <a:rPr kumimoji="0" lang="zh-CN" altLang="en-US" sz="2800" b="1" i="0" u="none" strike="noStrike" kern="1200" cap="none" spc="0" normalizeH="0" baseline="0" noProof="0" dirty="0" smtClean="0">
                <a:ln>
                  <a:noFill/>
                </a:ln>
                <a:solidFill>
                  <a:schemeClr val="tx1"/>
                </a:solidFill>
                <a:effectLst/>
                <a:uLnTx/>
                <a:uFillTx/>
                <a:latin typeface="+mn-ea"/>
                <a:ea typeface="宋体" panose="02010600030101010101" pitchFamily="2" charset="-122"/>
                <a:cs typeface="+mn-cs"/>
              </a:rPr>
              <a:t>模块独立性概括了系统分解时</a:t>
            </a:r>
            <a:r>
              <a:rPr kumimoji="0" lang="zh-CN" altLang="en-US" sz="2800" b="1" i="0" u="none" strike="noStrike" kern="1200" cap="none" spc="0" normalizeH="0" baseline="0" noProof="0" dirty="0">
                <a:ln>
                  <a:noFill/>
                </a:ln>
                <a:solidFill>
                  <a:schemeClr val="tx1"/>
                </a:solidFill>
                <a:effectLst/>
                <a:uLnTx/>
                <a:uFillTx/>
                <a:latin typeface="+mn-ea"/>
                <a:ea typeface="宋体" panose="02010600030101010101" pitchFamily="2" charset="-122"/>
                <a:cs typeface="+mn-cs"/>
              </a:rPr>
              <a:t>要遵守的准则</a:t>
            </a:r>
            <a:endParaRPr kumimoji="0" lang="zh-CN" altLang="en-US" sz="2600" b="1" i="0" u="none" strike="noStrike" kern="1200" cap="none" spc="0" normalizeH="0" baseline="0" noProof="0" dirty="0" smtClean="0">
              <a:ln>
                <a:noFill/>
              </a:ln>
              <a:solidFill>
                <a:schemeClr val="tx1"/>
              </a:solidFill>
              <a:effectLst/>
              <a:uLnTx/>
              <a:uFillTx/>
              <a:latin typeface="+mn-ea"/>
              <a:ea typeface="宋体" panose="02010600030101010101" pitchFamily="2" charset="-122"/>
              <a:cs typeface="+mn-cs"/>
            </a:endParaRPr>
          </a:p>
          <a:p>
            <a:pPr marL="273050" marR="0" lvl="1" indent="-27305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l"/>
              <a:defRPr/>
            </a:pPr>
            <a:r>
              <a:rPr kumimoji="0" lang="zh-CN" altLang="en-US" sz="2800" b="1" i="0" u="none" strike="noStrike" kern="1200" cap="none" spc="0" normalizeH="0" baseline="0" noProof="0" dirty="0">
                <a:ln>
                  <a:noFill/>
                </a:ln>
                <a:solidFill>
                  <a:schemeClr val="tx1"/>
                </a:solidFill>
                <a:effectLst/>
                <a:uLnTx/>
                <a:uFillTx/>
                <a:latin typeface="+mn-ea"/>
                <a:ea typeface="宋体" panose="02010600030101010101" pitchFamily="2" charset="-122"/>
                <a:cs typeface="+mn-cs"/>
              </a:rPr>
              <a:t>衡量模块独立性的两个准则</a:t>
            </a:r>
            <a:endParaRPr kumimoji="0" lang="zh-CN" altLang="en-US" sz="2800" b="1" i="0" u="none" strike="noStrike" kern="1200" cap="none" spc="0" normalizeH="0" baseline="0" noProof="0" dirty="0">
              <a:ln>
                <a:noFill/>
              </a:ln>
              <a:solidFill>
                <a:schemeClr val="tx1"/>
              </a:solidFill>
              <a:effectLst/>
              <a:uLnTx/>
              <a:uFillTx/>
              <a:latin typeface="+mn-ea"/>
              <a:ea typeface="宋体" panose="02010600030101010101" pitchFamily="2" charset="-122"/>
              <a:cs typeface="+mn-cs"/>
            </a:endParaRPr>
          </a:p>
          <a:p>
            <a:pPr marL="911225" marR="0" lvl="2" indent="-24638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Ø"/>
              <a:defRPr/>
            </a:pPr>
            <a:r>
              <a:rPr kumimoji="0" lang="zh-CN" altLang="en-US" sz="2100" b="1"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内聚</a:t>
            </a:r>
            <a:r>
              <a:rPr kumimoji="0" lang="zh-CN" altLang="en-US" sz="21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1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指</a:t>
            </a:r>
            <a:r>
              <a:rPr kumimoji="0" lang="zh-CN" altLang="en-US" sz="2100" b="1" i="0" u="none" strike="noStrike" kern="1200" cap="none" spc="0" normalizeH="0" baseline="0" noProof="0" dirty="0" smtClean="0">
                <a:ln>
                  <a:noFill/>
                </a:ln>
                <a:solidFill>
                  <a:srgbClr val="FF0000"/>
                </a:solidFill>
                <a:effectLst/>
                <a:uLnTx/>
                <a:uFillTx/>
                <a:latin typeface="+mn-lt"/>
                <a:ea typeface="宋体" panose="02010600030101010101" pitchFamily="2" charset="-122"/>
                <a:cs typeface="+mn-cs"/>
              </a:rPr>
              <a:t>模块内部各成分之间的联系</a:t>
            </a:r>
            <a:r>
              <a:rPr kumimoji="0" lang="zh-CN" altLang="en-US" sz="21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，也称块内联系或模块强度</a:t>
            </a:r>
            <a:endParaRPr kumimoji="0" lang="zh-CN" altLang="en-US" sz="21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911225" marR="0" lvl="2" indent="-24638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Ø"/>
              <a:defRPr/>
            </a:pPr>
            <a:r>
              <a:rPr kumimoji="0" lang="zh-CN" altLang="en-US" sz="2100" b="1"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耦合</a:t>
            </a:r>
            <a:r>
              <a:rPr kumimoji="0" lang="zh-CN" altLang="en-US" sz="21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：指</a:t>
            </a:r>
            <a:r>
              <a:rPr kumimoji="0" lang="zh-CN" altLang="en-US" sz="2100" b="1" i="0" u="none" strike="noStrike" kern="1200" cap="none" spc="0" normalizeH="0" baseline="0" noProof="0" dirty="0" smtClean="0">
                <a:ln>
                  <a:noFill/>
                </a:ln>
                <a:solidFill>
                  <a:srgbClr val="FF0000"/>
                </a:solidFill>
                <a:effectLst/>
                <a:uLnTx/>
                <a:uFillTx/>
                <a:latin typeface="+mn-lt"/>
                <a:ea typeface="宋体" panose="02010600030101010101" pitchFamily="2" charset="-122"/>
                <a:cs typeface="+mn-cs"/>
              </a:rPr>
              <a:t>一个模块与其它模块之间的联系</a:t>
            </a:r>
            <a:r>
              <a:rPr kumimoji="0" lang="zh-CN" altLang="en-US" sz="21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，也称为块间联系</a:t>
            </a:r>
            <a:endParaRPr kumimoji="0" lang="zh-CN" altLang="en-US" sz="21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273050" marR="0" lvl="1" indent="-27305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l"/>
              <a:defRPr/>
            </a:pPr>
            <a:r>
              <a:rPr kumimoji="0" lang="zh-CN" altLang="en-US" sz="2800" b="1" i="0" u="none" strike="noStrike" kern="1200" cap="none" spc="0" normalizeH="0" baseline="0" noProof="0" dirty="0">
                <a:ln>
                  <a:noFill/>
                </a:ln>
                <a:solidFill>
                  <a:schemeClr val="tx1"/>
                </a:solidFill>
                <a:effectLst/>
                <a:uLnTx/>
                <a:uFillTx/>
                <a:latin typeface="+mn-ea"/>
                <a:ea typeface="宋体" panose="02010600030101010101" pitchFamily="2" charset="-122"/>
                <a:cs typeface="+mn-cs"/>
              </a:rPr>
              <a:t>模块的独立性高 </a:t>
            </a:r>
            <a:endParaRPr kumimoji="0" lang="zh-CN" altLang="en-US" sz="2800" b="1" i="0" u="none" strike="noStrike" kern="1200" cap="none" spc="0" normalizeH="0" baseline="0" noProof="0" dirty="0">
              <a:ln>
                <a:noFill/>
              </a:ln>
              <a:solidFill>
                <a:schemeClr val="tx1"/>
              </a:solidFill>
              <a:effectLst/>
              <a:uLnTx/>
              <a:uFillTx/>
              <a:latin typeface="+mn-ea"/>
              <a:ea typeface="宋体" panose="02010600030101010101" pitchFamily="2" charset="-122"/>
              <a:cs typeface="+mn-cs"/>
            </a:endParaRPr>
          </a:p>
          <a:p>
            <a:pPr marL="911225" marR="0" lvl="2" indent="-24638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Ø"/>
              <a:defRPr/>
            </a:pPr>
            <a:r>
              <a:rPr kumimoji="0" lang="zh-CN" altLang="en-US" sz="2100" b="1" i="0" u="none" strike="noStrike" kern="1200" cap="none" spc="0" normalizeH="0" baseline="0" noProof="0" dirty="0" smtClean="0">
                <a:ln>
                  <a:noFill/>
                </a:ln>
                <a:solidFill>
                  <a:srgbClr val="FF0000"/>
                </a:solidFill>
                <a:effectLst/>
                <a:uLnTx/>
                <a:uFillTx/>
                <a:latin typeface="+mn-lt"/>
                <a:ea typeface="宋体" panose="02010600030101010101" pitchFamily="2" charset="-122"/>
                <a:cs typeface="+mn-cs"/>
              </a:rPr>
              <a:t>块内联系强 </a:t>
            </a:r>
            <a:endParaRPr kumimoji="0" lang="zh-CN" altLang="en-US" sz="2100" b="1" i="0" u="none" strike="noStrike" kern="1200" cap="none" spc="0" normalizeH="0" baseline="0" noProof="0" dirty="0" smtClean="0">
              <a:ln>
                <a:noFill/>
              </a:ln>
              <a:solidFill>
                <a:srgbClr val="FF0000"/>
              </a:solidFill>
              <a:effectLst/>
              <a:uLnTx/>
              <a:uFillTx/>
              <a:latin typeface="+mn-lt"/>
              <a:ea typeface="宋体" panose="02010600030101010101" pitchFamily="2" charset="-122"/>
              <a:cs typeface="+mn-cs"/>
            </a:endParaRPr>
          </a:p>
          <a:p>
            <a:pPr marL="911225" marR="0" lvl="2" indent="-24638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Ø"/>
              <a:defRPr/>
            </a:pPr>
            <a:r>
              <a:rPr kumimoji="0" lang="zh-CN" altLang="en-US" sz="2100" b="1" i="0" u="none" strike="noStrike" kern="1200" cap="none" spc="0" normalizeH="0" baseline="0" noProof="0" dirty="0" smtClean="0">
                <a:ln>
                  <a:noFill/>
                </a:ln>
                <a:solidFill>
                  <a:srgbClr val="FF0000"/>
                </a:solidFill>
                <a:effectLst/>
                <a:uLnTx/>
                <a:uFillTx/>
                <a:latin typeface="+mn-lt"/>
                <a:ea typeface="宋体" panose="02010600030101010101" pitchFamily="2" charset="-122"/>
                <a:cs typeface="+mn-cs"/>
              </a:rPr>
              <a:t>块间联系弱 </a:t>
            </a:r>
            <a:endParaRPr kumimoji="0" lang="zh-CN" altLang="en-US" sz="2800" b="1" i="0" u="none" strike="noStrike" kern="1200" cap="none" spc="0" normalizeH="0" baseline="0" noProof="0" dirty="0">
              <a:ln>
                <a:noFill/>
              </a:ln>
              <a:solidFill>
                <a:srgbClr val="FF0000"/>
              </a:solidFill>
              <a:effectLst/>
              <a:uLnTx/>
              <a:uFillTx/>
              <a:latin typeface="TimesNewRomanPSMT"/>
              <a:ea typeface="宋体" panose="02010600030101010101" pitchFamily="2" charset="-122"/>
              <a:cs typeface="+mn-cs"/>
            </a:endParaRPr>
          </a:p>
        </p:txBody>
      </p:sp>
      <p:sp>
        <p:nvSpPr>
          <p:cNvPr id="67587" name="Rectangle 2"/>
          <p:cNvSpPr>
            <a:spLocks noGrp="1" noRot="1"/>
          </p:cNvSpPr>
          <p:nvPr>
            <p:ph type="title"/>
          </p:nvPr>
        </p:nvSpPr>
        <p:spPr>
          <a:xfrm>
            <a:off x="393700" y="554038"/>
            <a:ext cx="8516938" cy="1139825"/>
          </a:xfrm>
          <a:ln/>
        </p:spPr>
        <p:txBody>
          <a:bodyPr vert="horz" wrap="square" lIns="0" tIns="45610" rIns="0" bIns="0" anchor="b" anchorCtr="0"/>
          <a:p>
            <a:pPr eaLnBrk="1" hangingPunct="1"/>
            <a:r>
              <a:rPr lang="zh-CN" altLang="en-US" b="1" dirty="0">
                <a:latin typeface="微软雅黑" panose="020B0503020204020204" pitchFamily="34" charset="-122"/>
                <a:ea typeface="微软雅黑" panose="020B0503020204020204" pitchFamily="34" charset="-122"/>
              </a:rPr>
              <a:t>模块化：模块独立性</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Rectangle 3"/>
          <p:cNvSpPr>
            <a:spLocks noGrp="1"/>
          </p:cNvSpPr>
          <p:nvPr>
            <p:ph idx="1"/>
          </p:nvPr>
        </p:nvSpPr>
        <p:spPr>
          <a:xfrm>
            <a:off x="752475" y="1477963"/>
            <a:ext cx="8054975" cy="3024187"/>
          </a:xfrm>
          <a:ln/>
        </p:spPr>
        <p:txBody>
          <a:bodyPr vert="horz" wrap="square" lIns="91221" tIns="45610" rIns="91221" bIns="45610" anchor="t" anchorCtr="0"/>
          <a:p>
            <a:pPr algn="just" eaLnBrk="1" hangingPunct="1">
              <a:buFont typeface="Wingdings" panose="05000000000000000000" pitchFamily="2" charset="2"/>
              <a:buNone/>
            </a:pPr>
            <a:r>
              <a:rPr lang="zh-CN" altLang="en-US" sz="2000" b="1" dirty="0">
                <a:solidFill>
                  <a:srgbClr val="000000"/>
                </a:solidFill>
              </a:rPr>
              <a:t>１</a:t>
            </a:r>
            <a:r>
              <a:rPr lang="en-US" altLang="zh-CN" sz="2000" b="1" dirty="0">
                <a:solidFill>
                  <a:srgbClr val="000000"/>
                </a:solidFill>
              </a:rPr>
              <a:t>.</a:t>
            </a:r>
            <a:r>
              <a:rPr lang="zh-CN" altLang="en-US" sz="2000" b="1" dirty="0">
                <a:solidFill>
                  <a:srgbClr val="000000"/>
                </a:solidFill>
              </a:rPr>
              <a:t>偶然性内聚</a:t>
            </a:r>
            <a:endParaRPr lang="en-US" altLang="zh-CN" sz="2000" b="1" dirty="0">
              <a:solidFill>
                <a:srgbClr val="000000"/>
              </a:solidFill>
            </a:endParaRPr>
          </a:p>
          <a:p>
            <a:pPr algn="just" eaLnBrk="1" hangingPunct="1">
              <a:buFont typeface="Wingdings" panose="05000000000000000000" pitchFamily="2" charset="2"/>
              <a:buNone/>
            </a:pPr>
            <a:r>
              <a:rPr lang="zh-CN" altLang="en-US" sz="2000" b="1" dirty="0">
                <a:solidFill>
                  <a:srgbClr val="000000"/>
                </a:solidFill>
              </a:rPr>
              <a:t>２</a:t>
            </a:r>
            <a:r>
              <a:rPr lang="en-US" altLang="zh-CN" sz="2000" b="1" dirty="0">
                <a:solidFill>
                  <a:srgbClr val="000000"/>
                </a:solidFill>
              </a:rPr>
              <a:t>.</a:t>
            </a:r>
            <a:r>
              <a:rPr lang="zh-CN" altLang="en-US" sz="2000" b="1" dirty="0">
                <a:solidFill>
                  <a:srgbClr val="000000"/>
                </a:solidFill>
              </a:rPr>
              <a:t>逻辑性内聚</a:t>
            </a:r>
            <a:endParaRPr lang="en-US" altLang="zh-CN" sz="2000" b="1" dirty="0">
              <a:solidFill>
                <a:srgbClr val="000000"/>
              </a:solidFill>
            </a:endParaRPr>
          </a:p>
          <a:p>
            <a:pPr algn="just" eaLnBrk="1" hangingPunct="1">
              <a:buFont typeface="Wingdings" panose="05000000000000000000" pitchFamily="2" charset="2"/>
              <a:buNone/>
            </a:pPr>
            <a:r>
              <a:rPr lang="zh-CN" altLang="en-US" sz="2000" b="1" dirty="0">
                <a:solidFill>
                  <a:srgbClr val="000000"/>
                </a:solidFill>
              </a:rPr>
              <a:t>３</a:t>
            </a:r>
            <a:r>
              <a:rPr lang="en-US" altLang="zh-CN" sz="2000" b="1" dirty="0">
                <a:solidFill>
                  <a:srgbClr val="000000"/>
                </a:solidFill>
              </a:rPr>
              <a:t>.</a:t>
            </a:r>
            <a:r>
              <a:rPr lang="zh-CN" altLang="en-US" sz="2000" b="1" dirty="0">
                <a:solidFill>
                  <a:srgbClr val="000000"/>
                </a:solidFill>
              </a:rPr>
              <a:t>时间性内聚</a:t>
            </a:r>
            <a:endParaRPr lang="en-US" altLang="zh-CN" sz="2000" b="1" dirty="0">
              <a:solidFill>
                <a:srgbClr val="000000"/>
              </a:solidFill>
            </a:endParaRPr>
          </a:p>
          <a:p>
            <a:pPr algn="just" eaLnBrk="1" hangingPunct="1">
              <a:buFont typeface="Wingdings" panose="05000000000000000000" pitchFamily="2" charset="2"/>
              <a:buNone/>
            </a:pPr>
            <a:r>
              <a:rPr lang="zh-CN" altLang="en-US" sz="2000" b="1" dirty="0">
                <a:solidFill>
                  <a:srgbClr val="000000"/>
                </a:solidFill>
              </a:rPr>
              <a:t>４</a:t>
            </a:r>
            <a:r>
              <a:rPr lang="en-US" altLang="zh-CN" sz="2000" b="1" dirty="0">
                <a:solidFill>
                  <a:srgbClr val="000000"/>
                </a:solidFill>
              </a:rPr>
              <a:t>.</a:t>
            </a:r>
            <a:r>
              <a:rPr lang="zh-CN" altLang="en-US" sz="2000" b="1" dirty="0">
                <a:solidFill>
                  <a:srgbClr val="000000"/>
                </a:solidFill>
              </a:rPr>
              <a:t>过程性内聚</a:t>
            </a:r>
            <a:endParaRPr lang="en-US" altLang="zh-CN" sz="2000" b="1" dirty="0">
              <a:solidFill>
                <a:srgbClr val="000000"/>
              </a:solidFill>
            </a:endParaRPr>
          </a:p>
          <a:p>
            <a:pPr algn="just" eaLnBrk="1" hangingPunct="1">
              <a:buFont typeface="Wingdings" panose="05000000000000000000" pitchFamily="2" charset="2"/>
              <a:buNone/>
            </a:pPr>
            <a:r>
              <a:rPr lang="zh-CN" altLang="en-US" sz="2000" b="1" dirty="0">
                <a:solidFill>
                  <a:srgbClr val="000000"/>
                </a:solidFill>
              </a:rPr>
              <a:t>５</a:t>
            </a:r>
            <a:r>
              <a:rPr lang="en-US" altLang="zh-CN" sz="2000" b="1" dirty="0">
                <a:solidFill>
                  <a:srgbClr val="000000"/>
                </a:solidFill>
              </a:rPr>
              <a:t>.</a:t>
            </a:r>
            <a:r>
              <a:rPr lang="zh-CN" altLang="en-US" sz="2000" b="1" dirty="0">
                <a:solidFill>
                  <a:srgbClr val="000000"/>
                </a:solidFill>
              </a:rPr>
              <a:t>通信性内聚</a:t>
            </a:r>
            <a:endParaRPr lang="en-US" altLang="zh-CN" sz="2000" b="1" dirty="0"/>
          </a:p>
          <a:p>
            <a:pPr algn="just" eaLnBrk="1" hangingPunct="1">
              <a:buFont typeface="Wingdings" panose="05000000000000000000" pitchFamily="2" charset="2"/>
              <a:buNone/>
            </a:pPr>
            <a:r>
              <a:rPr lang="zh-CN" altLang="en-US" sz="2000" b="1" dirty="0">
                <a:solidFill>
                  <a:srgbClr val="000000"/>
                </a:solidFill>
              </a:rPr>
              <a:t>６</a:t>
            </a:r>
            <a:r>
              <a:rPr lang="en-US" altLang="zh-CN" sz="2000" b="1" dirty="0">
                <a:solidFill>
                  <a:srgbClr val="000000"/>
                </a:solidFill>
              </a:rPr>
              <a:t>.</a:t>
            </a:r>
            <a:r>
              <a:rPr lang="zh-CN" altLang="en-US" sz="2000" b="1" dirty="0">
                <a:solidFill>
                  <a:srgbClr val="000000"/>
                </a:solidFill>
              </a:rPr>
              <a:t>顺序性内聚</a:t>
            </a:r>
            <a:endParaRPr lang="en-US" altLang="zh-CN" sz="2000" b="1" dirty="0">
              <a:solidFill>
                <a:srgbClr val="000000"/>
              </a:solidFill>
            </a:endParaRPr>
          </a:p>
          <a:p>
            <a:pPr algn="just" eaLnBrk="1" hangingPunct="1">
              <a:buFont typeface="Wingdings" panose="05000000000000000000" pitchFamily="2" charset="2"/>
              <a:buNone/>
            </a:pPr>
            <a:r>
              <a:rPr lang="zh-CN" altLang="en-US" sz="2000" b="1" dirty="0">
                <a:solidFill>
                  <a:srgbClr val="000000"/>
                </a:solidFill>
              </a:rPr>
              <a:t>７</a:t>
            </a:r>
            <a:r>
              <a:rPr lang="en-US" altLang="zh-CN" sz="2000" b="1" dirty="0">
                <a:solidFill>
                  <a:srgbClr val="000000"/>
                </a:solidFill>
              </a:rPr>
              <a:t>.</a:t>
            </a:r>
            <a:r>
              <a:rPr lang="zh-CN" altLang="en-US" sz="2000" b="1" dirty="0">
                <a:solidFill>
                  <a:srgbClr val="000000"/>
                </a:solidFill>
              </a:rPr>
              <a:t>功能性内聚</a:t>
            </a:r>
            <a:endParaRPr lang="en-US" altLang="zh-CN" sz="2000" b="1" dirty="0">
              <a:solidFill>
                <a:srgbClr val="000000"/>
              </a:solidFill>
            </a:endParaRPr>
          </a:p>
        </p:txBody>
      </p:sp>
      <p:sp>
        <p:nvSpPr>
          <p:cNvPr id="68611" name="灯片编号占位符 5"/>
          <p:cNvSpPr txBox="1">
            <a:spLocks noGrp="1"/>
          </p:cNvSpPr>
          <p:nvPr>
            <p:ph type="sldNum" sz="quarter" idx="12"/>
          </p:nvPr>
        </p:nvSpPr>
        <p:spPr>
          <a:xfrm>
            <a:off x="7902575" y="6345238"/>
            <a:ext cx="760413" cy="363537"/>
          </a:xfrm>
          <a:noFill/>
          <a:ln>
            <a:noFill/>
          </a:ln>
        </p:spPr>
        <p:txBody>
          <a:bodyPr lIns="91221" tIns="45610" rIns="91221" bIns="45610" anchor="b" anchorCtr="0"/>
          <a:p>
            <a:pPr marL="0" indent="0" algn="r" eaLnBrk="1" hangingPunct="1">
              <a:spcBef>
                <a:spcPct val="0"/>
              </a:spcBef>
              <a:buClrTx/>
              <a:buSzTx/>
              <a:buFont typeface="Wingdings" panose="05000000000000000000" pitchFamily="2" charset="2"/>
              <a:buNone/>
            </a:pPr>
            <a:fld id="{9A0DB2DC-4C9A-4742-B13C-FB6460FD3503}" type="slidenum">
              <a:rPr lang="en-US" altLang="zh-CN" sz="1200" b="1" dirty="0">
                <a:latin typeface="Arial" panose="020B0604020202020204" pitchFamily="34" charset="0"/>
              </a:rPr>
            </a:fld>
            <a:endParaRPr lang="en-US" altLang="zh-CN" sz="1200" b="1" dirty="0">
              <a:latin typeface="Arial" panose="020B0604020202020204" pitchFamily="34" charset="0"/>
            </a:endParaRPr>
          </a:p>
        </p:txBody>
      </p:sp>
      <p:sp>
        <p:nvSpPr>
          <p:cNvPr id="68612" name="Rectangle 25"/>
          <p:cNvSpPr>
            <a:spLocks noGrp="1"/>
          </p:cNvSpPr>
          <p:nvPr>
            <p:ph type="title"/>
          </p:nvPr>
        </p:nvSpPr>
        <p:spPr>
          <a:xfrm>
            <a:off x="530225" y="717550"/>
            <a:ext cx="8258175" cy="760413"/>
          </a:xfrm>
          <a:ln/>
        </p:spPr>
        <p:txBody>
          <a:bodyPr vert="horz" wrap="square" lIns="0" tIns="45610" rIns="0" bIns="0" anchor="b" anchorCtr="0"/>
          <a:p>
            <a:pPr eaLnBrk="1" hangingPunct="1"/>
            <a:r>
              <a:rPr lang="zh-CN" altLang="en-US" b="1" dirty="0">
                <a:latin typeface="微软雅黑" panose="020B0503020204020204" pitchFamily="34" charset="-122"/>
                <a:ea typeface="微软雅黑" panose="020B0503020204020204" pitchFamily="34" charset="-122"/>
              </a:rPr>
              <a:t>内聚</a:t>
            </a:r>
            <a:endParaRPr lang="zh-CN" altLang="en-US" b="1" dirty="0">
              <a:latin typeface="微软雅黑" panose="020B0503020204020204" pitchFamily="34" charset="-122"/>
              <a:ea typeface="微软雅黑" panose="020B0503020204020204" pitchFamily="34" charset="-122"/>
            </a:endParaRPr>
          </a:p>
        </p:txBody>
      </p:sp>
      <p:grpSp>
        <p:nvGrpSpPr>
          <p:cNvPr id="68613" name="Group 4"/>
          <p:cNvGrpSpPr/>
          <p:nvPr/>
        </p:nvGrpSpPr>
        <p:grpSpPr>
          <a:xfrm>
            <a:off x="1216025" y="4214813"/>
            <a:ext cx="6338888" cy="2005012"/>
            <a:chOff x="758" y="1536"/>
            <a:chExt cx="4004" cy="1265"/>
          </a:xfrm>
        </p:grpSpPr>
        <p:grpSp>
          <p:nvGrpSpPr>
            <p:cNvPr id="68614" name="Group 5"/>
            <p:cNvGrpSpPr/>
            <p:nvPr/>
          </p:nvGrpSpPr>
          <p:grpSpPr>
            <a:xfrm>
              <a:off x="960" y="1536"/>
              <a:ext cx="3744" cy="1157"/>
              <a:chOff x="5759" y="11856"/>
              <a:chExt cx="4860" cy="1560"/>
            </a:xfrm>
          </p:grpSpPr>
          <p:sp>
            <p:nvSpPr>
              <p:cNvPr id="68618" name="Line 6"/>
              <p:cNvSpPr/>
              <p:nvPr/>
            </p:nvSpPr>
            <p:spPr>
              <a:xfrm>
                <a:off x="5759" y="12168"/>
                <a:ext cx="4860" cy="0"/>
              </a:xfrm>
              <a:prstGeom prst="line">
                <a:avLst/>
              </a:prstGeom>
              <a:ln w="19050" cap="flat" cmpd="sng">
                <a:solidFill>
                  <a:srgbClr val="000000"/>
                </a:solidFill>
                <a:prstDash val="solid"/>
                <a:headEnd type="none" w="med" len="med"/>
                <a:tailEnd type="none" w="med" len="med"/>
              </a:ln>
            </p:spPr>
          </p:sp>
          <p:sp>
            <p:nvSpPr>
              <p:cNvPr id="68619" name="Line 7"/>
              <p:cNvSpPr/>
              <p:nvPr/>
            </p:nvSpPr>
            <p:spPr>
              <a:xfrm>
                <a:off x="5759" y="12636"/>
                <a:ext cx="4860" cy="0"/>
              </a:xfrm>
              <a:prstGeom prst="line">
                <a:avLst/>
              </a:prstGeom>
              <a:ln w="19050" cap="flat" cmpd="sng">
                <a:solidFill>
                  <a:srgbClr val="000000"/>
                </a:solidFill>
                <a:prstDash val="solid"/>
                <a:headEnd type="none" w="med" len="med"/>
                <a:tailEnd type="none" w="med" len="med"/>
              </a:ln>
            </p:spPr>
          </p:sp>
          <p:sp>
            <p:nvSpPr>
              <p:cNvPr id="68620" name="Line 8"/>
              <p:cNvSpPr/>
              <p:nvPr/>
            </p:nvSpPr>
            <p:spPr>
              <a:xfrm>
                <a:off x="6479" y="12168"/>
                <a:ext cx="0" cy="468"/>
              </a:xfrm>
              <a:prstGeom prst="line">
                <a:avLst/>
              </a:prstGeom>
              <a:ln w="19050" cap="flat" cmpd="sng">
                <a:solidFill>
                  <a:srgbClr val="000000"/>
                </a:solidFill>
                <a:prstDash val="solid"/>
                <a:headEnd type="none" w="med" len="med"/>
                <a:tailEnd type="none" w="med" len="med"/>
              </a:ln>
            </p:spPr>
          </p:sp>
          <p:sp>
            <p:nvSpPr>
              <p:cNvPr id="68621" name="Line 9"/>
              <p:cNvSpPr/>
              <p:nvPr/>
            </p:nvSpPr>
            <p:spPr>
              <a:xfrm>
                <a:off x="7199" y="12168"/>
                <a:ext cx="0" cy="468"/>
              </a:xfrm>
              <a:prstGeom prst="line">
                <a:avLst/>
              </a:prstGeom>
              <a:ln w="19050" cap="flat" cmpd="sng">
                <a:solidFill>
                  <a:srgbClr val="000000"/>
                </a:solidFill>
                <a:prstDash val="solid"/>
                <a:headEnd type="none" w="med" len="med"/>
                <a:tailEnd type="none" w="med" len="med"/>
              </a:ln>
            </p:spPr>
          </p:sp>
          <p:sp>
            <p:nvSpPr>
              <p:cNvPr id="68622" name="Line 10"/>
              <p:cNvSpPr/>
              <p:nvPr/>
            </p:nvSpPr>
            <p:spPr>
              <a:xfrm>
                <a:off x="8639" y="12168"/>
                <a:ext cx="0" cy="468"/>
              </a:xfrm>
              <a:prstGeom prst="line">
                <a:avLst/>
              </a:prstGeom>
              <a:ln w="19050" cap="flat" cmpd="sng">
                <a:solidFill>
                  <a:srgbClr val="000000"/>
                </a:solidFill>
                <a:prstDash val="solid"/>
                <a:headEnd type="none" w="med" len="med"/>
                <a:tailEnd type="none" w="med" len="med"/>
              </a:ln>
            </p:spPr>
          </p:sp>
          <p:sp>
            <p:nvSpPr>
              <p:cNvPr id="68623" name="Line 11"/>
              <p:cNvSpPr/>
              <p:nvPr/>
            </p:nvSpPr>
            <p:spPr>
              <a:xfrm>
                <a:off x="7919" y="12168"/>
                <a:ext cx="0" cy="468"/>
              </a:xfrm>
              <a:prstGeom prst="line">
                <a:avLst/>
              </a:prstGeom>
              <a:ln w="19050" cap="flat" cmpd="sng">
                <a:solidFill>
                  <a:srgbClr val="000000"/>
                </a:solidFill>
                <a:prstDash val="solid"/>
                <a:headEnd type="none" w="med" len="med"/>
                <a:tailEnd type="none" w="med" len="med"/>
              </a:ln>
            </p:spPr>
          </p:sp>
          <p:sp>
            <p:nvSpPr>
              <p:cNvPr id="68624" name="Line 12"/>
              <p:cNvSpPr/>
              <p:nvPr/>
            </p:nvSpPr>
            <p:spPr>
              <a:xfrm>
                <a:off x="10079" y="12168"/>
                <a:ext cx="0" cy="468"/>
              </a:xfrm>
              <a:prstGeom prst="line">
                <a:avLst/>
              </a:prstGeom>
              <a:ln w="19050" cap="flat" cmpd="sng">
                <a:solidFill>
                  <a:srgbClr val="000000"/>
                </a:solidFill>
                <a:prstDash val="solid"/>
                <a:headEnd type="none" w="med" len="med"/>
                <a:tailEnd type="none" w="med" len="med"/>
              </a:ln>
            </p:spPr>
          </p:sp>
          <p:sp>
            <p:nvSpPr>
              <p:cNvPr id="68625" name="Line 13"/>
              <p:cNvSpPr/>
              <p:nvPr/>
            </p:nvSpPr>
            <p:spPr>
              <a:xfrm>
                <a:off x="9359" y="12168"/>
                <a:ext cx="0" cy="468"/>
              </a:xfrm>
              <a:prstGeom prst="line">
                <a:avLst/>
              </a:prstGeom>
              <a:ln w="19050" cap="flat" cmpd="sng">
                <a:solidFill>
                  <a:srgbClr val="000000"/>
                </a:solidFill>
                <a:prstDash val="solid"/>
                <a:headEnd type="none" w="med" len="med"/>
                <a:tailEnd type="none" w="med" len="med"/>
              </a:ln>
            </p:spPr>
          </p:sp>
          <p:sp>
            <p:nvSpPr>
              <p:cNvPr id="68626" name="Line 14"/>
              <p:cNvSpPr/>
              <p:nvPr/>
            </p:nvSpPr>
            <p:spPr>
              <a:xfrm>
                <a:off x="5759" y="11856"/>
                <a:ext cx="0" cy="1560"/>
              </a:xfrm>
              <a:prstGeom prst="line">
                <a:avLst/>
              </a:prstGeom>
              <a:ln w="19050" cap="flat" cmpd="sng">
                <a:solidFill>
                  <a:srgbClr val="000000"/>
                </a:solidFill>
                <a:prstDash val="solid"/>
                <a:headEnd type="none" w="med" len="med"/>
                <a:tailEnd type="none" w="med" len="med"/>
              </a:ln>
            </p:spPr>
          </p:sp>
          <p:sp>
            <p:nvSpPr>
              <p:cNvPr id="68627" name="Line 15"/>
              <p:cNvSpPr/>
              <p:nvPr/>
            </p:nvSpPr>
            <p:spPr>
              <a:xfrm>
                <a:off x="10619" y="11856"/>
                <a:ext cx="0" cy="1560"/>
              </a:xfrm>
              <a:prstGeom prst="line">
                <a:avLst/>
              </a:prstGeom>
              <a:ln w="19050" cap="flat" cmpd="sng">
                <a:solidFill>
                  <a:srgbClr val="000000"/>
                </a:solidFill>
                <a:prstDash val="solid"/>
                <a:headEnd type="none" w="med" len="med"/>
                <a:tailEnd type="none" w="med" len="med"/>
              </a:ln>
            </p:spPr>
          </p:sp>
          <p:sp>
            <p:nvSpPr>
              <p:cNvPr id="68628" name="Line 16"/>
              <p:cNvSpPr/>
              <p:nvPr/>
            </p:nvSpPr>
            <p:spPr>
              <a:xfrm>
                <a:off x="6659" y="12012"/>
                <a:ext cx="3060" cy="0"/>
              </a:xfrm>
              <a:prstGeom prst="line">
                <a:avLst/>
              </a:prstGeom>
              <a:ln w="9525" cap="flat" cmpd="sng">
                <a:solidFill>
                  <a:srgbClr val="000000"/>
                </a:solidFill>
                <a:prstDash val="solid"/>
                <a:headEnd type="none" w="med" len="med"/>
                <a:tailEnd type="triangle" w="med" len="med"/>
              </a:ln>
            </p:spPr>
          </p:sp>
          <p:sp>
            <p:nvSpPr>
              <p:cNvPr id="68629" name="Line 17"/>
              <p:cNvSpPr/>
              <p:nvPr/>
            </p:nvSpPr>
            <p:spPr>
              <a:xfrm>
                <a:off x="7919" y="12636"/>
                <a:ext cx="0" cy="624"/>
              </a:xfrm>
              <a:prstGeom prst="line">
                <a:avLst/>
              </a:prstGeom>
              <a:ln w="9525" cap="flat" cmpd="sng">
                <a:solidFill>
                  <a:srgbClr val="000000"/>
                </a:solidFill>
                <a:prstDash val="solid"/>
                <a:headEnd type="none" w="med" len="med"/>
                <a:tailEnd type="none" w="med" len="med"/>
              </a:ln>
            </p:spPr>
          </p:sp>
          <p:sp>
            <p:nvSpPr>
              <p:cNvPr id="68630" name="Line 18"/>
              <p:cNvSpPr/>
              <p:nvPr/>
            </p:nvSpPr>
            <p:spPr>
              <a:xfrm>
                <a:off x="9359" y="12636"/>
                <a:ext cx="0" cy="624"/>
              </a:xfrm>
              <a:prstGeom prst="line">
                <a:avLst/>
              </a:prstGeom>
              <a:ln w="9525" cap="flat" cmpd="sng">
                <a:solidFill>
                  <a:srgbClr val="000000"/>
                </a:solidFill>
                <a:prstDash val="solid"/>
                <a:headEnd type="none" w="med" len="med"/>
                <a:tailEnd type="none" w="med" len="med"/>
              </a:ln>
            </p:spPr>
          </p:sp>
          <p:sp>
            <p:nvSpPr>
              <p:cNvPr id="68631" name="Line 19"/>
              <p:cNvSpPr/>
              <p:nvPr/>
            </p:nvSpPr>
            <p:spPr>
              <a:xfrm>
                <a:off x="5759" y="13104"/>
                <a:ext cx="2160" cy="0"/>
              </a:xfrm>
              <a:prstGeom prst="line">
                <a:avLst/>
              </a:prstGeom>
              <a:ln w="9525" cap="flat" cmpd="sng">
                <a:solidFill>
                  <a:srgbClr val="000000"/>
                </a:solidFill>
                <a:prstDash val="solid"/>
                <a:headEnd type="triangle" w="med" len="med"/>
                <a:tailEnd type="triangle" w="med" len="med"/>
              </a:ln>
            </p:spPr>
          </p:sp>
          <p:sp>
            <p:nvSpPr>
              <p:cNvPr id="68632" name="Line 20"/>
              <p:cNvSpPr/>
              <p:nvPr/>
            </p:nvSpPr>
            <p:spPr>
              <a:xfrm>
                <a:off x="7919" y="13104"/>
                <a:ext cx="1440" cy="0"/>
              </a:xfrm>
              <a:prstGeom prst="line">
                <a:avLst/>
              </a:prstGeom>
              <a:ln w="9525" cap="flat" cmpd="sng">
                <a:solidFill>
                  <a:srgbClr val="000000"/>
                </a:solidFill>
                <a:prstDash val="solid"/>
                <a:headEnd type="triangle" w="med" len="med"/>
                <a:tailEnd type="triangle" w="med" len="med"/>
              </a:ln>
            </p:spPr>
          </p:sp>
          <p:sp>
            <p:nvSpPr>
              <p:cNvPr id="68633" name="Line 21"/>
              <p:cNvSpPr/>
              <p:nvPr/>
            </p:nvSpPr>
            <p:spPr>
              <a:xfrm>
                <a:off x="9359" y="13104"/>
                <a:ext cx="1260" cy="0"/>
              </a:xfrm>
              <a:prstGeom prst="line">
                <a:avLst/>
              </a:prstGeom>
              <a:ln w="9525" cap="flat" cmpd="sng">
                <a:solidFill>
                  <a:srgbClr val="000000"/>
                </a:solidFill>
                <a:prstDash val="solid"/>
                <a:headEnd type="triangle" w="med" len="med"/>
                <a:tailEnd type="triangle" w="med" len="med"/>
              </a:ln>
            </p:spPr>
          </p:sp>
        </p:grpSp>
        <p:sp>
          <p:nvSpPr>
            <p:cNvPr id="68615" name="Text Box 22"/>
            <p:cNvSpPr txBox="1"/>
            <p:nvPr/>
          </p:nvSpPr>
          <p:spPr>
            <a:xfrm>
              <a:off x="758" y="1868"/>
              <a:ext cx="3986" cy="253"/>
            </a:xfrm>
            <a:prstGeom prst="rect">
              <a:avLst/>
            </a:prstGeom>
            <a:noFill/>
            <a:ln w="9525">
              <a:noFill/>
            </a:ln>
          </p:spPr>
          <p:txBody>
            <a:bodyPr wrap="none">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spcBef>
                  <a:spcPct val="0"/>
                </a:spcBef>
                <a:buClrTx/>
                <a:buSzTx/>
                <a:buFont typeface="Wingdings" panose="05000000000000000000" pitchFamily="2" charset="2"/>
                <a:buNone/>
              </a:pPr>
              <a:r>
                <a:rPr lang="zh-CN" altLang="en-US" sz="2000" b="1" dirty="0">
                  <a:solidFill>
                    <a:srgbClr val="000000"/>
                  </a:solidFill>
                  <a:latin typeface="Times New Roman" panose="02020603050405020304" pitchFamily="18" charset="0"/>
                </a:rPr>
                <a:t>　　１ 　　２　　   ３　　   ４　　 ５　　  ６　　７</a:t>
              </a:r>
              <a:r>
                <a:rPr lang="zh-CN" altLang="en-US" sz="2000" b="1" dirty="0">
                  <a:latin typeface="Times New Roman" panose="02020603050405020304" pitchFamily="18" charset="0"/>
                </a:rPr>
                <a:t> </a:t>
              </a:r>
              <a:endParaRPr lang="zh-CN" altLang="en-US" sz="2000" b="1" dirty="0">
                <a:latin typeface="Times New Roman" panose="02020603050405020304" pitchFamily="18" charset="0"/>
              </a:endParaRPr>
            </a:p>
          </p:txBody>
        </p:sp>
        <p:sp>
          <p:nvSpPr>
            <p:cNvPr id="68616" name="Text Box 23"/>
            <p:cNvSpPr txBox="1"/>
            <p:nvPr/>
          </p:nvSpPr>
          <p:spPr>
            <a:xfrm>
              <a:off x="1152" y="1536"/>
              <a:ext cx="3359" cy="447"/>
            </a:xfrm>
            <a:prstGeom prst="rect">
              <a:avLst/>
            </a:prstGeom>
            <a:noFill/>
            <a:ln w="9525">
              <a:noFill/>
            </a:ln>
          </p:spPr>
          <p:txBody>
            <a:bodyPr wrap="none">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spcBef>
                  <a:spcPct val="0"/>
                </a:spcBef>
                <a:buClrTx/>
                <a:buSzTx/>
                <a:buFont typeface="Wingdings" panose="05000000000000000000" pitchFamily="2" charset="2"/>
                <a:buNone/>
              </a:pPr>
              <a:r>
                <a:rPr lang="zh-CN" altLang="en-US" sz="2000" b="1" dirty="0">
                  <a:solidFill>
                    <a:srgbClr val="000000"/>
                  </a:solidFill>
                  <a:latin typeface="Times New Roman" panose="02020603050405020304" pitchFamily="18" charset="0"/>
                </a:rPr>
                <a:t>弱                                                                        强</a:t>
              </a:r>
              <a:endParaRPr lang="zh-CN" altLang="en-US" sz="2000" b="1" dirty="0">
                <a:latin typeface="Times New Roman" panose="02020603050405020304" pitchFamily="18" charset="0"/>
              </a:endParaRPr>
            </a:p>
            <a:p>
              <a:pPr marL="0" lvl="0" indent="0">
                <a:spcBef>
                  <a:spcPct val="0"/>
                </a:spcBef>
                <a:buClrTx/>
                <a:buSzTx/>
                <a:buFont typeface="Wingdings" panose="05000000000000000000" pitchFamily="2" charset="2"/>
                <a:buNone/>
              </a:pPr>
              <a:endParaRPr lang="en-US" altLang="zh-CN" sz="2000" b="1" dirty="0">
                <a:latin typeface="Times New Roman" panose="02020603050405020304" pitchFamily="18" charset="0"/>
              </a:endParaRPr>
            </a:p>
          </p:txBody>
        </p:sp>
        <p:sp>
          <p:nvSpPr>
            <p:cNvPr id="68617" name="Text Box 24"/>
            <p:cNvSpPr txBox="1"/>
            <p:nvPr/>
          </p:nvSpPr>
          <p:spPr>
            <a:xfrm>
              <a:off x="1104" y="2548"/>
              <a:ext cx="3658" cy="253"/>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spcBef>
                  <a:spcPct val="0"/>
                </a:spcBef>
                <a:buClrTx/>
                <a:buSzTx/>
                <a:buFont typeface="Wingdings" panose="05000000000000000000" pitchFamily="2" charset="2"/>
                <a:buNone/>
              </a:pPr>
              <a:r>
                <a:rPr lang="zh-CN" altLang="en-US" sz="2000" b="1" dirty="0">
                  <a:solidFill>
                    <a:srgbClr val="000000"/>
                  </a:solidFill>
                  <a:latin typeface="Times New Roman" panose="02020603050405020304" pitchFamily="18" charset="0"/>
                </a:rPr>
                <a:t>　　低内聚　　　     　　中内聚　　 　高内聚</a:t>
              </a:r>
              <a:r>
                <a:rPr lang="zh-CN" altLang="en-US" sz="2000" b="1" dirty="0">
                  <a:latin typeface="Times New Roman" panose="02020603050405020304" pitchFamily="18" charset="0"/>
                </a:rPr>
                <a:t> </a:t>
              </a:r>
              <a:endParaRPr lang="zh-CN" altLang="en-US" sz="2000" b="1" dirty="0">
                <a:latin typeface="Times New Roman" panose="02020603050405020304" pitchFamily="18" charset="0"/>
              </a:endParaRPr>
            </a:p>
          </p:txBody>
        </p:sp>
      </p:grpSp>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Rectangle 3"/>
          <p:cNvSpPr>
            <a:spLocks noGrp="1"/>
          </p:cNvSpPr>
          <p:nvPr>
            <p:ph idx="1"/>
          </p:nvPr>
        </p:nvSpPr>
        <p:spPr>
          <a:xfrm>
            <a:off x="455613" y="2136775"/>
            <a:ext cx="8207375" cy="4381500"/>
          </a:xfrm>
          <a:ln/>
        </p:spPr>
        <p:txBody>
          <a:bodyPr vert="horz" wrap="square" lIns="91221" tIns="45610" rIns="91221" bIns="45610" anchor="t" anchorCtr="0"/>
          <a:p>
            <a:pPr eaLnBrk="1" hangingPunct="1"/>
            <a:r>
              <a:rPr lang="zh-CN" altLang="en-US" dirty="0"/>
              <a:t>块内</a:t>
            </a:r>
            <a:r>
              <a:rPr lang="zh-CN" altLang="en-US" b="1" dirty="0">
                <a:solidFill>
                  <a:srgbClr val="FF0000"/>
                </a:solidFill>
              </a:rPr>
              <a:t>各组成成分在功能上是互不相关的</a:t>
            </a:r>
            <a:r>
              <a:rPr lang="zh-CN" altLang="en-US" dirty="0"/>
              <a:t>。 </a:t>
            </a:r>
            <a:endParaRPr lang="zh-CN" altLang="en-US" dirty="0"/>
          </a:p>
          <a:p>
            <a:pPr eaLnBrk="1" hangingPunct="1"/>
            <a:endParaRPr lang="en-US" altLang="zh-CN" dirty="0"/>
          </a:p>
        </p:txBody>
      </p:sp>
      <p:sp>
        <p:nvSpPr>
          <p:cNvPr id="70659" name="标题 13"/>
          <p:cNvSpPr>
            <a:spLocks noGrp="1"/>
          </p:cNvSpPr>
          <p:nvPr>
            <p:ph type="title"/>
          </p:nvPr>
        </p:nvSpPr>
        <p:spPr>
          <a:ln/>
        </p:spPr>
        <p:txBody>
          <a:bodyPr vert="horz" wrap="square" lIns="0" tIns="45610" rIns="0" bIns="0" anchor="b" anchorCtr="0"/>
          <a:p>
            <a:pPr eaLnBrk="1" hangingPunct="1"/>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偶然性内聚</a:t>
            </a:r>
            <a:endParaRPr lang="zh-CN" altLang="en-US" b="1" dirty="0">
              <a:latin typeface="微软雅黑" panose="020B0503020204020204" pitchFamily="34" charset="-122"/>
              <a:ea typeface="微软雅黑" panose="020B0503020204020204" pitchFamily="34" charset="-122"/>
            </a:endParaRPr>
          </a:p>
        </p:txBody>
      </p:sp>
      <p:grpSp>
        <p:nvGrpSpPr>
          <p:cNvPr id="70660" name="Group 10"/>
          <p:cNvGrpSpPr/>
          <p:nvPr/>
        </p:nvGrpSpPr>
        <p:grpSpPr>
          <a:xfrm>
            <a:off x="2955925" y="3186113"/>
            <a:ext cx="2895600" cy="274637"/>
            <a:chOff x="3597" y="5028"/>
            <a:chExt cx="4572" cy="432"/>
          </a:xfrm>
        </p:grpSpPr>
        <p:sp>
          <p:nvSpPr>
            <p:cNvPr id="70667" name="Text Box 11"/>
            <p:cNvSpPr txBox="1"/>
            <p:nvPr/>
          </p:nvSpPr>
          <p:spPr>
            <a:xfrm>
              <a:off x="3597" y="5028"/>
              <a:ext cx="1306" cy="432"/>
            </a:xfrm>
            <a:prstGeom prst="rect">
              <a:avLst/>
            </a:prstGeom>
            <a:solidFill>
              <a:srgbClr val="FFFFFF"/>
            </a:solidFill>
            <a:ln w="12700" cap="flat" cmpd="sng">
              <a:solidFill>
                <a:srgbClr val="000000"/>
              </a:solidFill>
              <a:prstDash val="solid"/>
              <a:miter/>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 typeface="Wingdings" panose="05000000000000000000" pitchFamily="2" charset="2"/>
                <a:buNone/>
              </a:pPr>
              <a:r>
                <a:rPr lang="en-US" altLang="zh-CN" sz="1000" b="1" dirty="0">
                  <a:latin typeface="Times New Roman" panose="02020603050405020304" pitchFamily="18" charset="0"/>
                </a:rPr>
                <a:t>X</a:t>
              </a:r>
              <a:endParaRPr lang="en-US" altLang="zh-CN" sz="2400" b="1" dirty="0">
                <a:latin typeface="Arial" panose="020B0604020202020204" pitchFamily="34" charset="0"/>
              </a:endParaRPr>
            </a:p>
          </p:txBody>
        </p:sp>
        <p:sp>
          <p:nvSpPr>
            <p:cNvPr id="70668" name="Text Box 12"/>
            <p:cNvSpPr txBox="1"/>
            <p:nvPr/>
          </p:nvSpPr>
          <p:spPr>
            <a:xfrm>
              <a:off x="5230" y="5028"/>
              <a:ext cx="1306" cy="432"/>
            </a:xfrm>
            <a:prstGeom prst="rect">
              <a:avLst/>
            </a:prstGeom>
            <a:solidFill>
              <a:srgbClr val="FFFFFF"/>
            </a:solidFill>
            <a:ln w="12700" cap="flat" cmpd="sng">
              <a:solidFill>
                <a:srgbClr val="000000"/>
              </a:solidFill>
              <a:prstDash val="solid"/>
              <a:miter/>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 typeface="Wingdings" panose="05000000000000000000" pitchFamily="2" charset="2"/>
                <a:buNone/>
              </a:pPr>
              <a:r>
                <a:rPr lang="en-US" altLang="zh-CN" sz="1000" b="1" dirty="0">
                  <a:latin typeface="Times New Roman" panose="02020603050405020304" pitchFamily="18" charset="0"/>
                </a:rPr>
                <a:t>Y</a:t>
              </a:r>
              <a:endParaRPr lang="en-US" altLang="zh-CN" sz="2400" b="1" dirty="0">
                <a:latin typeface="Arial" panose="020B0604020202020204" pitchFamily="34" charset="0"/>
              </a:endParaRPr>
            </a:p>
          </p:txBody>
        </p:sp>
        <p:sp>
          <p:nvSpPr>
            <p:cNvPr id="70669" name="Text Box 13"/>
            <p:cNvSpPr txBox="1"/>
            <p:nvPr/>
          </p:nvSpPr>
          <p:spPr>
            <a:xfrm>
              <a:off x="6863" y="5028"/>
              <a:ext cx="1306" cy="432"/>
            </a:xfrm>
            <a:prstGeom prst="rect">
              <a:avLst/>
            </a:prstGeom>
            <a:solidFill>
              <a:srgbClr val="FFFFFF"/>
            </a:solidFill>
            <a:ln w="12700" cap="flat" cmpd="sng">
              <a:solidFill>
                <a:srgbClr val="000000"/>
              </a:solidFill>
              <a:prstDash val="solid"/>
              <a:miter/>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 typeface="Wingdings" panose="05000000000000000000" pitchFamily="2" charset="2"/>
                <a:buNone/>
              </a:pPr>
              <a:r>
                <a:rPr lang="en-US" altLang="zh-CN" sz="1000" b="1" dirty="0">
                  <a:latin typeface="Times New Roman" panose="02020603050405020304" pitchFamily="18" charset="0"/>
                </a:rPr>
                <a:t>Z</a:t>
              </a:r>
              <a:endParaRPr lang="en-US" altLang="zh-CN" sz="2400" b="1" dirty="0">
                <a:latin typeface="Arial" panose="020B0604020202020204" pitchFamily="34" charset="0"/>
              </a:endParaRPr>
            </a:p>
          </p:txBody>
        </p:sp>
      </p:grpSp>
      <p:sp>
        <p:nvSpPr>
          <p:cNvPr id="70661" name="AutoShape 15"/>
          <p:cNvSpPr>
            <a:spLocks noChangeAspect="1"/>
          </p:cNvSpPr>
          <p:nvPr/>
        </p:nvSpPr>
        <p:spPr>
          <a:xfrm>
            <a:off x="1830388" y="3422650"/>
            <a:ext cx="5243512" cy="1482725"/>
          </a:xfrm>
          <a:prstGeom prst="rect">
            <a:avLst/>
          </a:prstGeom>
          <a:noFill/>
          <a:ln w="9525">
            <a:noFill/>
          </a:ln>
        </p:spPr>
        <p:txBody>
          <a:bodyPr lIns="91221" tIns="45610" rIns="91221" bIns="4561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sp>
        <p:nvSpPr>
          <p:cNvPr id="70662" name="Line 16"/>
          <p:cNvSpPr/>
          <p:nvPr/>
        </p:nvSpPr>
        <p:spPr>
          <a:xfrm>
            <a:off x="4383088" y="3422650"/>
            <a:ext cx="0" cy="296863"/>
          </a:xfrm>
          <a:prstGeom prst="line">
            <a:avLst/>
          </a:prstGeom>
          <a:ln w="9525" cap="flat" cmpd="sng">
            <a:solidFill>
              <a:srgbClr val="000000"/>
            </a:solidFill>
            <a:prstDash val="solid"/>
            <a:headEnd type="none" w="med" len="med"/>
            <a:tailEnd type="none" w="med" len="med"/>
          </a:ln>
        </p:spPr>
      </p:sp>
      <p:grpSp>
        <p:nvGrpSpPr>
          <p:cNvPr id="70663" name="Group 17"/>
          <p:cNvGrpSpPr/>
          <p:nvPr/>
        </p:nvGrpSpPr>
        <p:grpSpPr>
          <a:xfrm>
            <a:off x="3321050" y="3452813"/>
            <a:ext cx="1978025" cy="1695450"/>
            <a:chOff x="4352" y="4100"/>
            <a:chExt cx="2830" cy="2026"/>
          </a:xfrm>
        </p:grpSpPr>
        <p:sp>
          <p:nvSpPr>
            <p:cNvPr id="70664" name="Text Box 18"/>
            <p:cNvSpPr txBox="1"/>
            <p:nvPr/>
          </p:nvSpPr>
          <p:spPr>
            <a:xfrm>
              <a:off x="4569" y="4485"/>
              <a:ext cx="2613" cy="1641"/>
            </a:xfrm>
            <a:prstGeom prst="rect">
              <a:avLst/>
            </a:prstGeom>
            <a:solidFill>
              <a:srgbClr val="FFFFFF"/>
            </a:solidFill>
            <a:ln w="12700" cap="flat" cmpd="sng">
              <a:solidFill>
                <a:srgbClr val="000000"/>
              </a:solidFill>
              <a:prstDash val="solid"/>
              <a:miter/>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 typeface="Wingdings" panose="05000000000000000000" pitchFamily="2" charset="2"/>
                <a:buNone/>
              </a:pPr>
              <a:r>
                <a:rPr lang="en-US" altLang="zh-CN" sz="1400" b="1" dirty="0">
                  <a:latin typeface="Times New Roman" panose="02020603050405020304" pitchFamily="18" charset="0"/>
                </a:rPr>
                <a:t>W</a:t>
              </a:r>
              <a:endParaRPr lang="en-US" altLang="zh-CN" sz="1400" b="1" dirty="0">
                <a:latin typeface="Times New Roman" panose="02020603050405020304" pitchFamily="18" charset="0"/>
              </a:endParaRPr>
            </a:p>
            <a:p>
              <a:pPr marL="0" lvl="0" indent="0" algn="ctr" eaLnBrk="1" hangingPunct="1">
                <a:spcBef>
                  <a:spcPct val="0"/>
                </a:spcBef>
                <a:buClrTx/>
                <a:buSzTx/>
                <a:buFont typeface="Wingdings" panose="05000000000000000000" pitchFamily="2" charset="2"/>
                <a:buNone/>
              </a:pPr>
              <a:r>
                <a:rPr lang="en-US" altLang="zh-CN" sz="1400" b="1" dirty="0">
                  <a:latin typeface="Times New Roman" panose="02020603050405020304" pitchFamily="18" charset="0"/>
                </a:rPr>
                <a:t>A=B+C</a:t>
              </a:r>
              <a:endParaRPr lang="en-US" altLang="zh-CN" sz="1400" b="1" dirty="0">
                <a:latin typeface="Times New Roman" panose="02020603050405020304" pitchFamily="18" charset="0"/>
              </a:endParaRPr>
            </a:p>
            <a:p>
              <a:pPr marL="0" lvl="0" indent="0" algn="ctr" eaLnBrk="1" hangingPunct="1">
                <a:spcBef>
                  <a:spcPct val="0"/>
                </a:spcBef>
                <a:buClrTx/>
                <a:buSzTx/>
                <a:buFont typeface="Wingdings" panose="05000000000000000000" pitchFamily="2" charset="2"/>
                <a:buNone/>
              </a:pPr>
              <a:r>
                <a:rPr lang="en-US" altLang="zh-CN" sz="1400" b="1" dirty="0">
                  <a:latin typeface="Times New Roman" panose="02020603050405020304" pitchFamily="18" charset="0"/>
                </a:rPr>
                <a:t>GET CARD</a:t>
              </a:r>
              <a:endParaRPr lang="en-US" altLang="zh-CN" sz="1400" b="1" dirty="0">
                <a:latin typeface="Times New Roman" panose="02020603050405020304" pitchFamily="18" charset="0"/>
              </a:endParaRPr>
            </a:p>
            <a:p>
              <a:pPr marL="0" lvl="0" indent="0" algn="ctr" eaLnBrk="1" hangingPunct="1">
                <a:spcBef>
                  <a:spcPct val="0"/>
                </a:spcBef>
                <a:buClrTx/>
                <a:buSzTx/>
                <a:buFont typeface="Wingdings" panose="05000000000000000000" pitchFamily="2" charset="2"/>
                <a:buNone/>
              </a:pPr>
              <a:r>
                <a:rPr lang="en-US" altLang="zh-CN" sz="1400" b="1" dirty="0">
                  <a:latin typeface="Times New Roman" panose="02020603050405020304" pitchFamily="18" charset="0"/>
                </a:rPr>
                <a:t>PUT OUTPUT</a:t>
              </a:r>
              <a:endParaRPr lang="en-US" altLang="zh-CN" sz="1400" b="1" dirty="0">
                <a:latin typeface="Times New Roman" panose="02020603050405020304" pitchFamily="18" charset="0"/>
              </a:endParaRPr>
            </a:p>
            <a:p>
              <a:pPr marL="0" lvl="0" indent="0" algn="ctr" eaLnBrk="1" hangingPunct="1">
                <a:spcBef>
                  <a:spcPct val="0"/>
                </a:spcBef>
                <a:buClrTx/>
                <a:buSzTx/>
                <a:buFont typeface="Wingdings" panose="05000000000000000000" pitchFamily="2" charset="2"/>
                <a:buNone/>
              </a:pPr>
              <a:r>
                <a:rPr lang="en-US" altLang="zh-CN" sz="1400" b="1" dirty="0">
                  <a:latin typeface="Times New Roman" panose="02020603050405020304" pitchFamily="18" charset="0"/>
                </a:rPr>
                <a:t>IF I=5 THEN E=0</a:t>
              </a:r>
              <a:endParaRPr lang="en-US" altLang="zh-CN" sz="1400" b="1" dirty="0">
                <a:latin typeface="Times New Roman" panose="02020603050405020304" pitchFamily="18" charset="0"/>
              </a:endParaRPr>
            </a:p>
            <a:p>
              <a:pPr marL="0" lvl="0" indent="0" algn="ctr" eaLnBrk="1" hangingPunct="1">
                <a:spcBef>
                  <a:spcPct val="0"/>
                </a:spcBef>
                <a:buClrTx/>
                <a:buSzTx/>
                <a:buFont typeface="Wingdings" panose="05000000000000000000" pitchFamily="2" charset="2"/>
                <a:buNone/>
              </a:pPr>
              <a:r>
                <a:rPr lang="en-US" altLang="zh-CN" sz="1400" b="1" dirty="0">
                  <a:latin typeface="Times New Roman" panose="02020603050405020304" pitchFamily="18" charset="0"/>
                </a:rPr>
                <a:t>……</a:t>
              </a:r>
              <a:endParaRPr lang="en-US" altLang="zh-CN" sz="1400" b="1" dirty="0">
                <a:latin typeface="Times New Roman" panose="02020603050405020304" pitchFamily="18" charset="0"/>
              </a:endParaRPr>
            </a:p>
            <a:p>
              <a:pPr marL="0" lvl="0" indent="0" algn="just" eaLnBrk="1" hangingPunct="1">
                <a:spcBef>
                  <a:spcPct val="0"/>
                </a:spcBef>
                <a:buClrTx/>
                <a:buSzTx/>
                <a:buFont typeface="Wingdings" panose="05000000000000000000" pitchFamily="2" charset="2"/>
                <a:buNone/>
              </a:pPr>
              <a:endParaRPr lang="en-US" altLang="zh-CN" sz="1400" b="1" dirty="0">
                <a:latin typeface="Times New Roman" panose="02020603050405020304" pitchFamily="18" charset="0"/>
              </a:endParaRPr>
            </a:p>
            <a:p>
              <a:pPr marL="0" lvl="0" indent="0" eaLnBrk="1" hangingPunct="1">
                <a:spcBef>
                  <a:spcPct val="0"/>
                </a:spcBef>
                <a:buClrTx/>
                <a:buSzTx/>
                <a:buFont typeface="Wingdings" panose="05000000000000000000" pitchFamily="2" charset="2"/>
                <a:buNone/>
              </a:pPr>
              <a:endParaRPr lang="en-US" altLang="zh-CN" sz="2400" b="1" dirty="0">
                <a:latin typeface="Arial" panose="020B0604020202020204" pitchFamily="34" charset="0"/>
              </a:endParaRPr>
            </a:p>
          </p:txBody>
        </p:sp>
        <p:sp>
          <p:nvSpPr>
            <p:cNvPr id="70665" name="Line 19"/>
            <p:cNvSpPr/>
            <p:nvPr/>
          </p:nvSpPr>
          <p:spPr>
            <a:xfrm flipH="1">
              <a:off x="5823" y="4116"/>
              <a:ext cx="1306" cy="357"/>
            </a:xfrm>
            <a:prstGeom prst="line">
              <a:avLst/>
            </a:prstGeom>
            <a:ln w="12700" cap="flat" cmpd="sng">
              <a:solidFill>
                <a:srgbClr val="000000"/>
              </a:solidFill>
              <a:prstDash val="solid"/>
              <a:headEnd type="none" w="med" len="med"/>
              <a:tailEnd type="none" w="med" len="med"/>
            </a:ln>
          </p:spPr>
        </p:sp>
        <p:sp>
          <p:nvSpPr>
            <p:cNvPr id="70666" name="Line 20"/>
            <p:cNvSpPr/>
            <p:nvPr/>
          </p:nvSpPr>
          <p:spPr>
            <a:xfrm>
              <a:off x="4352" y="4100"/>
              <a:ext cx="1470" cy="357"/>
            </a:xfrm>
            <a:prstGeom prst="line">
              <a:avLst/>
            </a:prstGeom>
            <a:ln w="12700" cap="flat" cmpd="sng">
              <a:solidFill>
                <a:srgbClr val="000000"/>
              </a:solidFill>
              <a:prstDash val="solid"/>
              <a:headEnd type="none" w="med" len="med"/>
              <a:tailEnd type="none" w="med" len="med"/>
            </a:ln>
          </p:spPr>
        </p:sp>
      </p:gr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Rectangle 3"/>
          <p:cNvSpPr>
            <a:spLocks noGrp="1"/>
          </p:cNvSpPr>
          <p:nvPr>
            <p:ph idx="1"/>
          </p:nvPr>
        </p:nvSpPr>
        <p:spPr>
          <a:xfrm>
            <a:off x="382588" y="1838325"/>
            <a:ext cx="8207375" cy="4381500"/>
          </a:xfrm>
          <a:ln/>
        </p:spPr>
        <p:txBody>
          <a:bodyPr vert="horz" wrap="square" lIns="91221" tIns="45610" rIns="91221" bIns="45610" anchor="t" anchorCtr="0"/>
          <a:p>
            <a:pPr eaLnBrk="1" hangingPunct="1"/>
            <a:r>
              <a:rPr lang="zh-CN" altLang="en-US" dirty="0"/>
              <a:t>把几种相关、相似功能组合在一起，每次被调用时，由传递给模块的参数来确定该模块应完成哪一种功能。 </a:t>
            </a:r>
            <a:endParaRPr lang="zh-CN" altLang="en-US" dirty="0"/>
          </a:p>
        </p:txBody>
      </p:sp>
      <p:sp>
        <p:nvSpPr>
          <p:cNvPr id="71683" name="Rectangle 2"/>
          <p:cNvSpPr>
            <a:spLocks noGrp="1"/>
          </p:cNvSpPr>
          <p:nvPr>
            <p:ph type="title"/>
          </p:nvPr>
        </p:nvSpPr>
        <p:spPr>
          <a:xfrm>
            <a:off x="455613" y="542925"/>
            <a:ext cx="8207375" cy="1139825"/>
          </a:xfrm>
          <a:ln/>
        </p:spPr>
        <p:txBody>
          <a:bodyPr vert="horz" wrap="square" lIns="0" tIns="45610" rIns="0" bIns="0" anchor="b" anchorCtr="0"/>
          <a:p>
            <a:pPr eaLnBrk="1" hangingPunct="1"/>
            <a:r>
              <a:rPr lang="en-US" altLang="zh-CN" b="1" dirty="0">
                <a:latin typeface="微软雅黑" panose="020B0503020204020204" pitchFamily="34" charset="-122"/>
                <a:ea typeface="微软雅黑" panose="020B0503020204020204" pitchFamily="34" charset="-122"/>
              </a:rPr>
              <a:t>2-</a:t>
            </a:r>
            <a:r>
              <a:rPr lang="zh-CN" altLang="en-US" b="1" dirty="0">
                <a:latin typeface="微软雅黑" panose="020B0503020204020204" pitchFamily="34" charset="-122"/>
                <a:ea typeface="微软雅黑" panose="020B0503020204020204" pitchFamily="34" charset="-122"/>
              </a:rPr>
              <a:t>逻辑性内聚</a:t>
            </a:r>
            <a:endParaRPr lang="zh-CN" altLang="en-US" b="1" dirty="0">
              <a:latin typeface="微软雅黑" panose="020B0503020204020204" pitchFamily="34" charset="-122"/>
              <a:ea typeface="微软雅黑" panose="020B0503020204020204" pitchFamily="34" charset="-122"/>
            </a:endParaRPr>
          </a:p>
        </p:txBody>
      </p:sp>
      <p:pic>
        <p:nvPicPr>
          <p:cNvPr id="23592" name="Picture 40"/>
          <p:cNvPicPr>
            <a:picLocks noChangeAspect="1"/>
          </p:cNvPicPr>
          <p:nvPr/>
        </p:nvPicPr>
        <p:blipFill>
          <a:blip r:embed="rId1"/>
          <a:stretch>
            <a:fillRect/>
          </a:stretch>
        </p:blipFill>
        <p:spPr>
          <a:xfrm>
            <a:off x="3124200" y="3748088"/>
            <a:ext cx="2411413" cy="2233612"/>
          </a:xfrm>
          <a:prstGeom prst="rect">
            <a:avLst/>
          </a:prstGeom>
          <a:noFill/>
          <a:ln w="9525">
            <a:noFill/>
          </a:ln>
        </p:spPr>
      </p:pic>
      <p:pic>
        <p:nvPicPr>
          <p:cNvPr id="23593" name="Picture 41"/>
          <p:cNvPicPr>
            <a:picLocks noChangeAspect="1"/>
          </p:cNvPicPr>
          <p:nvPr/>
        </p:nvPicPr>
        <p:blipFill>
          <a:blip r:embed="rId2"/>
          <a:stretch>
            <a:fillRect/>
          </a:stretch>
        </p:blipFill>
        <p:spPr>
          <a:xfrm>
            <a:off x="250825" y="3709988"/>
            <a:ext cx="2468563" cy="2271712"/>
          </a:xfrm>
          <a:prstGeom prst="rect">
            <a:avLst/>
          </a:prstGeom>
          <a:noFill/>
          <a:ln w="9525">
            <a:noFill/>
          </a:ln>
        </p:spPr>
      </p:pic>
      <p:pic>
        <p:nvPicPr>
          <p:cNvPr id="42" name="Picture 2"/>
          <p:cNvPicPr>
            <a:picLocks noChangeAspect="1"/>
          </p:cNvPicPr>
          <p:nvPr/>
        </p:nvPicPr>
        <p:blipFill>
          <a:blip r:embed="rId3"/>
          <a:stretch>
            <a:fillRect/>
          </a:stretch>
        </p:blipFill>
        <p:spPr>
          <a:xfrm>
            <a:off x="5965825" y="2992438"/>
            <a:ext cx="3124200" cy="3079750"/>
          </a:xfrm>
          <a:prstGeom prst="rect">
            <a:avLst/>
          </a:prstGeom>
          <a:noFill/>
          <a:ln w="9525">
            <a:noFill/>
          </a:ln>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593"/>
                                        </p:tgtEl>
                                        <p:attrNameLst>
                                          <p:attrName>style.visibility</p:attrName>
                                        </p:attrNameLst>
                                      </p:cBhvr>
                                      <p:to>
                                        <p:strVal val="visible"/>
                                      </p:to>
                                    </p:set>
                                    <p:animEffect transition="in" filter="fade">
                                      <p:cBhvr>
                                        <p:cTn id="7" dur="500"/>
                                        <p:tgtEl>
                                          <p:spTgt spid="2359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23592"/>
                                        </p:tgtEl>
                                        <p:attrNameLst>
                                          <p:attrName>style.visibility</p:attrName>
                                        </p:attrNameLst>
                                      </p:cBhvr>
                                      <p:to>
                                        <p:strVal val="visible"/>
                                      </p:to>
                                    </p:set>
                                    <p:animEffect transition="in" filter="fade">
                                      <p:cBhvr>
                                        <p:cTn id="12" dur="1000"/>
                                        <p:tgtEl>
                                          <p:spTgt spid="23592"/>
                                        </p:tgtEl>
                                      </p:cBhvr>
                                    </p:animEffect>
                                    <p:anim calcmode="lin" valueType="num">
                                      <p:cBhvr>
                                        <p:cTn id="13" dur="1000" fill="hold"/>
                                        <p:tgtEl>
                                          <p:spTgt spid="23592"/>
                                        </p:tgtEl>
                                        <p:attrNameLst>
                                          <p:attrName>ppt_x</p:attrName>
                                        </p:attrNameLst>
                                      </p:cBhvr>
                                      <p:tavLst>
                                        <p:tav tm="0">
                                          <p:val>
                                            <p:strVal val="#ppt_x"/>
                                          </p:val>
                                        </p:tav>
                                        <p:tav tm="100000">
                                          <p:val>
                                            <p:strVal val="#ppt_x"/>
                                          </p:val>
                                        </p:tav>
                                      </p:tavLst>
                                    </p:anim>
                                    <p:anim calcmode="lin" valueType="num">
                                      <p:cBhvr>
                                        <p:cTn id="14" dur="1000" fill="hold"/>
                                        <p:tgtEl>
                                          <p:spTgt spid="2359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42"/>
                                        </p:tgtEl>
                                        <p:attrNameLst>
                                          <p:attrName>style.visibility</p:attrName>
                                        </p:attrNameLst>
                                      </p:cBhvr>
                                      <p:to>
                                        <p:strVal val="visible"/>
                                      </p:to>
                                    </p:set>
                                    <p:animEffect transition="in" filter="wipe(down)">
                                      <p:cBhvr>
                                        <p:cTn id="19"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内容占位符 2"/>
          <p:cNvSpPr>
            <a:spLocks noGrp="1"/>
          </p:cNvSpPr>
          <p:nvPr>
            <p:ph idx="1"/>
          </p:nvPr>
        </p:nvSpPr>
        <p:spPr>
          <a:ln/>
        </p:spPr>
        <p:txBody>
          <a:bodyPr vert="horz" wrap="square" lIns="91221" tIns="45610" rIns="91221" bIns="45610" anchor="t" anchorCtr="0"/>
          <a:p>
            <a:pPr eaLnBrk="1" hangingPunct="1"/>
            <a:endParaRPr lang="zh-CN" altLang="en-US" dirty="0"/>
          </a:p>
        </p:txBody>
      </p:sp>
      <p:sp>
        <p:nvSpPr>
          <p:cNvPr id="72707" name="标题 1"/>
          <p:cNvSpPr>
            <a:spLocks noGrp="1"/>
          </p:cNvSpPr>
          <p:nvPr>
            <p:ph type="title"/>
          </p:nvPr>
        </p:nvSpPr>
        <p:spPr>
          <a:ln/>
        </p:spPr>
        <p:txBody>
          <a:bodyPr vert="horz" wrap="square" lIns="0" tIns="45610" rIns="0" bIns="0" anchor="b" anchorCtr="0"/>
          <a:p>
            <a:pPr eaLnBrk="1" hangingPunct="1"/>
            <a:endParaRPr lang="zh-CN" altLang="en-US" dirty="0"/>
          </a:p>
        </p:txBody>
      </p:sp>
      <p:grpSp>
        <p:nvGrpSpPr>
          <p:cNvPr id="72708" name="Group 3"/>
          <p:cNvGrpSpPr/>
          <p:nvPr/>
        </p:nvGrpSpPr>
        <p:grpSpPr>
          <a:xfrm>
            <a:off x="1471613" y="2057400"/>
            <a:ext cx="6459537" cy="3984625"/>
            <a:chOff x="2160" y="3312"/>
            <a:chExt cx="4500" cy="4836"/>
          </a:xfrm>
        </p:grpSpPr>
        <p:grpSp>
          <p:nvGrpSpPr>
            <p:cNvPr id="72709" name="Group 4"/>
            <p:cNvGrpSpPr/>
            <p:nvPr/>
          </p:nvGrpSpPr>
          <p:grpSpPr>
            <a:xfrm>
              <a:off x="2160" y="3312"/>
              <a:ext cx="4500" cy="4836"/>
              <a:chOff x="899" y="1560"/>
              <a:chExt cx="4500" cy="4836"/>
            </a:xfrm>
          </p:grpSpPr>
          <p:sp>
            <p:nvSpPr>
              <p:cNvPr id="72712" name="Rectangle 5"/>
              <p:cNvSpPr/>
              <p:nvPr/>
            </p:nvSpPr>
            <p:spPr>
              <a:xfrm>
                <a:off x="899" y="1872"/>
                <a:ext cx="4500" cy="4212"/>
              </a:xfrm>
              <a:prstGeom prst="rect">
                <a:avLst/>
              </a:prstGeom>
              <a:solidFill>
                <a:srgbClr val="FFFFFF"/>
              </a:solidFill>
              <a:ln w="19050" cap="flat" cmpd="sng">
                <a:solidFill>
                  <a:srgbClr val="000000"/>
                </a:solidFill>
                <a:prstDash val="lgDash"/>
                <a:miter/>
                <a:headEnd type="none" w="med" len="med"/>
                <a:tailEnd type="none" w="med" len="med"/>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sp>
            <p:nvSpPr>
              <p:cNvPr id="72713" name="Rectangle 6"/>
              <p:cNvSpPr/>
              <p:nvPr/>
            </p:nvSpPr>
            <p:spPr>
              <a:xfrm>
                <a:off x="2339" y="2184"/>
                <a:ext cx="1620" cy="468"/>
              </a:xfrm>
              <a:prstGeom prst="rect">
                <a:avLst/>
              </a:prstGeom>
              <a:solidFill>
                <a:srgbClr val="FFFFFF"/>
              </a:solidFill>
              <a:ln w="9525" cap="flat" cmpd="sng">
                <a:solidFill>
                  <a:srgbClr val="000000"/>
                </a:solidFill>
                <a:prstDash val="solid"/>
                <a:miter/>
                <a:headEnd type="none" w="med" len="med"/>
                <a:tailEnd type="none" w="med" len="med"/>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a:spcBef>
                    <a:spcPct val="0"/>
                  </a:spcBef>
                  <a:buClrTx/>
                  <a:buSzTx/>
                  <a:buFont typeface="Wingdings" panose="05000000000000000000" pitchFamily="2" charset="2"/>
                  <a:buNone/>
                </a:pPr>
                <a:r>
                  <a:rPr lang="zh-CN" altLang="en-US" sz="2000" b="1" dirty="0">
                    <a:latin typeface="Times New Roman" panose="02020603050405020304" pitchFamily="18" charset="0"/>
                    <a:ea typeface="黑体" panose="02010609060101010101" pitchFamily="49" charset="-122"/>
                  </a:rPr>
                  <a:t>　读入分数</a:t>
                </a:r>
                <a:endParaRPr lang="zh-CN" altLang="en-US" sz="2000" b="1" dirty="0">
                  <a:latin typeface="Times New Roman" panose="02020603050405020304" pitchFamily="18" charset="0"/>
                  <a:ea typeface="黑体" panose="02010609060101010101" pitchFamily="49" charset="-122"/>
                </a:endParaRPr>
              </a:p>
            </p:txBody>
          </p:sp>
          <p:sp>
            <p:nvSpPr>
              <p:cNvPr id="72714" name="AutoShape 7"/>
              <p:cNvSpPr/>
              <p:nvPr/>
            </p:nvSpPr>
            <p:spPr>
              <a:xfrm>
                <a:off x="1979" y="3120"/>
                <a:ext cx="2160" cy="936"/>
              </a:xfrm>
              <a:prstGeom prst="diamond">
                <a:avLst/>
              </a:prstGeom>
              <a:solidFill>
                <a:srgbClr val="FFFFFF"/>
              </a:solidFill>
              <a:ln w="9525" cap="flat" cmpd="sng">
                <a:solidFill>
                  <a:srgbClr val="000000"/>
                </a:solidFill>
                <a:prstDash val="solid"/>
                <a:miter/>
                <a:headEnd type="none" w="med" len="med"/>
                <a:tailEnd type="none" w="med" len="med"/>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a:spcBef>
                    <a:spcPct val="0"/>
                  </a:spcBef>
                  <a:buClrTx/>
                  <a:buSzTx/>
                  <a:buFont typeface="Wingdings" panose="05000000000000000000" pitchFamily="2" charset="2"/>
                  <a:buNone/>
                </a:pPr>
                <a:r>
                  <a:rPr lang="zh-CN" altLang="en-US" sz="2000" b="1" dirty="0">
                    <a:latin typeface="Times New Roman" panose="02020603050405020304" pitchFamily="18" charset="0"/>
                    <a:ea typeface="黑体" panose="02010609060101010101" pitchFamily="49" charset="-122"/>
                  </a:rPr>
                  <a:t>平均</a:t>
                </a:r>
                <a:r>
                  <a:rPr lang="en-US" altLang="zh-CN" sz="2000" b="1" dirty="0">
                    <a:latin typeface="Times New Roman" panose="02020603050405020304" pitchFamily="18" charset="0"/>
                    <a:ea typeface="黑体" panose="02010609060101010101" pitchFamily="49" charset="-122"/>
                  </a:rPr>
                  <a:t>/</a:t>
                </a:r>
                <a:r>
                  <a:rPr lang="zh-CN" altLang="en-US" sz="2000" b="1" dirty="0">
                    <a:latin typeface="Times New Roman" panose="02020603050405020304" pitchFamily="18" charset="0"/>
                    <a:ea typeface="黑体" panose="02010609060101010101" pitchFamily="49" charset="-122"/>
                  </a:rPr>
                  <a:t>最高</a:t>
                </a:r>
                <a:r>
                  <a:rPr lang="en-US" altLang="zh-CN" sz="2000" b="1" dirty="0">
                    <a:latin typeface="Times New Roman" panose="02020603050405020304" pitchFamily="18" charset="0"/>
                    <a:ea typeface="黑体" panose="02010609060101010101" pitchFamily="49" charset="-122"/>
                  </a:rPr>
                  <a:t>?</a:t>
                </a:r>
                <a:endParaRPr lang="en-US" altLang="zh-CN" sz="2000" b="1" dirty="0">
                  <a:latin typeface="Times New Roman" panose="02020603050405020304" pitchFamily="18" charset="0"/>
                  <a:ea typeface="黑体" panose="02010609060101010101" pitchFamily="49" charset="-122"/>
                </a:endParaRPr>
              </a:p>
            </p:txBody>
          </p:sp>
          <p:sp>
            <p:nvSpPr>
              <p:cNvPr id="72715" name="Rectangle 8"/>
              <p:cNvSpPr/>
              <p:nvPr/>
            </p:nvSpPr>
            <p:spPr>
              <a:xfrm>
                <a:off x="1079" y="4368"/>
                <a:ext cx="1620" cy="468"/>
              </a:xfrm>
              <a:prstGeom prst="rect">
                <a:avLst/>
              </a:prstGeom>
              <a:solidFill>
                <a:srgbClr val="FFFFFF"/>
              </a:solidFill>
              <a:ln w="9525" cap="flat" cmpd="sng">
                <a:solidFill>
                  <a:srgbClr val="000000"/>
                </a:solidFill>
                <a:prstDash val="solid"/>
                <a:miter/>
                <a:headEnd type="none" w="med" len="med"/>
                <a:tailEnd type="none" w="med" len="med"/>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a:spcBef>
                    <a:spcPct val="0"/>
                  </a:spcBef>
                  <a:buClrTx/>
                  <a:buSzTx/>
                  <a:buFont typeface="Wingdings" panose="05000000000000000000" pitchFamily="2" charset="2"/>
                  <a:buNone/>
                </a:pPr>
                <a:r>
                  <a:rPr lang="zh-CN" altLang="en-US" sz="2000" b="1" dirty="0">
                    <a:latin typeface="Times New Roman" panose="02020603050405020304" pitchFamily="18" charset="0"/>
                    <a:ea typeface="黑体" panose="02010609060101010101" pitchFamily="49" charset="-122"/>
                  </a:rPr>
                  <a:t>计算平均分</a:t>
                </a:r>
                <a:endParaRPr lang="zh-CN" altLang="en-US" sz="2000" b="1" dirty="0">
                  <a:latin typeface="Times New Roman" panose="02020603050405020304" pitchFamily="18" charset="0"/>
                  <a:ea typeface="黑体" panose="02010609060101010101" pitchFamily="49" charset="-122"/>
                </a:endParaRPr>
              </a:p>
            </p:txBody>
          </p:sp>
          <p:sp>
            <p:nvSpPr>
              <p:cNvPr id="72716" name="Rectangle 9"/>
              <p:cNvSpPr/>
              <p:nvPr/>
            </p:nvSpPr>
            <p:spPr>
              <a:xfrm>
                <a:off x="3599" y="4368"/>
                <a:ext cx="1620" cy="468"/>
              </a:xfrm>
              <a:prstGeom prst="rect">
                <a:avLst/>
              </a:prstGeom>
              <a:solidFill>
                <a:srgbClr val="FFFFFF"/>
              </a:solidFill>
              <a:ln w="9525" cap="flat" cmpd="sng">
                <a:solidFill>
                  <a:srgbClr val="000000"/>
                </a:solidFill>
                <a:prstDash val="solid"/>
                <a:miter/>
                <a:headEnd type="none" w="med" len="med"/>
                <a:tailEnd type="none" w="med" len="med"/>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a:spcBef>
                    <a:spcPct val="0"/>
                  </a:spcBef>
                  <a:buClrTx/>
                  <a:buSzTx/>
                  <a:buFont typeface="Wingdings" panose="05000000000000000000" pitchFamily="2" charset="2"/>
                  <a:buNone/>
                </a:pPr>
                <a:r>
                  <a:rPr lang="zh-CN" altLang="en-US" sz="2000" b="1" dirty="0">
                    <a:latin typeface="Times New Roman" panose="02020603050405020304" pitchFamily="18" charset="0"/>
                    <a:ea typeface="黑体" panose="02010609060101010101" pitchFamily="49" charset="-122"/>
                  </a:rPr>
                  <a:t>计算最高分</a:t>
                </a:r>
                <a:endParaRPr lang="zh-CN" altLang="en-US" sz="2000" b="1" dirty="0">
                  <a:latin typeface="Times New Roman" panose="02020603050405020304" pitchFamily="18" charset="0"/>
                  <a:ea typeface="黑体" panose="02010609060101010101" pitchFamily="49" charset="-122"/>
                </a:endParaRPr>
              </a:p>
            </p:txBody>
          </p:sp>
          <p:sp>
            <p:nvSpPr>
              <p:cNvPr id="72717" name="Rectangle 10"/>
              <p:cNvSpPr/>
              <p:nvPr/>
            </p:nvSpPr>
            <p:spPr>
              <a:xfrm>
                <a:off x="2339" y="5304"/>
                <a:ext cx="1620" cy="468"/>
              </a:xfrm>
              <a:prstGeom prst="rect">
                <a:avLst/>
              </a:prstGeom>
              <a:solidFill>
                <a:srgbClr val="FFFFFF"/>
              </a:solidFill>
              <a:ln w="9525" cap="flat" cmpd="sng">
                <a:solidFill>
                  <a:srgbClr val="000000"/>
                </a:solidFill>
                <a:prstDash val="solid"/>
                <a:miter/>
                <a:headEnd type="none" w="med" len="med"/>
                <a:tailEnd type="none" w="med" len="med"/>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a:spcBef>
                    <a:spcPct val="0"/>
                  </a:spcBef>
                  <a:buClrTx/>
                  <a:buSzTx/>
                  <a:buFont typeface="Wingdings" panose="05000000000000000000" pitchFamily="2" charset="2"/>
                  <a:buNone/>
                </a:pPr>
                <a:r>
                  <a:rPr lang="zh-CN" altLang="en-US" sz="2000" b="1" dirty="0">
                    <a:latin typeface="Times New Roman" panose="02020603050405020304" pitchFamily="18" charset="0"/>
                    <a:ea typeface="黑体" panose="02010609060101010101" pitchFamily="49" charset="-122"/>
                  </a:rPr>
                  <a:t>　输出结果</a:t>
                </a:r>
                <a:endParaRPr lang="zh-CN" altLang="en-US" sz="2000" b="1" dirty="0">
                  <a:latin typeface="Times New Roman" panose="02020603050405020304" pitchFamily="18" charset="0"/>
                  <a:ea typeface="黑体" panose="02010609060101010101" pitchFamily="49" charset="-122"/>
                </a:endParaRPr>
              </a:p>
            </p:txBody>
          </p:sp>
          <p:sp>
            <p:nvSpPr>
              <p:cNvPr id="72718" name="Line 11"/>
              <p:cNvSpPr/>
              <p:nvPr/>
            </p:nvSpPr>
            <p:spPr>
              <a:xfrm>
                <a:off x="3059" y="1560"/>
                <a:ext cx="0" cy="624"/>
              </a:xfrm>
              <a:prstGeom prst="line">
                <a:avLst/>
              </a:prstGeom>
              <a:ln w="9525" cap="flat" cmpd="sng">
                <a:solidFill>
                  <a:srgbClr val="000000"/>
                </a:solidFill>
                <a:prstDash val="solid"/>
                <a:headEnd type="none" w="med" len="med"/>
                <a:tailEnd type="triangle" w="med" len="med"/>
              </a:ln>
            </p:spPr>
          </p:sp>
          <p:sp>
            <p:nvSpPr>
              <p:cNvPr id="72719" name="Line 12"/>
              <p:cNvSpPr/>
              <p:nvPr/>
            </p:nvSpPr>
            <p:spPr>
              <a:xfrm>
                <a:off x="3059" y="2652"/>
                <a:ext cx="0" cy="468"/>
              </a:xfrm>
              <a:prstGeom prst="line">
                <a:avLst/>
              </a:prstGeom>
              <a:ln w="9525" cap="flat" cmpd="sng">
                <a:solidFill>
                  <a:srgbClr val="000000"/>
                </a:solidFill>
                <a:prstDash val="solid"/>
                <a:headEnd type="none" w="med" len="med"/>
                <a:tailEnd type="triangle" w="med" len="med"/>
              </a:ln>
            </p:spPr>
          </p:sp>
          <p:sp>
            <p:nvSpPr>
              <p:cNvPr id="72720" name="Line 13"/>
              <p:cNvSpPr/>
              <p:nvPr/>
            </p:nvSpPr>
            <p:spPr>
              <a:xfrm flipH="1">
                <a:off x="1619" y="3588"/>
                <a:ext cx="360" cy="0"/>
              </a:xfrm>
              <a:prstGeom prst="line">
                <a:avLst/>
              </a:prstGeom>
              <a:ln w="9525" cap="flat" cmpd="sng">
                <a:solidFill>
                  <a:srgbClr val="000000"/>
                </a:solidFill>
                <a:prstDash val="solid"/>
                <a:headEnd type="none" w="med" len="med"/>
                <a:tailEnd type="none" w="med" len="med"/>
              </a:ln>
            </p:spPr>
          </p:sp>
          <p:sp>
            <p:nvSpPr>
              <p:cNvPr id="72721" name="Line 14"/>
              <p:cNvSpPr/>
              <p:nvPr/>
            </p:nvSpPr>
            <p:spPr>
              <a:xfrm>
                <a:off x="1619" y="3588"/>
                <a:ext cx="0" cy="780"/>
              </a:xfrm>
              <a:prstGeom prst="line">
                <a:avLst/>
              </a:prstGeom>
              <a:ln w="9525" cap="flat" cmpd="sng">
                <a:solidFill>
                  <a:srgbClr val="000000"/>
                </a:solidFill>
                <a:prstDash val="solid"/>
                <a:headEnd type="none" w="med" len="med"/>
                <a:tailEnd type="triangle" w="med" len="med"/>
              </a:ln>
            </p:spPr>
          </p:sp>
          <p:sp>
            <p:nvSpPr>
              <p:cNvPr id="72722" name="Line 15"/>
              <p:cNvSpPr/>
              <p:nvPr/>
            </p:nvSpPr>
            <p:spPr>
              <a:xfrm>
                <a:off x="4139" y="3588"/>
                <a:ext cx="360" cy="0"/>
              </a:xfrm>
              <a:prstGeom prst="line">
                <a:avLst/>
              </a:prstGeom>
              <a:ln w="9525" cap="flat" cmpd="sng">
                <a:solidFill>
                  <a:srgbClr val="000000"/>
                </a:solidFill>
                <a:prstDash val="solid"/>
                <a:headEnd type="none" w="med" len="med"/>
                <a:tailEnd type="none" w="med" len="med"/>
              </a:ln>
            </p:spPr>
          </p:sp>
          <p:sp>
            <p:nvSpPr>
              <p:cNvPr id="72723" name="Line 16"/>
              <p:cNvSpPr/>
              <p:nvPr/>
            </p:nvSpPr>
            <p:spPr>
              <a:xfrm>
                <a:off x="4499" y="3588"/>
                <a:ext cx="0" cy="780"/>
              </a:xfrm>
              <a:prstGeom prst="line">
                <a:avLst/>
              </a:prstGeom>
              <a:ln w="9525" cap="flat" cmpd="sng">
                <a:solidFill>
                  <a:srgbClr val="000000"/>
                </a:solidFill>
                <a:prstDash val="solid"/>
                <a:headEnd type="none" w="med" len="med"/>
                <a:tailEnd type="triangle" w="med" len="med"/>
              </a:ln>
            </p:spPr>
          </p:sp>
          <p:sp>
            <p:nvSpPr>
              <p:cNvPr id="72724" name="Line 17"/>
              <p:cNvSpPr/>
              <p:nvPr/>
            </p:nvSpPr>
            <p:spPr>
              <a:xfrm>
                <a:off x="1979" y="4992"/>
                <a:ext cx="2340" cy="0"/>
              </a:xfrm>
              <a:prstGeom prst="line">
                <a:avLst/>
              </a:prstGeom>
              <a:ln w="9525" cap="flat" cmpd="sng">
                <a:solidFill>
                  <a:srgbClr val="000000"/>
                </a:solidFill>
                <a:prstDash val="solid"/>
                <a:headEnd type="none" w="med" len="med"/>
                <a:tailEnd type="none" w="med" len="med"/>
              </a:ln>
            </p:spPr>
          </p:sp>
          <p:sp>
            <p:nvSpPr>
              <p:cNvPr id="72725" name="Line 18"/>
              <p:cNvSpPr/>
              <p:nvPr/>
            </p:nvSpPr>
            <p:spPr>
              <a:xfrm>
                <a:off x="3059" y="4992"/>
                <a:ext cx="0" cy="312"/>
              </a:xfrm>
              <a:prstGeom prst="line">
                <a:avLst/>
              </a:prstGeom>
              <a:ln w="9525" cap="flat" cmpd="sng">
                <a:solidFill>
                  <a:srgbClr val="000000"/>
                </a:solidFill>
                <a:prstDash val="solid"/>
                <a:headEnd type="none" w="med" len="med"/>
                <a:tailEnd type="triangle" w="med" len="med"/>
              </a:ln>
            </p:spPr>
          </p:sp>
          <p:sp>
            <p:nvSpPr>
              <p:cNvPr id="72726" name="Line 19"/>
              <p:cNvSpPr/>
              <p:nvPr/>
            </p:nvSpPr>
            <p:spPr>
              <a:xfrm>
                <a:off x="3059" y="5772"/>
                <a:ext cx="0" cy="624"/>
              </a:xfrm>
              <a:prstGeom prst="line">
                <a:avLst/>
              </a:prstGeom>
              <a:ln w="9525" cap="flat" cmpd="sng">
                <a:solidFill>
                  <a:srgbClr val="000000"/>
                </a:solidFill>
                <a:prstDash val="solid"/>
                <a:headEnd type="none" w="med" len="med"/>
                <a:tailEnd type="triangle" w="med" len="med"/>
              </a:ln>
            </p:spPr>
          </p:sp>
        </p:grpSp>
        <p:sp>
          <p:nvSpPr>
            <p:cNvPr id="72710" name="Line 20"/>
            <p:cNvSpPr/>
            <p:nvPr/>
          </p:nvSpPr>
          <p:spPr>
            <a:xfrm>
              <a:off x="3240" y="6588"/>
              <a:ext cx="0" cy="156"/>
            </a:xfrm>
            <a:prstGeom prst="line">
              <a:avLst/>
            </a:prstGeom>
            <a:ln w="9525" cap="flat" cmpd="sng">
              <a:solidFill>
                <a:srgbClr val="000000"/>
              </a:solidFill>
              <a:prstDash val="solid"/>
              <a:headEnd type="none" w="med" len="med"/>
              <a:tailEnd type="none" w="med" len="med"/>
            </a:ln>
          </p:spPr>
        </p:sp>
        <p:sp>
          <p:nvSpPr>
            <p:cNvPr id="72711" name="Line 21"/>
            <p:cNvSpPr/>
            <p:nvPr/>
          </p:nvSpPr>
          <p:spPr>
            <a:xfrm>
              <a:off x="5580" y="6588"/>
              <a:ext cx="0" cy="156"/>
            </a:xfrm>
            <a:prstGeom prst="line">
              <a:avLst/>
            </a:prstGeom>
            <a:ln w="9525" cap="flat" cmpd="sng">
              <a:solidFill>
                <a:srgbClr val="000000"/>
              </a:solidFill>
              <a:prstDash val="solid"/>
              <a:headEnd type="none" w="med" len="med"/>
              <a:tailEnd type="none" w="med" len="med"/>
            </a:ln>
          </p:spPr>
        </p:sp>
      </p:gr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Rectangle 3"/>
          <p:cNvSpPr>
            <a:spLocks noGrp="1"/>
          </p:cNvSpPr>
          <p:nvPr>
            <p:ph idx="1"/>
          </p:nvPr>
        </p:nvSpPr>
        <p:spPr>
          <a:ln/>
        </p:spPr>
        <p:txBody>
          <a:bodyPr vert="horz" wrap="square" lIns="91221" tIns="45610" rIns="91221" bIns="45610" anchor="t" anchorCtr="0"/>
          <a:p>
            <a:pPr eaLnBrk="1" hangingPunct="1"/>
            <a:r>
              <a:rPr lang="zh-CN" altLang="en-US" dirty="0"/>
              <a:t>如果一个模块所包含的任务必须在</a:t>
            </a:r>
            <a:r>
              <a:rPr lang="zh-CN" altLang="en-US" b="1" dirty="0">
                <a:solidFill>
                  <a:srgbClr val="FF0000"/>
                </a:solidFill>
              </a:rPr>
              <a:t>同一</a:t>
            </a:r>
            <a:r>
              <a:rPr lang="zh-CN" altLang="en-US" b="1" dirty="0">
                <a:solidFill>
                  <a:srgbClr val="FF0000"/>
                </a:solidFill>
                <a:latin typeface="Times New Roman" panose="02020603050405020304" pitchFamily="18" charset="0"/>
              </a:rPr>
              <a:t>“</a:t>
            </a:r>
            <a:r>
              <a:rPr lang="zh-CN" altLang="en-US" b="1" dirty="0">
                <a:solidFill>
                  <a:srgbClr val="FF0000"/>
                </a:solidFill>
              </a:rPr>
              <a:t>时间</a:t>
            </a:r>
            <a:r>
              <a:rPr lang="zh-CN" altLang="en-US" b="1" dirty="0">
                <a:solidFill>
                  <a:srgbClr val="FF0000"/>
                </a:solidFill>
                <a:latin typeface="Times New Roman" panose="02020603050405020304" pitchFamily="18" charset="0"/>
              </a:rPr>
              <a:t>”</a:t>
            </a:r>
            <a:r>
              <a:rPr lang="zh-CN" altLang="en-US" b="1" dirty="0">
                <a:solidFill>
                  <a:srgbClr val="FF0000"/>
                </a:solidFill>
              </a:rPr>
              <a:t>内完成</a:t>
            </a:r>
            <a:r>
              <a:rPr lang="zh-CN" altLang="en-US" dirty="0"/>
              <a:t>，则这个模块的块内联系称为时间性内聚。 </a:t>
            </a:r>
            <a:endParaRPr lang="zh-CN" altLang="en-US" dirty="0"/>
          </a:p>
          <a:p>
            <a:pPr eaLnBrk="1" hangingPunct="1"/>
            <a:endParaRPr lang="en-US" altLang="zh-CN" dirty="0"/>
          </a:p>
        </p:txBody>
      </p:sp>
      <p:sp>
        <p:nvSpPr>
          <p:cNvPr id="73731" name="Text Box 21"/>
          <p:cNvSpPr txBox="1"/>
          <p:nvPr/>
        </p:nvSpPr>
        <p:spPr>
          <a:xfrm>
            <a:off x="2333625" y="4727575"/>
            <a:ext cx="2247900" cy="365125"/>
          </a:xfrm>
          <a:prstGeom prst="rect">
            <a:avLst/>
          </a:prstGeom>
          <a:solidFill>
            <a:srgbClr val="FFFFFF"/>
          </a:solidFill>
          <a:ln w="9525" cap="flat" cmpd="sng">
            <a:solidFill>
              <a:srgbClr val="000000"/>
            </a:solidFill>
            <a:prstDash val="solid"/>
            <a:miter/>
            <a:headEnd type="none" w="med" len="med"/>
            <a:tailEnd type="none" w="med" len="med"/>
          </a:ln>
        </p:spPr>
        <p:txBody>
          <a:bodyPr lIns="91221" tIns="45610" rIns="91221" bIns="4561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 typeface="Wingdings" panose="05000000000000000000" pitchFamily="2" charset="2"/>
              <a:buNone/>
            </a:pPr>
            <a:r>
              <a:rPr lang="zh-CN" altLang="en-US" sz="2000" b="1" dirty="0">
                <a:latin typeface="Times New Roman" panose="02020603050405020304" pitchFamily="18" charset="0"/>
              </a:rPr>
              <a:t>紧急意外故障处理</a:t>
            </a:r>
            <a:endParaRPr lang="zh-CN" altLang="en-US" sz="2000" b="1" dirty="0">
              <a:latin typeface="Arial" panose="020B0604020202020204" pitchFamily="34" charset="0"/>
            </a:endParaRPr>
          </a:p>
        </p:txBody>
      </p:sp>
      <p:sp>
        <p:nvSpPr>
          <p:cNvPr id="73732" name="Line 22"/>
          <p:cNvSpPr/>
          <p:nvPr/>
        </p:nvSpPr>
        <p:spPr>
          <a:xfrm>
            <a:off x="3457575" y="4141788"/>
            <a:ext cx="0" cy="585787"/>
          </a:xfrm>
          <a:prstGeom prst="line">
            <a:avLst/>
          </a:prstGeom>
          <a:ln w="9525" cap="flat" cmpd="sng">
            <a:solidFill>
              <a:srgbClr val="000000"/>
            </a:solidFill>
            <a:prstDash val="solid"/>
            <a:headEnd type="none" w="med" len="med"/>
            <a:tailEnd type="none" w="med" len="med"/>
          </a:ln>
        </p:spPr>
      </p:sp>
      <p:sp>
        <p:nvSpPr>
          <p:cNvPr id="73733" name="AutoShape 23"/>
          <p:cNvSpPr/>
          <p:nvPr/>
        </p:nvSpPr>
        <p:spPr>
          <a:xfrm>
            <a:off x="4845050" y="4083050"/>
            <a:ext cx="133350" cy="1654175"/>
          </a:xfrm>
          <a:prstGeom prst="leftBrace">
            <a:avLst>
              <a:gd name="adj1" fmla="val 91197"/>
              <a:gd name="adj2" fmla="val 50000"/>
            </a:avLst>
          </a:prstGeom>
          <a:noFill/>
          <a:ln w="9525" cap="flat" cmpd="sng">
            <a:solidFill>
              <a:srgbClr val="000000"/>
            </a:solidFill>
            <a:prstDash val="solid"/>
            <a:headEnd type="none" w="med" len="med"/>
            <a:tailEnd type="none" w="med" len="med"/>
          </a:ln>
        </p:spPr>
        <p:txBody>
          <a:bodyPr lIns="91221" tIns="45610" rIns="91221" bIns="4561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sp>
        <p:nvSpPr>
          <p:cNvPr id="73734" name="Text Box 24"/>
          <p:cNvSpPr txBox="1"/>
          <p:nvPr/>
        </p:nvSpPr>
        <p:spPr>
          <a:xfrm>
            <a:off x="5111750" y="3709988"/>
            <a:ext cx="1601788" cy="1868487"/>
          </a:xfrm>
          <a:prstGeom prst="rect">
            <a:avLst/>
          </a:prstGeom>
          <a:noFill/>
          <a:ln w="9525">
            <a:noFill/>
          </a:ln>
        </p:spPr>
        <p:txBody>
          <a:bodyPr lIns="91221" tIns="45610" rIns="91221" bIns="4561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457200" lvl="1" indent="0" algn="just" eaLnBrk="1" hangingPunct="1">
              <a:spcBef>
                <a:spcPct val="0"/>
              </a:spcBef>
              <a:buClrTx/>
              <a:buSzTx/>
              <a:buFont typeface="Wingdings" panose="05000000000000000000" pitchFamily="2" charset="2"/>
              <a:buNone/>
            </a:pPr>
            <a:endParaRPr lang="en-US" altLang="zh-CN" sz="900" b="1" dirty="0">
              <a:latin typeface="Times New Roman" panose="02020603050405020304" pitchFamily="18" charset="0"/>
            </a:endParaRPr>
          </a:p>
          <a:p>
            <a:pPr marL="0" lvl="0" indent="0" eaLnBrk="1" hangingPunct="1">
              <a:spcBef>
                <a:spcPct val="0"/>
              </a:spcBef>
              <a:buClrTx/>
              <a:buSzTx/>
              <a:buFont typeface="Wingdings" panose="05000000000000000000" pitchFamily="2" charset="2"/>
              <a:buChar char="l"/>
            </a:pPr>
            <a:r>
              <a:rPr lang="zh-CN" altLang="en-US" sz="2000" b="1" dirty="0">
                <a:latin typeface="Arial" panose="020B0604020202020204" pitchFamily="34" charset="0"/>
              </a:rPr>
              <a:t>关闭文件</a:t>
            </a:r>
            <a:endParaRPr lang="zh-CN" altLang="en-US" sz="2000" b="1" dirty="0">
              <a:latin typeface="Times New Roman" panose="02020603050405020304" pitchFamily="18" charset="0"/>
            </a:endParaRPr>
          </a:p>
          <a:p>
            <a:pPr marL="0" lvl="0" indent="0" eaLnBrk="1" hangingPunct="1">
              <a:spcBef>
                <a:spcPct val="0"/>
              </a:spcBef>
              <a:buClrTx/>
              <a:buSzTx/>
              <a:buFont typeface="Wingdings" panose="05000000000000000000" pitchFamily="2" charset="2"/>
              <a:buChar char="l"/>
            </a:pPr>
            <a:r>
              <a:rPr lang="zh-CN" altLang="en-US" sz="2000" b="1" dirty="0">
                <a:latin typeface="Times New Roman" panose="02020603050405020304" pitchFamily="18" charset="0"/>
              </a:rPr>
              <a:t>报警</a:t>
            </a:r>
            <a:endParaRPr lang="zh-CN" altLang="en-US" sz="2000" b="1" dirty="0">
              <a:latin typeface="Times New Roman" panose="02020603050405020304" pitchFamily="18" charset="0"/>
            </a:endParaRPr>
          </a:p>
          <a:p>
            <a:pPr marL="0" lvl="0" indent="0" eaLnBrk="1" hangingPunct="1">
              <a:spcBef>
                <a:spcPct val="0"/>
              </a:spcBef>
              <a:buClrTx/>
              <a:buSzTx/>
              <a:buFont typeface="Wingdings" panose="05000000000000000000" pitchFamily="2" charset="2"/>
              <a:buChar char="l"/>
            </a:pPr>
            <a:r>
              <a:rPr lang="zh-CN" altLang="en-US" sz="2000" b="1" dirty="0">
                <a:latin typeface="Times New Roman" panose="02020603050405020304" pitchFamily="18" charset="0"/>
              </a:rPr>
              <a:t>保留现场</a:t>
            </a:r>
            <a:endParaRPr lang="zh-CN" altLang="en-US" sz="2000" b="1" dirty="0">
              <a:latin typeface="Times New Roman" panose="02020603050405020304" pitchFamily="18" charset="0"/>
            </a:endParaRPr>
          </a:p>
          <a:p>
            <a:pPr marL="0" lvl="0" indent="0" algn="just" eaLnBrk="1" hangingPunct="1">
              <a:spcBef>
                <a:spcPct val="0"/>
              </a:spcBef>
              <a:buClrTx/>
              <a:buSzTx/>
              <a:buFont typeface="Wingdings" panose="05000000000000000000" pitchFamily="2" charset="2"/>
              <a:buNone/>
            </a:pPr>
            <a:r>
              <a:rPr lang="en-US" altLang="zh-CN" sz="1600" b="1" dirty="0">
                <a:latin typeface="Times New Roman" panose="02020603050405020304" pitchFamily="18" charset="0"/>
              </a:rPr>
              <a:t>.</a:t>
            </a:r>
            <a:endParaRPr lang="en-US" altLang="zh-CN" sz="1600" b="1" dirty="0">
              <a:latin typeface="Times New Roman" panose="02020603050405020304" pitchFamily="18" charset="0"/>
            </a:endParaRPr>
          </a:p>
          <a:p>
            <a:pPr marL="0" lvl="0" indent="0" algn="just" eaLnBrk="1" hangingPunct="1">
              <a:spcBef>
                <a:spcPct val="0"/>
              </a:spcBef>
              <a:buClrTx/>
              <a:buSzTx/>
              <a:buFont typeface="Wingdings" panose="05000000000000000000" pitchFamily="2" charset="2"/>
              <a:buNone/>
            </a:pPr>
            <a:r>
              <a:rPr lang="en-US" altLang="zh-CN" sz="1600" b="1" dirty="0">
                <a:latin typeface="Times New Roman" panose="02020603050405020304" pitchFamily="18" charset="0"/>
              </a:rPr>
              <a:t>.</a:t>
            </a:r>
            <a:endParaRPr lang="en-US" altLang="zh-CN" sz="1600" b="1" dirty="0">
              <a:latin typeface="Times New Roman" panose="02020603050405020304" pitchFamily="18" charset="0"/>
            </a:endParaRPr>
          </a:p>
          <a:p>
            <a:pPr marL="0" lvl="0" indent="0" algn="just" eaLnBrk="1" hangingPunct="1">
              <a:spcBef>
                <a:spcPct val="0"/>
              </a:spcBef>
              <a:buClrTx/>
              <a:buSzTx/>
              <a:buFont typeface="Wingdings" panose="05000000000000000000" pitchFamily="2" charset="2"/>
              <a:buNone/>
            </a:pPr>
            <a:r>
              <a:rPr lang="en-US" altLang="zh-CN" sz="1600" b="1" dirty="0">
                <a:latin typeface="Times New Roman" panose="02020603050405020304" pitchFamily="18" charset="0"/>
              </a:rPr>
              <a:t>.</a:t>
            </a:r>
            <a:endParaRPr lang="en-US" altLang="zh-CN" sz="1600" b="1" dirty="0">
              <a:latin typeface="Times New Roman" panose="02020603050405020304" pitchFamily="18" charset="0"/>
            </a:endParaRPr>
          </a:p>
        </p:txBody>
      </p:sp>
      <p:sp>
        <p:nvSpPr>
          <p:cNvPr id="28" name="矩形 27"/>
          <p:cNvSpPr/>
          <p:nvPr/>
        </p:nvSpPr>
        <p:spPr>
          <a:xfrm>
            <a:off x="598488" y="758825"/>
            <a:ext cx="4067175" cy="862013"/>
          </a:xfrm>
          <a:prstGeom prst="rect">
            <a:avLst/>
          </a:prstGeom>
        </p:spPr>
        <p:txBody>
          <a:bodyPr wrap="none" lIns="91221" tIns="45610" rIns="91221" bIns="45610">
            <a:spAutoFit/>
          </a:body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1" lang="en-US" altLang="zh-CN" sz="5000" b="1" i="0" u="none" strike="noStrike" kern="1200" cap="none" spc="0" normalizeH="0" baseline="0" noProof="0" dirty="0">
                <a:ln>
                  <a:noFill/>
                </a:ln>
                <a:solidFill>
                  <a:schemeClr val="tx2"/>
                </a:solidFill>
                <a:effectLst/>
                <a:uLnTx/>
                <a:uFillTx/>
                <a:latin typeface="微软雅黑" panose="020B0503020204020204" pitchFamily="34" charset="-122"/>
                <a:ea typeface="微软雅黑" panose="020B0503020204020204" pitchFamily="34" charset="-122"/>
                <a:cs typeface="+mj-cs"/>
              </a:rPr>
              <a:t>3-</a:t>
            </a:r>
            <a:r>
              <a:rPr kumimoji="1" lang="zh-CN" altLang="en-US" sz="5000" b="1" i="0" u="none" strike="noStrike" kern="1200" cap="none" spc="0" normalizeH="0" baseline="0" noProof="0" dirty="0">
                <a:ln>
                  <a:noFill/>
                </a:ln>
                <a:solidFill>
                  <a:schemeClr val="tx2"/>
                </a:solidFill>
                <a:effectLst/>
                <a:uLnTx/>
                <a:uFillTx/>
                <a:latin typeface="微软雅黑" panose="020B0503020204020204" pitchFamily="34" charset="-122"/>
                <a:ea typeface="微软雅黑" panose="020B0503020204020204" pitchFamily="34" charset="-122"/>
                <a:cs typeface="+mj-cs"/>
              </a:rPr>
              <a:t>时间性内聚</a:t>
            </a:r>
            <a:endParaRPr kumimoji="1" lang="zh-CN" altLang="en-US" sz="5000" b="1" i="0" u="none" strike="noStrike" kern="1200" cap="none" spc="0" normalizeH="0" baseline="0" noProof="0" dirty="0">
              <a:ln>
                <a:noFill/>
              </a:ln>
              <a:solidFill>
                <a:schemeClr val="tx2"/>
              </a:solidFill>
              <a:effectLst/>
              <a:uLnTx/>
              <a:uFillTx/>
              <a:latin typeface="微软雅黑" panose="020B0503020204020204" pitchFamily="34" charset="-122"/>
              <a:ea typeface="微软雅黑" panose="020B0503020204020204" pitchFamily="34" charset="-122"/>
              <a:cs typeface="+mj-cs"/>
            </a:endParaRPr>
          </a:p>
        </p:txBody>
      </p:sp>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Rectangle 3"/>
          <p:cNvSpPr>
            <a:spLocks noGrp="1"/>
          </p:cNvSpPr>
          <p:nvPr>
            <p:ph idx="1"/>
          </p:nvPr>
        </p:nvSpPr>
        <p:spPr>
          <a:xfrm>
            <a:off x="322263" y="1703388"/>
            <a:ext cx="8516937" cy="3879850"/>
          </a:xfrm>
          <a:ln/>
        </p:spPr>
        <p:txBody>
          <a:bodyPr vert="horz" wrap="square" lIns="91221" tIns="45610" rIns="91221" bIns="45610" anchor="t" anchorCtr="0"/>
          <a:p>
            <a:pPr eaLnBrk="1" hangingPunct="1"/>
            <a:r>
              <a:rPr lang="zh-CN" altLang="en-US" sz="2400" dirty="0"/>
              <a:t>当一个模块中包含的</a:t>
            </a:r>
            <a:r>
              <a:rPr lang="zh-CN" altLang="en-US" sz="2400" b="1" dirty="0">
                <a:solidFill>
                  <a:srgbClr val="FF0000"/>
                </a:solidFill>
              </a:rPr>
              <a:t>一组任务必需按照某一特定的次序</a:t>
            </a:r>
            <a:r>
              <a:rPr lang="zh-CN" altLang="en-US" sz="2400" dirty="0"/>
              <a:t>执行时，就称为过程性内聚模块。 </a:t>
            </a:r>
            <a:endParaRPr lang="zh-CN" altLang="en-US" sz="2400" dirty="0"/>
          </a:p>
        </p:txBody>
      </p:sp>
      <p:sp>
        <p:nvSpPr>
          <p:cNvPr id="74755" name="Rectangle 2"/>
          <p:cNvSpPr>
            <a:spLocks noGrp="1"/>
          </p:cNvSpPr>
          <p:nvPr>
            <p:ph type="title"/>
          </p:nvPr>
        </p:nvSpPr>
        <p:spPr>
          <a:xfrm>
            <a:off x="311150" y="398463"/>
            <a:ext cx="8516938" cy="1141412"/>
          </a:xfrm>
          <a:ln/>
        </p:spPr>
        <p:txBody>
          <a:bodyPr vert="horz" wrap="square" lIns="0" tIns="45610" rIns="0" bIns="0" anchor="b" anchorCtr="0"/>
          <a:p>
            <a:pPr eaLnBrk="1" hangingPunct="1"/>
            <a:r>
              <a:rPr lang="en-US" altLang="zh-CN" b="1" dirty="0">
                <a:latin typeface="微软雅黑" panose="020B0503020204020204" pitchFamily="34" charset="-122"/>
                <a:ea typeface="微软雅黑" panose="020B0503020204020204" pitchFamily="34" charset="-122"/>
              </a:rPr>
              <a:t>4-</a:t>
            </a:r>
            <a:r>
              <a:rPr lang="zh-CN" altLang="en-US" b="1" dirty="0">
                <a:latin typeface="微软雅黑" panose="020B0503020204020204" pitchFamily="34" charset="-122"/>
                <a:ea typeface="微软雅黑" panose="020B0503020204020204" pitchFamily="34" charset="-122"/>
              </a:rPr>
              <a:t>过程化内聚</a:t>
            </a:r>
            <a:endParaRPr lang="zh-CN" altLang="en-US" b="1" dirty="0">
              <a:latin typeface="微软雅黑" panose="020B0503020204020204" pitchFamily="34" charset="-122"/>
              <a:ea typeface="微软雅黑" panose="020B0503020204020204" pitchFamily="34" charset="-122"/>
            </a:endParaRPr>
          </a:p>
        </p:txBody>
      </p:sp>
      <p:grpSp>
        <p:nvGrpSpPr>
          <p:cNvPr id="74756" name="Group 5"/>
          <p:cNvGrpSpPr/>
          <p:nvPr/>
        </p:nvGrpSpPr>
        <p:grpSpPr>
          <a:xfrm>
            <a:off x="657225" y="3062288"/>
            <a:ext cx="4743450" cy="2738437"/>
            <a:chOff x="1440" y="2112"/>
            <a:chExt cx="2996" cy="1392"/>
          </a:xfrm>
        </p:grpSpPr>
        <p:sp>
          <p:nvSpPr>
            <p:cNvPr id="74758" name="Rectangle 6"/>
            <p:cNvSpPr/>
            <p:nvPr/>
          </p:nvSpPr>
          <p:spPr>
            <a:xfrm>
              <a:off x="1440" y="2112"/>
              <a:ext cx="2736" cy="1392"/>
            </a:xfrm>
            <a:prstGeom prst="rect">
              <a:avLst/>
            </a:prstGeom>
            <a:noFill/>
            <a:ln w="19050" cap="flat" cmpd="sng">
              <a:solidFill>
                <a:schemeClr val="tx1"/>
              </a:solidFill>
              <a:prstDash val="solid"/>
              <a:miter/>
              <a:headEnd type="none" w="med" len="med"/>
              <a:tailEnd type="none" w="med" len="med"/>
            </a:ln>
          </p:spPr>
          <p:txBody>
            <a:bodyPr wrap="none" anchor="ctr" anchorCtr="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sp>
          <p:nvSpPr>
            <p:cNvPr id="74759" name="Text Box 7"/>
            <p:cNvSpPr txBox="1"/>
            <p:nvPr/>
          </p:nvSpPr>
          <p:spPr>
            <a:xfrm>
              <a:off x="1872" y="2208"/>
              <a:ext cx="1642" cy="235"/>
            </a:xfrm>
            <a:prstGeom prst="rect">
              <a:avLst/>
            </a:prstGeom>
            <a:noFill/>
            <a:ln w="15875" cap="flat" cmpd="sng">
              <a:solidFill>
                <a:schemeClr val="tx1"/>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 typeface="Wingdings" panose="05000000000000000000" pitchFamily="2" charset="2"/>
                <a:buNone/>
              </a:pPr>
              <a:r>
                <a:rPr lang="en-US" altLang="zh-CN" sz="2400" b="1" dirty="0">
                  <a:latin typeface="Arial" panose="020B0604020202020204" pitchFamily="34" charset="0"/>
                </a:rPr>
                <a:t>1. </a:t>
              </a:r>
              <a:r>
                <a:rPr lang="zh-CN" altLang="en-US" sz="2400" b="1" dirty="0">
                  <a:latin typeface="Arial" panose="020B0604020202020204" pitchFamily="34" charset="0"/>
                </a:rPr>
                <a:t>程序段</a:t>
              </a:r>
              <a:r>
                <a:rPr lang="en-US" altLang="zh-CN" sz="2400" b="1" dirty="0">
                  <a:latin typeface="Arial" panose="020B0604020202020204" pitchFamily="34" charset="0"/>
                </a:rPr>
                <a:t>1</a:t>
              </a:r>
              <a:endParaRPr lang="en-US" altLang="zh-CN" sz="2400" b="1" dirty="0">
                <a:latin typeface="Arial" panose="020B0604020202020204" pitchFamily="34" charset="0"/>
              </a:endParaRPr>
            </a:p>
          </p:txBody>
        </p:sp>
        <p:sp>
          <p:nvSpPr>
            <p:cNvPr id="74760" name="Text Box 8"/>
            <p:cNvSpPr txBox="1"/>
            <p:nvPr/>
          </p:nvSpPr>
          <p:spPr>
            <a:xfrm>
              <a:off x="1872" y="2496"/>
              <a:ext cx="1642" cy="235"/>
            </a:xfrm>
            <a:prstGeom prst="rect">
              <a:avLst/>
            </a:prstGeom>
            <a:noFill/>
            <a:ln w="15875" cap="flat" cmpd="sng">
              <a:solidFill>
                <a:schemeClr val="tx1"/>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 typeface="Wingdings" panose="05000000000000000000" pitchFamily="2" charset="2"/>
                <a:buNone/>
              </a:pPr>
              <a:r>
                <a:rPr lang="en-US" altLang="zh-CN" sz="2400" b="1" dirty="0">
                  <a:latin typeface="Arial" panose="020B0604020202020204" pitchFamily="34" charset="0"/>
                </a:rPr>
                <a:t>2. </a:t>
              </a:r>
              <a:r>
                <a:rPr lang="zh-CN" altLang="en-US" sz="2400" b="1" dirty="0">
                  <a:latin typeface="Arial" panose="020B0604020202020204" pitchFamily="34" charset="0"/>
                </a:rPr>
                <a:t>程序段</a:t>
              </a:r>
              <a:r>
                <a:rPr lang="en-US" altLang="zh-CN" sz="2400" b="1" dirty="0">
                  <a:latin typeface="Arial" panose="020B0604020202020204" pitchFamily="34" charset="0"/>
                </a:rPr>
                <a:t>2</a:t>
              </a:r>
              <a:endParaRPr lang="en-US" altLang="zh-CN" sz="2400" b="1" dirty="0">
                <a:latin typeface="Arial" panose="020B0604020202020204" pitchFamily="34" charset="0"/>
              </a:endParaRPr>
            </a:p>
          </p:txBody>
        </p:sp>
        <p:sp>
          <p:nvSpPr>
            <p:cNvPr id="74761" name="Text Box 9"/>
            <p:cNvSpPr txBox="1"/>
            <p:nvPr/>
          </p:nvSpPr>
          <p:spPr>
            <a:xfrm>
              <a:off x="1872" y="3168"/>
              <a:ext cx="1642" cy="235"/>
            </a:xfrm>
            <a:prstGeom prst="rect">
              <a:avLst/>
            </a:prstGeom>
            <a:noFill/>
            <a:ln w="15875" cap="flat" cmpd="sng">
              <a:solidFill>
                <a:schemeClr val="tx1"/>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 typeface="Wingdings" panose="05000000000000000000" pitchFamily="2" charset="2"/>
                <a:buNone/>
              </a:pPr>
              <a:r>
                <a:rPr lang="en-US" altLang="zh-CN" sz="2400" b="1" dirty="0">
                  <a:latin typeface="Arial" panose="020B0604020202020204" pitchFamily="34" charset="0"/>
                </a:rPr>
                <a:t>n. </a:t>
              </a:r>
              <a:r>
                <a:rPr lang="zh-CN" altLang="en-US" sz="2400" b="1" dirty="0">
                  <a:latin typeface="Arial" panose="020B0604020202020204" pitchFamily="34" charset="0"/>
                </a:rPr>
                <a:t>程序段</a:t>
              </a:r>
              <a:r>
                <a:rPr lang="en-US" altLang="zh-CN" sz="2400" b="1" dirty="0">
                  <a:latin typeface="Arial" panose="020B0604020202020204" pitchFamily="34" charset="0"/>
                </a:rPr>
                <a:t>n</a:t>
              </a:r>
              <a:endParaRPr lang="en-US" altLang="zh-CN" sz="2400" b="1" dirty="0">
                <a:latin typeface="Arial" panose="020B0604020202020204" pitchFamily="34" charset="0"/>
              </a:endParaRPr>
            </a:p>
          </p:txBody>
        </p:sp>
        <p:sp>
          <p:nvSpPr>
            <p:cNvPr id="74762" name="Text Box 10"/>
            <p:cNvSpPr txBox="1"/>
            <p:nvPr/>
          </p:nvSpPr>
          <p:spPr>
            <a:xfrm>
              <a:off x="2540" y="2832"/>
              <a:ext cx="350" cy="203"/>
            </a:xfrm>
            <a:prstGeom prst="rect">
              <a:avLst/>
            </a:prstGeom>
            <a:noFill/>
            <a:ln w="9525">
              <a:noFill/>
            </a:ln>
          </p:spPr>
          <p:txBody>
            <a:bodyPr vert="eaVert" wrap="none">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r>
                <a:rPr lang="en-US" altLang="zh-CN" sz="2400" b="1" dirty="0">
                  <a:latin typeface="Times New Roman" panose="02020603050405020304" pitchFamily="18" charset="0"/>
                </a:rPr>
                <a:t>…</a:t>
              </a:r>
              <a:endParaRPr lang="en-US" altLang="zh-CN" sz="2400" b="1" dirty="0">
                <a:latin typeface="Arial" panose="020B0604020202020204" pitchFamily="34" charset="0"/>
              </a:endParaRPr>
            </a:p>
          </p:txBody>
        </p:sp>
        <p:sp>
          <p:nvSpPr>
            <p:cNvPr id="74763" name="Text Box 11"/>
            <p:cNvSpPr txBox="1"/>
            <p:nvPr/>
          </p:nvSpPr>
          <p:spPr>
            <a:xfrm>
              <a:off x="4125" y="2544"/>
              <a:ext cx="311" cy="304"/>
            </a:xfrm>
            <a:prstGeom prst="rect">
              <a:avLst/>
            </a:prstGeom>
            <a:noFill/>
            <a:ln w="9525">
              <a:noFill/>
            </a:ln>
          </p:spPr>
          <p:txBody>
            <a:bodyPr vert="eaVert" wrap="none">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r>
                <a:rPr lang="zh-CN" altLang="en-US" sz="2000" b="1" dirty="0">
                  <a:latin typeface="Arial" panose="020B0604020202020204" pitchFamily="34" charset="0"/>
                </a:rPr>
                <a:t>模块</a:t>
              </a:r>
              <a:endParaRPr lang="zh-CN" altLang="en-US" sz="2000" b="1" dirty="0">
                <a:latin typeface="Arial" panose="020B0604020202020204" pitchFamily="34" charset="0"/>
              </a:endParaRPr>
            </a:p>
          </p:txBody>
        </p:sp>
      </p:grpSp>
      <p:sp>
        <p:nvSpPr>
          <p:cNvPr id="74757" name="AutoShape 12"/>
          <p:cNvSpPr/>
          <p:nvPr/>
        </p:nvSpPr>
        <p:spPr>
          <a:xfrm>
            <a:off x="5972175" y="3284538"/>
            <a:ext cx="2763838" cy="2443162"/>
          </a:xfrm>
          <a:prstGeom prst="cloudCallout">
            <a:avLst>
              <a:gd name="adj1" fmla="val -47940"/>
              <a:gd name="adj2" fmla="val -8366"/>
            </a:avLst>
          </a:prstGeom>
          <a:solidFill>
            <a:srgbClr val="FFCC00"/>
          </a:solidFill>
          <a:ln w="9525" cap="flat" cmpd="sng">
            <a:solidFill>
              <a:schemeClr val="tx1"/>
            </a:solidFill>
            <a:prstDash val="solid"/>
            <a:miter/>
            <a:headEnd type="none" w="med" len="med"/>
            <a:tailEnd type="none" w="med" len="med"/>
          </a:ln>
        </p:spPr>
        <p:txBody>
          <a:bodyPr lIns="91221" tIns="45610" rIns="91221" bIns="4561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r>
              <a:rPr lang="zh-CN" altLang="en-US" sz="2000" b="1" dirty="0">
                <a:latin typeface="黑体" panose="02010609060101010101" pitchFamily="49" charset="-122"/>
                <a:ea typeface="黑体" panose="02010609060101010101" pitchFamily="49" charset="-122"/>
              </a:rPr>
              <a:t>每一程序段的先后执行顺序有严格要求，必须依次完成。</a:t>
            </a:r>
            <a:endParaRPr lang="zh-CN" altLang="en-US" sz="2000" b="1" dirty="0">
              <a:latin typeface="黑体" panose="02010609060101010101" pitchFamily="49" charset="-122"/>
              <a:ea typeface="黑体" panose="02010609060101010101" pitchFamily="49" charset="-122"/>
            </a:endParaRPr>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Rectangle 3"/>
          <p:cNvSpPr>
            <a:spLocks noGrp="1"/>
          </p:cNvSpPr>
          <p:nvPr>
            <p:ph idx="1"/>
          </p:nvPr>
        </p:nvSpPr>
        <p:spPr>
          <a:ln/>
        </p:spPr>
        <p:txBody>
          <a:bodyPr vert="horz" wrap="square" lIns="91221" tIns="45610" rIns="91221" bIns="45610" anchor="t" anchorCtr="0"/>
          <a:p>
            <a:pPr eaLnBrk="1" hangingPunct="1"/>
            <a:r>
              <a:rPr lang="zh-CN" altLang="en-US" sz="2400" dirty="0"/>
              <a:t>模块内部的</a:t>
            </a:r>
            <a:r>
              <a:rPr lang="zh-CN" altLang="en-US" sz="2400" b="1" dirty="0">
                <a:solidFill>
                  <a:srgbClr val="FF0000"/>
                </a:solidFill>
              </a:rPr>
              <a:t>各个成分都使用同一种输入数据</a:t>
            </a:r>
            <a:r>
              <a:rPr lang="zh-CN" altLang="en-US" sz="2400" dirty="0"/>
              <a:t>，或者</a:t>
            </a:r>
            <a:r>
              <a:rPr lang="zh-CN" altLang="en-US" sz="2400" b="1" dirty="0">
                <a:solidFill>
                  <a:srgbClr val="FF0000"/>
                </a:solidFill>
              </a:rPr>
              <a:t>产生同一个输出数据</a:t>
            </a:r>
            <a:r>
              <a:rPr lang="zh-CN" altLang="en-US" sz="2400" dirty="0"/>
              <a:t>。它们靠公用数据而联系在一起，故称为通信性内聚。 </a:t>
            </a:r>
            <a:endParaRPr lang="zh-CN" altLang="en-US" sz="2400" dirty="0"/>
          </a:p>
          <a:p>
            <a:pPr eaLnBrk="1" hangingPunct="1"/>
            <a:endParaRPr lang="en-US" altLang="zh-CN" dirty="0"/>
          </a:p>
        </p:txBody>
      </p:sp>
      <p:sp>
        <p:nvSpPr>
          <p:cNvPr id="75779" name="Rectangle 2"/>
          <p:cNvSpPr>
            <a:spLocks noGrp="1"/>
          </p:cNvSpPr>
          <p:nvPr>
            <p:ph type="title"/>
          </p:nvPr>
        </p:nvSpPr>
        <p:spPr>
          <a:xfrm>
            <a:off x="515938" y="542925"/>
            <a:ext cx="8207375" cy="1139825"/>
          </a:xfrm>
          <a:ln/>
        </p:spPr>
        <p:txBody>
          <a:bodyPr vert="horz" wrap="square" lIns="0" tIns="45610" rIns="0" bIns="0" anchor="b" anchorCtr="0"/>
          <a:p>
            <a:pPr eaLnBrk="1" hangingPunct="1"/>
            <a:r>
              <a:rPr lang="en-US" altLang="zh-CN" b="1" dirty="0">
                <a:latin typeface="微软雅黑" panose="020B0503020204020204" pitchFamily="34" charset="-122"/>
                <a:ea typeface="微软雅黑" panose="020B0503020204020204" pitchFamily="34" charset="-122"/>
              </a:rPr>
              <a:t>5-</a:t>
            </a:r>
            <a:r>
              <a:rPr lang="zh-CN" altLang="en-US" b="1" dirty="0">
                <a:latin typeface="微软雅黑" panose="020B0503020204020204" pitchFamily="34" charset="-122"/>
                <a:ea typeface="微软雅黑" panose="020B0503020204020204" pitchFamily="34" charset="-122"/>
              </a:rPr>
              <a:t>通信性内聚</a:t>
            </a:r>
            <a:endParaRPr lang="zh-CN" altLang="en-US" b="1" dirty="0">
              <a:latin typeface="微软雅黑" panose="020B0503020204020204" pitchFamily="34" charset="-122"/>
              <a:ea typeface="微软雅黑" panose="020B0503020204020204" pitchFamily="34" charset="-122"/>
            </a:endParaRPr>
          </a:p>
        </p:txBody>
      </p:sp>
      <p:grpSp>
        <p:nvGrpSpPr>
          <p:cNvPr id="75780" name="Group 4"/>
          <p:cNvGrpSpPr/>
          <p:nvPr/>
        </p:nvGrpSpPr>
        <p:grpSpPr>
          <a:xfrm>
            <a:off x="987425" y="3567113"/>
            <a:ext cx="6731000" cy="2897187"/>
            <a:chOff x="2859" y="8565"/>
            <a:chExt cx="7173" cy="2979"/>
          </a:xfrm>
        </p:grpSpPr>
        <p:grpSp>
          <p:nvGrpSpPr>
            <p:cNvPr id="75781" name="Group 5"/>
            <p:cNvGrpSpPr/>
            <p:nvPr/>
          </p:nvGrpSpPr>
          <p:grpSpPr>
            <a:xfrm>
              <a:off x="3012" y="8565"/>
              <a:ext cx="6473" cy="2856"/>
              <a:chOff x="3012" y="8565"/>
              <a:chExt cx="6473" cy="2856"/>
            </a:xfrm>
          </p:grpSpPr>
          <p:sp>
            <p:nvSpPr>
              <p:cNvPr id="75788" name="Rectangle 6"/>
              <p:cNvSpPr/>
              <p:nvPr/>
            </p:nvSpPr>
            <p:spPr>
              <a:xfrm>
                <a:off x="4272" y="8565"/>
                <a:ext cx="1260" cy="2340"/>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sp>
            <p:nvSpPr>
              <p:cNvPr id="75789" name="Oval 7"/>
              <p:cNvSpPr/>
              <p:nvPr/>
            </p:nvSpPr>
            <p:spPr>
              <a:xfrm>
                <a:off x="4482" y="8706"/>
                <a:ext cx="900" cy="936"/>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 typeface="Wingdings" panose="05000000000000000000" pitchFamily="2" charset="2"/>
                  <a:buNone/>
                </a:pPr>
                <a:r>
                  <a:rPr lang="zh-CN" altLang="en-US" sz="1400" b="1" dirty="0">
                    <a:latin typeface="Times New Roman" panose="02020603050405020304" pitchFamily="18" charset="0"/>
                    <a:ea typeface="黑体" panose="02010609060101010101" pitchFamily="49" charset="-122"/>
                  </a:rPr>
                  <a:t>开领</a:t>
                </a:r>
                <a:endParaRPr lang="zh-CN" altLang="en-US" sz="1400" b="1" dirty="0">
                  <a:latin typeface="Times New Roman" panose="02020603050405020304" pitchFamily="18" charset="0"/>
                  <a:ea typeface="黑体" panose="02010609060101010101" pitchFamily="49" charset="-122"/>
                </a:endParaRPr>
              </a:p>
              <a:p>
                <a:pPr marL="0" lvl="0" indent="0" algn="ctr" eaLnBrk="1" hangingPunct="1">
                  <a:spcBef>
                    <a:spcPct val="0"/>
                  </a:spcBef>
                  <a:buClrTx/>
                  <a:buSzTx/>
                  <a:buFont typeface="Wingdings" panose="05000000000000000000" pitchFamily="2" charset="2"/>
                  <a:buNone/>
                </a:pPr>
                <a:r>
                  <a:rPr lang="zh-CN" altLang="en-US" sz="1400" b="1" dirty="0">
                    <a:latin typeface="Times New Roman" panose="02020603050405020304" pitchFamily="18" charset="0"/>
                    <a:ea typeface="黑体" panose="02010609060101010101" pitchFamily="49" charset="-122"/>
                  </a:rPr>
                  <a:t>书单</a:t>
                </a:r>
                <a:endParaRPr lang="zh-CN" altLang="en-US" sz="1400" b="1" dirty="0">
                  <a:latin typeface="Times New Roman" panose="02020603050405020304" pitchFamily="18" charset="0"/>
                  <a:ea typeface="黑体" panose="02010609060101010101" pitchFamily="49" charset="-122"/>
                </a:endParaRPr>
              </a:p>
            </p:txBody>
          </p:sp>
          <p:sp>
            <p:nvSpPr>
              <p:cNvPr id="75790" name="Oval 8"/>
              <p:cNvSpPr/>
              <p:nvPr/>
            </p:nvSpPr>
            <p:spPr>
              <a:xfrm>
                <a:off x="4524" y="9933"/>
                <a:ext cx="900" cy="936"/>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 typeface="Wingdings" panose="05000000000000000000" pitchFamily="2" charset="2"/>
                  <a:buNone/>
                </a:pPr>
                <a:r>
                  <a:rPr lang="zh-CN" altLang="en-US" sz="1400" b="1" dirty="0">
                    <a:latin typeface="Times New Roman" panose="02020603050405020304" pitchFamily="18" charset="0"/>
                    <a:ea typeface="黑体" panose="02010609060101010101" pitchFamily="49" charset="-122"/>
                  </a:rPr>
                  <a:t>登记</a:t>
                </a:r>
                <a:endParaRPr lang="zh-CN" altLang="en-US" sz="1400" b="1" dirty="0">
                  <a:latin typeface="Times New Roman" panose="02020603050405020304" pitchFamily="18" charset="0"/>
                  <a:ea typeface="黑体" panose="02010609060101010101" pitchFamily="49" charset="-122"/>
                </a:endParaRPr>
              </a:p>
              <a:p>
                <a:pPr marL="0" lvl="0" indent="0" algn="ctr" eaLnBrk="1" hangingPunct="1">
                  <a:spcBef>
                    <a:spcPct val="0"/>
                  </a:spcBef>
                  <a:buClrTx/>
                  <a:buSzTx/>
                  <a:buFont typeface="Wingdings" panose="05000000000000000000" pitchFamily="2" charset="2"/>
                  <a:buNone/>
                </a:pPr>
                <a:r>
                  <a:rPr lang="zh-CN" altLang="en-US" sz="1400" b="1" dirty="0">
                    <a:latin typeface="Times New Roman" panose="02020603050405020304" pitchFamily="18" charset="0"/>
                    <a:ea typeface="黑体" panose="02010609060101010101" pitchFamily="49" charset="-122"/>
                  </a:rPr>
                  <a:t>售书</a:t>
                </a:r>
                <a:endParaRPr lang="zh-CN" altLang="en-US" sz="1400" b="1" dirty="0">
                  <a:latin typeface="Times New Roman" panose="02020603050405020304" pitchFamily="18" charset="0"/>
                  <a:ea typeface="黑体" panose="02010609060101010101" pitchFamily="49" charset="-122"/>
                </a:endParaRPr>
              </a:p>
            </p:txBody>
          </p:sp>
          <p:sp>
            <p:nvSpPr>
              <p:cNvPr id="75791" name="Line 9"/>
              <p:cNvSpPr/>
              <p:nvPr/>
            </p:nvSpPr>
            <p:spPr>
              <a:xfrm>
                <a:off x="3012" y="10266"/>
                <a:ext cx="540" cy="0"/>
              </a:xfrm>
              <a:prstGeom prst="line">
                <a:avLst/>
              </a:prstGeom>
              <a:ln w="9525" cap="flat" cmpd="sng">
                <a:solidFill>
                  <a:srgbClr val="000000"/>
                </a:solidFill>
                <a:prstDash val="solid"/>
                <a:headEnd type="none" w="med" len="med"/>
                <a:tailEnd type="triangle" w="sm" len="sm"/>
              </a:ln>
            </p:spPr>
          </p:sp>
          <p:sp>
            <p:nvSpPr>
              <p:cNvPr id="75792" name="Line 10"/>
              <p:cNvSpPr/>
              <p:nvPr/>
            </p:nvSpPr>
            <p:spPr>
              <a:xfrm flipV="1">
                <a:off x="3582" y="9390"/>
                <a:ext cx="945" cy="873"/>
              </a:xfrm>
              <a:prstGeom prst="line">
                <a:avLst/>
              </a:prstGeom>
              <a:ln w="9525" cap="flat" cmpd="sng">
                <a:solidFill>
                  <a:srgbClr val="000000"/>
                </a:solidFill>
                <a:prstDash val="solid"/>
                <a:headEnd type="none" w="med" len="med"/>
                <a:tailEnd type="triangle" w="sm" len="sm"/>
              </a:ln>
            </p:spPr>
          </p:sp>
          <p:sp>
            <p:nvSpPr>
              <p:cNvPr id="75793" name="Line 11"/>
              <p:cNvSpPr/>
              <p:nvPr/>
            </p:nvSpPr>
            <p:spPr>
              <a:xfrm>
                <a:off x="3522" y="10278"/>
                <a:ext cx="1026" cy="278"/>
              </a:xfrm>
              <a:prstGeom prst="line">
                <a:avLst/>
              </a:prstGeom>
              <a:ln w="9525" cap="flat" cmpd="sng">
                <a:solidFill>
                  <a:srgbClr val="000000"/>
                </a:solidFill>
                <a:prstDash val="solid"/>
                <a:headEnd type="none" w="med" len="med"/>
                <a:tailEnd type="triangle" w="sm" len="sm"/>
              </a:ln>
            </p:spPr>
          </p:sp>
          <p:sp>
            <p:nvSpPr>
              <p:cNvPr id="75794" name="Line 12"/>
              <p:cNvSpPr/>
              <p:nvPr/>
            </p:nvSpPr>
            <p:spPr>
              <a:xfrm>
                <a:off x="5667" y="11139"/>
                <a:ext cx="1080" cy="0"/>
              </a:xfrm>
              <a:prstGeom prst="line">
                <a:avLst/>
              </a:prstGeom>
              <a:ln w="9525" cap="flat" cmpd="sng">
                <a:solidFill>
                  <a:srgbClr val="000000"/>
                </a:solidFill>
                <a:prstDash val="solid"/>
                <a:headEnd type="none" w="med" len="med"/>
                <a:tailEnd type="none" w="med" len="med"/>
              </a:ln>
            </p:spPr>
          </p:sp>
          <p:sp>
            <p:nvSpPr>
              <p:cNvPr id="75795" name="Line 13"/>
              <p:cNvSpPr/>
              <p:nvPr/>
            </p:nvSpPr>
            <p:spPr>
              <a:xfrm>
                <a:off x="5682" y="11421"/>
                <a:ext cx="1080" cy="0"/>
              </a:xfrm>
              <a:prstGeom prst="line">
                <a:avLst/>
              </a:prstGeom>
              <a:ln w="9525" cap="flat" cmpd="sng">
                <a:solidFill>
                  <a:srgbClr val="000000"/>
                </a:solidFill>
                <a:prstDash val="solid"/>
                <a:headEnd type="none" w="med" len="med"/>
                <a:tailEnd type="none" w="med" len="med"/>
              </a:ln>
            </p:spPr>
          </p:sp>
          <p:sp>
            <p:nvSpPr>
              <p:cNvPr id="75796" name="Line 14"/>
              <p:cNvSpPr/>
              <p:nvPr/>
            </p:nvSpPr>
            <p:spPr>
              <a:xfrm>
                <a:off x="5727" y="9081"/>
                <a:ext cx="743" cy="0"/>
              </a:xfrm>
              <a:prstGeom prst="line">
                <a:avLst/>
              </a:prstGeom>
              <a:ln w="9525" cap="flat" cmpd="sng">
                <a:solidFill>
                  <a:srgbClr val="000000"/>
                </a:solidFill>
                <a:prstDash val="solid"/>
                <a:headEnd type="none" w="med" len="med"/>
                <a:tailEnd type="none" w="med" len="med"/>
              </a:ln>
            </p:spPr>
          </p:sp>
          <p:sp>
            <p:nvSpPr>
              <p:cNvPr id="75797" name="Line 15"/>
              <p:cNvSpPr/>
              <p:nvPr/>
            </p:nvSpPr>
            <p:spPr>
              <a:xfrm>
                <a:off x="5712" y="8799"/>
                <a:ext cx="743" cy="0"/>
              </a:xfrm>
              <a:prstGeom prst="line">
                <a:avLst/>
              </a:prstGeom>
              <a:ln w="9525" cap="flat" cmpd="sng">
                <a:solidFill>
                  <a:srgbClr val="000000"/>
                </a:solidFill>
                <a:prstDash val="solid"/>
                <a:headEnd type="none" w="med" len="med"/>
                <a:tailEnd type="none" w="med" len="med"/>
              </a:ln>
            </p:spPr>
          </p:sp>
          <p:sp>
            <p:nvSpPr>
              <p:cNvPr id="75798" name="Freeform 16"/>
              <p:cNvSpPr/>
              <p:nvPr/>
            </p:nvSpPr>
            <p:spPr>
              <a:xfrm>
                <a:off x="5412" y="10508"/>
                <a:ext cx="845" cy="465"/>
              </a:xfrm>
              <a:custGeom>
                <a:avLst/>
                <a:gdLst>
                  <a:gd name="txL" fmla="*/ 0 w 900"/>
                  <a:gd name="txT" fmla="*/ 0 h 520"/>
                  <a:gd name="txR" fmla="*/ 900 w 900"/>
                  <a:gd name="txB" fmla="*/ 520 h 520"/>
                </a:gdLst>
                <a:ahLst/>
                <a:cxnLst>
                  <a:cxn ang="0">
                    <a:pos x="0" y="8"/>
                  </a:cxn>
                  <a:cxn ang="0">
                    <a:pos x="123" y="8"/>
                  </a:cxn>
                  <a:cxn ang="0">
                    <a:pos x="248" y="55"/>
                  </a:cxn>
                  <a:cxn ang="0">
                    <a:pos x="309" y="78"/>
                  </a:cxn>
                </a:cxnLst>
                <a:rect l="txL" t="txT" r="txR" b="txB"/>
                <a:pathLst>
                  <a:path w="900" h="520">
                    <a:moveTo>
                      <a:pt x="0" y="52"/>
                    </a:moveTo>
                    <a:cubicBezTo>
                      <a:pt x="120" y="26"/>
                      <a:pt x="240" y="0"/>
                      <a:pt x="360" y="52"/>
                    </a:cubicBezTo>
                    <a:cubicBezTo>
                      <a:pt x="480" y="104"/>
                      <a:pt x="630" y="286"/>
                      <a:pt x="720" y="364"/>
                    </a:cubicBezTo>
                    <a:cubicBezTo>
                      <a:pt x="810" y="442"/>
                      <a:pt x="855" y="481"/>
                      <a:pt x="900" y="520"/>
                    </a:cubicBezTo>
                  </a:path>
                </a:pathLst>
              </a:custGeom>
              <a:noFill/>
              <a:ln w="9525" cap="flat" cmpd="sng">
                <a:solidFill>
                  <a:srgbClr val="000000">
                    <a:alpha val="100000"/>
                  </a:srgbClr>
                </a:solidFill>
                <a:prstDash val="solid"/>
                <a:round/>
                <a:headEnd type="none" w="med" len="med"/>
                <a:tailEnd type="triangle" w="sm" len="sm"/>
              </a:ln>
            </p:spPr>
            <p:txBody>
              <a:bodyPr/>
              <a:p>
                <a:endParaRPr lang="zh-CN" altLang="en-US"/>
              </a:p>
            </p:txBody>
          </p:sp>
          <p:grpSp>
            <p:nvGrpSpPr>
              <p:cNvPr id="75799" name="Group 17"/>
              <p:cNvGrpSpPr/>
              <p:nvPr/>
            </p:nvGrpSpPr>
            <p:grpSpPr>
              <a:xfrm>
                <a:off x="7362" y="8580"/>
                <a:ext cx="2123" cy="2340"/>
                <a:chOff x="7770" y="4731"/>
                <a:chExt cx="2123" cy="2340"/>
              </a:xfrm>
            </p:grpSpPr>
            <p:sp>
              <p:nvSpPr>
                <p:cNvPr id="75800" name="Rectangle 18"/>
                <p:cNvSpPr/>
                <p:nvPr/>
              </p:nvSpPr>
              <p:spPr>
                <a:xfrm>
                  <a:off x="7770" y="4731"/>
                  <a:ext cx="1260" cy="2340"/>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sp>
              <p:nvSpPr>
                <p:cNvPr id="75801" name="Oval 19"/>
                <p:cNvSpPr/>
                <p:nvPr/>
              </p:nvSpPr>
              <p:spPr>
                <a:xfrm>
                  <a:off x="7920" y="4872"/>
                  <a:ext cx="900" cy="936"/>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 typeface="Wingdings" panose="05000000000000000000" pitchFamily="2" charset="2"/>
                    <a:buNone/>
                  </a:pPr>
                  <a:r>
                    <a:rPr lang="zh-CN" altLang="en-US" sz="1400" b="1" dirty="0">
                      <a:latin typeface="Times New Roman" panose="02020603050405020304" pitchFamily="18" charset="0"/>
                      <a:ea typeface="黑体" panose="02010609060101010101" pitchFamily="49" charset="-122"/>
                    </a:rPr>
                    <a:t>删除</a:t>
                  </a:r>
                  <a:endParaRPr lang="zh-CN" altLang="en-US" sz="1400" b="1" dirty="0">
                    <a:latin typeface="黑体" panose="02010609060101010101" pitchFamily="49" charset="-122"/>
                    <a:ea typeface="黑体" panose="02010609060101010101" pitchFamily="49" charset="-122"/>
                  </a:endParaRPr>
                </a:p>
              </p:txBody>
            </p:sp>
            <p:sp>
              <p:nvSpPr>
                <p:cNvPr id="75802" name="Oval 20"/>
                <p:cNvSpPr/>
                <p:nvPr/>
              </p:nvSpPr>
              <p:spPr>
                <a:xfrm>
                  <a:off x="7980" y="5979"/>
                  <a:ext cx="900" cy="936"/>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 typeface="Wingdings" panose="05000000000000000000" pitchFamily="2" charset="2"/>
                    <a:buNone/>
                  </a:pPr>
                  <a:r>
                    <a:rPr lang="zh-CN" altLang="en-US" sz="1400" b="1" dirty="0">
                      <a:latin typeface="Times New Roman" panose="02020603050405020304" pitchFamily="18" charset="0"/>
                      <a:ea typeface="黑体" panose="02010609060101010101" pitchFamily="49" charset="-122"/>
                    </a:rPr>
                    <a:t>修改</a:t>
                  </a:r>
                  <a:endParaRPr lang="zh-CN" altLang="en-US" sz="1400" b="1" dirty="0">
                    <a:latin typeface="Times New Roman" panose="02020603050405020304" pitchFamily="18" charset="0"/>
                    <a:ea typeface="黑体" panose="02010609060101010101" pitchFamily="49" charset="-122"/>
                  </a:endParaRPr>
                </a:p>
              </p:txBody>
            </p:sp>
            <p:sp>
              <p:nvSpPr>
                <p:cNvPr id="75803" name="Line 21"/>
                <p:cNvSpPr/>
                <p:nvPr/>
              </p:nvSpPr>
              <p:spPr>
                <a:xfrm>
                  <a:off x="9135" y="5808"/>
                  <a:ext cx="743" cy="0"/>
                </a:xfrm>
                <a:prstGeom prst="line">
                  <a:avLst/>
                </a:prstGeom>
                <a:ln w="9525" cap="flat" cmpd="sng">
                  <a:solidFill>
                    <a:srgbClr val="000000"/>
                  </a:solidFill>
                  <a:prstDash val="solid"/>
                  <a:headEnd type="none" w="med" len="med"/>
                  <a:tailEnd type="none" w="med" len="med"/>
                </a:ln>
              </p:spPr>
            </p:sp>
            <p:sp>
              <p:nvSpPr>
                <p:cNvPr id="75804" name="Line 22"/>
                <p:cNvSpPr/>
                <p:nvPr/>
              </p:nvSpPr>
              <p:spPr>
                <a:xfrm>
                  <a:off x="9150" y="6084"/>
                  <a:ext cx="743" cy="0"/>
                </a:xfrm>
                <a:prstGeom prst="line">
                  <a:avLst/>
                </a:prstGeom>
                <a:ln w="9525" cap="flat" cmpd="sng">
                  <a:solidFill>
                    <a:srgbClr val="000000"/>
                  </a:solidFill>
                  <a:prstDash val="solid"/>
                  <a:headEnd type="none" w="med" len="med"/>
                  <a:tailEnd type="none" w="med" len="med"/>
                </a:ln>
              </p:spPr>
            </p:sp>
            <p:sp>
              <p:nvSpPr>
                <p:cNvPr id="75805" name="Freeform 23"/>
                <p:cNvSpPr/>
                <p:nvPr/>
              </p:nvSpPr>
              <p:spPr>
                <a:xfrm>
                  <a:off x="8820" y="5184"/>
                  <a:ext cx="720" cy="624"/>
                </a:xfrm>
                <a:custGeom>
                  <a:avLst/>
                  <a:gdLst>
                    <a:gd name="txL" fmla="*/ 0 w 720"/>
                    <a:gd name="txT" fmla="*/ 0 h 624"/>
                    <a:gd name="txR" fmla="*/ 720 w 720"/>
                    <a:gd name="txB" fmla="*/ 624 h 624"/>
                  </a:gdLst>
                  <a:ahLst/>
                  <a:cxnLst>
                    <a:cxn ang="0">
                      <a:pos x="0" y="0"/>
                    </a:cxn>
                    <a:cxn ang="0">
                      <a:pos x="360" y="156"/>
                    </a:cxn>
                    <a:cxn ang="0">
                      <a:pos x="720" y="624"/>
                    </a:cxn>
                  </a:cxnLst>
                  <a:rect l="txL" t="txT" r="txR" b="txB"/>
                  <a:pathLst>
                    <a:path w="720" h="624">
                      <a:moveTo>
                        <a:pt x="0" y="0"/>
                      </a:moveTo>
                      <a:cubicBezTo>
                        <a:pt x="120" y="26"/>
                        <a:pt x="240" y="52"/>
                        <a:pt x="360" y="156"/>
                      </a:cubicBezTo>
                      <a:cubicBezTo>
                        <a:pt x="480" y="260"/>
                        <a:pt x="600" y="442"/>
                        <a:pt x="720" y="624"/>
                      </a:cubicBezTo>
                    </a:path>
                  </a:pathLst>
                </a:custGeom>
                <a:noFill/>
                <a:ln w="9525" cap="flat" cmpd="sng">
                  <a:solidFill>
                    <a:srgbClr val="000000">
                      <a:alpha val="100000"/>
                    </a:srgbClr>
                  </a:solidFill>
                  <a:prstDash val="solid"/>
                  <a:round/>
                  <a:headEnd type="none" w="med" len="med"/>
                  <a:tailEnd type="triangle" w="sm" len="sm"/>
                </a:ln>
              </p:spPr>
              <p:txBody>
                <a:bodyPr/>
                <a:p>
                  <a:endParaRPr lang="zh-CN" altLang="en-US"/>
                </a:p>
              </p:txBody>
            </p:sp>
          </p:grpSp>
        </p:grpSp>
        <p:sp>
          <p:nvSpPr>
            <p:cNvPr id="75782" name="Freeform 24"/>
            <p:cNvSpPr/>
            <p:nvPr/>
          </p:nvSpPr>
          <p:spPr>
            <a:xfrm>
              <a:off x="8412" y="10140"/>
              <a:ext cx="720" cy="468"/>
            </a:xfrm>
            <a:custGeom>
              <a:avLst/>
              <a:gdLst>
                <a:gd name="txL" fmla="*/ 0 w 720"/>
                <a:gd name="txT" fmla="*/ 0 h 468"/>
                <a:gd name="txR" fmla="*/ 720 w 720"/>
                <a:gd name="txB" fmla="*/ 468 h 468"/>
              </a:gdLst>
              <a:ahLst/>
              <a:cxnLst>
                <a:cxn ang="0">
                  <a:pos x="720" y="0"/>
                </a:cxn>
                <a:cxn ang="0">
                  <a:pos x="540" y="156"/>
                </a:cxn>
                <a:cxn ang="0">
                  <a:pos x="0" y="468"/>
                </a:cxn>
              </a:cxnLst>
              <a:rect l="txL" t="txT" r="txR" b="txB"/>
              <a:pathLst>
                <a:path w="720" h="468">
                  <a:moveTo>
                    <a:pt x="720" y="0"/>
                  </a:moveTo>
                  <a:cubicBezTo>
                    <a:pt x="690" y="39"/>
                    <a:pt x="660" y="78"/>
                    <a:pt x="540" y="156"/>
                  </a:cubicBezTo>
                  <a:cubicBezTo>
                    <a:pt x="420" y="234"/>
                    <a:pt x="210" y="351"/>
                    <a:pt x="0" y="468"/>
                  </a:cubicBezTo>
                </a:path>
              </a:pathLst>
            </a:custGeom>
            <a:noFill/>
            <a:ln w="9525" cap="flat" cmpd="sng">
              <a:solidFill>
                <a:srgbClr val="000000">
                  <a:alpha val="100000"/>
                </a:srgbClr>
              </a:solidFill>
              <a:prstDash val="solid"/>
              <a:round/>
              <a:headEnd type="triangle" w="sm" len="sm"/>
              <a:tailEnd type="none" w="med" len="med"/>
            </a:ln>
          </p:spPr>
          <p:txBody>
            <a:bodyPr/>
            <a:p>
              <a:endParaRPr lang="zh-CN" altLang="en-US"/>
            </a:p>
          </p:txBody>
        </p:sp>
        <p:sp>
          <p:nvSpPr>
            <p:cNvPr id="75783" name="Text Box 25"/>
            <p:cNvSpPr txBox="1"/>
            <p:nvPr/>
          </p:nvSpPr>
          <p:spPr>
            <a:xfrm>
              <a:off x="2859" y="9903"/>
              <a:ext cx="720" cy="468"/>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spcBef>
                  <a:spcPct val="0"/>
                </a:spcBef>
                <a:buClrTx/>
                <a:buSzTx/>
                <a:buFont typeface="Wingdings" panose="05000000000000000000" pitchFamily="2" charset="2"/>
                <a:buNone/>
              </a:pPr>
              <a:r>
                <a:rPr lang="zh-CN" altLang="en-US" sz="1400" b="1" dirty="0">
                  <a:latin typeface="Times New Roman" panose="02020603050405020304" pitchFamily="18" charset="0"/>
                </a:rPr>
                <a:t>发票</a:t>
              </a:r>
              <a:endParaRPr lang="zh-CN" altLang="en-US" sz="1400" b="1" dirty="0">
                <a:latin typeface="Times New Roman" panose="02020603050405020304" pitchFamily="18" charset="0"/>
              </a:endParaRPr>
            </a:p>
          </p:txBody>
        </p:sp>
        <p:sp>
          <p:nvSpPr>
            <p:cNvPr id="75784" name="Text Box 26"/>
            <p:cNvSpPr txBox="1"/>
            <p:nvPr/>
          </p:nvSpPr>
          <p:spPr>
            <a:xfrm>
              <a:off x="5649" y="8736"/>
              <a:ext cx="1080" cy="468"/>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spcBef>
                  <a:spcPct val="0"/>
                </a:spcBef>
                <a:buClrTx/>
                <a:buSzTx/>
                <a:buFont typeface="Wingdings" panose="05000000000000000000" pitchFamily="2" charset="2"/>
                <a:buNone/>
              </a:pPr>
              <a:r>
                <a:rPr lang="zh-CN" altLang="en-US" sz="1400" b="1" dirty="0">
                  <a:latin typeface="Times New Roman" panose="02020603050405020304" pitchFamily="18" charset="0"/>
                </a:rPr>
                <a:t>领书单</a:t>
              </a:r>
              <a:endParaRPr lang="zh-CN" altLang="en-US" sz="1400" b="1" dirty="0">
                <a:latin typeface="Times New Roman" panose="02020603050405020304" pitchFamily="18" charset="0"/>
              </a:endParaRPr>
            </a:p>
          </p:txBody>
        </p:sp>
        <p:sp>
          <p:nvSpPr>
            <p:cNvPr id="75785" name="Text Box 27"/>
            <p:cNvSpPr txBox="1"/>
            <p:nvPr/>
          </p:nvSpPr>
          <p:spPr>
            <a:xfrm>
              <a:off x="5469" y="11076"/>
              <a:ext cx="1440" cy="468"/>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spcBef>
                  <a:spcPct val="0"/>
                </a:spcBef>
                <a:buClrTx/>
                <a:buSzTx/>
                <a:buFont typeface="Wingdings" panose="05000000000000000000" pitchFamily="2" charset="2"/>
                <a:buNone/>
              </a:pPr>
              <a:r>
                <a:rPr lang="zh-CN" altLang="en-US" sz="1400" b="1" dirty="0">
                  <a:latin typeface="Times New Roman" panose="02020603050405020304" pitchFamily="18" charset="0"/>
                </a:rPr>
                <a:t>售书登记表</a:t>
              </a:r>
              <a:endParaRPr lang="zh-CN" altLang="en-US" sz="1400" b="1" dirty="0">
                <a:latin typeface="Times New Roman" panose="02020603050405020304" pitchFamily="18" charset="0"/>
              </a:endParaRPr>
            </a:p>
          </p:txBody>
        </p:sp>
        <p:sp>
          <p:nvSpPr>
            <p:cNvPr id="75786" name="Text Box 28"/>
            <p:cNvSpPr txBox="1"/>
            <p:nvPr/>
          </p:nvSpPr>
          <p:spPr>
            <a:xfrm>
              <a:off x="8592" y="9516"/>
              <a:ext cx="1440" cy="468"/>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spcBef>
                  <a:spcPts val="400"/>
                </a:spcBef>
                <a:buClrTx/>
                <a:buSzTx/>
                <a:buFont typeface="Wingdings" panose="05000000000000000000" pitchFamily="2" charset="2"/>
                <a:buNone/>
              </a:pPr>
              <a:r>
                <a:rPr lang="zh-CN" altLang="en-US" sz="1400" b="1" dirty="0">
                  <a:latin typeface="Times New Roman" panose="02020603050405020304" pitchFamily="18" charset="0"/>
                </a:rPr>
                <a:t>文件</a:t>
              </a:r>
              <a:endParaRPr lang="zh-CN" altLang="en-US" sz="1400" b="1" dirty="0">
                <a:latin typeface="Times New Roman" panose="02020603050405020304" pitchFamily="18" charset="0"/>
              </a:endParaRPr>
            </a:p>
          </p:txBody>
        </p:sp>
        <p:sp>
          <p:nvSpPr>
            <p:cNvPr id="75787" name="Line 29"/>
            <p:cNvSpPr/>
            <p:nvPr/>
          </p:nvSpPr>
          <p:spPr>
            <a:xfrm flipV="1">
              <a:off x="5325" y="9087"/>
              <a:ext cx="540" cy="227"/>
            </a:xfrm>
            <a:prstGeom prst="line">
              <a:avLst/>
            </a:prstGeom>
            <a:ln w="9525" cap="flat" cmpd="sng">
              <a:solidFill>
                <a:srgbClr val="000000"/>
              </a:solidFill>
              <a:prstDash val="solid"/>
              <a:headEnd type="none" w="med" len="med"/>
              <a:tailEnd type="triangle" w="med" len="med"/>
            </a:ln>
          </p:spPr>
        </p:sp>
      </p:grpSp>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Rectangle 3"/>
          <p:cNvSpPr>
            <a:spLocks noGrp="1"/>
          </p:cNvSpPr>
          <p:nvPr>
            <p:ph idx="1"/>
          </p:nvPr>
        </p:nvSpPr>
        <p:spPr>
          <a:xfrm>
            <a:off x="382588" y="1847850"/>
            <a:ext cx="8516937" cy="3878263"/>
          </a:xfrm>
          <a:ln/>
        </p:spPr>
        <p:txBody>
          <a:bodyPr vert="horz" wrap="square" lIns="91221" tIns="45610" rIns="91221" bIns="45610" anchor="t" anchorCtr="0"/>
          <a:p>
            <a:pPr eaLnBrk="1" hangingPunct="1"/>
            <a:r>
              <a:rPr lang="zh-CN" altLang="en-US" sz="2400" dirty="0"/>
              <a:t>如果一个模块内的</a:t>
            </a:r>
            <a:r>
              <a:rPr lang="zh-CN" altLang="en-US" sz="2400" b="1" dirty="0">
                <a:solidFill>
                  <a:srgbClr val="FF0000"/>
                </a:solidFill>
              </a:rPr>
              <a:t>处理元素和同一个功能密切相关</a:t>
            </a:r>
            <a:r>
              <a:rPr lang="zh-CN" altLang="en-US" sz="2400" dirty="0"/>
              <a:t>，而且这些</a:t>
            </a:r>
            <a:r>
              <a:rPr lang="zh-CN" altLang="en-US" sz="2400" b="1" dirty="0">
                <a:solidFill>
                  <a:srgbClr val="FF0000"/>
                </a:solidFill>
              </a:rPr>
              <a:t>处理必须顺序执行</a:t>
            </a:r>
            <a:r>
              <a:rPr lang="zh-CN" altLang="en-US" sz="2400" dirty="0"/>
              <a:t>，通常一个处理元素的输出数据作为下一个处理元素的输入数据，则成为顺序性内聚。 </a:t>
            </a:r>
            <a:endParaRPr lang="zh-CN" altLang="en-US" sz="2400" dirty="0"/>
          </a:p>
          <a:p>
            <a:pPr eaLnBrk="1" hangingPunct="1"/>
            <a:endParaRPr lang="en-US" altLang="zh-CN" dirty="0"/>
          </a:p>
        </p:txBody>
      </p:sp>
      <p:sp>
        <p:nvSpPr>
          <p:cNvPr id="76803" name="Rectangle 2"/>
          <p:cNvSpPr>
            <a:spLocks noGrp="1"/>
          </p:cNvSpPr>
          <p:nvPr>
            <p:ph type="title"/>
          </p:nvPr>
        </p:nvSpPr>
        <p:spPr>
          <a:xfrm>
            <a:off x="455613" y="469900"/>
            <a:ext cx="8207375" cy="1139825"/>
          </a:xfrm>
          <a:ln/>
        </p:spPr>
        <p:txBody>
          <a:bodyPr vert="horz" wrap="square" lIns="0" tIns="45610" rIns="0" bIns="0" anchor="b" anchorCtr="0"/>
          <a:p>
            <a:pPr eaLnBrk="1" hangingPunct="1"/>
            <a:r>
              <a:rPr lang="en-US" altLang="zh-CN" b="1" dirty="0">
                <a:latin typeface="微软雅黑" panose="020B0503020204020204" pitchFamily="34" charset="-122"/>
                <a:ea typeface="微软雅黑" panose="020B0503020204020204" pitchFamily="34" charset="-122"/>
              </a:rPr>
              <a:t>6-</a:t>
            </a:r>
            <a:r>
              <a:rPr lang="zh-CN" altLang="en-US" b="1" dirty="0">
                <a:latin typeface="微软雅黑" panose="020B0503020204020204" pitchFamily="34" charset="-122"/>
                <a:ea typeface="微软雅黑" panose="020B0503020204020204" pitchFamily="34" charset="-122"/>
              </a:rPr>
              <a:t>顺序性内聚</a:t>
            </a:r>
            <a:endParaRPr lang="zh-CN" altLang="en-US" b="1" dirty="0">
              <a:latin typeface="微软雅黑" panose="020B0503020204020204" pitchFamily="34" charset="-122"/>
              <a:ea typeface="微软雅黑" panose="020B0503020204020204" pitchFamily="34" charset="-122"/>
            </a:endParaRPr>
          </a:p>
        </p:txBody>
      </p:sp>
      <p:grpSp>
        <p:nvGrpSpPr>
          <p:cNvPr id="76804" name="Group 4"/>
          <p:cNvGrpSpPr/>
          <p:nvPr/>
        </p:nvGrpSpPr>
        <p:grpSpPr>
          <a:xfrm>
            <a:off x="2755900" y="4056063"/>
            <a:ext cx="4468813" cy="1939925"/>
            <a:chOff x="3312" y="504"/>
            <a:chExt cx="5413" cy="2028"/>
          </a:xfrm>
        </p:grpSpPr>
        <p:sp>
          <p:nvSpPr>
            <p:cNvPr id="76805" name="Text Box 5"/>
            <p:cNvSpPr txBox="1"/>
            <p:nvPr/>
          </p:nvSpPr>
          <p:spPr>
            <a:xfrm>
              <a:off x="3312" y="1440"/>
              <a:ext cx="2160" cy="468"/>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 typeface="Wingdings" panose="05000000000000000000" pitchFamily="2" charset="2"/>
                <a:buNone/>
              </a:pPr>
              <a:r>
                <a:rPr lang="en-US" altLang="zh-CN" sz="1400" b="1" dirty="0">
                  <a:latin typeface="Times New Roman" panose="02020603050405020304" pitchFamily="18" charset="0"/>
                </a:rPr>
                <a:t>A</a:t>
              </a:r>
              <a:endParaRPr lang="en-US" altLang="zh-CN" sz="1400" b="1" dirty="0">
                <a:latin typeface="Arial" panose="020B0604020202020204" pitchFamily="34" charset="0"/>
              </a:endParaRPr>
            </a:p>
          </p:txBody>
        </p:sp>
        <p:sp>
          <p:nvSpPr>
            <p:cNvPr id="76806" name="Line 6"/>
            <p:cNvSpPr/>
            <p:nvPr/>
          </p:nvSpPr>
          <p:spPr>
            <a:xfrm>
              <a:off x="4392" y="816"/>
              <a:ext cx="0" cy="624"/>
            </a:xfrm>
            <a:prstGeom prst="line">
              <a:avLst/>
            </a:prstGeom>
            <a:ln w="9525" cap="flat" cmpd="sng">
              <a:solidFill>
                <a:srgbClr val="000000"/>
              </a:solidFill>
              <a:prstDash val="solid"/>
              <a:headEnd type="none" w="med" len="med"/>
              <a:tailEnd type="none" w="med" len="med"/>
            </a:ln>
          </p:spPr>
        </p:sp>
        <p:sp>
          <p:nvSpPr>
            <p:cNvPr id="76807" name="AutoShape 7"/>
            <p:cNvSpPr/>
            <p:nvPr/>
          </p:nvSpPr>
          <p:spPr>
            <a:xfrm>
              <a:off x="5832" y="660"/>
              <a:ext cx="180" cy="1872"/>
            </a:xfrm>
            <a:prstGeom prst="leftBrace">
              <a:avLst>
                <a:gd name="adj1" fmla="val 86666"/>
                <a:gd name="adj2" fmla="val 50000"/>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sp>
          <p:nvSpPr>
            <p:cNvPr id="76808" name="Text Box 8"/>
            <p:cNvSpPr txBox="1"/>
            <p:nvPr/>
          </p:nvSpPr>
          <p:spPr>
            <a:xfrm>
              <a:off x="6192" y="504"/>
              <a:ext cx="2533" cy="2028"/>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Char char="l"/>
              </a:pPr>
              <a:r>
                <a:rPr lang="zh-CN" altLang="en-US" sz="2400" b="1" dirty="0">
                  <a:latin typeface="Arial" panose="020B0604020202020204" pitchFamily="34" charset="0"/>
                </a:rPr>
                <a:t>输入系数</a:t>
              </a:r>
              <a:endParaRPr lang="zh-CN" altLang="en-US" sz="2400" b="1" dirty="0">
                <a:latin typeface="Times New Roman" panose="02020603050405020304" pitchFamily="18" charset="0"/>
              </a:endParaRPr>
            </a:p>
            <a:p>
              <a:pPr marL="0" lvl="0" indent="0" eaLnBrk="1" hangingPunct="1">
                <a:spcBef>
                  <a:spcPct val="0"/>
                </a:spcBef>
                <a:buClrTx/>
                <a:buSzTx/>
                <a:buFont typeface="Wingdings" panose="05000000000000000000" pitchFamily="2" charset="2"/>
                <a:buChar char="l"/>
              </a:pPr>
              <a:r>
                <a:rPr lang="zh-CN" altLang="en-US" sz="2400" b="1" dirty="0">
                  <a:latin typeface="Times New Roman" panose="02020603050405020304" pitchFamily="18" charset="0"/>
                </a:rPr>
                <a:t>求解</a:t>
              </a:r>
              <a:endParaRPr lang="zh-CN" altLang="en-US" sz="2400" b="1" dirty="0">
                <a:latin typeface="Times New Roman" panose="02020603050405020304" pitchFamily="18" charset="0"/>
              </a:endParaRPr>
            </a:p>
            <a:p>
              <a:pPr marL="0" lvl="0" indent="0" eaLnBrk="1" hangingPunct="1">
                <a:spcBef>
                  <a:spcPct val="0"/>
                </a:spcBef>
                <a:buClrTx/>
                <a:buSzTx/>
                <a:buFont typeface="Wingdings" panose="05000000000000000000" pitchFamily="2" charset="2"/>
                <a:buChar char="l"/>
              </a:pPr>
              <a:r>
                <a:rPr lang="zh-CN" altLang="en-US" sz="2400" b="1" dirty="0">
                  <a:latin typeface="Times New Roman" panose="02020603050405020304" pitchFamily="18" charset="0"/>
                </a:rPr>
                <a:t>打印方程解</a:t>
              </a:r>
              <a:r>
                <a:rPr lang="en-US" altLang="zh-CN" sz="2400" b="1" dirty="0">
                  <a:latin typeface="Times New Roman" panose="02020603050405020304" pitchFamily="18" charset="0"/>
                </a:rPr>
                <a:t>.</a:t>
              </a:r>
              <a:endParaRPr lang="en-US" altLang="zh-CN" sz="2400" b="1" dirty="0">
                <a:latin typeface="Times New Roman" panose="02020603050405020304" pitchFamily="18" charset="0"/>
              </a:endParaRPr>
            </a:p>
          </p:txBody>
        </p:sp>
      </p:gr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Rectangle 3"/>
          <p:cNvSpPr>
            <a:spLocks noGrp="1" noChangeArrowheads="1"/>
          </p:cNvSpPr>
          <p:nvPr>
            <p:ph idx="1"/>
          </p:nvPr>
        </p:nvSpPr>
        <p:spPr>
          <a:xfrm>
            <a:off x="393700" y="1920875"/>
            <a:ext cx="8516938" cy="3878263"/>
          </a:xfrm>
        </p:spPr>
        <p:txBody>
          <a:bodyPr vert="horz" wrap="square" lIns="91221" tIns="45610" rIns="91221" bIns="45610" numCol="1" anchor="t" anchorCtr="0" compatLnSpc="1"/>
          <a:lstStyle/>
          <a:p>
            <a:pPr marL="273050" marR="0" lvl="0" indent="-27305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Char char=""/>
              <a:defRPr/>
            </a:pPr>
            <a:r>
              <a:rPr kumimoji="0"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所有</a:t>
            </a:r>
            <a:r>
              <a:rPr kumimoji="0" lang="zh-CN" altLang="en-US" sz="2400" b="1" i="0" u="none" strike="noStrike" kern="1200" cap="none" spc="0" normalizeH="0" baseline="0" noProof="0" dirty="0">
                <a:ln>
                  <a:noFill/>
                </a:ln>
                <a:solidFill>
                  <a:srgbClr val="FF0000"/>
                </a:solidFill>
                <a:effectLst/>
                <a:uLnTx/>
                <a:uFillTx/>
                <a:latin typeface="+mn-lt"/>
                <a:ea typeface="宋体" panose="02010600030101010101" pitchFamily="2" charset="-122"/>
                <a:cs typeface="+mn-cs"/>
              </a:rPr>
              <a:t>成分结合在一起，用于完成一个单一</a:t>
            </a:r>
            <a:r>
              <a:rPr kumimoji="0"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的功能</a:t>
            </a:r>
            <a:endParaRPr kumimoji="0"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70000"/>
              <a:buFont typeface="Wingdings 2" panose="05020102010507070707" pitchFamily="18" charset="2"/>
              <a:buNone/>
              <a:defRPr/>
            </a:pPr>
            <a:endPar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273050" marR="0" lvl="0" indent="-27305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Char char=""/>
              <a:defRPr/>
            </a:pPr>
            <a:r>
              <a:rPr kumimoji="0" lang="en-US" altLang="zh-CN"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a:t>
            </a:r>
            <a:r>
              <a:rPr kumimoji="0"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400" b="1" i="0" u="none" strike="noStrike" kern="1200" cap="none" spc="0" normalizeH="0" baseline="0" noProof="0" dirty="0">
                <a:ln>
                  <a:noFill/>
                </a:ln>
                <a:solidFill>
                  <a:srgbClr val="FF0000"/>
                </a:solidFill>
                <a:effectLst/>
                <a:uLnTx/>
                <a:uFillTx/>
                <a:latin typeface="+mn-lt"/>
                <a:ea typeface="宋体" panose="02010600030101010101" pitchFamily="2" charset="-122"/>
                <a:cs typeface="+mn-cs"/>
              </a:rPr>
              <a:t>一个模块一个功能</a:t>
            </a:r>
            <a:r>
              <a:rPr kumimoji="0"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a:t>
            </a:r>
            <a:r>
              <a:rPr kumimoji="0" lang="en-US" altLang="zh-CN"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a:t>
            </a:r>
            <a:r>
              <a:rPr kumimoji="0"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模块化设计的准则</a:t>
            </a:r>
            <a:endParaRPr kumimoji="0"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273050" marR="0" lvl="0" indent="-27305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Char char=""/>
              <a:defRPr/>
            </a:pPr>
            <a:endParaRPr kumimoji="0" lang="zh-CN" altLang="en-US" sz="26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endParaRPr>
          </a:p>
        </p:txBody>
      </p:sp>
      <p:sp>
        <p:nvSpPr>
          <p:cNvPr id="77827" name="Rectangle 2"/>
          <p:cNvSpPr>
            <a:spLocks noGrp="1"/>
          </p:cNvSpPr>
          <p:nvPr>
            <p:ph type="title"/>
          </p:nvPr>
        </p:nvSpPr>
        <p:spPr>
          <a:xfrm>
            <a:off x="482600" y="469900"/>
            <a:ext cx="8207375" cy="1139825"/>
          </a:xfrm>
          <a:ln/>
        </p:spPr>
        <p:txBody>
          <a:bodyPr vert="horz" wrap="square" lIns="0" tIns="45610" rIns="0" bIns="0" anchor="b" anchorCtr="0"/>
          <a:p>
            <a:pPr eaLnBrk="1" hangingPunct="1"/>
            <a:r>
              <a:rPr lang="en-US" altLang="zh-CN" b="1" dirty="0">
                <a:latin typeface="微软雅黑" panose="020B0503020204020204" pitchFamily="34" charset="-122"/>
                <a:ea typeface="微软雅黑" panose="020B0503020204020204" pitchFamily="34" charset="-122"/>
              </a:rPr>
              <a:t>7-</a:t>
            </a:r>
            <a:r>
              <a:rPr lang="zh-CN" altLang="en-US" b="1" dirty="0">
                <a:latin typeface="微软雅黑" panose="020B0503020204020204" pitchFamily="34" charset="-122"/>
                <a:ea typeface="微软雅黑" panose="020B0503020204020204" pitchFamily="34" charset="-122"/>
              </a:rPr>
              <a:t>功能性内聚</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Rectangle 3"/>
          <p:cNvSpPr>
            <a:spLocks noGrp="1"/>
          </p:cNvSpPr>
          <p:nvPr>
            <p:ph idx="1"/>
          </p:nvPr>
        </p:nvSpPr>
        <p:spPr>
          <a:xfrm>
            <a:off x="1030288" y="1693863"/>
            <a:ext cx="4597400" cy="3024187"/>
          </a:xfrm>
          <a:ln/>
        </p:spPr>
        <p:txBody>
          <a:bodyPr vert="horz" wrap="square" lIns="91221" tIns="45610" rIns="91221" bIns="45610" anchor="t" anchorCtr="0"/>
          <a:p>
            <a:pPr algn="just" eaLnBrk="1" hangingPunct="1">
              <a:buFont typeface="Wingdings" panose="05000000000000000000" pitchFamily="2" charset="2"/>
              <a:buNone/>
            </a:pPr>
            <a:r>
              <a:rPr lang="zh-CN" altLang="en-US" sz="2000" dirty="0">
                <a:solidFill>
                  <a:srgbClr val="000000"/>
                </a:solidFill>
              </a:rPr>
              <a:t>１</a:t>
            </a:r>
            <a:r>
              <a:rPr lang="en-US" altLang="zh-CN" sz="2000" dirty="0">
                <a:solidFill>
                  <a:srgbClr val="000000"/>
                </a:solidFill>
              </a:rPr>
              <a:t>.</a:t>
            </a:r>
            <a:r>
              <a:rPr lang="zh-CN" altLang="en-US" sz="2000" dirty="0">
                <a:solidFill>
                  <a:srgbClr val="000000"/>
                </a:solidFill>
              </a:rPr>
              <a:t>偶然性内聚</a:t>
            </a:r>
            <a:endParaRPr lang="en-US" altLang="zh-CN" sz="2000" dirty="0">
              <a:solidFill>
                <a:srgbClr val="000000"/>
              </a:solidFill>
            </a:endParaRPr>
          </a:p>
          <a:p>
            <a:pPr algn="just" eaLnBrk="1" hangingPunct="1">
              <a:buFont typeface="Wingdings" panose="05000000000000000000" pitchFamily="2" charset="2"/>
              <a:buNone/>
            </a:pPr>
            <a:r>
              <a:rPr lang="zh-CN" altLang="en-US" sz="2000" dirty="0">
                <a:solidFill>
                  <a:srgbClr val="000000"/>
                </a:solidFill>
              </a:rPr>
              <a:t>２</a:t>
            </a:r>
            <a:r>
              <a:rPr lang="en-US" altLang="zh-CN" sz="2000" dirty="0">
                <a:solidFill>
                  <a:srgbClr val="000000"/>
                </a:solidFill>
              </a:rPr>
              <a:t>.</a:t>
            </a:r>
            <a:r>
              <a:rPr lang="zh-CN" altLang="en-US" sz="2000" dirty="0">
                <a:solidFill>
                  <a:srgbClr val="000000"/>
                </a:solidFill>
              </a:rPr>
              <a:t>逻辑性内聚</a:t>
            </a:r>
            <a:endParaRPr lang="en-US" altLang="zh-CN" sz="2000" dirty="0">
              <a:solidFill>
                <a:srgbClr val="000000"/>
              </a:solidFill>
            </a:endParaRPr>
          </a:p>
          <a:p>
            <a:pPr algn="just" eaLnBrk="1" hangingPunct="1">
              <a:buFont typeface="Wingdings" panose="05000000000000000000" pitchFamily="2" charset="2"/>
              <a:buNone/>
            </a:pPr>
            <a:r>
              <a:rPr lang="zh-CN" altLang="en-US" sz="2000" dirty="0">
                <a:solidFill>
                  <a:srgbClr val="000000"/>
                </a:solidFill>
              </a:rPr>
              <a:t>３</a:t>
            </a:r>
            <a:r>
              <a:rPr lang="en-US" altLang="zh-CN" sz="2000" dirty="0">
                <a:solidFill>
                  <a:srgbClr val="000000"/>
                </a:solidFill>
              </a:rPr>
              <a:t>.</a:t>
            </a:r>
            <a:r>
              <a:rPr lang="zh-CN" altLang="en-US" sz="2000" dirty="0">
                <a:solidFill>
                  <a:srgbClr val="000000"/>
                </a:solidFill>
              </a:rPr>
              <a:t>时间性内聚</a:t>
            </a:r>
            <a:endParaRPr lang="en-US" altLang="zh-CN" sz="2000" dirty="0">
              <a:solidFill>
                <a:srgbClr val="000000"/>
              </a:solidFill>
            </a:endParaRPr>
          </a:p>
          <a:p>
            <a:pPr algn="just" eaLnBrk="1" hangingPunct="1">
              <a:buFont typeface="Wingdings" panose="05000000000000000000" pitchFamily="2" charset="2"/>
              <a:buNone/>
            </a:pPr>
            <a:r>
              <a:rPr lang="zh-CN" altLang="en-US" sz="2000" dirty="0">
                <a:solidFill>
                  <a:srgbClr val="000000"/>
                </a:solidFill>
              </a:rPr>
              <a:t>４</a:t>
            </a:r>
            <a:r>
              <a:rPr lang="en-US" altLang="zh-CN" sz="2000" dirty="0">
                <a:solidFill>
                  <a:srgbClr val="000000"/>
                </a:solidFill>
              </a:rPr>
              <a:t>.</a:t>
            </a:r>
            <a:r>
              <a:rPr lang="zh-CN" altLang="en-US" sz="2000" dirty="0">
                <a:solidFill>
                  <a:srgbClr val="000000"/>
                </a:solidFill>
              </a:rPr>
              <a:t>过程性内聚</a:t>
            </a:r>
            <a:endParaRPr lang="en-US" altLang="zh-CN" sz="2000" dirty="0">
              <a:solidFill>
                <a:srgbClr val="000000"/>
              </a:solidFill>
            </a:endParaRPr>
          </a:p>
          <a:p>
            <a:pPr algn="just" eaLnBrk="1" hangingPunct="1">
              <a:buFont typeface="Wingdings" panose="05000000000000000000" pitchFamily="2" charset="2"/>
              <a:buNone/>
            </a:pPr>
            <a:r>
              <a:rPr lang="zh-CN" altLang="en-US" sz="2000" dirty="0">
                <a:solidFill>
                  <a:srgbClr val="000000"/>
                </a:solidFill>
              </a:rPr>
              <a:t>５</a:t>
            </a:r>
            <a:r>
              <a:rPr lang="en-US" altLang="zh-CN" sz="2000" dirty="0">
                <a:solidFill>
                  <a:srgbClr val="000000"/>
                </a:solidFill>
              </a:rPr>
              <a:t>.</a:t>
            </a:r>
            <a:r>
              <a:rPr lang="zh-CN" altLang="en-US" sz="2000" dirty="0">
                <a:solidFill>
                  <a:srgbClr val="000000"/>
                </a:solidFill>
              </a:rPr>
              <a:t>通信性内聚</a:t>
            </a:r>
            <a:endParaRPr lang="en-US" altLang="zh-CN" sz="2000" dirty="0">
              <a:solidFill>
                <a:srgbClr val="000000"/>
              </a:solidFill>
            </a:endParaRPr>
          </a:p>
          <a:p>
            <a:pPr algn="just" eaLnBrk="1" hangingPunct="1">
              <a:buFont typeface="Wingdings" panose="05000000000000000000" pitchFamily="2" charset="2"/>
              <a:buNone/>
            </a:pPr>
            <a:r>
              <a:rPr lang="zh-CN" altLang="en-US" sz="2000" dirty="0">
                <a:solidFill>
                  <a:srgbClr val="000000"/>
                </a:solidFill>
              </a:rPr>
              <a:t>６</a:t>
            </a:r>
            <a:r>
              <a:rPr lang="en-US" altLang="zh-CN" sz="2000" dirty="0">
                <a:solidFill>
                  <a:srgbClr val="000000"/>
                </a:solidFill>
              </a:rPr>
              <a:t>.</a:t>
            </a:r>
            <a:r>
              <a:rPr lang="zh-CN" altLang="en-US" sz="2000" dirty="0">
                <a:solidFill>
                  <a:srgbClr val="000000"/>
                </a:solidFill>
              </a:rPr>
              <a:t>顺序性内聚</a:t>
            </a:r>
            <a:endParaRPr lang="en-US" altLang="zh-CN" sz="2000" dirty="0">
              <a:solidFill>
                <a:srgbClr val="000000"/>
              </a:solidFill>
            </a:endParaRPr>
          </a:p>
          <a:p>
            <a:pPr algn="just" eaLnBrk="1" hangingPunct="1">
              <a:buFont typeface="Wingdings" panose="05000000000000000000" pitchFamily="2" charset="2"/>
              <a:buNone/>
            </a:pPr>
            <a:r>
              <a:rPr lang="zh-CN" altLang="en-US" sz="2000" dirty="0">
                <a:solidFill>
                  <a:srgbClr val="000000"/>
                </a:solidFill>
              </a:rPr>
              <a:t>７</a:t>
            </a:r>
            <a:r>
              <a:rPr lang="en-US" altLang="zh-CN" sz="2000" dirty="0">
                <a:solidFill>
                  <a:srgbClr val="000000"/>
                </a:solidFill>
              </a:rPr>
              <a:t>.</a:t>
            </a:r>
            <a:r>
              <a:rPr lang="zh-CN" altLang="en-US" sz="2000" dirty="0">
                <a:solidFill>
                  <a:srgbClr val="000000"/>
                </a:solidFill>
              </a:rPr>
              <a:t>功能性内聚</a:t>
            </a:r>
            <a:endParaRPr lang="en-US" altLang="zh-CN" sz="2000" dirty="0">
              <a:solidFill>
                <a:srgbClr val="000000"/>
              </a:solidFill>
            </a:endParaRPr>
          </a:p>
        </p:txBody>
      </p:sp>
      <p:sp>
        <p:nvSpPr>
          <p:cNvPr id="78851" name="灯片编号占位符 5"/>
          <p:cNvSpPr txBox="1">
            <a:spLocks noGrp="1"/>
          </p:cNvSpPr>
          <p:nvPr>
            <p:ph type="sldNum" sz="quarter" idx="12"/>
          </p:nvPr>
        </p:nvSpPr>
        <p:spPr>
          <a:xfrm>
            <a:off x="7902575" y="6345238"/>
            <a:ext cx="760413" cy="363537"/>
          </a:xfrm>
          <a:noFill/>
          <a:ln>
            <a:noFill/>
          </a:ln>
        </p:spPr>
        <p:txBody>
          <a:bodyPr lIns="91221" tIns="45610" rIns="91221" bIns="45610" anchor="b" anchorCtr="0"/>
          <a:p>
            <a:pPr marL="0" indent="0" algn="r" eaLnBrk="1" hangingPunct="1">
              <a:spcBef>
                <a:spcPct val="0"/>
              </a:spcBef>
              <a:buClrTx/>
              <a:buSzTx/>
              <a:buFont typeface="Wingdings" panose="05000000000000000000" pitchFamily="2" charset="2"/>
              <a:buNone/>
            </a:pPr>
            <a:fld id="{9A0DB2DC-4C9A-4742-B13C-FB6460FD3503}" type="slidenum">
              <a:rPr lang="en-US" altLang="zh-CN" sz="1200" b="1" dirty="0">
                <a:latin typeface="Arial" panose="020B0604020202020204" pitchFamily="34" charset="0"/>
              </a:rPr>
            </a:fld>
            <a:endParaRPr lang="en-US" altLang="zh-CN" sz="1200" b="1" dirty="0">
              <a:latin typeface="Arial" panose="020B0604020202020204" pitchFamily="34" charset="0"/>
            </a:endParaRPr>
          </a:p>
        </p:txBody>
      </p:sp>
      <p:sp>
        <p:nvSpPr>
          <p:cNvPr id="78852" name="Rectangle 25"/>
          <p:cNvSpPr>
            <a:spLocks noGrp="1"/>
          </p:cNvSpPr>
          <p:nvPr>
            <p:ph type="title"/>
          </p:nvPr>
        </p:nvSpPr>
        <p:spPr>
          <a:xfrm>
            <a:off x="530225" y="646113"/>
            <a:ext cx="8258175" cy="760412"/>
          </a:xfrm>
          <a:ln/>
        </p:spPr>
        <p:txBody>
          <a:bodyPr vert="horz" wrap="square" lIns="0" tIns="45610" rIns="0" bIns="0" anchor="b" anchorCtr="0"/>
          <a:p>
            <a:pPr eaLnBrk="1" hangingPunct="1"/>
            <a:r>
              <a:rPr lang="zh-CN" altLang="en-US" b="1" dirty="0">
                <a:latin typeface="微软雅黑" panose="020B0503020204020204" pitchFamily="34" charset="-122"/>
                <a:ea typeface="微软雅黑" panose="020B0503020204020204" pitchFamily="34" charset="-122"/>
              </a:rPr>
              <a:t>七种内聚情况</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Rectangle 3"/>
          <p:cNvSpPr>
            <a:spLocks noGrp="1"/>
          </p:cNvSpPr>
          <p:nvPr>
            <p:ph idx="1"/>
          </p:nvPr>
        </p:nvSpPr>
        <p:spPr>
          <a:xfrm>
            <a:off x="958850" y="1622425"/>
            <a:ext cx="5822950" cy="2587625"/>
          </a:xfrm>
          <a:ln/>
        </p:spPr>
        <p:txBody>
          <a:bodyPr vert="horz" wrap="square" lIns="91221" tIns="45610" rIns="91221" bIns="45610" anchor="t" anchorCtr="0"/>
          <a:p>
            <a:pPr algn="just" eaLnBrk="1" hangingPunct="1">
              <a:buFont typeface="Wingdings" panose="05000000000000000000" pitchFamily="2" charset="2"/>
              <a:buNone/>
            </a:pPr>
            <a:r>
              <a:rPr lang="en-US" altLang="zh-CN" sz="2000" dirty="0">
                <a:solidFill>
                  <a:srgbClr val="000000"/>
                </a:solidFill>
                <a:latin typeface="宋体" panose="02010600030101010101" pitchFamily="2" charset="-122"/>
              </a:rPr>
              <a:t>1.</a:t>
            </a:r>
            <a:r>
              <a:rPr lang="zh-CN" altLang="en-US" sz="2000" dirty="0">
                <a:solidFill>
                  <a:srgbClr val="000000"/>
                </a:solidFill>
                <a:latin typeface="宋体" panose="02010600030101010101" pitchFamily="2" charset="-122"/>
              </a:rPr>
              <a:t>非直接耦合　</a:t>
            </a:r>
            <a:endParaRPr lang="zh-CN" altLang="en-US" sz="2000" dirty="0">
              <a:solidFill>
                <a:srgbClr val="000000"/>
              </a:solidFill>
              <a:latin typeface="宋体" panose="02010600030101010101" pitchFamily="2" charset="-122"/>
            </a:endParaRPr>
          </a:p>
          <a:p>
            <a:pPr algn="just" eaLnBrk="1" hangingPunct="1">
              <a:buFont typeface="Wingdings" panose="05000000000000000000" pitchFamily="2" charset="2"/>
              <a:buNone/>
            </a:pPr>
            <a:r>
              <a:rPr lang="en-US" altLang="zh-CN" sz="2000" dirty="0">
                <a:solidFill>
                  <a:srgbClr val="000000"/>
                </a:solidFill>
                <a:latin typeface="宋体" panose="02010600030101010101" pitchFamily="2" charset="-122"/>
              </a:rPr>
              <a:t>2.</a:t>
            </a:r>
            <a:r>
              <a:rPr lang="zh-CN" altLang="en-US" sz="2000" dirty="0">
                <a:solidFill>
                  <a:srgbClr val="000000"/>
                </a:solidFill>
                <a:latin typeface="宋体" panose="02010600030101010101" pitchFamily="2" charset="-122"/>
              </a:rPr>
              <a:t>数据耦合</a:t>
            </a:r>
            <a:endParaRPr lang="en-US" altLang="zh-CN" sz="2000" dirty="0">
              <a:solidFill>
                <a:srgbClr val="000000"/>
              </a:solidFill>
              <a:latin typeface="宋体" panose="02010600030101010101" pitchFamily="2" charset="-122"/>
            </a:endParaRPr>
          </a:p>
          <a:p>
            <a:pPr algn="just" eaLnBrk="1" hangingPunct="1">
              <a:buFont typeface="Wingdings" panose="05000000000000000000" pitchFamily="2" charset="2"/>
              <a:buNone/>
            </a:pPr>
            <a:r>
              <a:rPr lang="en-US" altLang="zh-CN" sz="2000" dirty="0">
                <a:solidFill>
                  <a:srgbClr val="000000"/>
                </a:solidFill>
                <a:latin typeface="宋体" panose="02010600030101010101" pitchFamily="2" charset="-122"/>
              </a:rPr>
              <a:t>3.</a:t>
            </a:r>
            <a:r>
              <a:rPr lang="zh-CN" altLang="en-US" sz="2000" dirty="0">
                <a:solidFill>
                  <a:srgbClr val="000000"/>
                </a:solidFill>
                <a:latin typeface="宋体" panose="02010600030101010101" pitchFamily="2" charset="-122"/>
              </a:rPr>
              <a:t>特征耦合</a:t>
            </a:r>
            <a:endParaRPr lang="en-US" altLang="zh-CN" sz="2000" dirty="0">
              <a:solidFill>
                <a:srgbClr val="000000"/>
              </a:solidFill>
              <a:latin typeface="宋体" panose="02010600030101010101" pitchFamily="2" charset="-122"/>
            </a:endParaRPr>
          </a:p>
          <a:p>
            <a:pPr algn="just" eaLnBrk="1" hangingPunct="1">
              <a:buFont typeface="Wingdings" panose="05000000000000000000" pitchFamily="2" charset="2"/>
              <a:buNone/>
            </a:pPr>
            <a:r>
              <a:rPr lang="en-US" altLang="zh-CN" sz="2000" dirty="0">
                <a:solidFill>
                  <a:srgbClr val="000000"/>
                </a:solidFill>
                <a:latin typeface="宋体" panose="02010600030101010101" pitchFamily="2" charset="-122"/>
              </a:rPr>
              <a:t>4.</a:t>
            </a:r>
            <a:r>
              <a:rPr lang="zh-CN" altLang="en-US" sz="2000" dirty="0">
                <a:solidFill>
                  <a:srgbClr val="000000"/>
                </a:solidFill>
                <a:latin typeface="宋体" panose="02010600030101010101" pitchFamily="2" charset="-122"/>
              </a:rPr>
              <a:t>控制耦合</a:t>
            </a:r>
            <a:endParaRPr lang="en-US" altLang="zh-CN" sz="2000" dirty="0">
              <a:solidFill>
                <a:srgbClr val="000000"/>
              </a:solidFill>
              <a:latin typeface="宋体" panose="02010600030101010101" pitchFamily="2" charset="-122"/>
            </a:endParaRPr>
          </a:p>
          <a:p>
            <a:pPr algn="just" eaLnBrk="1" hangingPunct="1">
              <a:buFont typeface="Wingdings" panose="05000000000000000000" pitchFamily="2" charset="2"/>
              <a:buNone/>
            </a:pPr>
            <a:r>
              <a:rPr lang="en-US" altLang="zh-CN" sz="2000" dirty="0">
                <a:solidFill>
                  <a:srgbClr val="000000"/>
                </a:solidFill>
                <a:latin typeface="宋体" panose="02010600030101010101" pitchFamily="2" charset="-122"/>
              </a:rPr>
              <a:t>5.</a:t>
            </a:r>
            <a:r>
              <a:rPr lang="zh-CN" altLang="en-US" sz="2000" dirty="0">
                <a:solidFill>
                  <a:srgbClr val="000000"/>
                </a:solidFill>
                <a:latin typeface="宋体" panose="02010600030101010101" pitchFamily="2" charset="-122"/>
              </a:rPr>
              <a:t>外部耦合</a:t>
            </a:r>
            <a:endParaRPr lang="en-US" altLang="zh-CN" sz="2000" dirty="0">
              <a:solidFill>
                <a:srgbClr val="000000"/>
              </a:solidFill>
              <a:latin typeface="宋体" panose="02010600030101010101" pitchFamily="2" charset="-122"/>
            </a:endParaRPr>
          </a:p>
          <a:p>
            <a:pPr algn="just" eaLnBrk="1" hangingPunct="1">
              <a:buFont typeface="Wingdings" panose="05000000000000000000" pitchFamily="2" charset="2"/>
              <a:buNone/>
            </a:pPr>
            <a:r>
              <a:rPr lang="en-US" altLang="zh-CN" sz="2000" dirty="0">
                <a:solidFill>
                  <a:srgbClr val="000000"/>
                </a:solidFill>
                <a:latin typeface="宋体" panose="02010600030101010101" pitchFamily="2" charset="-122"/>
              </a:rPr>
              <a:t>6.</a:t>
            </a:r>
            <a:r>
              <a:rPr lang="zh-CN" altLang="en-US" sz="2000" dirty="0">
                <a:solidFill>
                  <a:srgbClr val="000000"/>
                </a:solidFill>
                <a:latin typeface="宋体" panose="02010600030101010101" pitchFamily="2" charset="-122"/>
              </a:rPr>
              <a:t>公共耦合</a:t>
            </a:r>
            <a:endParaRPr lang="en-US" altLang="zh-CN" sz="2000" dirty="0">
              <a:solidFill>
                <a:srgbClr val="000000"/>
              </a:solidFill>
              <a:latin typeface="宋体" panose="02010600030101010101" pitchFamily="2" charset="-122"/>
            </a:endParaRPr>
          </a:p>
          <a:p>
            <a:pPr algn="just" eaLnBrk="1" hangingPunct="1">
              <a:buFont typeface="Wingdings" panose="05000000000000000000" pitchFamily="2" charset="2"/>
              <a:buNone/>
            </a:pPr>
            <a:r>
              <a:rPr lang="en-US" altLang="zh-CN" sz="2000" dirty="0">
                <a:solidFill>
                  <a:srgbClr val="000000"/>
                </a:solidFill>
                <a:latin typeface="宋体" panose="02010600030101010101" pitchFamily="2" charset="-122"/>
              </a:rPr>
              <a:t>7.</a:t>
            </a:r>
            <a:r>
              <a:rPr lang="zh-CN" altLang="en-US" sz="2000" dirty="0">
                <a:solidFill>
                  <a:srgbClr val="000000"/>
                </a:solidFill>
                <a:latin typeface="宋体" panose="02010600030101010101" pitchFamily="2" charset="-122"/>
              </a:rPr>
              <a:t>内容耦合</a:t>
            </a:r>
            <a:endParaRPr lang="en-US" altLang="zh-CN" sz="2000" dirty="0">
              <a:solidFill>
                <a:srgbClr val="000000"/>
              </a:solidFill>
              <a:latin typeface="宋体" panose="02010600030101010101" pitchFamily="2" charset="-122"/>
            </a:endParaRPr>
          </a:p>
        </p:txBody>
      </p:sp>
      <p:sp>
        <p:nvSpPr>
          <p:cNvPr id="80899" name="灯片编号占位符 5"/>
          <p:cNvSpPr txBox="1">
            <a:spLocks noGrp="1"/>
          </p:cNvSpPr>
          <p:nvPr>
            <p:ph type="sldNum" sz="quarter" idx="12"/>
          </p:nvPr>
        </p:nvSpPr>
        <p:spPr>
          <a:xfrm>
            <a:off x="7902575" y="6345238"/>
            <a:ext cx="760413" cy="363537"/>
          </a:xfrm>
          <a:noFill/>
          <a:ln>
            <a:noFill/>
          </a:ln>
        </p:spPr>
        <p:txBody>
          <a:bodyPr lIns="91221" tIns="45610" rIns="91221" bIns="45610" anchor="b" anchorCtr="0"/>
          <a:p>
            <a:pPr marL="0" indent="0" algn="r" eaLnBrk="1" hangingPunct="1">
              <a:spcBef>
                <a:spcPct val="0"/>
              </a:spcBef>
              <a:buClrTx/>
              <a:buSzTx/>
              <a:buFont typeface="Wingdings" panose="05000000000000000000" pitchFamily="2" charset="2"/>
              <a:buNone/>
            </a:pPr>
            <a:fld id="{9A0DB2DC-4C9A-4742-B13C-FB6460FD3503}" type="slidenum">
              <a:rPr lang="en-US" altLang="zh-CN" sz="1200" b="1" dirty="0">
                <a:latin typeface="Arial" panose="020B0604020202020204" pitchFamily="34" charset="0"/>
              </a:rPr>
            </a:fld>
            <a:endParaRPr lang="en-US" altLang="zh-CN" sz="1200" b="1" dirty="0">
              <a:latin typeface="Arial" panose="020B0604020202020204" pitchFamily="34" charset="0"/>
            </a:endParaRPr>
          </a:p>
        </p:txBody>
      </p:sp>
      <p:sp>
        <p:nvSpPr>
          <p:cNvPr id="80900" name="Rectangle 2"/>
          <p:cNvSpPr>
            <a:spLocks noGrp="1"/>
          </p:cNvSpPr>
          <p:nvPr>
            <p:ph type="title"/>
          </p:nvPr>
        </p:nvSpPr>
        <p:spPr>
          <a:xfrm>
            <a:off x="601663" y="333375"/>
            <a:ext cx="8516937" cy="1139825"/>
          </a:xfrm>
          <a:ln/>
        </p:spPr>
        <p:txBody>
          <a:bodyPr vert="horz" wrap="square" lIns="0" tIns="45610" rIns="0" bIns="0" anchor="b" anchorCtr="0"/>
          <a:p>
            <a:pPr eaLnBrk="1" hangingPunct="1"/>
            <a:r>
              <a:rPr lang="zh-CN" altLang="en-US" b="1" dirty="0">
                <a:latin typeface="微软雅黑" panose="020B0503020204020204" pitchFamily="34" charset="-122"/>
                <a:ea typeface="微软雅黑" panose="020B0503020204020204" pitchFamily="34" charset="-122"/>
              </a:rPr>
              <a:t>耦合</a:t>
            </a:r>
            <a:endParaRPr lang="en-US" altLang="zh-CN" b="1" dirty="0">
              <a:latin typeface="微软雅黑" panose="020B0503020204020204" pitchFamily="34" charset="-122"/>
              <a:ea typeface="微软雅黑" panose="020B0503020204020204" pitchFamily="34" charset="-122"/>
            </a:endParaRPr>
          </a:p>
        </p:txBody>
      </p:sp>
      <p:pic>
        <p:nvPicPr>
          <p:cNvPr id="80901" name="Picture 4"/>
          <p:cNvPicPr>
            <a:picLocks noChangeAspect="1"/>
          </p:cNvPicPr>
          <p:nvPr/>
        </p:nvPicPr>
        <p:blipFill>
          <a:blip r:embed="rId1"/>
          <a:stretch>
            <a:fillRect/>
          </a:stretch>
        </p:blipFill>
        <p:spPr>
          <a:xfrm>
            <a:off x="0" y="4578350"/>
            <a:ext cx="9118600" cy="1797050"/>
          </a:xfrm>
          <a:prstGeom prst="rect">
            <a:avLst/>
          </a:prstGeom>
          <a:noFill/>
          <a:ln w="9525">
            <a:noFill/>
          </a:ln>
        </p:spPr>
      </p:pic>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Rectangle 3"/>
          <p:cNvSpPr>
            <a:spLocks noGrp="1" noRot="1"/>
          </p:cNvSpPr>
          <p:nvPr>
            <p:ph idx="1"/>
          </p:nvPr>
        </p:nvSpPr>
        <p:spPr>
          <a:ln/>
        </p:spPr>
        <p:txBody>
          <a:bodyPr vert="horz" wrap="square" lIns="91221" tIns="45610" rIns="91221" bIns="45610" anchor="t" anchorCtr="0"/>
          <a:p>
            <a:pPr eaLnBrk="1" hangingPunct="1"/>
            <a:r>
              <a:rPr lang="zh-CN" altLang="en-US" sz="2400" dirty="0"/>
              <a:t>如果一个模块</a:t>
            </a:r>
            <a:r>
              <a:rPr lang="zh-CN" altLang="en-US" sz="2400" b="1" dirty="0">
                <a:solidFill>
                  <a:srgbClr val="FF0000"/>
                </a:solidFill>
              </a:rPr>
              <a:t>直接访问</a:t>
            </a:r>
            <a:r>
              <a:rPr lang="zh-CN" altLang="en-US" sz="2400" dirty="0"/>
              <a:t>另一个模块的内部数据；</a:t>
            </a:r>
            <a:endParaRPr lang="en-US" altLang="zh-CN" sz="2400" dirty="0"/>
          </a:p>
          <a:p>
            <a:pPr eaLnBrk="1" hangingPunct="1"/>
            <a:r>
              <a:rPr lang="zh-CN" altLang="en-US" sz="2400" dirty="0"/>
              <a:t>或者一个模块</a:t>
            </a:r>
            <a:r>
              <a:rPr lang="zh-CN" altLang="en-US" sz="2400" b="1" dirty="0">
                <a:solidFill>
                  <a:srgbClr val="FF0000"/>
                </a:solidFill>
              </a:rPr>
              <a:t>不通过正常入口</a:t>
            </a:r>
            <a:r>
              <a:rPr lang="zh-CN" altLang="en-US" sz="2400" dirty="0"/>
              <a:t>转到另一模块内部；</a:t>
            </a:r>
            <a:endParaRPr lang="en-US" altLang="zh-CN" sz="2400" dirty="0"/>
          </a:p>
          <a:p>
            <a:pPr eaLnBrk="1" hangingPunct="1"/>
            <a:r>
              <a:rPr lang="zh-CN" altLang="en-US" sz="2400" dirty="0"/>
              <a:t>或者</a:t>
            </a:r>
            <a:r>
              <a:rPr lang="zh-CN" altLang="en-US" sz="2400" b="1" dirty="0">
                <a:solidFill>
                  <a:srgbClr val="FF0000"/>
                </a:solidFill>
              </a:rPr>
              <a:t>两个模块有一部分程序代码重叠</a:t>
            </a:r>
            <a:r>
              <a:rPr lang="zh-CN" altLang="en-US" sz="2400" dirty="0"/>
              <a:t>；</a:t>
            </a:r>
            <a:endParaRPr lang="en-US" altLang="zh-CN" sz="2400" dirty="0"/>
          </a:p>
          <a:p>
            <a:pPr eaLnBrk="1" hangingPunct="1"/>
            <a:r>
              <a:rPr lang="zh-CN" altLang="en-US" sz="2400" dirty="0"/>
              <a:t>或者</a:t>
            </a:r>
            <a:r>
              <a:rPr lang="zh-CN" altLang="en-US" sz="2400" b="1" dirty="0">
                <a:solidFill>
                  <a:srgbClr val="FF0000"/>
                </a:solidFill>
              </a:rPr>
              <a:t>一个模块有多个入口</a:t>
            </a:r>
            <a:r>
              <a:rPr lang="zh-CN" altLang="en-US" sz="2400" dirty="0"/>
              <a:t>，则两个模块之间就发生了内容耦合。</a:t>
            </a:r>
            <a:endParaRPr lang="zh-CN" altLang="en-US" sz="2400" dirty="0"/>
          </a:p>
          <a:p>
            <a:pPr eaLnBrk="1" hangingPunct="1"/>
            <a:endParaRPr lang="zh-CN" altLang="en-US" dirty="0"/>
          </a:p>
        </p:txBody>
      </p:sp>
      <p:sp>
        <p:nvSpPr>
          <p:cNvPr id="81923" name="Rectangle 2"/>
          <p:cNvSpPr>
            <a:spLocks noGrp="1" noRot="1"/>
          </p:cNvSpPr>
          <p:nvPr>
            <p:ph type="title"/>
          </p:nvPr>
        </p:nvSpPr>
        <p:spPr>
          <a:xfrm>
            <a:off x="455613" y="469900"/>
            <a:ext cx="8207375" cy="1139825"/>
          </a:xfrm>
          <a:ln/>
        </p:spPr>
        <p:txBody>
          <a:bodyPr vert="horz" wrap="square" lIns="0" tIns="45610" rIns="0" bIns="0" anchor="b" anchorCtr="0"/>
          <a:p>
            <a:pPr eaLnBrk="1" hangingPunct="1"/>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内容耦合</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Rectangle 3"/>
          <p:cNvSpPr>
            <a:spLocks noGrp="1" noRot="1"/>
          </p:cNvSpPr>
          <p:nvPr>
            <p:ph idx="1"/>
          </p:nvPr>
        </p:nvSpPr>
        <p:spPr>
          <a:ln/>
        </p:spPr>
        <p:txBody>
          <a:bodyPr vert="horz" wrap="square" lIns="91221" tIns="45610" rIns="91221" bIns="45610" anchor="t" anchorCtr="0"/>
          <a:p>
            <a:pPr eaLnBrk="1" hangingPunct="1"/>
            <a:r>
              <a:rPr lang="zh-CN" altLang="en-US" dirty="0"/>
              <a:t>若一组模块</a:t>
            </a:r>
            <a:r>
              <a:rPr lang="zh-CN" altLang="en-US" b="1" dirty="0">
                <a:solidFill>
                  <a:srgbClr val="FF0000"/>
                </a:solidFill>
              </a:rPr>
              <a:t>都访问同一个公共数据环境</a:t>
            </a:r>
            <a:r>
              <a:rPr lang="zh-CN" altLang="en-US" dirty="0"/>
              <a:t>，则它们之间的耦合就称为公共耦合。</a:t>
            </a:r>
            <a:endParaRPr lang="en-US" altLang="zh-CN" dirty="0"/>
          </a:p>
          <a:p>
            <a:pPr eaLnBrk="1" hangingPunct="1"/>
            <a:r>
              <a:rPr lang="zh-CN" altLang="en-US" dirty="0"/>
              <a:t>公共的数据环境可以是</a:t>
            </a:r>
            <a:r>
              <a:rPr lang="zh-CN" altLang="en-US" b="1" dirty="0">
                <a:solidFill>
                  <a:srgbClr val="FF0000"/>
                </a:solidFill>
              </a:rPr>
              <a:t>全局数据区</a:t>
            </a:r>
            <a:r>
              <a:rPr lang="zh-CN" altLang="en-US" dirty="0"/>
              <a:t>、</a:t>
            </a:r>
            <a:r>
              <a:rPr lang="zh-CN" altLang="en-US" b="1" dirty="0">
                <a:solidFill>
                  <a:srgbClr val="FF0000"/>
                </a:solidFill>
              </a:rPr>
              <a:t>共享的通信区</a:t>
            </a:r>
            <a:r>
              <a:rPr lang="zh-CN" altLang="en-US" dirty="0"/>
              <a:t>、</a:t>
            </a:r>
            <a:r>
              <a:rPr lang="zh-CN" altLang="en-US" b="1" dirty="0">
                <a:solidFill>
                  <a:srgbClr val="FF0000"/>
                </a:solidFill>
              </a:rPr>
              <a:t>内存的公共覆盖区</a:t>
            </a:r>
            <a:r>
              <a:rPr lang="zh-CN" altLang="en-US" dirty="0"/>
              <a:t>、任何介质上的文件、物理设备等。</a:t>
            </a:r>
            <a:endParaRPr lang="zh-CN" altLang="en-US" dirty="0"/>
          </a:p>
          <a:p>
            <a:pPr eaLnBrk="1" hangingPunct="1"/>
            <a:endParaRPr lang="zh-CN" altLang="en-US" dirty="0"/>
          </a:p>
        </p:txBody>
      </p:sp>
      <p:sp>
        <p:nvSpPr>
          <p:cNvPr id="82947" name="Rectangle 2"/>
          <p:cNvSpPr>
            <a:spLocks noGrp="1" noRot="1"/>
          </p:cNvSpPr>
          <p:nvPr>
            <p:ph type="title"/>
          </p:nvPr>
        </p:nvSpPr>
        <p:spPr>
          <a:xfrm>
            <a:off x="474663" y="469900"/>
            <a:ext cx="8207375" cy="1139825"/>
          </a:xfrm>
          <a:ln/>
        </p:spPr>
        <p:txBody>
          <a:bodyPr vert="horz" wrap="square" lIns="0" tIns="45610" rIns="0" bIns="0" anchor="b" anchorCtr="0"/>
          <a:p>
            <a:pPr eaLnBrk="1" hangingPunct="1"/>
            <a:r>
              <a:rPr lang="en-US" altLang="zh-CN" b="1" dirty="0">
                <a:latin typeface="微软雅黑" panose="020B0503020204020204" pitchFamily="34" charset="-122"/>
                <a:ea typeface="微软雅黑" panose="020B0503020204020204" pitchFamily="34" charset="-122"/>
              </a:rPr>
              <a:t>2-</a:t>
            </a:r>
            <a:r>
              <a:rPr lang="zh-CN" altLang="en-US" b="1" dirty="0">
                <a:latin typeface="微软雅黑" panose="020B0503020204020204" pitchFamily="34" charset="-122"/>
                <a:ea typeface="微软雅黑" panose="020B0503020204020204" pitchFamily="34" charset="-122"/>
              </a:rPr>
              <a:t>公共耦合</a:t>
            </a:r>
            <a:endParaRPr lang="zh-CN" altLang="en-US" b="1" dirty="0">
              <a:latin typeface="微软雅黑" panose="020B0503020204020204" pitchFamily="34" charset="-122"/>
              <a:ea typeface="微软雅黑" panose="020B0503020204020204" pitchFamily="34" charset="-122"/>
            </a:endParaRPr>
          </a:p>
        </p:txBody>
      </p:sp>
      <p:pic>
        <p:nvPicPr>
          <p:cNvPr id="8" name="Picture 4"/>
          <p:cNvPicPr>
            <a:picLocks noChangeAspect="1"/>
          </p:cNvPicPr>
          <p:nvPr/>
        </p:nvPicPr>
        <p:blipFill>
          <a:blip r:embed="rId1"/>
          <a:stretch>
            <a:fillRect/>
          </a:stretch>
        </p:blipFill>
        <p:spPr>
          <a:xfrm>
            <a:off x="393700" y="1868488"/>
            <a:ext cx="7110413" cy="3638550"/>
          </a:xfrm>
          <a:prstGeom prst="rect">
            <a:avLst/>
          </a:prstGeom>
          <a:noFill/>
          <a:ln w="9525">
            <a:noFill/>
          </a:ln>
        </p:spPr>
      </p:pic>
      <p:pic>
        <p:nvPicPr>
          <p:cNvPr id="9" name="Picture 5"/>
          <p:cNvPicPr>
            <a:picLocks noChangeAspect="1"/>
          </p:cNvPicPr>
          <p:nvPr/>
        </p:nvPicPr>
        <p:blipFill>
          <a:blip r:embed="rId2"/>
          <a:stretch>
            <a:fillRect/>
          </a:stretch>
        </p:blipFill>
        <p:spPr>
          <a:xfrm>
            <a:off x="466725" y="2338388"/>
            <a:ext cx="8223250" cy="2698750"/>
          </a:xfrm>
          <a:prstGeom prst="rect">
            <a:avLst/>
          </a:prstGeom>
          <a:noFill/>
          <a:ln w="9525">
            <a:noFill/>
          </a:ln>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nodeType="clickEffect">
                                  <p:stCondLst>
                                    <p:cond delay="0"/>
                                  </p:stCondLst>
                                  <p:childTnLst>
                                    <p:animEffect transition="out" filter="blinds(horizontal)">
                                      <p:cBhvr>
                                        <p:cTn id="11" dur="500"/>
                                        <p:tgtEl>
                                          <p:spTgt spid="8"/>
                                        </p:tgtEl>
                                      </p:cBhvr>
                                    </p:animEffect>
                                    <p:set>
                                      <p:cBhvr>
                                        <p:cTn id="12" dur="1" fill="hold">
                                          <p:stCondLst>
                                            <p:cond delay="499"/>
                                          </p:stCondLst>
                                        </p:cTn>
                                        <p:tgtEl>
                                          <p:spTgt spid="8"/>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linds(horizontal)">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xit" presetSubtype="10" fill="hold" nodeType="clickEffect">
                                  <p:stCondLst>
                                    <p:cond delay="0"/>
                                  </p:stCondLst>
                                  <p:childTnLst>
                                    <p:animEffect transition="out" filter="blinds(horizontal)">
                                      <p:cBhvr>
                                        <p:cTn id="21" dur="500"/>
                                        <p:tgtEl>
                                          <p:spTgt spid="9"/>
                                        </p:tgtEl>
                                      </p:cBhvr>
                                    </p:animEffect>
                                    <p:set>
                                      <p:cBhvr>
                                        <p:cTn id="22"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Rectangle 3"/>
          <p:cNvSpPr>
            <a:spLocks noGrp="1" noRot="1"/>
          </p:cNvSpPr>
          <p:nvPr>
            <p:ph idx="1"/>
          </p:nvPr>
        </p:nvSpPr>
        <p:spPr>
          <a:xfrm>
            <a:off x="250825" y="1703388"/>
            <a:ext cx="8516938" cy="3879850"/>
          </a:xfrm>
          <a:ln/>
        </p:spPr>
        <p:txBody>
          <a:bodyPr vert="horz" wrap="square" lIns="91221" tIns="45610" rIns="91221" bIns="45610" anchor="t" anchorCtr="0"/>
          <a:p>
            <a:pPr eaLnBrk="1" hangingPunct="1"/>
            <a:r>
              <a:rPr lang="zh-CN" altLang="en-US" sz="2800" dirty="0"/>
              <a:t>若允许一组模块访问同一个全局变量，可称它们为外部耦合。 </a:t>
            </a:r>
            <a:endParaRPr lang="en-US" altLang="zh-CN" sz="2800" dirty="0"/>
          </a:p>
          <a:p>
            <a:pPr eaLnBrk="1" hangingPunct="1"/>
            <a:r>
              <a:rPr lang="zh-CN" altLang="en-US" sz="2800" dirty="0"/>
              <a:t>外部耦合与公共耦合的区别在于在</a:t>
            </a:r>
            <a:r>
              <a:rPr lang="zh-CN" altLang="en-US" sz="2800" b="1" dirty="0">
                <a:solidFill>
                  <a:srgbClr val="FF0000"/>
                </a:solidFill>
              </a:rPr>
              <a:t>外部耦合中不存在依赖于一个数据结构内部各项的物理安排</a:t>
            </a:r>
            <a:r>
              <a:rPr lang="zh-CN" altLang="en-US" sz="2800" dirty="0"/>
              <a:t>。</a:t>
            </a:r>
            <a:endParaRPr lang="zh-CN" altLang="en-US" sz="2800" dirty="0"/>
          </a:p>
          <a:p>
            <a:pPr eaLnBrk="1" hangingPunct="1"/>
            <a:endParaRPr lang="zh-CN" altLang="en-US" dirty="0"/>
          </a:p>
        </p:txBody>
      </p:sp>
      <p:sp>
        <p:nvSpPr>
          <p:cNvPr id="84995" name="Rectangle 2"/>
          <p:cNvSpPr>
            <a:spLocks noGrp="1" noRot="1"/>
          </p:cNvSpPr>
          <p:nvPr>
            <p:ph type="title"/>
          </p:nvPr>
        </p:nvSpPr>
        <p:spPr>
          <a:xfrm>
            <a:off x="238125" y="398463"/>
            <a:ext cx="8516938" cy="1141412"/>
          </a:xfrm>
          <a:ln/>
        </p:spPr>
        <p:txBody>
          <a:bodyPr vert="horz" wrap="square" lIns="0" tIns="45610" rIns="0" bIns="0" anchor="b" anchorCtr="0"/>
          <a:p>
            <a:pPr eaLnBrk="1" hangingPunct="1"/>
            <a:r>
              <a:rPr lang="en-US" altLang="zh-CN" b="1" dirty="0">
                <a:latin typeface="微软雅黑" panose="020B0503020204020204" pitchFamily="34" charset="-122"/>
                <a:ea typeface="微软雅黑" panose="020B0503020204020204" pitchFamily="34" charset="-122"/>
              </a:rPr>
              <a:t>3-</a:t>
            </a:r>
            <a:r>
              <a:rPr lang="zh-CN" altLang="en-US" b="1" dirty="0">
                <a:latin typeface="微软雅黑" panose="020B0503020204020204" pitchFamily="34" charset="-122"/>
                <a:ea typeface="微软雅黑" panose="020B0503020204020204" pitchFamily="34" charset="-122"/>
              </a:rPr>
              <a:t>外部耦合</a:t>
            </a:r>
            <a:endParaRPr lang="zh-CN" altLang="en-US" b="1" dirty="0">
              <a:latin typeface="微软雅黑" panose="020B0503020204020204" pitchFamily="34" charset="-122"/>
              <a:ea typeface="微软雅黑" panose="020B0503020204020204" pitchFamily="34" charset="-122"/>
            </a:endParaRPr>
          </a:p>
        </p:txBody>
      </p:sp>
      <p:grpSp>
        <p:nvGrpSpPr>
          <p:cNvPr id="84996" name="Group 4"/>
          <p:cNvGrpSpPr/>
          <p:nvPr/>
        </p:nvGrpSpPr>
        <p:grpSpPr>
          <a:xfrm>
            <a:off x="2333625" y="4081463"/>
            <a:ext cx="5103813" cy="1644650"/>
            <a:chOff x="2160" y="11580"/>
            <a:chExt cx="7380" cy="2028"/>
          </a:xfrm>
        </p:grpSpPr>
        <p:grpSp>
          <p:nvGrpSpPr>
            <p:cNvPr id="84997" name="Group 5"/>
            <p:cNvGrpSpPr/>
            <p:nvPr/>
          </p:nvGrpSpPr>
          <p:grpSpPr>
            <a:xfrm>
              <a:off x="7020" y="11580"/>
              <a:ext cx="2520" cy="2028"/>
              <a:chOff x="7200" y="11580"/>
              <a:chExt cx="2520" cy="2028"/>
            </a:xfrm>
          </p:grpSpPr>
          <p:sp>
            <p:nvSpPr>
              <p:cNvPr id="85011" name="Line 6"/>
              <p:cNvSpPr/>
              <p:nvPr/>
            </p:nvSpPr>
            <p:spPr>
              <a:xfrm>
                <a:off x="8385" y="11580"/>
                <a:ext cx="0" cy="468"/>
              </a:xfrm>
              <a:prstGeom prst="line">
                <a:avLst/>
              </a:prstGeom>
              <a:ln w="9525" cap="flat" cmpd="sng">
                <a:solidFill>
                  <a:srgbClr val="000000"/>
                </a:solidFill>
                <a:prstDash val="solid"/>
                <a:headEnd type="none" w="med" len="med"/>
                <a:tailEnd type="triangle" w="med" len="med"/>
              </a:ln>
            </p:spPr>
          </p:sp>
          <p:grpSp>
            <p:nvGrpSpPr>
              <p:cNvPr id="85012" name="Group 7"/>
              <p:cNvGrpSpPr/>
              <p:nvPr/>
            </p:nvGrpSpPr>
            <p:grpSpPr>
              <a:xfrm>
                <a:off x="7200" y="12048"/>
                <a:ext cx="2520" cy="1560"/>
                <a:chOff x="4320" y="6276"/>
                <a:chExt cx="2520" cy="1560"/>
              </a:xfrm>
            </p:grpSpPr>
            <p:sp>
              <p:nvSpPr>
                <p:cNvPr id="85013" name="Text Box 8"/>
                <p:cNvSpPr txBox="1"/>
                <p:nvPr/>
              </p:nvSpPr>
              <p:spPr>
                <a:xfrm>
                  <a:off x="5055" y="6276"/>
                  <a:ext cx="900" cy="468"/>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zh-CN" sz="1200" b="1" dirty="0">
                    <a:latin typeface="Arial" panose="020B0604020202020204" pitchFamily="34" charset="0"/>
                  </a:endParaRPr>
                </a:p>
              </p:txBody>
            </p:sp>
            <p:sp>
              <p:nvSpPr>
                <p:cNvPr id="85014" name="Line 9"/>
                <p:cNvSpPr/>
                <p:nvPr/>
              </p:nvSpPr>
              <p:spPr>
                <a:xfrm flipH="1">
                  <a:off x="4680" y="6744"/>
                  <a:ext cx="825" cy="624"/>
                </a:xfrm>
                <a:prstGeom prst="line">
                  <a:avLst/>
                </a:prstGeom>
                <a:ln w="9525" cap="flat" cmpd="sng">
                  <a:solidFill>
                    <a:srgbClr val="000000"/>
                  </a:solidFill>
                  <a:prstDash val="solid"/>
                  <a:headEnd type="none" w="med" len="med"/>
                  <a:tailEnd type="none" w="med" len="med"/>
                </a:ln>
              </p:spPr>
            </p:sp>
            <p:sp>
              <p:nvSpPr>
                <p:cNvPr id="85015" name="Text Box 10"/>
                <p:cNvSpPr txBox="1"/>
                <p:nvPr/>
              </p:nvSpPr>
              <p:spPr>
                <a:xfrm>
                  <a:off x="4320" y="7368"/>
                  <a:ext cx="900" cy="468"/>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 typeface="Wingdings" panose="05000000000000000000" pitchFamily="2" charset="2"/>
                    <a:buNone/>
                  </a:pPr>
                  <a:r>
                    <a:rPr lang="en-US" altLang="zh-CN" sz="1200" b="1" dirty="0">
                      <a:latin typeface="Times New Roman" panose="02020603050405020304" pitchFamily="18" charset="0"/>
                    </a:rPr>
                    <a:t>B</a:t>
                  </a:r>
                  <a:endParaRPr lang="en-US" altLang="zh-CN" sz="1200" b="1" dirty="0">
                    <a:latin typeface="Arial" panose="020B0604020202020204" pitchFamily="34" charset="0"/>
                  </a:endParaRPr>
                </a:p>
              </p:txBody>
            </p:sp>
            <p:sp>
              <p:nvSpPr>
                <p:cNvPr id="85016" name="Line 11"/>
                <p:cNvSpPr/>
                <p:nvPr/>
              </p:nvSpPr>
              <p:spPr>
                <a:xfrm>
                  <a:off x="5580" y="6744"/>
                  <a:ext cx="900" cy="624"/>
                </a:xfrm>
                <a:prstGeom prst="line">
                  <a:avLst/>
                </a:prstGeom>
                <a:ln w="9525" cap="flat" cmpd="sng">
                  <a:solidFill>
                    <a:srgbClr val="000000"/>
                  </a:solidFill>
                  <a:prstDash val="solid"/>
                  <a:headEnd type="none" w="med" len="med"/>
                  <a:tailEnd type="none" w="med" len="med"/>
                </a:ln>
              </p:spPr>
            </p:sp>
            <p:sp>
              <p:nvSpPr>
                <p:cNvPr id="85017" name="Text Box 12"/>
                <p:cNvSpPr txBox="1"/>
                <p:nvPr/>
              </p:nvSpPr>
              <p:spPr>
                <a:xfrm>
                  <a:off x="5400" y="7368"/>
                  <a:ext cx="1440" cy="468"/>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spcBef>
                      <a:spcPct val="0"/>
                    </a:spcBef>
                    <a:buClrTx/>
                    <a:buSzTx/>
                    <a:buFont typeface="Wingdings" panose="05000000000000000000" pitchFamily="2" charset="2"/>
                    <a:buNone/>
                  </a:pPr>
                  <a:r>
                    <a:rPr lang="en-US" altLang="zh-CN" sz="1200" b="1" dirty="0">
                      <a:latin typeface="Times New Roman" panose="02020603050405020304" pitchFamily="18" charset="0"/>
                    </a:rPr>
                    <a:t>……</a:t>
                  </a:r>
                  <a:endParaRPr lang="en-US" altLang="zh-CN" sz="1200" b="1" dirty="0">
                    <a:latin typeface="Arial" panose="020B0604020202020204" pitchFamily="34" charset="0"/>
                  </a:endParaRPr>
                </a:p>
              </p:txBody>
            </p:sp>
          </p:grpSp>
        </p:grpSp>
        <p:grpSp>
          <p:nvGrpSpPr>
            <p:cNvPr id="84998" name="Group 13"/>
            <p:cNvGrpSpPr/>
            <p:nvPr/>
          </p:nvGrpSpPr>
          <p:grpSpPr>
            <a:xfrm>
              <a:off x="2160" y="11580"/>
              <a:ext cx="2340" cy="2028"/>
              <a:chOff x="2160" y="11580"/>
              <a:chExt cx="2340" cy="2028"/>
            </a:xfrm>
          </p:grpSpPr>
          <p:grpSp>
            <p:nvGrpSpPr>
              <p:cNvPr id="85005" name="Group 14"/>
              <p:cNvGrpSpPr/>
              <p:nvPr/>
            </p:nvGrpSpPr>
            <p:grpSpPr>
              <a:xfrm>
                <a:off x="2160" y="12048"/>
                <a:ext cx="2340" cy="1560"/>
                <a:chOff x="2160" y="12048"/>
                <a:chExt cx="2340" cy="1560"/>
              </a:xfrm>
            </p:grpSpPr>
            <p:sp>
              <p:nvSpPr>
                <p:cNvPr id="85007" name="Text Box 15"/>
                <p:cNvSpPr txBox="1"/>
                <p:nvPr/>
              </p:nvSpPr>
              <p:spPr>
                <a:xfrm>
                  <a:off x="2535" y="12048"/>
                  <a:ext cx="900" cy="468"/>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zh-CN" sz="1200" b="1" dirty="0">
                    <a:latin typeface="Arial" panose="020B0604020202020204" pitchFamily="34" charset="0"/>
                  </a:endParaRPr>
                </a:p>
              </p:txBody>
            </p:sp>
            <p:sp>
              <p:nvSpPr>
                <p:cNvPr id="85008" name="Line 16"/>
                <p:cNvSpPr/>
                <p:nvPr/>
              </p:nvSpPr>
              <p:spPr>
                <a:xfrm flipH="1">
                  <a:off x="2160" y="12516"/>
                  <a:ext cx="825" cy="624"/>
                </a:xfrm>
                <a:prstGeom prst="line">
                  <a:avLst/>
                </a:prstGeom>
                <a:ln w="9525" cap="flat" cmpd="sng">
                  <a:solidFill>
                    <a:srgbClr val="000000"/>
                  </a:solidFill>
                  <a:prstDash val="solid"/>
                  <a:headEnd type="none" w="med" len="med"/>
                  <a:tailEnd type="none" w="med" len="med"/>
                </a:ln>
              </p:spPr>
            </p:sp>
            <p:sp>
              <p:nvSpPr>
                <p:cNvPr id="85009" name="Text Box 17"/>
                <p:cNvSpPr txBox="1"/>
                <p:nvPr/>
              </p:nvSpPr>
              <p:spPr>
                <a:xfrm>
                  <a:off x="3600" y="13140"/>
                  <a:ext cx="900" cy="468"/>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 typeface="Wingdings" panose="05000000000000000000" pitchFamily="2" charset="2"/>
                    <a:buNone/>
                  </a:pPr>
                  <a:r>
                    <a:rPr lang="en-US" altLang="zh-CN" sz="1200" b="1" dirty="0">
                      <a:latin typeface="Times New Roman" panose="02020603050405020304" pitchFamily="18" charset="0"/>
                    </a:rPr>
                    <a:t>A</a:t>
                  </a:r>
                  <a:endParaRPr lang="en-US" altLang="zh-CN" sz="1200" b="1" dirty="0">
                    <a:latin typeface="Arial" panose="020B0604020202020204" pitchFamily="34" charset="0"/>
                  </a:endParaRPr>
                </a:p>
              </p:txBody>
            </p:sp>
            <p:sp>
              <p:nvSpPr>
                <p:cNvPr id="85010" name="Line 18"/>
                <p:cNvSpPr/>
                <p:nvPr/>
              </p:nvSpPr>
              <p:spPr>
                <a:xfrm>
                  <a:off x="3060" y="12516"/>
                  <a:ext cx="900" cy="624"/>
                </a:xfrm>
                <a:prstGeom prst="line">
                  <a:avLst/>
                </a:prstGeom>
                <a:ln w="9525" cap="flat" cmpd="sng">
                  <a:solidFill>
                    <a:srgbClr val="000000"/>
                  </a:solidFill>
                  <a:prstDash val="solid"/>
                  <a:headEnd type="none" w="med" len="med"/>
                  <a:tailEnd type="none" w="med" len="med"/>
                </a:ln>
              </p:spPr>
            </p:sp>
          </p:grpSp>
          <p:sp>
            <p:nvSpPr>
              <p:cNvPr id="85006" name="Line 19"/>
              <p:cNvSpPr/>
              <p:nvPr/>
            </p:nvSpPr>
            <p:spPr>
              <a:xfrm>
                <a:off x="3075" y="11580"/>
                <a:ext cx="0" cy="468"/>
              </a:xfrm>
              <a:prstGeom prst="line">
                <a:avLst/>
              </a:prstGeom>
              <a:ln w="9525" cap="flat" cmpd="sng">
                <a:solidFill>
                  <a:srgbClr val="000000"/>
                </a:solidFill>
                <a:prstDash val="solid"/>
                <a:headEnd type="none" w="med" len="med"/>
                <a:tailEnd type="triangle" w="med" len="med"/>
              </a:ln>
            </p:spPr>
          </p:sp>
        </p:grpSp>
        <p:grpSp>
          <p:nvGrpSpPr>
            <p:cNvPr id="84999" name="Group 20"/>
            <p:cNvGrpSpPr/>
            <p:nvPr/>
          </p:nvGrpSpPr>
          <p:grpSpPr>
            <a:xfrm>
              <a:off x="4500" y="12048"/>
              <a:ext cx="2490" cy="1332"/>
              <a:chOff x="4500" y="12048"/>
              <a:chExt cx="2490" cy="1332"/>
            </a:xfrm>
          </p:grpSpPr>
          <p:sp>
            <p:nvSpPr>
              <p:cNvPr id="85000" name="Oval 21"/>
              <p:cNvSpPr/>
              <p:nvPr/>
            </p:nvSpPr>
            <p:spPr>
              <a:xfrm>
                <a:off x="4770" y="12048"/>
                <a:ext cx="1980" cy="936"/>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sp>
            <p:nvSpPr>
              <p:cNvPr id="85001" name="Text Box 22"/>
              <p:cNvSpPr txBox="1"/>
              <p:nvPr/>
            </p:nvSpPr>
            <p:spPr>
              <a:xfrm>
                <a:off x="4860" y="12048"/>
                <a:ext cx="1760" cy="468"/>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 typeface="Wingdings" panose="05000000000000000000" pitchFamily="2" charset="2"/>
                  <a:buNone/>
                </a:pPr>
                <a:r>
                  <a:rPr lang="zh-CN" altLang="en-US" sz="1400" b="1" dirty="0">
                    <a:latin typeface="Times New Roman" panose="02020603050405020304" pitchFamily="18" charset="0"/>
                  </a:rPr>
                  <a:t>有名公共区</a:t>
                </a:r>
                <a:endParaRPr lang="zh-CN" altLang="en-US" sz="1400" b="1" dirty="0">
                  <a:latin typeface="Arial" panose="020B0604020202020204" pitchFamily="34" charset="0"/>
                </a:endParaRPr>
              </a:p>
            </p:txBody>
          </p:sp>
          <p:sp>
            <p:nvSpPr>
              <p:cNvPr id="85002" name="Rectangle 23"/>
              <p:cNvSpPr/>
              <p:nvPr/>
            </p:nvSpPr>
            <p:spPr>
              <a:xfrm>
                <a:off x="5580" y="12516"/>
                <a:ext cx="360" cy="312"/>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sp>
            <p:nvSpPr>
              <p:cNvPr id="85003" name="Freeform 24"/>
              <p:cNvSpPr/>
              <p:nvPr/>
            </p:nvSpPr>
            <p:spPr>
              <a:xfrm>
                <a:off x="4500" y="12672"/>
                <a:ext cx="1080" cy="702"/>
              </a:xfrm>
              <a:custGeom>
                <a:avLst/>
                <a:gdLst>
                  <a:gd name="txL" fmla="*/ 0 w 1440"/>
                  <a:gd name="txT" fmla="*/ 0 h 546"/>
                  <a:gd name="txR" fmla="*/ 1440 w 1440"/>
                  <a:gd name="txB" fmla="*/ 546 h 546"/>
                </a:gdLst>
                <a:ahLst/>
                <a:cxnLst>
                  <a:cxn ang="0">
                    <a:pos x="11" y="0"/>
                  </a:cxn>
                  <a:cxn ang="0">
                    <a:pos x="5" y="33558"/>
                  </a:cxn>
                  <a:cxn ang="0">
                    <a:pos x="0" y="33558"/>
                  </a:cxn>
                </a:cxnLst>
                <a:rect l="txL" t="txT" r="txR" b="txB"/>
                <a:pathLst>
                  <a:path w="1440" h="546">
                    <a:moveTo>
                      <a:pt x="1440" y="0"/>
                    </a:moveTo>
                    <a:cubicBezTo>
                      <a:pt x="1110" y="195"/>
                      <a:pt x="780" y="390"/>
                      <a:pt x="540" y="468"/>
                    </a:cubicBezTo>
                    <a:cubicBezTo>
                      <a:pt x="300" y="546"/>
                      <a:pt x="90" y="468"/>
                      <a:pt x="0" y="468"/>
                    </a:cubicBezTo>
                  </a:path>
                </a:pathLst>
              </a:custGeom>
              <a:noFill/>
              <a:ln w="9525" cap="flat" cmpd="sng">
                <a:solidFill>
                  <a:srgbClr val="000000">
                    <a:alpha val="100000"/>
                  </a:srgbClr>
                </a:solidFill>
                <a:prstDash val="dash"/>
                <a:round/>
                <a:headEnd type="none" w="med" len="med"/>
                <a:tailEnd type="none" w="med" len="med"/>
              </a:ln>
            </p:spPr>
            <p:txBody>
              <a:bodyPr/>
              <a:p>
                <a:endParaRPr lang="zh-CN" altLang="en-US"/>
              </a:p>
            </p:txBody>
          </p:sp>
          <p:sp>
            <p:nvSpPr>
              <p:cNvPr id="85004" name="Freeform 25"/>
              <p:cNvSpPr/>
              <p:nvPr/>
            </p:nvSpPr>
            <p:spPr>
              <a:xfrm flipH="1">
                <a:off x="5970" y="12678"/>
                <a:ext cx="1020" cy="702"/>
              </a:xfrm>
              <a:custGeom>
                <a:avLst/>
                <a:gdLst>
                  <a:gd name="txL" fmla="*/ 0 w 1440"/>
                  <a:gd name="txT" fmla="*/ 0 h 546"/>
                  <a:gd name="txR" fmla="*/ 1440 w 1440"/>
                  <a:gd name="txB" fmla="*/ 546 h 546"/>
                </a:gdLst>
                <a:ahLst/>
                <a:cxnLst>
                  <a:cxn ang="0">
                    <a:pos x="4" y="0"/>
                  </a:cxn>
                  <a:cxn ang="0">
                    <a:pos x="1" y="33558"/>
                  </a:cxn>
                  <a:cxn ang="0">
                    <a:pos x="0" y="33558"/>
                  </a:cxn>
                </a:cxnLst>
                <a:rect l="txL" t="txT" r="txR" b="txB"/>
                <a:pathLst>
                  <a:path w="1440" h="546">
                    <a:moveTo>
                      <a:pt x="1440" y="0"/>
                    </a:moveTo>
                    <a:cubicBezTo>
                      <a:pt x="1110" y="195"/>
                      <a:pt x="780" y="390"/>
                      <a:pt x="540" y="468"/>
                    </a:cubicBezTo>
                    <a:cubicBezTo>
                      <a:pt x="300" y="546"/>
                      <a:pt x="90" y="468"/>
                      <a:pt x="0" y="468"/>
                    </a:cubicBezTo>
                  </a:path>
                </a:pathLst>
              </a:custGeom>
              <a:noFill/>
              <a:ln w="9525" cap="flat" cmpd="sng">
                <a:solidFill>
                  <a:srgbClr val="000000">
                    <a:alpha val="100000"/>
                  </a:srgbClr>
                </a:solidFill>
                <a:prstDash val="dash"/>
                <a:round/>
                <a:headEnd type="none" w="med" len="med"/>
                <a:tailEnd type="none" w="med" len="med"/>
              </a:ln>
            </p:spPr>
            <p:txBody>
              <a:bodyPr/>
              <a:p>
                <a:endParaRPr lang="zh-CN" altLang="en-US"/>
              </a:p>
            </p:txBody>
          </p:sp>
        </p:grpSp>
      </p:grpSp>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3"/>
          <p:cNvSpPr>
            <a:spLocks noGrp="1" noRot="1"/>
          </p:cNvSpPr>
          <p:nvPr>
            <p:ph idx="1"/>
          </p:nvPr>
        </p:nvSpPr>
        <p:spPr>
          <a:xfrm>
            <a:off x="322263" y="1703388"/>
            <a:ext cx="8516937" cy="3879850"/>
          </a:xfrm>
          <a:ln/>
        </p:spPr>
        <p:txBody>
          <a:bodyPr vert="horz" wrap="square" lIns="91221" tIns="45610" rIns="91221" bIns="45610" anchor="t" anchorCtr="0"/>
          <a:p>
            <a:pPr eaLnBrk="1" hangingPunct="1"/>
            <a:r>
              <a:rPr lang="zh-CN" altLang="en-US" sz="2800" dirty="0"/>
              <a:t>如果一个模块通过传送开关、标志、名字等控制信息，明显地控制选择另一模块的功能，就是控制耦合。</a:t>
            </a:r>
            <a:endParaRPr lang="zh-CN" altLang="en-US" sz="2800" dirty="0"/>
          </a:p>
          <a:p>
            <a:pPr eaLnBrk="1" hangingPunct="1"/>
            <a:endParaRPr lang="zh-CN" altLang="en-US" sz="2800" dirty="0"/>
          </a:p>
        </p:txBody>
      </p:sp>
      <p:sp>
        <p:nvSpPr>
          <p:cNvPr id="87043" name="Rectangle 2"/>
          <p:cNvSpPr>
            <a:spLocks noGrp="1" noRot="1"/>
          </p:cNvSpPr>
          <p:nvPr>
            <p:ph type="title"/>
          </p:nvPr>
        </p:nvSpPr>
        <p:spPr>
          <a:xfrm>
            <a:off x="311150" y="398463"/>
            <a:ext cx="8516938" cy="1141412"/>
          </a:xfrm>
          <a:ln/>
        </p:spPr>
        <p:txBody>
          <a:bodyPr vert="horz" wrap="square" lIns="0" tIns="45610" rIns="0" bIns="0" anchor="b" anchorCtr="0"/>
          <a:p>
            <a:pPr eaLnBrk="1" hangingPunct="1"/>
            <a:r>
              <a:rPr lang="en-US" altLang="zh-CN" b="1" dirty="0">
                <a:latin typeface="微软雅黑" panose="020B0503020204020204" pitchFamily="34" charset="-122"/>
                <a:ea typeface="微软雅黑" panose="020B0503020204020204" pitchFamily="34" charset="-122"/>
              </a:rPr>
              <a:t>4-</a:t>
            </a:r>
            <a:r>
              <a:rPr lang="zh-CN" altLang="en-US" b="1" dirty="0">
                <a:latin typeface="微软雅黑" panose="020B0503020204020204" pitchFamily="34" charset="-122"/>
                <a:ea typeface="微软雅黑" panose="020B0503020204020204" pitchFamily="34" charset="-122"/>
              </a:rPr>
              <a:t>控制耦合</a:t>
            </a:r>
            <a:endParaRPr lang="zh-CN" altLang="en-US" b="1" dirty="0">
              <a:latin typeface="微软雅黑" panose="020B0503020204020204" pitchFamily="34" charset="-122"/>
              <a:ea typeface="微软雅黑" panose="020B0503020204020204" pitchFamily="34" charset="-122"/>
            </a:endParaRPr>
          </a:p>
        </p:txBody>
      </p:sp>
      <p:pic>
        <p:nvPicPr>
          <p:cNvPr id="45060" name="Picture 4"/>
          <p:cNvPicPr>
            <a:picLocks noChangeAspect="1"/>
          </p:cNvPicPr>
          <p:nvPr/>
        </p:nvPicPr>
        <p:blipFill>
          <a:blip r:embed="rId1"/>
          <a:stretch>
            <a:fillRect/>
          </a:stretch>
        </p:blipFill>
        <p:spPr>
          <a:xfrm>
            <a:off x="2262188" y="2849563"/>
            <a:ext cx="4235450" cy="3668712"/>
          </a:xfrm>
          <a:prstGeom prst="rect">
            <a:avLst/>
          </a:prstGeom>
          <a:noFill/>
          <a:ln w="9525">
            <a:noFill/>
          </a:ln>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5060"/>
                                        </p:tgtEl>
                                        <p:attrNameLst>
                                          <p:attrName>style.visibility</p:attrName>
                                        </p:attrNameLst>
                                      </p:cBhvr>
                                      <p:to>
                                        <p:strVal val="visible"/>
                                      </p:to>
                                    </p:set>
                                    <p:animEffect transition="in" filter="blinds(horizontal)">
                                      <p:cBhvr>
                                        <p:cTn id="7" dur="500"/>
                                        <p:tgtEl>
                                          <p:spTgt spid="450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Rectangle 3"/>
          <p:cNvSpPr>
            <a:spLocks noGrp="1" noRot="1"/>
          </p:cNvSpPr>
          <p:nvPr>
            <p:ph idx="1"/>
          </p:nvPr>
        </p:nvSpPr>
        <p:spPr>
          <a:xfrm>
            <a:off x="322263" y="1625600"/>
            <a:ext cx="8516937" cy="2306638"/>
          </a:xfrm>
          <a:ln/>
        </p:spPr>
        <p:txBody>
          <a:bodyPr vert="horz" wrap="square" lIns="91221" tIns="45610" rIns="91221" bIns="45610" anchor="t" anchorCtr="0"/>
          <a:p>
            <a:pPr eaLnBrk="1" hangingPunct="1"/>
            <a:r>
              <a:rPr lang="zh-CN" altLang="en-US" sz="2800" dirty="0"/>
              <a:t>如果一组模块</a:t>
            </a:r>
            <a:r>
              <a:rPr lang="zh-CN" altLang="en-US" sz="2800" b="1" dirty="0">
                <a:solidFill>
                  <a:srgbClr val="FF0000"/>
                </a:solidFill>
              </a:rPr>
              <a:t>通过参数表传递记录信息</a:t>
            </a:r>
            <a:r>
              <a:rPr lang="zh-CN" altLang="en-US" sz="2800" dirty="0"/>
              <a:t>，就是标记耦合。</a:t>
            </a:r>
            <a:endParaRPr lang="en-US" altLang="zh-CN" sz="2800" dirty="0"/>
          </a:p>
          <a:p>
            <a:pPr eaLnBrk="1" hangingPunct="1"/>
            <a:r>
              <a:rPr lang="zh-CN" altLang="en-US" sz="2800" dirty="0"/>
              <a:t>事实上，这组模块共享了</a:t>
            </a:r>
            <a:r>
              <a:rPr lang="zh-CN" altLang="en-US" sz="2800" b="1" dirty="0">
                <a:solidFill>
                  <a:srgbClr val="FF0000"/>
                </a:solidFill>
              </a:rPr>
              <a:t>某一数据结构的子结构</a:t>
            </a:r>
            <a:r>
              <a:rPr lang="zh-CN" altLang="en-US" sz="2800" dirty="0"/>
              <a:t>，而不是简单变量。</a:t>
            </a:r>
            <a:endParaRPr lang="zh-CN" altLang="en-US" sz="2800" dirty="0"/>
          </a:p>
          <a:p>
            <a:pPr eaLnBrk="1" hangingPunct="1"/>
            <a:endParaRPr lang="zh-CN" altLang="en-US" dirty="0"/>
          </a:p>
        </p:txBody>
      </p:sp>
      <p:sp>
        <p:nvSpPr>
          <p:cNvPr id="88067" name="Rectangle 2"/>
          <p:cNvSpPr>
            <a:spLocks noGrp="1" noRot="1"/>
          </p:cNvSpPr>
          <p:nvPr>
            <p:ph type="title"/>
          </p:nvPr>
        </p:nvSpPr>
        <p:spPr>
          <a:xfrm>
            <a:off x="322263" y="474663"/>
            <a:ext cx="8516937" cy="1141412"/>
          </a:xfrm>
          <a:ln/>
        </p:spPr>
        <p:txBody>
          <a:bodyPr vert="horz" wrap="square" lIns="0" tIns="45610" rIns="0" bIns="0" anchor="b" anchorCtr="0"/>
          <a:p>
            <a:pPr eaLnBrk="1" hangingPunct="1"/>
            <a:r>
              <a:rPr lang="en-US" altLang="zh-CN" b="1" dirty="0">
                <a:latin typeface="微软雅黑" panose="020B0503020204020204" pitchFamily="34" charset="-122"/>
                <a:ea typeface="微软雅黑" panose="020B0503020204020204" pitchFamily="34" charset="-122"/>
              </a:rPr>
              <a:t>5-</a:t>
            </a:r>
            <a:r>
              <a:rPr lang="zh-CN" altLang="en-US" b="1" dirty="0">
                <a:latin typeface="微软雅黑" panose="020B0503020204020204" pitchFamily="34" charset="-122"/>
                <a:ea typeface="微软雅黑" panose="020B0503020204020204" pitchFamily="34" charset="-122"/>
              </a:rPr>
              <a:t>标记耦合</a:t>
            </a:r>
            <a:endParaRPr lang="zh-CN" altLang="en-US" b="1" dirty="0">
              <a:latin typeface="微软雅黑" panose="020B0503020204020204" pitchFamily="34" charset="-122"/>
              <a:ea typeface="微软雅黑" panose="020B0503020204020204" pitchFamily="34" charset="-122"/>
            </a:endParaRPr>
          </a:p>
        </p:txBody>
      </p:sp>
      <p:pic>
        <p:nvPicPr>
          <p:cNvPr id="88068" name="Picture 4"/>
          <p:cNvPicPr>
            <a:picLocks noChangeAspect="1"/>
          </p:cNvPicPr>
          <p:nvPr/>
        </p:nvPicPr>
        <p:blipFill>
          <a:blip r:embed="rId1"/>
          <a:stretch>
            <a:fillRect/>
          </a:stretch>
        </p:blipFill>
        <p:spPr>
          <a:xfrm>
            <a:off x="754063" y="3652838"/>
            <a:ext cx="7681912" cy="3082925"/>
          </a:xfrm>
          <a:prstGeom prst="rect">
            <a:avLst/>
          </a:prstGeom>
          <a:noFill/>
          <a:ln w="9525">
            <a:noFill/>
          </a:ln>
        </p:spPr>
      </p:pic>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Rectangle 3"/>
          <p:cNvSpPr>
            <a:spLocks noGrp="1" noRot="1"/>
          </p:cNvSpPr>
          <p:nvPr>
            <p:ph idx="1"/>
          </p:nvPr>
        </p:nvSpPr>
        <p:spPr>
          <a:ln/>
        </p:spPr>
        <p:txBody>
          <a:bodyPr vert="horz" wrap="square" lIns="91221" tIns="45610" rIns="91221" bIns="45610" anchor="t" anchorCtr="0"/>
          <a:p>
            <a:pPr eaLnBrk="1" hangingPunct="1"/>
            <a:r>
              <a:rPr lang="zh-CN" altLang="en-US" sz="2800" dirty="0"/>
              <a:t>如果一个模块访问另一个模块时，彼此之间是</a:t>
            </a:r>
            <a:r>
              <a:rPr lang="zh-CN" altLang="en-US" sz="2800" b="1" dirty="0">
                <a:solidFill>
                  <a:srgbClr val="FF0000"/>
                </a:solidFill>
              </a:rPr>
              <a:t>通过简单数据参数</a:t>
            </a:r>
            <a:r>
              <a:rPr lang="en-US" altLang="zh-CN" sz="2800" dirty="0"/>
              <a:t>(</a:t>
            </a:r>
            <a:r>
              <a:rPr lang="zh-CN" altLang="en-US" sz="2800" dirty="0"/>
              <a:t>不是控制参数、公共数据结构或外部变量</a:t>
            </a:r>
            <a:r>
              <a:rPr lang="en-US" altLang="zh-CN" sz="2800" dirty="0"/>
              <a:t>)</a:t>
            </a:r>
            <a:r>
              <a:rPr lang="zh-CN" altLang="en-US" sz="2800" dirty="0"/>
              <a:t>来交换输入、输出信息的，则称这种耦合为数据耦合。</a:t>
            </a:r>
            <a:endParaRPr lang="zh-CN" altLang="en-US" dirty="0"/>
          </a:p>
          <a:p>
            <a:pPr eaLnBrk="1" hangingPunct="1"/>
            <a:endParaRPr lang="zh-CN" altLang="en-US" dirty="0"/>
          </a:p>
        </p:txBody>
      </p:sp>
      <p:sp>
        <p:nvSpPr>
          <p:cNvPr id="89091" name="Rectangle 2"/>
          <p:cNvSpPr>
            <a:spLocks noGrp="1" noRot="1"/>
          </p:cNvSpPr>
          <p:nvPr>
            <p:ph type="title"/>
          </p:nvPr>
        </p:nvSpPr>
        <p:spPr>
          <a:ln/>
        </p:spPr>
        <p:txBody>
          <a:bodyPr vert="horz" wrap="square" lIns="0" tIns="45610" rIns="0" bIns="0" anchor="b" anchorCtr="0"/>
          <a:p>
            <a:pPr eaLnBrk="1" hangingPunct="1"/>
            <a:r>
              <a:rPr lang="en-US" altLang="zh-CN" b="1" dirty="0">
                <a:latin typeface="微软雅黑" panose="020B0503020204020204" pitchFamily="34" charset="-122"/>
                <a:ea typeface="微软雅黑" panose="020B0503020204020204" pitchFamily="34" charset="-122"/>
              </a:rPr>
              <a:t>6-</a:t>
            </a:r>
            <a:r>
              <a:rPr lang="zh-CN" altLang="en-US" b="1" dirty="0">
                <a:latin typeface="微软雅黑" panose="020B0503020204020204" pitchFamily="34" charset="-122"/>
                <a:ea typeface="微软雅黑" panose="020B0503020204020204" pitchFamily="34" charset="-122"/>
              </a:rPr>
              <a:t>数据耦合</a:t>
            </a:r>
            <a:endParaRPr lang="zh-CN" altLang="en-US" b="1" dirty="0">
              <a:latin typeface="微软雅黑" panose="020B0503020204020204" pitchFamily="34" charset="-122"/>
              <a:ea typeface="微软雅黑" panose="020B0503020204020204" pitchFamily="34" charset="-122"/>
            </a:endParaRPr>
          </a:p>
        </p:txBody>
      </p:sp>
      <p:pic>
        <p:nvPicPr>
          <p:cNvPr id="43012" name="Picture 4"/>
          <p:cNvPicPr>
            <a:picLocks noChangeAspect="1"/>
          </p:cNvPicPr>
          <p:nvPr/>
        </p:nvPicPr>
        <p:blipFill>
          <a:blip r:embed="rId1"/>
          <a:stretch>
            <a:fillRect/>
          </a:stretch>
        </p:blipFill>
        <p:spPr>
          <a:xfrm>
            <a:off x="1111250" y="3846513"/>
            <a:ext cx="6894513" cy="2816225"/>
          </a:xfrm>
          <a:prstGeom prst="rect">
            <a:avLst/>
          </a:prstGeom>
          <a:noFill/>
          <a:ln w="9525">
            <a:noFill/>
          </a:ln>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3012"/>
                                        </p:tgtEl>
                                        <p:attrNameLst>
                                          <p:attrName>style.visibility</p:attrName>
                                        </p:attrNameLst>
                                      </p:cBhvr>
                                      <p:to>
                                        <p:strVal val="visible"/>
                                      </p:to>
                                    </p:set>
                                    <p:animEffect transition="in" filter="blinds(horizontal)">
                                      <p:cBhvr>
                                        <p:cTn id="7" dur="500"/>
                                        <p:tgtEl>
                                          <p:spTgt spid="4301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nodeType="clickEffect">
                                  <p:stCondLst>
                                    <p:cond delay="0"/>
                                  </p:stCondLst>
                                  <p:childTnLst>
                                    <p:animEffect transition="out" filter="blinds(horizontal)">
                                      <p:cBhvr>
                                        <p:cTn id="11" dur="500"/>
                                        <p:tgtEl>
                                          <p:spTgt spid="43012"/>
                                        </p:tgtEl>
                                      </p:cBhvr>
                                    </p:animEffect>
                                    <p:set>
                                      <p:cBhvr>
                                        <p:cTn id="12" dur="1" fill="hold">
                                          <p:stCondLst>
                                            <p:cond delay="499"/>
                                          </p:stCondLst>
                                        </p:cTn>
                                        <p:tgtEl>
                                          <p:spTgt spid="430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Rectangle 3"/>
          <p:cNvSpPr>
            <a:spLocks noGrp="1" noRot="1"/>
          </p:cNvSpPr>
          <p:nvPr>
            <p:ph idx="1"/>
          </p:nvPr>
        </p:nvSpPr>
        <p:spPr>
          <a:xfrm>
            <a:off x="322263" y="1560513"/>
            <a:ext cx="8516937" cy="3878262"/>
          </a:xfrm>
          <a:ln/>
        </p:spPr>
        <p:txBody>
          <a:bodyPr vert="horz" wrap="square" lIns="91221" tIns="45610" rIns="91221" bIns="45610" anchor="t" anchorCtr="0"/>
          <a:p>
            <a:pPr eaLnBrk="1" hangingPunct="1"/>
            <a:r>
              <a:rPr lang="zh-CN" altLang="en-US" sz="2800" dirty="0"/>
              <a:t>如果两个模块之间没有直接关系，它们之间的联系完全是</a:t>
            </a:r>
            <a:r>
              <a:rPr lang="zh-CN" altLang="en-US" sz="2800" b="1" dirty="0">
                <a:solidFill>
                  <a:srgbClr val="FF0000"/>
                </a:solidFill>
              </a:rPr>
              <a:t>通过主模块的控制和调用来实现的</a:t>
            </a:r>
            <a:r>
              <a:rPr lang="zh-CN" altLang="en-US" sz="2800" dirty="0"/>
              <a:t>，这就是非直接耦合，这种耦合的模块独立性最强。</a:t>
            </a:r>
            <a:endParaRPr lang="zh-CN" altLang="en-US" sz="2800" dirty="0"/>
          </a:p>
          <a:p>
            <a:pPr eaLnBrk="1" hangingPunct="1"/>
            <a:endParaRPr lang="zh-CN" altLang="en-US" dirty="0"/>
          </a:p>
        </p:txBody>
      </p:sp>
      <p:sp>
        <p:nvSpPr>
          <p:cNvPr id="90115" name="Rectangle 2"/>
          <p:cNvSpPr>
            <a:spLocks noGrp="1" noRot="1"/>
          </p:cNvSpPr>
          <p:nvPr>
            <p:ph type="title"/>
          </p:nvPr>
        </p:nvSpPr>
        <p:spPr>
          <a:xfrm>
            <a:off x="250825" y="474663"/>
            <a:ext cx="8516938" cy="1141412"/>
          </a:xfrm>
          <a:ln/>
        </p:spPr>
        <p:txBody>
          <a:bodyPr vert="horz" wrap="square" lIns="0" tIns="45610" rIns="0" bIns="0" anchor="b" anchorCtr="0"/>
          <a:p>
            <a:pPr eaLnBrk="1" hangingPunct="1"/>
            <a:r>
              <a:rPr lang="en-US" altLang="zh-CN" b="1" dirty="0">
                <a:latin typeface="微软雅黑" panose="020B0503020204020204" pitchFamily="34" charset="-122"/>
                <a:ea typeface="微软雅黑" panose="020B0503020204020204" pitchFamily="34" charset="-122"/>
              </a:rPr>
              <a:t>7-</a:t>
            </a:r>
            <a:r>
              <a:rPr lang="zh-CN" altLang="en-US" b="1" dirty="0">
                <a:latin typeface="微软雅黑" panose="020B0503020204020204" pitchFamily="34" charset="-122"/>
                <a:ea typeface="微软雅黑" panose="020B0503020204020204" pitchFamily="34" charset="-122"/>
              </a:rPr>
              <a:t>非直接耦合</a:t>
            </a:r>
            <a:endParaRPr lang="zh-CN" altLang="en-US" b="1" dirty="0">
              <a:latin typeface="微软雅黑" panose="020B0503020204020204" pitchFamily="34" charset="-122"/>
              <a:ea typeface="微软雅黑" panose="020B0503020204020204" pitchFamily="34" charset="-122"/>
            </a:endParaRPr>
          </a:p>
        </p:txBody>
      </p:sp>
      <p:pic>
        <p:nvPicPr>
          <p:cNvPr id="41988" name="Picture 4"/>
          <p:cNvPicPr>
            <a:picLocks noChangeAspect="1"/>
          </p:cNvPicPr>
          <p:nvPr/>
        </p:nvPicPr>
        <p:blipFill>
          <a:blip r:embed="rId1"/>
          <a:stretch>
            <a:fillRect/>
          </a:stretch>
        </p:blipFill>
        <p:spPr>
          <a:xfrm>
            <a:off x="1514475" y="2343150"/>
            <a:ext cx="6391275" cy="4264025"/>
          </a:xfrm>
          <a:prstGeom prst="rect">
            <a:avLst/>
          </a:prstGeom>
          <a:noFill/>
          <a:ln w="9525">
            <a:noFill/>
          </a:ln>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1988"/>
                                        </p:tgtEl>
                                        <p:attrNameLst>
                                          <p:attrName>style.visibility</p:attrName>
                                        </p:attrNameLst>
                                      </p:cBhvr>
                                      <p:to>
                                        <p:strVal val="visible"/>
                                      </p:to>
                                    </p:set>
                                    <p:animEffect transition="in" filter="blinds(horizontal)">
                                      <p:cBhvr>
                                        <p:cTn id="7" dur="500"/>
                                        <p:tgtEl>
                                          <p:spTgt spid="4198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nodeType="clickEffect">
                                  <p:stCondLst>
                                    <p:cond delay="0"/>
                                  </p:stCondLst>
                                  <p:childTnLst>
                                    <p:animEffect transition="out" filter="blinds(horizontal)">
                                      <p:cBhvr>
                                        <p:cTn id="11" dur="500"/>
                                        <p:tgtEl>
                                          <p:spTgt spid="41988"/>
                                        </p:tgtEl>
                                      </p:cBhvr>
                                    </p:animEffect>
                                    <p:set>
                                      <p:cBhvr>
                                        <p:cTn id="12" dur="1" fill="hold">
                                          <p:stCondLst>
                                            <p:cond delay="499"/>
                                          </p:stCondLst>
                                        </p:cTn>
                                        <p:tgtEl>
                                          <p:spTgt spid="4198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Rectangle 3"/>
          <p:cNvSpPr>
            <a:spLocks noGrp="1"/>
          </p:cNvSpPr>
          <p:nvPr>
            <p:ph idx="1"/>
          </p:nvPr>
        </p:nvSpPr>
        <p:spPr>
          <a:xfrm>
            <a:off x="238125" y="1982788"/>
            <a:ext cx="8580438" cy="4411662"/>
          </a:xfrm>
          <a:ln/>
        </p:spPr>
        <p:txBody>
          <a:bodyPr vert="horz" wrap="square" lIns="91221" tIns="45610" rIns="91221" bIns="45610" anchor="t" anchorCtr="0"/>
          <a:p>
            <a:pPr eaLnBrk="1" hangingPunct="1">
              <a:lnSpc>
                <a:spcPct val="110000"/>
              </a:lnSpc>
            </a:pPr>
            <a:r>
              <a:rPr lang="zh-CN" altLang="en-US" sz="2800" b="1" dirty="0"/>
              <a:t>在设计软件时应追求</a:t>
            </a:r>
            <a:r>
              <a:rPr lang="zh-CN" altLang="en-US" sz="2800" b="1" dirty="0">
                <a:solidFill>
                  <a:srgbClr val="FF0000"/>
                </a:solidFill>
              </a:rPr>
              <a:t>尽可能高内聚低耦合的</a:t>
            </a:r>
            <a:r>
              <a:rPr lang="zh-CN" altLang="en-US" sz="2800" b="1" dirty="0"/>
              <a:t>系统</a:t>
            </a:r>
            <a:endParaRPr lang="en-US" altLang="zh-CN" sz="2800" b="1" dirty="0"/>
          </a:p>
          <a:p>
            <a:pPr lvl="1" eaLnBrk="1" hangingPunct="1">
              <a:lnSpc>
                <a:spcPct val="110000"/>
              </a:lnSpc>
              <a:buFont typeface="Wingdings" panose="05000000000000000000" pitchFamily="2" charset="2"/>
              <a:buChar char="Ø"/>
            </a:pPr>
            <a:r>
              <a:rPr lang="zh-CN" altLang="en-US" dirty="0"/>
              <a:t>将对这类系统中任一模块的设计、测试和维护相对独立</a:t>
            </a:r>
            <a:endParaRPr lang="en-US" altLang="zh-CN" dirty="0"/>
          </a:p>
          <a:p>
            <a:pPr lvl="1" eaLnBrk="1" hangingPunct="1">
              <a:lnSpc>
                <a:spcPct val="110000"/>
              </a:lnSpc>
              <a:buFont typeface="Wingdings" panose="05000000000000000000" pitchFamily="2" charset="2"/>
              <a:buChar char="Ø"/>
            </a:pPr>
            <a:r>
              <a:rPr lang="zh-CN" altLang="en-US" dirty="0"/>
              <a:t>由于模块间联系较少，错误在模块间传播的可能性也随之变小</a:t>
            </a:r>
            <a:endParaRPr lang="zh-CN" altLang="en-US" dirty="0"/>
          </a:p>
          <a:p>
            <a:pPr lvl="1" eaLnBrk="1" hangingPunct="1">
              <a:lnSpc>
                <a:spcPct val="110000"/>
              </a:lnSpc>
              <a:buFont typeface="Wingdings" panose="05000000000000000000" pitchFamily="2" charset="2"/>
              <a:buChar char="Ø"/>
            </a:pPr>
            <a:r>
              <a:rPr lang="zh-CN" altLang="en-US" dirty="0"/>
              <a:t>模块间的耦合程度直接影响系统的可理解性、可测试性、可靠性和可维护性</a:t>
            </a:r>
            <a:endParaRPr lang="zh-CN" altLang="en-US" dirty="0"/>
          </a:p>
        </p:txBody>
      </p:sp>
      <p:sp>
        <p:nvSpPr>
          <p:cNvPr id="91139" name="灯片编号占位符 5"/>
          <p:cNvSpPr txBox="1">
            <a:spLocks noGrp="1"/>
          </p:cNvSpPr>
          <p:nvPr>
            <p:ph type="sldNum" sz="quarter" idx="12"/>
          </p:nvPr>
        </p:nvSpPr>
        <p:spPr>
          <a:xfrm>
            <a:off x="7902575" y="6345238"/>
            <a:ext cx="760413" cy="363537"/>
          </a:xfrm>
          <a:noFill/>
          <a:ln>
            <a:noFill/>
          </a:ln>
        </p:spPr>
        <p:txBody>
          <a:bodyPr lIns="91221" tIns="45610" rIns="91221" bIns="45610" anchor="b" anchorCtr="0"/>
          <a:p>
            <a:pPr marL="0" indent="0" algn="r" eaLnBrk="1" hangingPunct="1">
              <a:spcBef>
                <a:spcPct val="0"/>
              </a:spcBef>
              <a:buClrTx/>
              <a:buSzTx/>
              <a:buFont typeface="Wingdings" panose="05000000000000000000" pitchFamily="2" charset="2"/>
              <a:buNone/>
            </a:pPr>
            <a:fld id="{9A0DB2DC-4C9A-4742-B13C-FB6460FD3503}" type="slidenum">
              <a:rPr lang="en-US" altLang="zh-CN" sz="1200" b="1" dirty="0">
                <a:latin typeface="Arial" panose="020B0604020202020204" pitchFamily="34" charset="0"/>
              </a:rPr>
            </a:fld>
            <a:endParaRPr lang="en-US" altLang="zh-CN" sz="1200" b="1" dirty="0">
              <a:latin typeface="Arial" panose="020B0604020202020204" pitchFamily="34" charset="0"/>
            </a:endParaRPr>
          </a:p>
        </p:txBody>
      </p:sp>
      <p:sp>
        <p:nvSpPr>
          <p:cNvPr id="91140" name="Rectangle 2"/>
          <p:cNvSpPr>
            <a:spLocks noGrp="1" noRot="1"/>
          </p:cNvSpPr>
          <p:nvPr>
            <p:ph type="title"/>
          </p:nvPr>
        </p:nvSpPr>
        <p:spPr>
          <a:xfrm>
            <a:off x="576263" y="469900"/>
            <a:ext cx="8516937" cy="1141413"/>
          </a:xfrm>
          <a:ln/>
        </p:spPr>
        <p:txBody>
          <a:bodyPr vert="horz" wrap="square" lIns="0" tIns="45610" rIns="0" bIns="0" anchor="b" anchorCtr="0"/>
          <a:p>
            <a:pPr eaLnBrk="1" hangingPunct="1"/>
            <a:r>
              <a:rPr lang="zh-CN" altLang="en-US" b="1" dirty="0">
                <a:latin typeface="微软雅黑" panose="020B0503020204020204" pitchFamily="34" charset="-122"/>
                <a:ea typeface="微软雅黑" panose="020B0503020204020204" pitchFamily="34" charset="-122"/>
              </a:rPr>
              <a:t>模块独立性的意义</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标题 1"/>
          <p:cNvSpPr>
            <a:spLocks noGrp="1"/>
          </p:cNvSpPr>
          <p:nvPr>
            <p:ph type="title"/>
          </p:nvPr>
        </p:nvSpPr>
        <p:spPr>
          <a:xfrm>
            <a:off x="527050" y="830263"/>
            <a:ext cx="7777163" cy="1141412"/>
          </a:xfrm>
          <a:ln/>
        </p:spPr>
        <p:txBody>
          <a:bodyPr vert="horz" wrap="square" lIns="0" tIns="45610" rIns="0" bIns="0" anchor="b" anchorCtr="0"/>
          <a:p>
            <a:pPr eaLnBrk="1" hangingPunct="1"/>
            <a:r>
              <a:rPr lang="zh-CN" altLang="en-US" b="1" dirty="0">
                <a:latin typeface="微软雅黑" panose="020B0503020204020204" pitchFamily="34" charset="-122"/>
                <a:ea typeface="微软雅黑" panose="020B0503020204020204" pitchFamily="34" charset="-122"/>
              </a:rPr>
              <a:t>第五次课：结构化设计</a:t>
            </a:r>
            <a:endParaRPr lang="zh-CN" altLang="en-US" b="1" dirty="0">
              <a:latin typeface="微软雅黑" panose="020B0503020204020204" pitchFamily="34" charset="-122"/>
              <a:ea typeface="微软雅黑" panose="020B0503020204020204" pitchFamily="34" charset="-122"/>
            </a:endParaRPr>
          </a:p>
        </p:txBody>
      </p:sp>
      <p:graphicFrame>
        <p:nvGraphicFramePr>
          <p:cNvPr id="5" name="图示 4"/>
          <p:cNvGraphicFramePr/>
          <p:nvPr/>
        </p:nvGraphicFramePr>
        <p:xfrm>
          <a:off x="1471557" y="2528661"/>
          <a:ext cx="6079067" cy="4056473"/>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内容占位符 2"/>
          <p:cNvSpPr>
            <a:spLocks noGrp="1"/>
          </p:cNvSpPr>
          <p:nvPr>
            <p:ph idx="1"/>
          </p:nvPr>
        </p:nvSpPr>
        <p:spPr>
          <a:xfrm>
            <a:off x="322263" y="1985963"/>
            <a:ext cx="8629650" cy="3878263"/>
          </a:xfrm>
        </p:spPr>
        <p:txBody>
          <a:bodyPr vert="horz" wrap="square" lIns="91221" tIns="45610" rIns="91221" bIns="45610" numCol="1" anchor="t" anchorCtr="0" compatLnSpc="1"/>
          <a:lstStyle/>
          <a:p>
            <a:pPr marL="273050" marR="0" lvl="1" indent="-27305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3200" b="1"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概要设计</a:t>
            </a:r>
            <a:endParaRPr kumimoji="1" lang="en-US" altLang="zh-CN" sz="3200" b="1"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914400" marR="0" lvl="2" indent="-457200" algn="l" defTabSz="914400" rtl="0" eaLnBrk="1" fontAlgn="base" latinLnBrk="0" hangingPunct="1">
              <a:lnSpc>
                <a:spcPct val="100000"/>
              </a:lnSpc>
              <a:spcBef>
                <a:spcPct val="15000"/>
              </a:spcBef>
              <a:spcAft>
                <a:spcPct val="0"/>
              </a:spcAft>
              <a:buClr>
                <a:srgbClr val="0BD0D9"/>
              </a:buClr>
              <a:buSzPct val="95000"/>
              <a:buFont typeface="Wingdings" panose="05000000000000000000" pitchFamily="2" charset="2"/>
              <a:buChar char="ü"/>
              <a:tabLst>
                <a:tab pos="457200" algn="l"/>
              </a:tabLst>
              <a:defRPr/>
            </a:pPr>
            <a:r>
              <a:rPr kumimoji="0" lang="zh-CN" altLang="en-US" sz="2800" b="0" i="0" u="none" strike="noStrike" kern="1200" cap="none" spc="0" normalizeH="0" baseline="0" noProof="0" dirty="0">
                <a:ln>
                  <a:noFill/>
                </a:ln>
                <a:solidFill>
                  <a:schemeClr val="tx1"/>
                </a:solidFill>
                <a:effectLst/>
                <a:uLnTx/>
                <a:uFillTx/>
                <a:latin typeface="+mn-ea"/>
                <a:ea typeface="+mn-ea"/>
                <a:cs typeface="+mn-cs"/>
              </a:rPr>
              <a:t>设计软件系统的</a:t>
            </a:r>
            <a:r>
              <a:rPr kumimoji="0" lang="zh-CN" altLang="en-US" sz="2800" b="0" i="0" u="none" strike="noStrike" kern="1200" cap="none" spc="0" normalizeH="0" baseline="0" noProof="0" dirty="0" smtClean="0">
                <a:ln>
                  <a:noFill/>
                </a:ln>
                <a:solidFill>
                  <a:schemeClr val="tx1"/>
                </a:solidFill>
                <a:effectLst/>
                <a:uLnTx/>
                <a:uFillTx/>
                <a:latin typeface="+mn-ea"/>
                <a:ea typeface="+mn-ea"/>
                <a:cs typeface="+mn-cs"/>
              </a:rPr>
              <a:t>体系结构（也即软件系统的模块结构）与接口</a:t>
            </a:r>
            <a:endParaRPr kumimoji="0" lang="en-US" altLang="zh-CN" sz="2800" b="0" i="0" u="none" strike="noStrike" kern="1200" cap="none" spc="0" normalizeH="0" baseline="0" noProof="0" dirty="0" smtClean="0">
              <a:ln>
                <a:noFill/>
              </a:ln>
              <a:solidFill>
                <a:schemeClr val="tx1"/>
              </a:solidFill>
              <a:effectLst/>
              <a:uLnTx/>
              <a:uFillTx/>
              <a:latin typeface="+mn-ea"/>
              <a:ea typeface="+mn-ea"/>
              <a:cs typeface="+mn-cs"/>
            </a:endParaRPr>
          </a:p>
          <a:p>
            <a:pPr marL="914400" marR="0" lvl="2" indent="-457200" algn="l" defTabSz="914400" rtl="0" eaLnBrk="1" fontAlgn="base" latinLnBrk="0" hangingPunct="1">
              <a:lnSpc>
                <a:spcPct val="100000"/>
              </a:lnSpc>
              <a:spcBef>
                <a:spcPct val="15000"/>
              </a:spcBef>
              <a:spcAft>
                <a:spcPct val="0"/>
              </a:spcAft>
              <a:buClr>
                <a:srgbClr val="0BD0D9"/>
              </a:buClr>
              <a:buSzPct val="95000"/>
              <a:buFont typeface="Wingdings" panose="05000000000000000000" pitchFamily="2" charset="2"/>
              <a:buChar char="ü"/>
              <a:tabLst>
                <a:tab pos="457200" algn="l"/>
              </a:tabLst>
              <a:defRPr/>
            </a:pPr>
            <a:r>
              <a:rPr kumimoji="0" lang="zh-CN" altLang="en-US" sz="2800" b="0" i="0" u="none" strike="noStrike" kern="1200" cap="none" spc="0" normalizeH="0" baseline="0" noProof="0" dirty="0" smtClean="0">
                <a:ln>
                  <a:noFill/>
                </a:ln>
                <a:solidFill>
                  <a:schemeClr val="tx1"/>
                </a:solidFill>
                <a:effectLst/>
                <a:uLnTx/>
                <a:uFillTx/>
                <a:latin typeface="+mn-ea"/>
                <a:ea typeface="+mn-ea"/>
                <a:cs typeface="+mn-cs"/>
              </a:rPr>
              <a:t>主要任务是</a:t>
            </a:r>
            <a:r>
              <a:rPr kumimoji="0" lang="en-US" altLang="en-US" sz="2800" b="1" i="0" u="none" strike="noStrike" kern="1200" cap="none" spc="0" normalizeH="0" baseline="0" noProof="0" dirty="0" smtClean="0">
                <a:ln>
                  <a:noFill/>
                </a:ln>
                <a:solidFill>
                  <a:srgbClr val="FF0000"/>
                </a:solidFill>
                <a:effectLst/>
                <a:uLnTx/>
                <a:uFillTx/>
                <a:latin typeface="+mn-ea"/>
                <a:ea typeface="+mn-ea"/>
                <a:cs typeface="+mn-cs"/>
              </a:rPr>
              <a:t>将</a:t>
            </a:r>
            <a:r>
              <a:rPr kumimoji="0" lang="zh-CN" altLang="en-US" sz="2800" b="1" i="0" u="none" strike="noStrike" kern="1200" cap="none" spc="0" normalizeH="0" baseline="0" noProof="0" dirty="0">
                <a:ln>
                  <a:noFill/>
                </a:ln>
                <a:solidFill>
                  <a:srgbClr val="FF0000"/>
                </a:solidFill>
                <a:effectLst/>
                <a:uLnTx/>
                <a:uFillTx/>
                <a:latin typeface="+mn-ea"/>
                <a:ea typeface="+mn-ea"/>
                <a:cs typeface="+mn-cs"/>
              </a:rPr>
              <a:t>数据流</a:t>
            </a:r>
            <a:r>
              <a:rPr kumimoji="0" lang="en-US" altLang="en-US" sz="2800" b="1" i="0" u="none" strike="noStrike" kern="1200" cap="none" spc="0" normalizeH="0" baseline="0" noProof="0" dirty="0" err="1" smtClean="0">
                <a:ln>
                  <a:noFill/>
                </a:ln>
                <a:solidFill>
                  <a:srgbClr val="FF0000"/>
                </a:solidFill>
                <a:effectLst/>
                <a:uLnTx/>
                <a:uFillTx/>
                <a:latin typeface="+mn-ea"/>
                <a:ea typeface="+mn-ea"/>
                <a:cs typeface="+mn-cs"/>
              </a:rPr>
              <a:t>图映射为软件系统结构图</a:t>
            </a:r>
            <a:endParaRPr kumimoji="0" lang="en-US" altLang="zh-CN" sz="2800" b="1" i="0" u="none" strike="noStrike" kern="1200" cap="none" spc="0" normalizeH="0" baseline="0" noProof="0" dirty="0">
              <a:ln>
                <a:noFill/>
              </a:ln>
              <a:solidFill>
                <a:srgbClr val="FF0000"/>
              </a:solidFill>
              <a:effectLst/>
              <a:uLnTx/>
              <a:uFillTx/>
              <a:latin typeface="+mn-ea"/>
              <a:ea typeface="+mn-ea"/>
              <a:cs typeface="+mn-cs"/>
            </a:endParaRPr>
          </a:p>
          <a:p>
            <a:pPr marL="273050" marR="0" lvl="1" indent="-27305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3200" b="1"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详细设计：</a:t>
            </a:r>
            <a:endParaRPr kumimoji="1" lang="en-US" altLang="zh-CN" sz="3200" b="1"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914400" marR="0" lvl="2" indent="-457200" algn="l" defTabSz="914400" rtl="0" eaLnBrk="1" fontAlgn="base" latinLnBrk="0" hangingPunct="1">
              <a:lnSpc>
                <a:spcPct val="100000"/>
              </a:lnSpc>
              <a:spcBef>
                <a:spcPct val="15000"/>
              </a:spcBef>
              <a:spcAft>
                <a:spcPct val="0"/>
              </a:spcAft>
              <a:buClr>
                <a:srgbClr val="0BD0D9"/>
              </a:buClr>
              <a:buSzPct val="95000"/>
              <a:buFont typeface="Wingdings" panose="05000000000000000000" pitchFamily="2" charset="2"/>
              <a:buChar char="ü"/>
              <a:tabLst>
                <a:tab pos="457200" algn="l"/>
              </a:tabLst>
              <a:defRPr/>
            </a:pPr>
            <a:r>
              <a:rPr kumimoji="0" lang="zh-CN" altLang="en-US" sz="2800" b="0" i="0" u="none" strike="noStrike" kern="1200" cap="none" spc="0" normalizeH="0" baseline="0" noProof="0" dirty="0">
                <a:ln>
                  <a:noFill/>
                </a:ln>
                <a:solidFill>
                  <a:schemeClr val="tx1"/>
                </a:solidFill>
                <a:effectLst/>
                <a:uLnTx/>
                <a:uFillTx/>
                <a:latin typeface="+mn-ea"/>
                <a:ea typeface="+mn-ea"/>
                <a:cs typeface="+mn-cs"/>
              </a:rPr>
              <a:t>对概要设计的每一个模块进行数据设计和过程设计</a:t>
            </a:r>
            <a:endParaRPr kumimoji="0" lang="zh-CN" altLang="en-US" sz="2800" b="0" i="0" u="none" strike="noStrike" kern="1200" cap="none" spc="0" normalizeH="0" baseline="0" noProof="0" dirty="0">
              <a:ln>
                <a:noFill/>
              </a:ln>
              <a:solidFill>
                <a:schemeClr val="tx1"/>
              </a:solidFill>
              <a:effectLst/>
              <a:uLnTx/>
              <a:uFillTx/>
              <a:latin typeface="+mn-ea"/>
              <a:ea typeface="+mn-ea"/>
              <a:cs typeface="+mn-cs"/>
            </a:endParaRPr>
          </a:p>
        </p:txBody>
      </p:sp>
      <p:sp>
        <p:nvSpPr>
          <p:cNvPr id="93187" name="标题 1"/>
          <p:cNvSpPr>
            <a:spLocks noGrp="1"/>
          </p:cNvSpPr>
          <p:nvPr>
            <p:ph type="title"/>
          </p:nvPr>
        </p:nvSpPr>
        <p:spPr>
          <a:xfrm>
            <a:off x="466725" y="476250"/>
            <a:ext cx="8205788" cy="1139825"/>
          </a:xfrm>
          <a:ln/>
        </p:spPr>
        <p:txBody>
          <a:bodyPr vert="horz" wrap="square" lIns="0" tIns="45610" rIns="0" bIns="0" anchor="b" anchorCtr="0"/>
          <a:p>
            <a:pPr eaLnBrk="1" hangingPunct="1">
              <a:lnSpc>
                <a:spcPts val="4000"/>
              </a:lnSpc>
            </a:pPr>
            <a:r>
              <a:rPr lang="zh-CN" altLang="en-US" b="1" dirty="0">
                <a:latin typeface="微软雅黑" panose="020B0503020204020204" pitchFamily="34" charset="-122"/>
                <a:ea typeface="微软雅黑" panose="020B0503020204020204" pitchFamily="34" charset="-122"/>
              </a:rPr>
              <a:t>结构化设计的主要内容</a:t>
            </a:r>
            <a:endParaRPr lang="zh-CN" altLang="en-US" b="1" dirty="0">
              <a:latin typeface="微软雅黑" panose="020B0503020204020204" pitchFamily="34" charset="-122"/>
              <a:ea typeface="微软雅黑" panose="020B0503020204020204" pitchFamily="34" charset="-122"/>
            </a:endParaRPr>
          </a:p>
        </p:txBody>
      </p:sp>
      <p:sp>
        <p:nvSpPr>
          <p:cNvPr id="3" name="矩形 2"/>
          <p:cNvSpPr/>
          <p:nvPr/>
        </p:nvSpPr>
        <p:spPr>
          <a:xfrm>
            <a:off x="887413" y="5689600"/>
            <a:ext cx="7272338" cy="7921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3600" b="1" i="0" u="none" strike="noStrike" kern="1200" cap="none" spc="0" normalizeH="0" baseline="0" noProof="0" dirty="0">
                <a:ln>
                  <a:noFill/>
                </a:ln>
                <a:solidFill>
                  <a:schemeClr val="lt1"/>
                </a:solidFill>
                <a:effectLst/>
                <a:uLnTx/>
                <a:uFillTx/>
                <a:latin typeface="+mn-lt"/>
                <a:ea typeface="+mn-ea"/>
                <a:cs typeface="+mn-cs"/>
              </a:rPr>
              <a:t>关键点：</a:t>
            </a:r>
            <a:r>
              <a:rPr kumimoji="1" lang="zh-CN" altLang="en-US" sz="3600" b="1" i="0" u="none" strike="noStrike" kern="1200" cap="none" spc="0" normalizeH="0" baseline="0" noProof="0" dirty="0">
                <a:ln>
                  <a:noFill/>
                </a:ln>
                <a:solidFill>
                  <a:srgbClr val="FF0000"/>
                </a:solidFill>
                <a:effectLst/>
                <a:uLnTx/>
                <a:uFillTx/>
                <a:latin typeface="+mn-lt"/>
                <a:ea typeface="+mn-ea"/>
                <a:cs typeface="+mn-cs"/>
              </a:rPr>
              <a:t>软件系统的体系结构设计</a:t>
            </a:r>
            <a:endParaRPr kumimoji="1" lang="zh-CN" altLang="en-US" sz="3600" b="1" i="0" u="none" strike="noStrike" kern="1200" cap="none" spc="0" normalizeH="0" baseline="0" noProof="0" dirty="0">
              <a:ln>
                <a:noFill/>
              </a:ln>
              <a:solidFill>
                <a:srgbClr val="FF0000"/>
              </a:solidFill>
              <a:effectLst/>
              <a:uLnTx/>
              <a:uFillTx/>
              <a:latin typeface="+mn-lt"/>
              <a:ea typeface="+mn-ea"/>
              <a:cs typeface="+mn-cs"/>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Rectangle 2"/>
          <p:cNvSpPr>
            <a:spLocks noGrp="1" noRot="1"/>
          </p:cNvSpPr>
          <p:nvPr>
            <p:ph type="title"/>
          </p:nvPr>
        </p:nvSpPr>
        <p:spPr>
          <a:xfrm>
            <a:off x="373063" y="1119188"/>
            <a:ext cx="8516937" cy="1139825"/>
          </a:xfrm>
          <a:ln/>
        </p:spPr>
        <p:txBody>
          <a:bodyPr vert="horz" wrap="square" lIns="0" tIns="45610" rIns="0" bIns="0" anchor="b" anchorCtr="0"/>
          <a:p>
            <a:r>
              <a:rPr lang="zh-CN" altLang="en-US" b="1" dirty="0">
                <a:latin typeface="微软雅黑" panose="020B0503020204020204" pitchFamily="34" charset="-122"/>
                <a:ea typeface="微软雅黑" panose="020B0503020204020204" pitchFamily="34" charset="-122"/>
              </a:rPr>
              <a:t>如何概要设计？</a:t>
            </a:r>
            <a:br>
              <a:rPr lang="en-US" altLang="zh-CN" b="1" dirty="0">
                <a:latin typeface="微软雅黑" panose="020B0503020204020204" pitchFamily="34" charset="-122"/>
                <a:ea typeface="微软雅黑" panose="020B0503020204020204" pitchFamily="34" charset="-122"/>
              </a:rPr>
            </a:br>
            <a:r>
              <a:rPr lang="zh-CN" altLang="en-US" b="1" dirty="0">
                <a:latin typeface="微软雅黑" panose="020B0503020204020204" pitchFamily="34" charset="-122"/>
                <a:ea typeface="微软雅黑" panose="020B0503020204020204" pitchFamily="34" charset="-122"/>
              </a:rPr>
              <a:t>如何模块化？</a:t>
            </a:r>
            <a:endParaRPr lang="zh-CN" altLang="en-US" b="1" dirty="0">
              <a:latin typeface="微软雅黑" panose="020B0503020204020204" pitchFamily="34" charset="-122"/>
              <a:ea typeface="微软雅黑" panose="020B0503020204020204" pitchFamily="34" charset="-122"/>
            </a:endParaRPr>
          </a:p>
        </p:txBody>
      </p:sp>
      <p:sp>
        <p:nvSpPr>
          <p:cNvPr id="94211" name="TextBox 4"/>
          <p:cNvSpPr txBox="1"/>
          <p:nvPr/>
        </p:nvSpPr>
        <p:spPr>
          <a:xfrm>
            <a:off x="95250" y="2917825"/>
            <a:ext cx="3671888" cy="954088"/>
          </a:xfrm>
          <a:prstGeom prst="rect">
            <a:avLst/>
          </a:prstGeom>
          <a:noFill/>
          <a:ln w="9525">
            <a:noFill/>
          </a:ln>
        </p:spPr>
        <p:txBody>
          <a:bodyPr lIns="91430" tIns="45715" rIns="91430" bIns="45715">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 typeface="Wingdings" panose="05000000000000000000" pitchFamily="2" charset="2"/>
              <a:buNone/>
            </a:pPr>
            <a:r>
              <a:rPr lang="zh-CN" altLang="en-US" sz="3200" b="1" dirty="0">
                <a:latin typeface="黑体" panose="02010609060101010101" pitchFamily="49" charset="-122"/>
                <a:ea typeface="黑体" panose="02010609060101010101" pitchFamily="49" charset="-122"/>
              </a:rPr>
              <a:t>结构化分析的结果</a:t>
            </a:r>
            <a:endParaRPr lang="en-US" altLang="zh-CN" sz="3200" b="1" dirty="0">
              <a:latin typeface="黑体" panose="02010609060101010101" pitchFamily="49" charset="-122"/>
              <a:ea typeface="黑体" panose="02010609060101010101" pitchFamily="49" charset="-122"/>
            </a:endParaRPr>
          </a:p>
          <a:p>
            <a:pPr marL="0" lvl="0" indent="0" algn="ctr" eaLnBrk="1" hangingPunct="1">
              <a:spcBef>
                <a:spcPct val="0"/>
              </a:spcBef>
              <a:buClrTx/>
              <a:buSzTx/>
              <a:buFont typeface="Wingdings" panose="05000000000000000000" pitchFamily="2" charset="2"/>
              <a:buNone/>
            </a:pPr>
            <a:r>
              <a:rPr lang="zh-CN" altLang="en-US" sz="2400" b="1" dirty="0">
                <a:solidFill>
                  <a:srgbClr val="FF0000"/>
                </a:solidFill>
                <a:latin typeface="黑体" panose="02010609060101010101" pitchFamily="49" charset="-122"/>
                <a:ea typeface="黑体" panose="02010609060101010101" pitchFamily="49" charset="-122"/>
              </a:rPr>
              <a:t>分层数据流图</a:t>
            </a:r>
            <a:endParaRPr lang="zh-CN" altLang="en-US" sz="2400" b="1" dirty="0">
              <a:solidFill>
                <a:srgbClr val="FF0000"/>
              </a:solidFill>
              <a:latin typeface="黑体" panose="02010609060101010101" pitchFamily="49" charset="-122"/>
              <a:ea typeface="黑体" panose="02010609060101010101" pitchFamily="49" charset="-122"/>
            </a:endParaRPr>
          </a:p>
        </p:txBody>
      </p:sp>
      <p:sp>
        <p:nvSpPr>
          <p:cNvPr id="2" name="右箭头 1"/>
          <p:cNvSpPr/>
          <p:nvPr/>
        </p:nvSpPr>
        <p:spPr>
          <a:xfrm>
            <a:off x="3695700" y="3211513"/>
            <a:ext cx="977900" cy="3683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94213" name="TextBox 4"/>
          <p:cNvSpPr txBox="1"/>
          <p:nvPr/>
        </p:nvSpPr>
        <p:spPr>
          <a:xfrm>
            <a:off x="4630738" y="2917825"/>
            <a:ext cx="4400550" cy="954088"/>
          </a:xfrm>
          <a:prstGeom prst="rect">
            <a:avLst/>
          </a:prstGeom>
          <a:noFill/>
          <a:ln w="9525">
            <a:noFill/>
          </a:ln>
        </p:spPr>
        <p:txBody>
          <a:bodyPr lIns="91430" tIns="45715" rIns="91430" bIns="45715">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 typeface="Wingdings" panose="05000000000000000000" pitchFamily="2" charset="2"/>
              <a:buNone/>
            </a:pPr>
            <a:r>
              <a:rPr lang="zh-CN" altLang="en-US" sz="3200" b="1" dirty="0">
                <a:latin typeface="黑体" panose="02010609060101010101" pitchFamily="49" charset="-122"/>
                <a:ea typeface="黑体" panose="02010609060101010101" pitchFamily="49" charset="-122"/>
              </a:rPr>
              <a:t>结构化概要设计的结果</a:t>
            </a:r>
            <a:endParaRPr lang="en-US" altLang="zh-CN" sz="3200" b="1" dirty="0">
              <a:latin typeface="黑体" panose="02010609060101010101" pitchFamily="49" charset="-122"/>
              <a:ea typeface="黑体" panose="02010609060101010101" pitchFamily="49" charset="-122"/>
            </a:endParaRPr>
          </a:p>
          <a:p>
            <a:pPr marL="0" lvl="0" indent="0" algn="ctr" eaLnBrk="1" hangingPunct="1">
              <a:spcBef>
                <a:spcPct val="0"/>
              </a:spcBef>
              <a:buClrTx/>
              <a:buSzTx/>
              <a:buFont typeface="Wingdings" panose="05000000000000000000" pitchFamily="2" charset="2"/>
              <a:buNone/>
            </a:pPr>
            <a:r>
              <a:rPr lang="zh-CN" altLang="en-US" sz="2400" b="1" dirty="0">
                <a:solidFill>
                  <a:srgbClr val="FF0000"/>
                </a:solidFill>
                <a:latin typeface="黑体" panose="02010609060101010101" pitchFamily="49" charset="-122"/>
                <a:ea typeface="黑体" panose="02010609060101010101" pitchFamily="49" charset="-122"/>
              </a:rPr>
              <a:t>系统结构图</a:t>
            </a:r>
            <a:endParaRPr lang="zh-CN" altLang="en-US" sz="2400" b="1" dirty="0">
              <a:solidFill>
                <a:srgbClr val="FF0000"/>
              </a:solidFill>
              <a:latin typeface="黑体" panose="02010609060101010101" pitchFamily="49" charset="-122"/>
              <a:ea typeface="黑体" panose="02010609060101010101" pitchFamily="49" charset="-122"/>
            </a:endParaRPr>
          </a:p>
        </p:txBody>
      </p:sp>
    </p:spTree>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Rectangle 3"/>
          <p:cNvSpPr>
            <a:spLocks noGrp="1" noRot="1"/>
          </p:cNvSpPr>
          <p:nvPr>
            <p:ph idx="1"/>
          </p:nvPr>
        </p:nvSpPr>
        <p:spPr>
          <a:xfrm>
            <a:off x="455613" y="2281238"/>
            <a:ext cx="8207375" cy="4381500"/>
          </a:xfrm>
          <a:ln/>
        </p:spPr>
        <p:txBody>
          <a:bodyPr vert="horz" wrap="square" lIns="91221" tIns="45610" rIns="91221" bIns="45610" anchor="t" anchorCtr="0"/>
          <a:p>
            <a:pPr marL="273050" lvl="1" indent="-273050" defTabSz="914400" eaLnBrk="1" hangingPunct="1">
              <a:lnSpc>
                <a:spcPct val="90000"/>
              </a:lnSpc>
              <a:buClr>
                <a:srgbClr val="0BD0D9"/>
              </a:buClr>
              <a:buSzPct val="95000"/>
              <a:buFont typeface="Wingdings" panose="05000000000000000000" pitchFamily="2" charset="2"/>
              <a:buChar char="p"/>
              <a:tabLst>
                <a:tab pos="457200" algn="l"/>
              </a:tabLst>
            </a:pPr>
            <a:r>
              <a:rPr lang="zh-CN" altLang="en-US" sz="3200" b="1" dirty="0"/>
              <a:t>缩写</a:t>
            </a:r>
            <a:r>
              <a:rPr lang="zh-CN" altLang="en-US" sz="3200" dirty="0"/>
              <a:t>：</a:t>
            </a:r>
            <a:r>
              <a:rPr lang="en-US" altLang="zh-CN" sz="3200" dirty="0"/>
              <a:t>SC(Structure Chart)</a:t>
            </a:r>
            <a:endParaRPr lang="en-US" altLang="zh-CN" sz="3200" dirty="0"/>
          </a:p>
          <a:p>
            <a:pPr marL="273050" lvl="1" indent="-273050" defTabSz="914400" eaLnBrk="1" hangingPunct="1">
              <a:lnSpc>
                <a:spcPct val="90000"/>
              </a:lnSpc>
              <a:buClr>
                <a:srgbClr val="0BD0D9"/>
              </a:buClr>
              <a:buSzPct val="95000"/>
              <a:buFont typeface="Wingdings" panose="05000000000000000000" pitchFamily="2" charset="2"/>
              <a:buChar char="p"/>
              <a:tabLst>
                <a:tab pos="457200" algn="l"/>
              </a:tabLst>
            </a:pPr>
            <a:r>
              <a:rPr lang="zh-CN" altLang="en-US" sz="3200" dirty="0"/>
              <a:t>是</a:t>
            </a:r>
            <a:r>
              <a:rPr lang="en-US" altLang="zh-CN" sz="3200" dirty="0"/>
              <a:t>SD </a:t>
            </a:r>
            <a:r>
              <a:rPr lang="zh-CN" altLang="en-US" sz="3200" dirty="0"/>
              <a:t>方法在概要设计中使用的主要表达工具，用来显示软件的组成模块及其调用关系。</a:t>
            </a:r>
            <a:endParaRPr lang="en-US" altLang="zh-CN" sz="3200" dirty="0"/>
          </a:p>
          <a:p>
            <a:pPr defTabSz="914400" eaLnBrk="1" hangingPunct="1">
              <a:buFont typeface="Wingdings 2" panose="05020102010507070707" pitchFamily="18" charset="2"/>
              <a:buChar char=""/>
              <a:tabLst>
                <a:tab pos="457200" algn="l"/>
              </a:tabLst>
            </a:pPr>
            <a:endParaRPr lang="zh-CN" altLang="en-US" dirty="0"/>
          </a:p>
        </p:txBody>
      </p:sp>
      <p:sp>
        <p:nvSpPr>
          <p:cNvPr id="95235" name="Rectangle 2"/>
          <p:cNvSpPr>
            <a:spLocks noGrp="1" noRot="1"/>
          </p:cNvSpPr>
          <p:nvPr>
            <p:ph type="title"/>
          </p:nvPr>
        </p:nvSpPr>
        <p:spPr>
          <a:xfrm>
            <a:off x="455613" y="914400"/>
            <a:ext cx="8207375" cy="1139825"/>
          </a:xfrm>
          <a:ln/>
        </p:spPr>
        <p:txBody>
          <a:bodyPr vert="horz" wrap="square" lIns="0" tIns="45610" rIns="0" bIns="0" anchor="b" anchorCtr="0"/>
          <a:p>
            <a:pPr eaLnBrk="1" hangingPunct="1"/>
            <a:r>
              <a:rPr lang="zh-CN" altLang="en-US" b="1" dirty="0">
                <a:latin typeface="微软雅黑" panose="020B0503020204020204" pitchFamily="34" charset="-122"/>
                <a:ea typeface="微软雅黑" panose="020B0503020204020204" pitchFamily="34" charset="-122"/>
              </a:rPr>
              <a:t>系统体系结构的描述工具：</a:t>
            </a:r>
            <a:br>
              <a:rPr lang="en-US" altLang="zh-CN" b="1" dirty="0">
                <a:latin typeface="微软雅黑" panose="020B0503020204020204" pitchFamily="34" charset="-122"/>
                <a:ea typeface="微软雅黑" panose="020B0503020204020204" pitchFamily="34" charset="-122"/>
              </a:rPr>
            </a:br>
            <a:r>
              <a:rPr lang="en-US" altLang="zh-CN" b="1" dirty="0">
                <a:latin typeface="微软雅黑" panose="020B0503020204020204" pitchFamily="34" charset="-122"/>
                <a:ea typeface="微软雅黑" panose="020B0503020204020204" pitchFamily="34" charset="-122"/>
              </a:rPr>
              <a:t>            </a:t>
            </a:r>
            <a:r>
              <a:rPr lang="zh-CN" altLang="en-US" b="1" dirty="0">
                <a:latin typeface="微软雅黑" panose="020B0503020204020204" pitchFamily="34" charset="-122"/>
                <a:ea typeface="微软雅黑" panose="020B0503020204020204" pitchFamily="34" charset="-122"/>
              </a:rPr>
              <a:t>系统结构图</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标题 1"/>
          <p:cNvSpPr>
            <a:spLocks noGrp="1"/>
          </p:cNvSpPr>
          <p:nvPr>
            <p:ph type="title"/>
          </p:nvPr>
        </p:nvSpPr>
        <p:spPr>
          <a:xfrm>
            <a:off x="173038" y="469900"/>
            <a:ext cx="8772525" cy="1139825"/>
          </a:xfrm>
          <a:ln/>
        </p:spPr>
        <p:txBody>
          <a:bodyPr vert="horz" wrap="square" lIns="0" tIns="45610" rIns="0" bIns="0" anchor="b" anchorCtr="0"/>
          <a:p>
            <a:pPr>
              <a:lnSpc>
                <a:spcPts val="4000"/>
              </a:lnSpc>
            </a:pPr>
            <a:r>
              <a:rPr lang="zh-CN" altLang="en-US" b="1" dirty="0">
                <a:latin typeface="微软雅黑" panose="020B0503020204020204" pitchFamily="34" charset="-122"/>
                <a:ea typeface="微软雅黑" panose="020B0503020204020204" pitchFamily="34" charset="-122"/>
              </a:rPr>
              <a:t>结构化概要设计：系统结构图</a:t>
            </a:r>
            <a:endParaRPr lang="zh-CN" altLang="en-US" b="1" dirty="0">
              <a:latin typeface="微软雅黑" panose="020B0503020204020204" pitchFamily="34" charset="-122"/>
              <a:ea typeface="微软雅黑" panose="020B0503020204020204" pitchFamily="34" charset="-122"/>
            </a:endParaRPr>
          </a:p>
        </p:txBody>
      </p:sp>
      <p:sp>
        <p:nvSpPr>
          <p:cNvPr id="96259" name="Rectangle 2"/>
          <p:cNvSpPr/>
          <p:nvPr/>
        </p:nvSpPr>
        <p:spPr>
          <a:xfrm>
            <a:off x="0" y="0"/>
            <a:ext cx="9118600" cy="0"/>
          </a:xfrm>
          <a:prstGeom prst="rect">
            <a:avLst/>
          </a:prstGeom>
          <a:noFill/>
          <a:ln w="9525">
            <a:noFill/>
          </a:ln>
        </p:spPr>
        <p:txBody>
          <a:bodyPr wrap="none"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sp>
        <p:nvSpPr>
          <p:cNvPr id="96260" name="TextBox 2"/>
          <p:cNvSpPr txBox="1"/>
          <p:nvPr/>
        </p:nvSpPr>
        <p:spPr>
          <a:xfrm>
            <a:off x="601663" y="2163763"/>
            <a:ext cx="2060575" cy="460375"/>
          </a:xfrm>
          <a:prstGeom prst="rect">
            <a:avLst/>
          </a:prstGeom>
          <a:noFill/>
          <a:ln w="9525">
            <a:noFill/>
          </a:ln>
        </p:spPr>
        <p:txBody>
          <a:bodyPr lIns="91221" tIns="45610" rIns="91221" bIns="4561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r>
              <a:rPr lang="zh-CN" altLang="en-US" sz="2400" b="1" dirty="0">
                <a:solidFill>
                  <a:srgbClr val="FF0000"/>
                </a:solidFill>
                <a:latin typeface="Comic Sans MS" panose="030F0702030302020204" pitchFamily="66" charset="0"/>
              </a:rPr>
              <a:t>系统结构图：</a:t>
            </a:r>
            <a:endParaRPr lang="zh-CN" altLang="en-US" sz="2400" b="1" dirty="0">
              <a:solidFill>
                <a:srgbClr val="FF0000"/>
              </a:solidFill>
              <a:latin typeface="Comic Sans MS" panose="030F0702030302020204" pitchFamily="66" charset="0"/>
            </a:endParaRPr>
          </a:p>
        </p:txBody>
      </p:sp>
      <p:sp>
        <p:nvSpPr>
          <p:cNvPr id="96261" name="Rectangle 2"/>
          <p:cNvSpPr/>
          <p:nvPr/>
        </p:nvSpPr>
        <p:spPr>
          <a:xfrm>
            <a:off x="0" y="0"/>
            <a:ext cx="9118600" cy="0"/>
          </a:xfrm>
          <a:prstGeom prst="rect">
            <a:avLst/>
          </a:prstGeom>
          <a:noFill/>
          <a:ln w="9525">
            <a:noFill/>
          </a:ln>
        </p:spPr>
        <p:txBody>
          <a:bodyPr wrap="none"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sp>
        <p:nvSpPr>
          <p:cNvPr id="96262" name="Rectangle 2"/>
          <p:cNvSpPr/>
          <p:nvPr/>
        </p:nvSpPr>
        <p:spPr>
          <a:xfrm>
            <a:off x="0" y="0"/>
            <a:ext cx="9118600" cy="0"/>
          </a:xfrm>
          <a:prstGeom prst="rect">
            <a:avLst/>
          </a:prstGeom>
          <a:noFill/>
          <a:ln w="9525">
            <a:noFill/>
          </a:ln>
        </p:spPr>
        <p:txBody>
          <a:bodyPr wrap="none"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sp>
        <p:nvSpPr>
          <p:cNvPr id="96263" name="Rectangle 2"/>
          <p:cNvSpPr/>
          <p:nvPr/>
        </p:nvSpPr>
        <p:spPr>
          <a:xfrm>
            <a:off x="0" y="0"/>
            <a:ext cx="9118600" cy="0"/>
          </a:xfrm>
          <a:prstGeom prst="rect">
            <a:avLst/>
          </a:prstGeom>
          <a:noFill/>
          <a:ln w="9525">
            <a:noFill/>
          </a:ln>
        </p:spPr>
        <p:txBody>
          <a:bodyPr wrap="none"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sp>
        <p:nvSpPr>
          <p:cNvPr id="96264" name="Rectangle 2"/>
          <p:cNvSpPr/>
          <p:nvPr/>
        </p:nvSpPr>
        <p:spPr>
          <a:xfrm>
            <a:off x="0" y="0"/>
            <a:ext cx="9118600" cy="0"/>
          </a:xfrm>
          <a:prstGeom prst="rect">
            <a:avLst/>
          </a:prstGeom>
          <a:noFill/>
          <a:ln w="9525">
            <a:noFill/>
          </a:ln>
        </p:spPr>
        <p:txBody>
          <a:bodyPr wrap="none"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graphicFrame>
        <p:nvGraphicFramePr>
          <p:cNvPr id="96265" name="对象 7"/>
          <p:cNvGraphicFramePr>
            <a:graphicFrameLocks noChangeAspect="1"/>
          </p:cNvGraphicFramePr>
          <p:nvPr/>
        </p:nvGraphicFramePr>
        <p:xfrm>
          <a:off x="1001713" y="2373313"/>
          <a:ext cx="7115175" cy="3962400"/>
        </p:xfrm>
        <a:graphic>
          <a:graphicData uri="http://schemas.openxmlformats.org/presentationml/2006/ole">
            <mc:AlternateContent xmlns:mc="http://schemas.openxmlformats.org/markup-compatibility/2006">
              <mc:Choice xmlns:v="urn:schemas-microsoft-com:vml" Requires="v">
                <p:oleObj spid="_x0000_s3078" name="" r:id="rId1" imgW="4724400" imgH="2628900" progId="Visio.Drawing.11">
                  <p:embed/>
                </p:oleObj>
              </mc:Choice>
              <mc:Fallback>
                <p:oleObj name="" r:id="rId1" imgW="4724400" imgH="2628900" progId="Visio.Drawing.11">
                  <p:embed/>
                  <p:pic>
                    <p:nvPicPr>
                      <p:cNvPr id="0" name="图片 3077"/>
                      <p:cNvPicPr/>
                      <p:nvPr/>
                    </p:nvPicPr>
                    <p:blipFill>
                      <a:blip r:embed="rId2"/>
                      <a:stretch>
                        <a:fillRect/>
                      </a:stretch>
                    </p:blipFill>
                    <p:spPr>
                      <a:xfrm>
                        <a:off x="1001713" y="2373313"/>
                        <a:ext cx="7115175" cy="3962400"/>
                      </a:xfrm>
                      <a:prstGeom prst="rect">
                        <a:avLst/>
                      </a:prstGeom>
                      <a:noFill/>
                      <a:ln w="38100">
                        <a:noFill/>
                        <a:miter/>
                      </a:ln>
                    </p:spPr>
                  </p:pic>
                </p:oleObj>
              </mc:Fallback>
            </mc:AlternateContent>
          </a:graphicData>
        </a:graphic>
      </p:graphicFrame>
      <p:cxnSp>
        <p:nvCxnSpPr>
          <p:cNvPr id="12" name="直接箭头连接符 11"/>
          <p:cNvCxnSpPr/>
          <p:nvPr/>
        </p:nvCxnSpPr>
        <p:spPr>
          <a:xfrm flipH="1">
            <a:off x="6754813" y="2917825"/>
            <a:ext cx="814388" cy="1150938"/>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4" name="TextBox 2"/>
          <p:cNvSpPr txBox="1"/>
          <p:nvPr/>
        </p:nvSpPr>
        <p:spPr>
          <a:xfrm>
            <a:off x="7162800" y="2332038"/>
            <a:ext cx="1030288" cy="585787"/>
          </a:xfrm>
          <a:prstGeom prst="rect">
            <a:avLst/>
          </a:prstGeom>
          <a:noFill/>
          <a:ln w="9525">
            <a:noFill/>
          </a:ln>
        </p:spPr>
        <p:txBody>
          <a:bodyPr lIns="91221" tIns="45610" rIns="91221" bIns="4561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r>
              <a:rPr lang="zh-CN" altLang="en-US" sz="3200" b="1" dirty="0">
                <a:solidFill>
                  <a:srgbClr val="FF0000"/>
                </a:solidFill>
                <a:latin typeface="Comic Sans MS" panose="030F0702030302020204" pitchFamily="66" charset="0"/>
              </a:rPr>
              <a:t>模块</a:t>
            </a:r>
            <a:endParaRPr lang="zh-CN" altLang="en-US" sz="3200" b="1" dirty="0">
              <a:solidFill>
                <a:srgbClr val="FF0000"/>
              </a:solidFill>
              <a:latin typeface="Comic Sans MS" panose="030F0702030302020204" pitchFamily="66" charset="0"/>
            </a:endParaRPr>
          </a:p>
        </p:txBody>
      </p:sp>
      <p:cxnSp>
        <p:nvCxnSpPr>
          <p:cNvPr id="13" name="直接箭头连接符 12"/>
          <p:cNvCxnSpPr/>
          <p:nvPr/>
        </p:nvCxnSpPr>
        <p:spPr>
          <a:xfrm flipH="1">
            <a:off x="5567363" y="2393950"/>
            <a:ext cx="814388" cy="1150938"/>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5" name="TextBox 2"/>
          <p:cNvSpPr txBox="1"/>
          <p:nvPr/>
        </p:nvSpPr>
        <p:spPr>
          <a:xfrm>
            <a:off x="5975350" y="1808163"/>
            <a:ext cx="2400300" cy="584200"/>
          </a:xfrm>
          <a:prstGeom prst="rect">
            <a:avLst/>
          </a:prstGeom>
          <a:noFill/>
          <a:ln w="9525">
            <a:noFill/>
          </a:ln>
        </p:spPr>
        <p:txBody>
          <a:bodyPr lIns="91221" tIns="45610" rIns="91221" bIns="4561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r>
              <a:rPr lang="zh-CN" altLang="en-US" sz="3200" b="1" dirty="0">
                <a:solidFill>
                  <a:srgbClr val="FF0000"/>
                </a:solidFill>
                <a:latin typeface="Comic Sans MS" panose="030F0702030302020204" pitchFamily="66" charset="0"/>
              </a:rPr>
              <a:t>模块间接口</a:t>
            </a:r>
            <a:endParaRPr lang="zh-CN" altLang="en-US" sz="3200" b="1" dirty="0">
              <a:solidFill>
                <a:srgbClr val="FF0000"/>
              </a:solidFill>
              <a:latin typeface="Comic Sans MS" panose="030F0702030302020204" pitchFamily="66"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ppt_x"/>
                                          </p:val>
                                        </p:tav>
                                        <p:tav tm="100000">
                                          <p:val>
                                            <p:strVal val="#ppt_x"/>
                                          </p:val>
                                        </p:tav>
                                      </p:tavLst>
                                    </p:anim>
                                    <p:anim calcmode="lin" valueType="num">
                                      <p:cBhvr additive="base">
                                        <p:cTn id="1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additive="base">
                                        <p:cTn id="17" dur="500" fill="hold"/>
                                        <p:tgtEl>
                                          <p:spTgt spid="13"/>
                                        </p:tgtEl>
                                        <p:attrNameLst>
                                          <p:attrName>ppt_x</p:attrName>
                                        </p:attrNameLst>
                                      </p:cBhvr>
                                      <p:tavLst>
                                        <p:tav tm="0">
                                          <p:val>
                                            <p:strVal val="#ppt_x"/>
                                          </p:val>
                                        </p:tav>
                                        <p:tav tm="100000">
                                          <p:val>
                                            <p:strVal val="#ppt_x"/>
                                          </p:val>
                                        </p:tav>
                                      </p:tavLst>
                                    </p:anim>
                                    <p:anim calcmode="lin" valueType="num">
                                      <p:cBhvr additive="base">
                                        <p:cTn id="18" dur="500" fill="hold"/>
                                        <p:tgtEl>
                                          <p:spTgt spid="13"/>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anim calcmode="lin" valueType="num">
                                      <p:cBhvr additive="base">
                                        <p:cTn id="21" dur="500" fill="hold"/>
                                        <p:tgtEl>
                                          <p:spTgt spid="15"/>
                                        </p:tgtEl>
                                        <p:attrNameLst>
                                          <p:attrName>ppt_x</p:attrName>
                                        </p:attrNameLst>
                                      </p:cBhvr>
                                      <p:tavLst>
                                        <p:tav tm="0">
                                          <p:val>
                                            <p:strVal val="#ppt_x"/>
                                          </p:val>
                                        </p:tav>
                                        <p:tav tm="100000">
                                          <p:val>
                                            <p:strVal val="#ppt_x"/>
                                          </p:val>
                                        </p:tav>
                                      </p:tavLst>
                                    </p:anim>
                                    <p:anim calcmode="lin" valueType="num">
                                      <p:cBhvr additive="base">
                                        <p:cTn id="2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Rectangle 3"/>
          <p:cNvSpPr>
            <a:spLocks noGrp="1" noRot="1"/>
          </p:cNvSpPr>
          <p:nvPr>
            <p:ph idx="1"/>
          </p:nvPr>
        </p:nvSpPr>
        <p:spPr>
          <a:ln/>
        </p:spPr>
        <p:txBody>
          <a:bodyPr vert="horz" wrap="square" lIns="91221" tIns="45610" rIns="91221" bIns="45610" anchor="t" anchorCtr="0"/>
          <a:p>
            <a:pPr marL="273050" lvl="1" indent="-273050" defTabSz="914400" eaLnBrk="1" hangingPunct="1">
              <a:lnSpc>
                <a:spcPct val="90000"/>
              </a:lnSpc>
              <a:buClr>
                <a:srgbClr val="0BD0D9"/>
              </a:buClr>
              <a:buSzPct val="95000"/>
              <a:buFont typeface="Wingdings" panose="05000000000000000000" pitchFamily="2" charset="2"/>
              <a:buChar char="p"/>
              <a:tabLst>
                <a:tab pos="457200" algn="l"/>
              </a:tabLst>
            </a:pPr>
            <a:r>
              <a:rPr lang="zh-CN" altLang="en-US" sz="3200" dirty="0"/>
              <a:t>用</a:t>
            </a:r>
            <a:r>
              <a:rPr lang="zh-CN" altLang="en-US" sz="3200" b="1" dirty="0">
                <a:solidFill>
                  <a:srgbClr val="FF0000"/>
                </a:solidFill>
              </a:rPr>
              <a:t>矩形框来表示模块</a:t>
            </a:r>
            <a:endParaRPr lang="en-US" altLang="zh-CN" sz="3200" dirty="0"/>
          </a:p>
          <a:p>
            <a:pPr marL="273050" lvl="1" indent="-273050" defTabSz="914400" eaLnBrk="1" hangingPunct="1">
              <a:lnSpc>
                <a:spcPct val="90000"/>
              </a:lnSpc>
              <a:buClr>
                <a:srgbClr val="0BD0D9"/>
              </a:buClr>
              <a:buSzPct val="95000"/>
              <a:buFont typeface="Wingdings" panose="05000000000000000000" pitchFamily="2" charset="2"/>
              <a:buChar char="p"/>
              <a:tabLst>
                <a:tab pos="457200" algn="l"/>
              </a:tabLst>
            </a:pPr>
            <a:r>
              <a:rPr lang="zh-CN" altLang="en-US" sz="3200" dirty="0"/>
              <a:t>用带</a:t>
            </a:r>
            <a:r>
              <a:rPr lang="zh-CN" altLang="en-US" sz="3200" b="1" dirty="0">
                <a:solidFill>
                  <a:srgbClr val="FF0000"/>
                </a:solidFill>
              </a:rPr>
              <a:t>箭头的连线</a:t>
            </a:r>
            <a:r>
              <a:rPr lang="zh-CN" altLang="en-US" sz="3200" b="1" dirty="0"/>
              <a:t>表</a:t>
            </a:r>
            <a:r>
              <a:rPr lang="zh-CN" altLang="en-US" sz="3200" dirty="0"/>
              <a:t>示模块间的调用关系</a:t>
            </a:r>
            <a:endParaRPr lang="zh-CN" altLang="en-US" sz="3200" dirty="0"/>
          </a:p>
          <a:p>
            <a:pPr defTabSz="914400" eaLnBrk="1" hangingPunct="1">
              <a:buFont typeface="Wingdings 2" panose="05020102010507070707" pitchFamily="18" charset="2"/>
              <a:buChar char=""/>
              <a:tabLst>
                <a:tab pos="457200" algn="l"/>
              </a:tabLst>
            </a:pPr>
            <a:endParaRPr lang="zh-CN" altLang="en-US" dirty="0"/>
          </a:p>
        </p:txBody>
      </p:sp>
      <p:sp>
        <p:nvSpPr>
          <p:cNvPr id="97283" name="Rectangle 2"/>
          <p:cNvSpPr>
            <a:spLocks noGrp="1" noRot="1"/>
          </p:cNvSpPr>
          <p:nvPr>
            <p:ph type="title"/>
          </p:nvPr>
        </p:nvSpPr>
        <p:spPr>
          <a:xfrm>
            <a:off x="444500" y="398463"/>
            <a:ext cx="8207375" cy="1139825"/>
          </a:xfrm>
          <a:ln/>
        </p:spPr>
        <p:txBody>
          <a:bodyPr vert="horz" wrap="square" lIns="0" tIns="45610" rIns="0" bIns="0" anchor="b" anchorCtr="0"/>
          <a:p>
            <a:pPr eaLnBrk="1" hangingPunct="1"/>
            <a:r>
              <a:rPr lang="zh-CN" altLang="en-US" b="1" dirty="0">
                <a:latin typeface="微软雅黑" panose="020B0503020204020204" pitchFamily="34" charset="-122"/>
                <a:ea typeface="微软雅黑" panose="020B0503020204020204" pitchFamily="34" charset="-122"/>
              </a:rPr>
              <a:t>系统结构图：表现形式</a:t>
            </a:r>
            <a:endParaRPr lang="zh-CN" altLang="en-US" b="1" dirty="0">
              <a:latin typeface="微软雅黑" panose="020B0503020204020204" pitchFamily="34" charset="-122"/>
              <a:ea typeface="微软雅黑" panose="020B0503020204020204" pitchFamily="34" charset="-122"/>
            </a:endParaRPr>
          </a:p>
        </p:txBody>
      </p:sp>
      <p:pic>
        <p:nvPicPr>
          <p:cNvPr id="4" name="Picture 4"/>
          <p:cNvPicPr>
            <a:picLocks noChangeAspect="1"/>
          </p:cNvPicPr>
          <p:nvPr/>
        </p:nvPicPr>
        <p:blipFill>
          <a:blip r:embed="rId1"/>
          <a:stretch>
            <a:fillRect/>
          </a:stretch>
        </p:blipFill>
        <p:spPr>
          <a:xfrm>
            <a:off x="527050" y="3709988"/>
            <a:ext cx="8042275" cy="1993900"/>
          </a:xfrm>
          <a:prstGeom prst="rect">
            <a:avLst/>
          </a:prstGeom>
          <a:noFill/>
          <a:ln w="9525">
            <a:noFill/>
          </a:ln>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6" name="Rectangle 3"/>
          <p:cNvSpPr>
            <a:spLocks noGrp="1" noRot="1"/>
          </p:cNvSpPr>
          <p:nvPr>
            <p:ph idx="1"/>
          </p:nvPr>
        </p:nvSpPr>
        <p:spPr>
          <a:xfrm>
            <a:off x="322263" y="1776413"/>
            <a:ext cx="8516937" cy="4238625"/>
          </a:xfrm>
          <a:ln/>
        </p:spPr>
        <p:txBody>
          <a:bodyPr vert="horz" wrap="square" lIns="91221" tIns="45610" rIns="91221" bIns="45610" anchor="t" anchorCtr="0"/>
          <a:p>
            <a:pPr marL="273050" lvl="1" indent="-273050" defTabSz="914400" eaLnBrk="1" hangingPunct="1">
              <a:lnSpc>
                <a:spcPct val="90000"/>
              </a:lnSpc>
              <a:buClr>
                <a:srgbClr val="0BD0D9"/>
              </a:buClr>
              <a:buSzPct val="95000"/>
              <a:buFont typeface="Wingdings" panose="05000000000000000000" pitchFamily="2" charset="2"/>
              <a:buChar char="p"/>
              <a:tabLst>
                <a:tab pos="457200" algn="l"/>
              </a:tabLst>
            </a:pPr>
            <a:r>
              <a:rPr lang="zh-CN" altLang="en-US" sz="3200" b="1" dirty="0"/>
              <a:t>简单调用</a:t>
            </a:r>
            <a:endParaRPr lang="zh-CN" altLang="en-US" sz="3200" b="1" dirty="0"/>
          </a:p>
          <a:p>
            <a:pPr marL="273050" lvl="1" indent="-273050" defTabSz="914400" eaLnBrk="1" hangingPunct="1">
              <a:lnSpc>
                <a:spcPct val="90000"/>
              </a:lnSpc>
              <a:buClr>
                <a:srgbClr val="0BD0D9"/>
              </a:buClr>
              <a:buSzPct val="95000"/>
              <a:buFont typeface="Wingdings" panose="05000000000000000000" pitchFamily="2" charset="2"/>
              <a:buChar char="p"/>
              <a:tabLst>
                <a:tab pos="457200" algn="l"/>
              </a:tabLst>
            </a:pPr>
            <a:r>
              <a:rPr lang="zh-CN" altLang="en-US" sz="3200" b="1" dirty="0"/>
              <a:t>选择调用</a:t>
            </a:r>
            <a:endParaRPr lang="zh-CN" altLang="en-US" sz="3200" b="1" dirty="0"/>
          </a:p>
          <a:p>
            <a:pPr marL="273050" lvl="1" indent="-273050" defTabSz="914400" eaLnBrk="1" hangingPunct="1">
              <a:lnSpc>
                <a:spcPct val="90000"/>
              </a:lnSpc>
              <a:buClr>
                <a:srgbClr val="0BD0D9"/>
              </a:buClr>
              <a:buSzPct val="95000"/>
              <a:buFont typeface="Wingdings" panose="05000000000000000000" pitchFamily="2" charset="2"/>
              <a:buChar char="p"/>
              <a:tabLst>
                <a:tab pos="457200" algn="l"/>
              </a:tabLst>
            </a:pPr>
            <a:r>
              <a:rPr lang="zh-CN" altLang="en-US" sz="3200" b="1" dirty="0"/>
              <a:t>循环调用</a:t>
            </a:r>
            <a:endParaRPr lang="zh-CN" altLang="en-US" sz="3200" b="1" dirty="0"/>
          </a:p>
          <a:p>
            <a:pPr defTabSz="914400" eaLnBrk="1" hangingPunct="1">
              <a:buFont typeface="Wingdings 2" panose="05020102010507070707" pitchFamily="18" charset="2"/>
              <a:buChar char=""/>
              <a:tabLst>
                <a:tab pos="457200" algn="l"/>
              </a:tabLst>
            </a:pPr>
            <a:endParaRPr lang="zh-CN" altLang="en-US" dirty="0"/>
          </a:p>
        </p:txBody>
      </p:sp>
      <p:sp>
        <p:nvSpPr>
          <p:cNvPr id="98307" name="Rectangle 2"/>
          <p:cNvSpPr>
            <a:spLocks noGrp="1" noRot="1"/>
          </p:cNvSpPr>
          <p:nvPr>
            <p:ph type="title"/>
          </p:nvPr>
        </p:nvSpPr>
        <p:spPr>
          <a:xfrm>
            <a:off x="382588" y="327025"/>
            <a:ext cx="8662987" cy="1139825"/>
          </a:xfrm>
          <a:ln/>
        </p:spPr>
        <p:txBody>
          <a:bodyPr vert="horz" wrap="square" lIns="0" tIns="45610" rIns="0" bIns="0" anchor="b" anchorCtr="0"/>
          <a:p>
            <a:pPr eaLnBrk="1" hangingPunct="1"/>
            <a:r>
              <a:rPr lang="zh-CN" altLang="en-US" b="1" dirty="0">
                <a:latin typeface="微软雅黑" panose="020B0503020204020204" pitchFamily="34" charset="-122"/>
                <a:ea typeface="微软雅黑" panose="020B0503020204020204" pitchFamily="34" charset="-122"/>
              </a:rPr>
              <a:t>系统结构图：模块间调用关系</a:t>
            </a:r>
            <a:endParaRPr lang="zh-CN" altLang="en-US" b="1" dirty="0">
              <a:latin typeface="微软雅黑" panose="020B0503020204020204" pitchFamily="34" charset="-122"/>
              <a:ea typeface="微软雅黑" panose="020B0503020204020204" pitchFamily="34" charset="-122"/>
            </a:endParaRPr>
          </a:p>
        </p:txBody>
      </p:sp>
      <p:pic>
        <p:nvPicPr>
          <p:cNvPr id="26629" name="Picture 5"/>
          <p:cNvPicPr>
            <a:picLocks noChangeAspect="1"/>
          </p:cNvPicPr>
          <p:nvPr/>
        </p:nvPicPr>
        <p:blipFill>
          <a:blip r:embed="rId1"/>
          <a:stretch>
            <a:fillRect/>
          </a:stretch>
        </p:blipFill>
        <p:spPr>
          <a:xfrm>
            <a:off x="3698875" y="1766888"/>
            <a:ext cx="3732213" cy="2362200"/>
          </a:xfrm>
          <a:prstGeom prst="rect">
            <a:avLst/>
          </a:prstGeom>
          <a:noFill/>
          <a:ln w="9525">
            <a:noFill/>
          </a:ln>
        </p:spPr>
      </p:pic>
      <p:pic>
        <p:nvPicPr>
          <p:cNvPr id="26630" name="Picture 6"/>
          <p:cNvPicPr>
            <a:picLocks noChangeAspect="1"/>
          </p:cNvPicPr>
          <p:nvPr/>
        </p:nvPicPr>
        <p:blipFill>
          <a:blip r:embed="rId2"/>
          <a:stretch>
            <a:fillRect/>
          </a:stretch>
        </p:blipFill>
        <p:spPr>
          <a:xfrm>
            <a:off x="466725" y="4475163"/>
            <a:ext cx="3733800" cy="2260600"/>
          </a:xfrm>
          <a:prstGeom prst="rect">
            <a:avLst/>
          </a:prstGeom>
          <a:noFill/>
          <a:ln w="9525">
            <a:noFill/>
          </a:ln>
        </p:spPr>
      </p:pic>
      <p:pic>
        <p:nvPicPr>
          <p:cNvPr id="26631" name="Picture 7"/>
          <p:cNvPicPr>
            <a:picLocks noChangeAspect="1"/>
          </p:cNvPicPr>
          <p:nvPr/>
        </p:nvPicPr>
        <p:blipFill>
          <a:blip r:embed="rId3"/>
          <a:stretch>
            <a:fillRect/>
          </a:stretch>
        </p:blipFill>
        <p:spPr>
          <a:xfrm>
            <a:off x="4775200" y="4473575"/>
            <a:ext cx="3587750" cy="2262188"/>
          </a:xfrm>
          <a:prstGeom prst="rect">
            <a:avLst/>
          </a:prstGeom>
          <a:noFill/>
          <a:ln w="9525">
            <a:noFill/>
          </a:ln>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6629"/>
                                        </p:tgtEl>
                                        <p:attrNameLst>
                                          <p:attrName>style.visibility</p:attrName>
                                        </p:attrNameLst>
                                      </p:cBhvr>
                                      <p:to>
                                        <p:strVal val="visible"/>
                                      </p:to>
                                    </p:set>
                                    <p:animEffect transition="in" filter="blinds(horizontal)">
                                      <p:cBhvr>
                                        <p:cTn id="7" dur="500"/>
                                        <p:tgtEl>
                                          <p:spTgt spid="2662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6630"/>
                                        </p:tgtEl>
                                        <p:attrNameLst>
                                          <p:attrName>style.visibility</p:attrName>
                                        </p:attrNameLst>
                                      </p:cBhvr>
                                      <p:to>
                                        <p:strVal val="visible"/>
                                      </p:to>
                                    </p:set>
                                    <p:animEffect transition="in" filter="blinds(horizontal)">
                                      <p:cBhvr>
                                        <p:cTn id="12" dur="500"/>
                                        <p:tgtEl>
                                          <p:spTgt spid="2663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6631"/>
                                        </p:tgtEl>
                                        <p:attrNameLst>
                                          <p:attrName>style.visibility</p:attrName>
                                        </p:attrNameLst>
                                      </p:cBhvr>
                                      <p:to>
                                        <p:strVal val="visible"/>
                                      </p:to>
                                    </p:set>
                                    <p:animEffect transition="in" filter="blinds(horizontal)">
                                      <p:cBhvr>
                                        <p:cTn id="17" dur="500"/>
                                        <p:tgtEl>
                                          <p:spTgt spid="266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30" name="内容占位符 2"/>
          <p:cNvSpPr>
            <a:spLocks noGrp="1"/>
          </p:cNvSpPr>
          <p:nvPr>
            <p:ph idx="1"/>
          </p:nvPr>
        </p:nvSpPr>
        <p:spPr>
          <a:xfrm>
            <a:off x="322263" y="1985963"/>
            <a:ext cx="8516937" cy="3878262"/>
          </a:xfrm>
          <a:ln/>
        </p:spPr>
        <p:txBody>
          <a:bodyPr vert="horz" wrap="square" lIns="91221" tIns="45610" rIns="91221" bIns="45610" anchor="t" anchorCtr="0"/>
          <a:p>
            <a:pPr marL="273050" lvl="1" indent="-273050" defTabSz="914400" eaLnBrk="1" hangingPunct="1">
              <a:lnSpc>
                <a:spcPct val="150000"/>
              </a:lnSpc>
              <a:buClr>
                <a:srgbClr val="0BD0D9"/>
              </a:buClr>
              <a:buSzPct val="95000"/>
              <a:buFont typeface="Wingdings" panose="05000000000000000000" pitchFamily="2" charset="2"/>
              <a:buChar char="p"/>
              <a:tabLst>
                <a:tab pos="457200" algn="l"/>
              </a:tabLst>
            </a:pPr>
            <a:r>
              <a:rPr lang="zh-CN" altLang="en-US" sz="3200" b="1" dirty="0"/>
              <a:t>变换型数据流图</a:t>
            </a:r>
            <a:endParaRPr lang="en-US" altLang="zh-CN" sz="3200" b="1" dirty="0"/>
          </a:p>
          <a:p>
            <a:pPr marL="273050" lvl="1" indent="-273050" defTabSz="914400" eaLnBrk="1" hangingPunct="1">
              <a:lnSpc>
                <a:spcPct val="150000"/>
              </a:lnSpc>
              <a:buClr>
                <a:srgbClr val="0BD0D9"/>
              </a:buClr>
              <a:buSzPct val="95000"/>
              <a:buFont typeface="Wingdings" panose="05000000000000000000" pitchFamily="2" charset="2"/>
              <a:buChar char="p"/>
              <a:tabLst>
                <a:tab pos="457200" algn="l"/>
              </a:tabLst>
            </a:pPr>
            <a:r>
              <a:rPr lang="zh-CN" altLang="en-US" sz="3200" b="1" dirty="0"/>
              <a:t>事务型数据流图</a:t>
            </a:r>
            <a:endParaRPr lang="en-US" altLang="zh-CN" sz="3200" b="1" dirty="0"/>
          </a:p>
        </p:txBody>
      </p:sp>
      <p:sp>
        <p:nvSpPr>
          <p:cNvPr id="99331" name="标题 1"/>
          <p:cNvSpPr>
            <a:spLocks noGrp="1"/>
          </p:cNvSpPr>
          <p:nvPr>
            <p:ph type="title"/>
          </p:nvPr>
        </p:nvSpPr>
        <p:spPr>
          <a:xfrm>
            <a:off x="466725" y="476250"/>
            <a:ext cx="8205788" cy="1139825"/>
          </a:xfrm>
          <a:ln/>
        </p:spPr>
        <p:txBody>
          <a:bodyPr vert="horz" wrap="square" lIns="0" tIns="45610" rIns="0" bIns="0" anchor="b" anchorCtr="0"/>
          <a:p>
            <a:pPr>
              <a:lnSpc>
                <a:spcPts val="4000"/>
              </a:lnSpc>
            </a:pPr>
            <a:r>
              <a:rPr lang="zh-CN" altLang="en-US" b="1" dirty="0">
                <a:latin typeface="微软雅黑" panose="020B0503020204020204" pitchFamily="34" charset="-122"/>
                <a:ea typeface="微软雅黑" panose="020B0503020204020204" pitchFamily="34" charset="-122"/>
              </a:rPr>
              <a:t>两种典型的数据流及其设计</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4" name="Rectangle 3"/>
          <p:cNvSpPr>
            <a:spLocks noGrp="1" noRot="1"/>
          </p:cNvSpPr>
          <p:nvPr>
            <p:ph idx="1"/>
          </p:nvPr>
        </p:nvSpPr>
        <p:spPr>
          <a:xfrm>
            <a:off x="296863" y="1195388"/>
            <a:ext cx="8815387" cy="5154612"/>
          </a:xfrm>
          <a:ln/>
        </p:spPr>
        <p:txBody>
          <a:bodyPr vert="horz" wrap="square" lIns="91221" tIns="45610" rIns="91221" bIns="45610" anchor="t" anchorCtr="0"/>
          <a:p>
            <a:pPr marL="363855" indent="-254000" eaLnBrk="1" hangingPunct="1">
              <a:lnSpc>
                <a:spcPct val="90000"/>
              </a:lnSpc>
              <a:buFont typeface="Wingdings 3" panose="05040102010807070707" pitchFamily="18" charset="2"/>
              <a:buChar char=""/>
            </a:pPr>
            <a:endParaRPr lang="en-US" altLang="zh-CN" sz="2800" dirty="0"/>
          </a:p>
          <a:p>
            <a:pPr marL="273050" lvl="1" indent="-273050" eaLnBrk="1" hangingPunct="1">
              <a:lnSpc>
                <a:spcPct val="150000"/>
              </a:lnSpc>
              <a:buClr>
                <a:srgbClr val="0BD0D9"/>
              </a:buClr>
              <a:buSzPct val="95000"/>
              <a:buFont typeface="Wingdings" panose="05000000000000000000" pitchFamily="2" charset="2"/>
              <a:buChar char="p"/>
            </a:pPr>
            <a:r>
              <a:rPr lang="zh-CN" altLang="en-US" sz="2800" b="1" dirty="0">
                <a:latin typeface="微软雅黑" panose="020B0503020204020204" pitchFamily="34" charset="-122"/>
                <a:ea typeface="微软雅黑" panose="020B0503020204020204" pitchFamily="34" charset="-122"/>
              </a:rPr>
              <a:t>特征：</a:t>
            </a:r>
            <a:r>
              <a:rPr lang="zh-CN" altLang="en-US" sz="2800" dirty="0">
                <a:latin typeface="微软雅黑" panose="020B0503020204020204" pitchFamily="34" charset="-122"/>
                <a:ea typeface="微软雅黑" panose="020B0503020204020204" pitchFamily="34" charset="-122"/>
              </a:rPr>
              <a:t>信息沿输入通路进入系统，同时由外部形式变换成内部形式，进入系统的信息通过变换中心，经加工处理以后再沿输出通路变换成外部形式离开软件系统。</a:t>
            </a:r>
            <a:endParaRPr lang="zh-CN" altLang="en-US" sz="2800" dirty="0">
              <a:latin typeface="微软雅黑" panose="020B0503020204020204" pitchFamily="34" charset="-122"/>
              <a:ea typeface="微软雅黑" panose="020B0503020204020204" pitchFamily="34" charset="-122"/>
            </a:endParaRPr>
          </a:p>
          <a:p>
            <a:pPr marL="273050" lvl="1" indent="-273050" eaLnBrk="1" hangingPunct="1">
              <a:lnSpc>
                <a:spcPct val="150000"/>
              </a:lnSpc>
              <a:buClr>
                <a:srgbClr val="0BD0D9"/>
              </a:buClr>
              <a:buSzPct val="95000"/>
              <a:buFont typeface="Wingdings" panose="05000000000000000000" pitchFamily="2" charset="2"/>
              <a:buChar char="p"/>
            </a:pPr>
            <a:r>
              <a:rPr lang="zh-CN" altLang="en-US" sz="2800" b="1" dirty="0">
                <a:latin typeface="微软雅黑" panose="020B0503020204020204" pitchFamily="34" charset="-122"/>
                <a:ea typeface="微软雅黑" panose="020B0503020204020204" pitchFamily="34" charset="-122"/>
              </a:rPr>
              <a:t>组成：</a:t>
            </a:r>
            <a:r>
              <a:rPr lang="zh-CN" altLang="en-US" sz="2800" dirty="0">
                <a:latin typeface="微软雅黑" panose="020B0503020204020204" pitchFamily="34" charset="-122"/>
                <a:ea typeface="微软雅黑" panose="020B0503020204020204" pitchFamily="34" charset="-122"/>
              </a:rPr>
              <a:t>由输入、变换中心和输出三部分组成</a:t>
            </a:r>
            <a:endParaRPr lang="zh-CN" altLang="en-US" sz="2800" dirty="0">
              <a:latin typeface="微软雅黑" panose="020B0503020204020204" pitchFamily="34" charset="-122"/>
              <a:ea typeface="微软雅黑" panose="020B0503020204020204" pitchFamily="34" charset="-122"/>
            </a:endParaRPr>
          </a:p>
          <a:p>
            <a:pPr marL="363855" indent="-254000" eaLnBrk="1" hangingPunct="1">
              <a:lnSpc>
                <a:spcPct val="90000"/>
              </a:lnSpc>
              <a:buFont typeface="Wingdings 3" panose="05040102010807070707" pitchFamily="18" charset="2"/>
              <a:buChar char=""/>
            </a:pPr>
            <a:endParaRPr lang="zh-CN" altLang="en-US" sz="2800" dirty="0"/>
          </a:p>
          <a:p>
            <a:pPr marL="363855" indent="-254000" eaLnBrk="1" hangingPunct="1">
              <a:lnSpc>
                <a:spcPct val="90000"/>
              </a:lnSpc>
              <a:buFont typeface="Wingdings 3" panose="05040102010807070707" pitchFamily="18" charset="2"/>
              <a:buChar char=""/>
            </a:pPr>
            <a:endParaRPr lang="zh-CN" altLang="en-US" sz="2800" dirty="0"/>
          </a:p>
        </p:txBody>
      </p:sp>
      <p:sp>
        <p:nvSpPr>
          <p:cNvPr id="100355" name="Rectangle 2"/>
          <p:cNvSpPr>
            <a:spLocks noGrp="1" noRot="1"/>
          </p:cNvSpPr>
          <p:nvPr>
            <p:ph type="title"/>
          </p:nvPr>
        </p:nvSpPr>
        <p:spPr>
          <a:xfrm>
            <a:off x="322263" y="260350"/>
            <a:ext cx="8516937" cy="1141413"/>
          </a:xfrm>
          <a:ln/>
        </p:spPr>
        <p:txBody>
          <a:bodyPr vert="horz" wrap="square" lIns="0" tIns="45610" rIns="0" bIns="0" anchor="b" anchorCtr="0"/>
          <a:p>
            <a:pPr>
              <a:lnSpc>
                <a:spcPts val="4000"/>
              </a:lnSpc>
            </a:pPr>
            <a:r>
              <a:rPr lang="zh-CN" altLang="en-US" b="1" dirty="0">
                <a:latin typeface="微软雅黑" panose="020B0503020204020204" pitchFamily="34" charset="-122"/>
                <a:ea typeface="微软雅黑" panose="020B0503020204020204" pitchFamily="34" charset="-122"/>
              </a:rPr>
              <a:t>两种数据流类型</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变换型</a:t>
            </a:r>
            <a:endParaRPr lang="zh-CN" altLang="en-US" b="1" dirty="0">
              <a:latin typeface="微软雅黑" panose="020B0503020204020204" pitchFamily="34" charset="-122"/>
              <a:ea typeface="微软雅黑" panose="020B0503020204020204" pitchFamily="34" charset="-122"/>
            </a:endParaRPr>
          </a:p>
        </p:txBody>
      </p:sp>
      <p:pic>
        <p:nvPicPr>
          <p:cNvPr id="100356" name="Picture 4"/>
          <p:cNvPicPr>
            <a:picLocks noChangeAspect="1"/>
          </p:cNvPicPr>
          <p:nvPr/>
        </p:nvPicPr>
        <p:blipFill>
          <a:blip r:embed="rId1"/>
          <a:stretch>
            <a:fillRect/>
          </a:stretch>
        </p:blipFill>
        <p:spPr>
          <a:xfrm>
            <a:off x="1030288" y="5222875"/>
            <a:ext cx="6929437" cy="798513"/>
          </a:xfrm>
          <a:prstGeom prst="rect">
            <a:avLst/>
          </a:prstGeom>
          <a:noFill/>
          <a:ln w="9525">
            <a:noFill/>
          </a:ln>
        </p:spPr>
      </p:pic>
    </p:spTree>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8" name="内容占位符 2"/>
          <p:cNvSpPr>
            <a:spLocks noGrp="1"/>
          </p:cNvSpPr>
          <p:nvPr>
            <p:ph idx="1"/>
          </p:nvPr>
        </p:nvSpPr>
        <p:spPr>
          <a:ln/>
        </p:spPr>
        <p:txBody>
          <a:bodyPr vert="horz" wrap="square" lIns="91221" tIns="45610" rIns="91221" bIns="45610" anchor="t" anchorCtr="0"/>
          <a:p>
            <a:pPr eaLnBrk="1" hangingPunct="1"/>
            <a:endParaRPr lang="zh-CN" altLang="en-US" dirty="0"/>
          </a:p>
        </p:txBody>
      </p:sp>
      <p:sp>
        <p:nvSpPr>
          <p:cNvPr id="101379" name="标题 1"/>
          <p:cNvSpPr>
            <a:spLocks noGrp="1"/>
          </p:cNvSpPr>
          <p:nvPr>
            <p:ph type="title"/>
          </p:nvPr>
        </p:nvSpPr>
        <p:spPr>
          <a:ln/>
        </p:spPr>
        <p:txBody>
          <a:bodyPr vert="horz" wrap="square" lIns="0" tIns="45610" rIns="0" bIns="0" anchor="b" anchorCtr="0"/>
          <a:p>
            <a:pPr eaLnBrk="1" hangingPunct="1"/>
            <a:endParaRPr lang="zh-CN" altLang="en-US" dirty="0"/>
          </a:p>
        </p:txBody>
      </p:sp>
      <p:pic>
        <p:nvPicPr>
          <p:cNvPr id="101380" name="Picture 31"/>
          <p:cNvPicPr>
            <a:picLocks noChangeAspect="1"/>
          </p:cNvPicPr>
          <p:nvPr/>
        </p:nvPicPr>
        <p:blipFill>
          <a:blip r:embed="rId1"/>
          <a:stretch>
            <a:fillRect/>
          </a:stretch>
        </p:blipFill>
        <p:spPr>
          <a:xfrm>
            <a:off x="136525" y="2070100"/>
            <a:ext cx="8678863" cy="3776663"/>
          </a:xfrm>
          <a:prstGeom prst="rect">
            <a:avLst/>
          </a:prstGeom>
          <a:noFill/>
          <a:ln w="9525">
            <a:noFill/>
          </a:ln>
        </p:spPr>
      </p:pic>
    </p:spTree>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9" name="Rectangle 3"/>
          <p:cNvSpPr>
            <a:spLocks noGrp="1" noRot="1" noChangeArrowheads="1"/>
          </p:cNvSpPr>
          <p:nvPr>
            <p:ph idx="1"/>
          </p:nvPr>
        </p:nvSpPr>
        <p:spPr>
          <a:xfrm>
            <a:off x="296863" y="1195388"/>
            <a:ext cx="8815388" cy="5154613"/>
          </a:xfrm>
        </p:spPr>
        <p:txBody>
          <a:bodyPr vert="horz" wrap="square" lIns="91221" tIns="45610" rIns="91221" bIns="45610" numCol="1" anchor="t" anchorCtr="0" compatLnSpc="1">
            <a:normAutofit fontScale="92500" lnSpcReduction="10000"/>
          </a:bodyPr>
          <a:lstStyle/>
          <a:p>
            <a:pPr marL="365125" marR="0" lvl="0" indent="-255270" algn="l" defTabSz="914400" rtl="0" eaLnBrk="1" fontAlgn="auto" latinLnBrk="0" hangingPunct="1">
              <a:lnSpc>
                <a:spcPct val="90000"/>
              </a:lnSpc>
              <a:spcBef>
                <a:spcPct val="20000"/>
              </a:spcBef>
              <a:spcAft>
                <a:spcPts val="0"/>
              </a:spcAft>
              <a:buClr>
                <a:srgbClr val="0BD0D9"/>
              </a:buClr>
              <a:buSzPct val="95000"/>
              <a:buFont typeface="Wingdings 3" panose="05040102010807070707"/>
              <a:buChar char=""/>
              <a:defRPr/>
            </a:pPr>
            <a:endParaRPr kumimoji="0" lang="en-US" altLang="zh-CN" sz="28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273050" marR="0" lvl="1" indent="-273050" algn="l" defTabSz="914400" rtl="0" eaLnBrk="1" fontAlgn="base" latinLnBrk="0" hangingPunct="1">
              <a:lnSpc>
                <a:spcPct val="15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32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特征</a:t>
            </a:r>
            <a:r>
              <a:rPr kumimoji="1" lang="zh-CN" altLang="en-US" sz="3200" b="1"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a:t>
            </a:r>
            <a:r>
              <a:rPr kumimoji="1" lang="zh-CN" altLang="en-US" sz="32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数据</a:t>
            </a:r>
            <a:r>
              <a:rPr kumimoji="1" lang="zh-CN" altLang="en-US" sz="32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沿输入通路到达一</a:t>
            </a:r>
            <a:r>
              <a:rPr kumimoji="1" lang="zh-CN" altLang="en-US" sz="32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个</a:t>
            </a:r>
            <a:r>
              <a:rPr kumimoji="1" lang="zh-CN" altLang="en-US" sz="32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加工</a:t>
            </a:r>
            <a:r>
              <a:rPr kumimoji="1" lang="en-US" altLang="zh-CN" sz="32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T</a:t>
            </a:r>
            <a:r>
              <a:rPr kumimoji="1" lang="zh-CN" altLang="en-US" sz="32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a:t>
            </a:r>
            <a:r>
              <a:rPr kumimoji="1" lang="zh-CN" altLang="en-US" sz="32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这个</a:t>
            </a:r>
            <a:r>
              <a:rPr kumimoji="1" lang="zh-CN" altLang="en-US" sz="32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加工</a:t>
            </a:r>
            <a:r>
              <a:rPr kumimoji="1" lang="zh-CN" altLang="en-US" sz="32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根据</a:t>
            </a:r>
            <a:r>
              <a:rPr kumimoji="1" lang="zh-CN" altLang="en-US" sz="32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输入数据的类型在若干个动作序列中选出一个来执行</a:t>
            </a:r>
            <a:r>
              <a:rPr kumimoji="1" lang="zh-CN" altLang="en-US" sz="32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a:t>
            </a:r>
            <a:endParaRPr kumimoji="1" lang="en-US" altLang="zh-CN" sz="32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273050" marR="0" lvl="1" indent="-273050" algn="l" defTabSz="914400" rtl="0" eaLnBrk="1" fontAlgn="base" latinLnBrk="0" hangingPunct="1">
              <a:lnSpc>
                <a:spcPct val="15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32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加工</a:t>
            </a:r>
            <a:r>
              <a:rPr kumimoji="1" lang="en-US" altLang="zh-CN" sz="32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T </a:t>
            </a:r>
            <a:r>
              <a:rPr kumimoji="1" lang="zh-CN" altLang="en-US" sz="32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称为</a:t>
            </a:r>
            <a:r>
              <a:rPr kumimoji="1" lang="zh-CN" altLang="en-US" sz="32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事务中心</a:t>
            </a:r>
            <a:r>
              <a:rPr kumimoji="1" lang="zh-CN" altLang="en-US" sz="32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，它完成以下任务：</a:t>
            </a:r>
            <a:endParaRPr kumimoji="1" lang="zh-CN" altLang="en-US" sz="32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638175" marR="0" lvl="1" indent="-246380" algn="l" defTabSz="914400" rtl="0" eaLnBrk="1" fontAlgn="base" latinLnBrk="0" hangingPunct="1">
              <a:lnSpc>
                <a:spcPct val="150000"/>
              </a:lnSpc>
              <a:spcBef>
                <a:spcPct val="20000"/>
              </a:spcBef>
              <a:spcAft>
                <a:spcPct val="0"/>
              </a:spcAft>
              <a:buClr>
                <a:schemeClr val="accent1"/>
              </a:buClr>
              <a:buSzPct val="85000"/>
              <a:buFont typeface="Wingdings" panose="05000000000000000000" pitchFamily="2" charset="2"/>
              <a:buNone/>
              <a:defRPr/>
            </a:pPr>
            <a:r>
              <a:rPr kumimoji="0" lang="en-US" altLang="zh-CN" sz="28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(1) </a:t>
            </a:r>
            <a:r>
              <a:rPr kumimoji="0" lang="zh-CN" altLang="en-US" sz="28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接收输入数据</a:t>
            </a:r>
            <a:r>
              <a:rPr kumimoji="0" lang="en-US" altLang="zh-CN" sz="28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a:t>
            </a:r>
            <a:r>
              <a:rPr kumimoji="0" lang="zh-CN" altLang="en-US" sz="28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输入数据又称为事务</a:t>
            </a:r>
            <a:r>
              <a:rPr kumimoji="0" lang="en-US" altLang="zh-CN" sz="28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a:t>
            </a:r>
            <a:r>
              <a:rPr kumimoji="0" lang="zh-CN" altLang="en-US" sz="28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a:t>
            </a:r>
            <a:endParaRPr kumimoji="0" lang="zh-CN" altLang="en-US" sz="28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638175" marR="0" lvl="1" indent="-246380" algn="l" defTabSz="914400" rtl="0" eaLnBrk="1" fontAlgn="base" latinLnBrk="0" hangingPunct="1">
              <a:lnSpc>
                <a:spcPct val="150000"/>
              </a:lnSpc>
              <a:spcBef>
                <a:spcPct val="20000"/>
              </a:spcBef>
              <a:spcAft>
                <a:spcPct val="0"/>
              </a:spcAft>
              <a:buClr>
                <a:schemeClr val="accent1"/>
              </a:buClr>
              <a:buSzPct val="85000"/>
              <a:buFont typeface="Wingdings" panose="05000000000000000000" pitchFamily="2" charset="2"/>
              <a:buNone/>
              <a:defRPr/>
            </a:pPr>
            <a:r>
              <a:rPr kumimoji="0" lang="en-US" altLang="zh-CN" sz="28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(2) </a:t>
            </a:r>
            <a:r>
              <a:rPr kumimoji="0" lang="zh-CN" altLang="en-US" sz="28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分析每个事务以确定它的类型。</a:t>
            </a:r>
            <a:endParaRPr kumimoji="0" lang="zh-CN" altLang="en-US" sz="28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638175" marR="0" lvl="1" indent="-246380" algn="l" defTabSz="914400" rtl="0" eaLnBrk="1" fontAlgn="base" latinLnBrk="0" hangingPunct="1">
              <a:lnSpc>
                <a:spcPct val="150000"/>
              </a:lnSpc>
              <a:spcBef>
                <a:spcPct val="20000"/>
              </a:spcBef>
              <a:spcAft>
                <a:spcPct val="0"/>
              </a:spcAft>
              <a:buClr>
                <a:schemeClr val="accent1"/>
              </a:buClr>
              <a:buSzPct val="85000"/>
              <a:buFont typeface="Wingdings" panose="05000000000000000000" pitchFamily="2" charset="2"/>
              <a:buNone/>
              <a:defRPr/>
            </a:pPr>
            <a:r>
              <a:rPr kumimoji="0" lang="en-US" altLang="zh-CN" sz="28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(3) </a:t>
            </a:r>
            <a:r>
              <a:rPr kumimoji="0" lang="zh-CN" altLang="en-US" sz="28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根据事务类型选取一条动作路径。</a:t>
            </a:r>
            <a:endParaRPr kumimoji="0" lang="zh-CN" altLang="en-US" sz="28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273050" marR="0" lvl="1" indent="-273050" algn="l" defTabSz="914400" rtl="0" eaLnBrk="1" fontAlgn="base" latinLnBrk="0" hangingPunct="1">
              <a:lnSpc>
                <a:spcPct val="90000"/>
              </a:lnSpc>
              <a:spcBef>
                <a:spcPct val="20000"/>
              </a:spcBef>
              <a:spcAft>
                <a:spcPct val="0"/>
              </a:spcAft>
              <a:buClr>
                <a:srgbClr val="0BD0D9"/>
              </a:buClr>
              <a:buSzPct val="95000"/>
              <a:buFont typeface="Wingdings" panose="05000000000000000000" pitchFamily="2" charset="2"/>
              <a:buChar char="p"/>
              <a:tabLst>
                <a:tab pos="457200" algn="l"/>
              </a:tabLst>
              <a:defRPr/>
            </a:pPr>
            <a:endParaRPr kumimoji="0" lang="zh-CN" altLang="en-US" sz="2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365125" marR="0" lvl="0" indent="-255270" algn="l" defTabSz="914400" rtl="0" eaLnBrk="1" fontAlgn="auto" latinLnBrk="0" hangingPunct="1">
              <a:lnSpc>
                <a:spcPct val="90000"/>
              </a:lnSpc>
              <a:spcBef>
                <a:spcPct val="20000"/>
              </a:spcBef>
              <a:spcAft>
                <a:spcPts val="0"/>
              </a:spcAft>
              <a:buClr>
                <a:srgbClr val="0BD0D9"/>
              </a:buClr>
              <a:buSzPct val="95000"/>
              <a:buFont typeface="Wingdings 3" panose="05040102010807070707"/>
              <a:buChar char=""/>
              <a:defRPr/>
            </a:pPr>
            <a:endParaRPr kumimoji="0" lang="zh-CN" altLang="en-US" sz="2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p:txBody>
      </p:sp>
      <p:sp>
        <p:nvSpPr>
          <p:cNvPr id="102403" name="Rectangle 2"/>
          <p:cNvSpPr>
            <a:spLocks noGrp="1" noRot="1"/>
          </p:cNvSpPr>
          <p:nvPr>
            <p:ph type="title"/>
          </p:nvPr>
        </p:nvSpPr>
        <p:spPr>
          <a:xfrm>
            <a:off x="322263" y="260350"/>
            <a:ext cx="8516937" cy="1141413"/>
          </a:xfrm>
          <a:ln/>
        </p:spPr>
        <p:txBody>
          <a:bodyPr vert="horz" wrap="square" lIns="0" tIns="45610" rIns="0" bIns="0" anchor="b" anchorCtr="0"/>
          <a:p>
            <a:pPr>
              <a:lnSpc>
                <a:spcPts val="4000"/>
              </a:lnSpc>
            </a:pPr>
            <a:r>
              <a:rPr lang="zh-CN" altLang="en-US" b="1" dirty="0">
                <a:latin typeface="微软雅黑" panose="020B0503020204020204" pitchFamily="34" charset="-122"/>
                <a:ea typeface="微软雅黑" panose="020B0503020204020204" pitchFamily="34" charset="-122"/>
              </a:rPr>
              <a:t>两种数据流类型</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事务型</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内容占位符 1"/>
          <p:cNvSpPr>
            <a:spLocks noGrp="1"/>
          </p:cNvSpPr>
          <p:nvPr>
            <p:ph idx="1"/>
          </p:nvPr>
        </p:nvSpPr>
        <p:spPr>
          <a:ln/>
        </p:spPr>
        <p:txBody>
          <a:bodyPr vert="horz" wrap="square" lIns="91221" tIns="45610" rIns="91221" bIns="45610" anchor="t" anchorCtr="0"/>
          <a:p>
            <a:pPr eaLnBrk="1" hangingPunct="1"/>
            <a:endParaRPr lang="zh-CN" altLang="en-US" dirty="0"/>
          </a:p>
        </p:txBody>
      </p:sp>
      <p:sp>
        <p:nvSpPr>
          <p:cNvPr id="103427" name="标题 2"/>
          <p:cNvSpPr>
            <a:spLocks noGrp="1"/>
          </p:cNvSpPr>
          <p:nvPr>
            <p:ph type="title"/>
          </p:nvPr>
        </p:nvSpPr>
        <p:spPr>
          <a:ln/>
        </p:spPr>
        <p:txBody>
          <a:bodyPr vert="horz" wrap="square" lIns="0" tIns="45610" rIns="0" bIns="0" anchor="b" anchorCtr="0"/>
          <a:p>
            <a:pPr eaLnBrk="1" hangingPunct="1"/>
            <a:endParaRPr lang="zh-CN" altLang="en-US" dirty="0"/>
          </a:p>
        </p:txBody>
      </p:sp>
      <p:pic>
        <p:nvPicPr>
          <p:cNvPr id="4" name="Picture 5"/>
          <p:cNvPicPr>
            <a:picLocks noChangeAspect="1"/>
          </p:cNvPicPr>
          <p:nvPr/>
        </p:nvPicPr>
        <p:blipFill>
          <a:blip r:embed="rId1"/>
          <a:stretch>
            <a:fillRect/>
          </a:stretch>
        </p:blipFill>
        <p:spPr>
          <a:xfrm>
            <a:off x="896938" y="1409700"/>
            <a:ext cx="7037387" cy="4419600"/>
          </a:xfrm>
          <a:prstGeom prst="rect">
            <a:avLst/>
          </a:prstGeom>
          <a:noFill/>
          <a:ln w="9525">
            <a:noFill/>
          </a:ln>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nodeType="clickEffect">
                                  <p:stCondLst>
                                    <p:cond delay="0"/>
                                  </p:stCondLst>
                                  <p:childTnLst>
                                    <p:animEffect transition="out" filter="blinds(horizontal)">
                                      <p:cBhvr>
                                        <p:cTn id="11" dur="500"/>
                                        <p:tgtEl>
                                          <p:spTgt spid="4"/>
                                        </p:tgtEl>
                                      </p:cBhvr>
                                    </p:animEffect>
                                    <p:set>
                                      <p:cBhvr>
                                        <p:cTn id="12"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3"/>
          <p:cNvSpPr>
            <a:spLocks noGrp="1" noRot="1" noChangeArrowheads="1"/>
          </p:cNvSpPr>
          <p:nvPr>
            <p:ph idx="1"/>
          </p:nvPr>
        </p:nvSpPr>
        <p:spPr>
          <a:xfrm>
            <a:off x="455613" y="2136775"/>
            <a:ext cx="8207375" cy="4381500"/>
          </a:xfrm>
        </p:spPr>
        <p:txBody>
          <a:bodyPr vert="horz" wrap="square" lIns="91221" tIns="45610" rIns="91221" bIns="45610" numCol="1" anchor="t" anchorCtr="0" compatLnSpc="1"/>
          <a:lstStyle/>
          <a:p>
            <a:pPr marL="273050" marR="0" lvl="1" indent="-273050" algn="l" defTabSz="914400" rtl="0" eaLnBrk="1" fontAlgn="base" latinLnBrk="0" hangingPunct="1">
              <a:lnSpc>
                <a:spcPct val="15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2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变换分析是一系列设计步骤的总称，经过这些步骤把具有变换流特点的数据流图映射成为一个预定义的程序结构模板</a:t>
            </a:r>
            <a:r>
              <a:rPr kumimoji="1" lang="zh-CN" altLang="en-US" sz="28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a:t>
            </a:r>
            <a:endParaRPr kumimoji="1" lang="en-US" altLang="zh-CN" sz="28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273050" marR="0" lvl="1" indent="-273050" algn="l" defTabSz="914400" rtl="0" eaLnBrk="1" fontAlgn="base" latinLnBrk="0" hangingPunct="1">
              <a:lnSpc>
                <a:spcPct val="15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28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变换分析的步骤：</a:t>
            </a:r>
            <a:endParaRPr kumimoji="1" lang="zh-CN" altLang="en-US" sz="2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638175" marR="0" lvl="1" indent="-246380" algn="l" defTabSz="914400" rtl="0" eaLnBrk="1" fontAlgn="base" latinLnBrk="0" hangingPunct="1">
              <a:lnSpc>
                <a:spcPct val="150000"/>
              </a:lnSpc>
              <a:spcBef>
                <a:spcPct val="20000"/>
              </a:spcBef>
              <a:spcAft>
                <a:spcPct val="0"/>
              </a:spcAft>
              <a:buClr>
                <a:schemeClr val="accent1"/>
              </a:buClr>
              <a:buSzPct val="85000"/>
              <a:buFont typeface="Wingdings" panose="05000000000000000000" pitchFamily="2" charset="2"/>
              <a:buChar char="ü"/>
              <a:defRPr/>
            </a:pPr>
            <a:r>
              <a:rPr kumimoji="0" lang="en-US" altLang="zh-CN" sz="20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1. </a:t>
            </a:r>
            <a:r>
              <a:rPr kumimoji="0" lang="zh-CN" altLang="en-US" sz="20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对</a:t>
            </a:r>
            <a:r>
              <a:rPr kumimoji="0" lang="en-US" altLang="zh-CN" sz="20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DFD </a:t>
            </a:r>
            <a:r>
              <a:rPr kumimoji="0" lang="zh-CN" altLang="en-US" sz="20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图的分析和划分</a:t>
            </a:r>
            <a:endParaRPr kumimoji="0" lang="zh-CN" altLang="en-US" sz="20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638175" marR="0" lvl="1" indent="-246380" algn="l" defTabSz="914400" rtl="0" eaLnBrk="1" fontAlgn="base" latinLnBrk="0" hangingPunct="1">
              <a:lnSpc>
                <a:spcPct val="150000"/>
              </a:lnSpc>
              <a:spcBef>
                <a:spcPct val="20000"/>
              </a:spcBef>
              <a:spcAft>
                <a:spcPct val="0"/>
              </a:spcAft>
              <a:buClr>
                <a:schemeClr val="accent1"/>
              </a:buClr>
              <a:buSzPct val="85000"/>
              <a:buFont typeface="Wingdings" panose="05000000000000000000" pitchFamily="2" charset="2"/>
              <a:buChar char="ü"/>
              <a:defRPr/>
            </a:pPr>
            <a:r>
              <a:rPr kumimoji="0" lang="en-US" altLang="zh-CN" sz="20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2. </a:t>
            </a:r>
            <a:r>
              <a:rPr kumimoji="0" lang="zh-CN" altLang="en-US" sz="20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进行第一级分解，设计顶层和第一层模块</a:t>
            </a:r>
            <a:endParaRPr kumimoji="0" lang="zh-CN" altLang="en-US" sz="20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638175" marR="0" lvl="1" indent="-246380" algn="l" defTabSz="914400" rtl="0" eaLnBrk="1" fontAlgn="base" latinLnBrk="0" hangingPunct="1">
              <a:lnSpc>
                <a:spcPct val="150000"/>
              </a:lnSpc>
              <a:spcBef>
                <a:spcPct val="20000"/>
              </a:spcBef>
              <a:spcAft>
                <a:spcPct val="0"/>
              </a:spcAft>
              <a:buClr>
                <a:schemeClr val="accent1"/>
              </a:buClr>
              <a:buSzPct val="85000"/>
              <a:buFont typeface="Wingdings" panose="05000000000000000000" pitchFamily="2" charset="2"/>
              <a:buChar char="ü"/>
              <a:defRPr/>
            </a:pPr>
            <a:r>
              <a:rPr kumimoji="0" lang="en-US" altLang="zh-CN" sz="20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3. </a:t>
            </a:r>
            <a:r>
              <a:rPr kumimoji="0" lang="zh-CN" altLang="en-US" sz="20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第二级分解，设计中、下层模块</a:t>
            </a:r>
            <a:endParaRPr kumimoji="0" lang="zh-CN" altLang="en-US" sz="20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273050" marR="0" lvl="0" indent="-27305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Char char=""/>
              <a:defRPr/>
            </a:pPr>
            <a:endParaRPr kumimoji="0" lang="zh-CN" altLang="en-US" sz="26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endParaRPr>
          </a:p>
        </p:txBody>
      </p:sp>
      <p:sp>
        <p:nvSpPr>
          <p:cNvPr id="104451" name="Rectangle 2"/>
          <p:cNvSpPr>
            <a:spLocks noGrp="1" noRot="1"/>
          </p:cNvSpPr>
          <p:nvPr>
            <p:ph type="title"/>
          </p:nvPr>
        </p:nvSpPr>
        <p:spPr>
          <a:xfrm>
            <a:off x="455613" y="327025"/>
            <a:ext cx="8207375" cy="1582738"/>
          </a:xfrm>
          <a:ln/>
        </p:spPr>
        <p:txBody>
          <a:bodyPr vert="horz" wrap="square" lIns="0" tIns="45610" rIns="0" bIns="0" anchor="b" anchorCtr="0"/>
          <a:p>
            <a:pPr>
              <a:buNone/>
            </a:pPr>
            <a:r>
              <a:rPr lang="zh-CN" altLang="en-US" b="1" dirty="0">
                <a:latin typeface="微软雅黑" panose="020B0503020204020204" pitchFamily="34" charset="-122"/>
                <a:ea typeface="微软雅黑" panose="020B0503020204020204" pitchFamily="34" charset="-122"/>
              </a:rPr>
              <a:t>变换型数据流对应的设计：变换</a:t>
            </a:r>
            <a:r>
              <a:rPr lang="zh-CN" altLang="en-US" b="1" dirty="0">
                <a:latin typeface="微软雅黑" panose="020B0503020204020204" pitchFamily="34" charset="-122"/>
                <a:ea typeface="微软雅黑" panose="020B0503020204020204" pitchFamily="34" charset="-122"/>
              </a:rPr>
              <a:t>分析</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4" name="内容占位符 1"/>
          <p:cNvSpPr>
            <a:spLocks noGrp="1"/>
          </p:cNvSpPr>
          <p:nvPr>
            <p:ph idx="1"/>
          </p:nvPr>
        </p:nvSpPr>
        <p:spPr>
          <a:ln/>
        </p:spPr>
        <p:txBody>
          <a:bodyPr vert="horz" wrap="square" lIns="91221" tIns="45610" rIns="91221" bIns="45610" anchor="t" anchorCtr="0"/>
          <a:p>
            <a:pPr eaLnBrk="1" hangingPunct="1"/>
            <a:endParaRPr lang="zh-CN" altLang="en-US" dirty="0"/>
          </a:p>
        </p:txBody>
      </p:sp>
      <p:pic>
        <p:nvPicPr>
          <p:cNvPr id="4" name="Picture 4"/>
          <p:cNvPicPr>
            <a:picLocks noChangeAspect="1"/>
          </p:cNvPicPr>
          <p:nvPr/>
        </p:nvPicPr>
        <p:blipFill>
          <a:blip r:embed="rId1"/>
          <a:stretch>
            <a:fillRect/>
          </a:stretch>
        </p:blipFill>
        <p:spPr>
          <a:xfrm>
            <a:off x="715963" y="2074863"/>
            <a:ext cx="7686675" cy="3395662"/>
          </a:xfrm>
          <a:prstGeom prst="rect">
            <a:avLst/>
          </a:prstGeom>
          <a:noFill/>
          <a:ln w="9525">
            <a:noFill/>
          </a:ln>
        </p:spPr>
      </p:pic>
      <p:sp>
        <p:nvSpPr>
          <p:cNvPr id="51204" name="Rectangle 2"/>
          <p:cNvSpPr txBox="1">
            <a:spLocks noRot="1" noChangeArrowheads="1"/>
          </p:cNvSpPr>
          <p:nvPr/>
        </p:nvSpPr>
        <p:spPr bwMode="auto">
          <a:xfrm>
            <a:off x="455613" y="344488"/>
            <a:ext cx="8207375"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45610" rIns="0" bIns="0" anchor="b"/>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marL="0" marR="0" lvl="0" indent="0" algn="l" defTabSz="914400" rtl="0" eaLnBrk="0" fontAlgn="base" latinLnBrk="0" hangingPunct="0">
              <a:lnSpc>
                <a:spcPts val="5400"/>
              </a:lnSpc>
              <a:spcBef>
                <a:spcPct val="0"/>
              </a:spcBef>
              <a:spcAft>
                <a:spcPct val="0"/>
              </a:spcAft>
              <a:buClrTx/>
              <a:buSzTx/>
              <a:buFont typeface="Wingdings" panose="05000000000000000000" pitchFamily="2" charset="2"/>
              <a:buNone/>
              <a:defRPr/>
            </a:pPr>
            <a:r>
              <a:rPr kumimoji="1" lang="zh-CN" altLang="en-US" sz="5000" b="1" i="0" u="none" strike="noStrike" kern="1200" cap="none" spc="0" normalizeH="0" baseline="0" noProof="0" dirty="0">
                <a:ln>
                  <a:noFill/>
                </a:ln>
                <a:solidFill>
                  <a:schemeClr val="tx2"/>
                </a:solidFill>
                <a:effectLst/>
                <a:uLnTx/>
                <a:uFillTx/>
                <a:latin typeface="+mj-lt"/>
                <a:ea typeface="+mj-ea"/>
                <a:cs typeface="+mj-cs"/>
              </a:rPr>
              <a:t>一个例子</a:t>
            </a:r>
            <a:endParaRPr kumimoji="1" lang="zh-CN" altLang="en-US" sz="5000" b="1" i="0" u="none" strike="noStrike" kern="1200" cap="none" spc="0" normalizeH="0" baseline="0" noProof="0" dirty="0">
              <a:ln>
                <a:noFill/>
              </a:ln>
              <a:solidFill>
                <a:schemeClr val="tx2"/>
              </a:solidFill>
              <a:effectLst/>
              <a:uLnTx/>
              <a:uFillTx/>
              <a:latin typeface="+mj-lt"/>
              <a:ea typeface="+mj-ea"/>
              <a:cs typeface="+mj-cs"/>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Rectangle 3"/>
          <p:cNvSpPr>
            <a:spLocks noGrp="1" noRot="1" noChangeArrowheads="1"/>
          </p:cNvSpPr>
          <p:nvPr>
            <p:ph idx="1"/>
          </p:nvPr>
        </p:nvSpPr>
        <p:spPr>
          <a:xfrm>
            <a:off x="303213" y="1625600"/>
            <a:ext cx="8636000" cy="4886325"/>
          </a:xfrm>
        </p:spPr>
        <p:txBody>
          <a:bodyPr vert="horz" wrap="square" lIns="91221" tIns="45610" rIns="91221" bIns="45610" numCol="1" anchor="t" anchorCtr="0" compatLnSpc="1"/>
          <a:lstStyle/>
          <a:p>
            <a:pPr marL="273050" marR="0" lvl="0" indent="-273050" algn="l" defTabSz="914400" rtl="0" eaLnBrk="1" fontAlgn="base" latinLnBrk="0" hangingPunct="1">
              <a:lnSpc>
                <a:spcPct val="11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32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首先区分输入流、输出流和变换中心</a:t>
            </a:r>
            <a:r>
              <a:rPr kumimoji="1" lang="en-US" altLang="zh-CN" sz="32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3 </a:t>
            </a:r>
            <a:r>
              <a:rPr kumimoji="1" lang="zh-CN" altLang="en-US" sz="32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个部分，标明数据流的边界</a:t>
            </a:r>
            <a:r>
              <a:rPr kumimoji="1" lang="zh-CN" altLang="en-US" sz="32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a:t>
            </a:r>
            <a:endParaRPr kumimoji="1" lang="en-US" altLang="zh-CN" sz="32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273050" marR="0" lvl="0" indent="-273050" algn="l" defTabSz="914400" rtl="0" eaLnBrk="1" fontAlgn="base" latinLnBrk="0" hangingPunct="1">
              <a:lnSpc>
                <a:spcPct val="11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32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从三个</a:t>
            </a:r>
            <a:r>
              <a:rPr kumimoji="1" lang="zh-CN" altLang="en-US" sz="32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方面来考虑：</a:t>
            </a:r>
            <a:endParaRPr kumimoji="1" lang="zh-CN" altLang="en-US" sz="32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638175" marR="0" lvl="1" indent="-246380" algn="l" defTabSz="914400" rtl="0" eaLnBrk="1" fontAlgn="base" latinLnBrk="0" hangingPunct="1">
              <a:lnSpc>
                <a:spcPct val="110000"/>
              </a:lnSpc>
              <a:spcBef>
                <a:spcPct val="20000"/>
              </a:spcBef>
              <a:spcAft>
                <a:spcPct val="0"/>
              </a:spcAft>
              <a:buClr>
                <a:schemeClr val="accent1"/>
              </a:buClr>
              <a:buSzPct val="85000"/>
              <a:buFont typeface="Wingdings" panose="05000000000000000000" pitchFamily="2" charset="2"/>
              <a:buChar char="ü"/>
              <a:defRPr/>
            </a:pPr>
            <a:r>
              <a:rPr kumimoji="0" lang="zh-CN" altLang="en-US" sz="22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多股数据流汇集的地方往往是系统的变换中心部分。</a:t>
            </a:r>
            <a:endParaRPr kumimoji="0" lang="zh-CN" altLang="en-US" sz="22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638175" marR="0" lvl="1" indent="-246380" algn="l" defTabSz="914400" rtl="0" eaLnBrk="1" fontAlgn="base" latinLnBrk="0" hangingPunct="1">
              <a:lnSpc>
                <a:spcPct val="110000"/>
              </a:lnSpc>
              <a:spcBef>
                <a:spcPct val="20000"/>
              </a:spcBef>
              <a:spcAft>
                <a:spcPct val="0"/>
              </a:spcAft>
              <a:buClr>
                <a:schemeClr val="accent1"/>
              </a:buClr>
              <a:buSzPct val="85000"/>
              <a:buFont typeface="Wingdings" panose="05000000000000000000" pitchFamily="2" charset="2"/>
              <a:buChar char="ü"/>
              <a:defRPr/>
            </a:pPr>
            <a:r>
              <a:rPr kumimoji="0" lang="zh-CN" altLang="en-US" sz="22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可以从数据流图的物理输入开始，一步一步向系统中间移动，一直到数据流不再被看成是系统的输入为止，则前一个数据流就是系统的逻辑输入。</a:t>
            </a:r>
            <a:endParaRPr kumimoji="0" lang="zh-CN" altLang="en-US" sz="22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638175" marR="0" lvl="1" indent="-246380" algn="l" defTabSz="914400" rtl="0" eaLnBrk="1" fontAlgn="base" latinLnBrk="0" hangingPunct="1">
              <a:lnSpc>
                <a:spcPct val="110000"/>
              </a:lnSpc>
              <a:spcBef>
                <a:spcPct val="20000"/>
              </a:spcBef>
              <a:spcAft>
                <a:spcPct val="0"/>
              </a:spcAft>
              <a:buClr>
                <a:schemeClr val="accent1"/>
              </a:buClr>
              <a:buSzPct val="85000"/>
              <a:buFont typeface="Wingdings" panose="05000000000000000000" pitchFamily="2" charset="2"/>
              <a:buChar char="ü"/>
              <a:defRPr/>
            </a:pPr>
            <a:r>
              <a:rPr kumimoji="0" lang="zh-CN" altLang="en-US" sz="22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从物理输出端开始，一步一步向系统中间移动，就可以找到离物理输出端最远且仍被看成是系统输出的数据流。</a:t>
            </a:r>
            <a:endParaRPr kumimoji="0" lang="zh-CN" altLang="en-US" sz="22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608330" marR="0" lvl="0" indent="-608330" algn="l" defTabSz="914400" rtl="0" eaLnBrk="1" fontAlgn="base" latinLnBrk="0" hangingPunct="1">
              <a:lnSpc>
                <a:spcPct val="110000"/>
              </a:lnSpc>
              <a:spcBef>
                <a:spcPct val="20000"/>
              </a:spcBef>
              <a:spcAft>
                <a:spcPct val="0"/>
              </a:spcAft>
              <a:buClr>
                <a:srgbClr val="0BD0D9"/>
              </a:buClr>
              <a:buSzPct val="95000"/>
              <a:buFont typeface="Wingdings" panose="05000000000000000000" pitchFamily="2" charset="2"/>
              <a:buAutoNum type="arabicParenBoth"/>
              <a:defRPr/>
            </a:pPr>
            <a:endParaRPr kumimoji="0"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p:txBody>
      </p:sp>
      <p:sp>
        <p:nvSpPr>
          <p:cNvPr id="106499" name="Rectangle 2"/>
          <p:cNvSpPr>
            <a:spLocks noGrp="1" noRot="1"/>
          </p:cNvSpPr>
          <p:nvPr>
            <p:ph type="title"/>
          </p:nvPr>
        </p:nvSpPr>
        <p:spPr>
          <a:xfrm>
            <a:off x="455613" y="327025"/>
            <a:ext cx="8207375" cy="1139825"/>
          </a:xfrm>
          <a:ln/>
        </p:spPr>
        <p:txBody>
          <a:bodyPr vert="horz" wrap="square" lIns="0" tIns="45610" rIns="0" bIns="0" anchor="b" anchorCtr="0"/>
          <a:p>
            <a:pPr eaLnBrk="1" hangingPunct="1">
              <a:lnSpc>
                <a:spcPts val="4000"/>
              </a:lnSpc>
            </a:pP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对</a:t>
            </a:r>
            <a:r>
              <a:rPr lang="en-US" altLang="zh-CN" b="1" dirty="0">
                <a:latin typeface="微软雅黑" panose="020B0503020204020204" pitchFamily="34" charset="-122"/>
                <a:ea typeface="微软雅黑" panose="020B0503020204020204" pitchFamily="34" charset="-122"/>
              </a:rPr>
              <a:t>DFD </a:t>
            </a:r>
            <a:r>
              <a:rPr lang="zh-CN" altLang="en-US" b="1" dirty="0">
                <a:latin typeface="微软雅黑" panose="020B0503020204020204" pitchFamily="34" charset="-122"/>
                <a:ea typeface="微软雅黑" panose="020B0503020204020204" pitchFamily="34" charset="-122"/>
              </a:rPr>
              <a:t>图的分析和划分</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2" name="内容占位符 1"/>
          <p:cNvSpPr>
            <a:spLocks noGrp="1"/>
          </p:cNvSpPr>
          <p:nvPr>
            <p:ph idx="1"/>
          </p:nvPr>
        </p:nvSpPr>
        <p:spPr>
          <a:ln/>
        </p:spPr>
        <p:txBody>
          <a:bodyPr vert="horz" wrap="square" lIns="91221" tIns="45610" rIns="91221" bIns="45610" anchor="t" anchorCtr="0"/>
          <a:p>
            <a:pPr eaLnBrk="1" hangingPunct="1"/>
            <a:endParaRPr lang="zh-CN" altLang="en-US" dirty="0"/>
          </a:p>
        </p:txBody>
      </p:sp>
      <p:sp>
        <p:nvSpPr>
          <p:cNvPr id="107523" name="标题 2"/>
          <p:cNvSpPr>
            <a:spLocks noGrp="1"/>
          </p:cNvSpPr>
          <p:nvPr>
            <p:ph type="title"/>
          </p:nvPr>
        </p:nvSpPr>
        <p:spPr>
          <a:ln/>
        </p:spPr>
        <p:txBody>
          <a:bodyPr vert="horz" wrap="square" lIns="0" tIns="45610" rIns="0" bIns="0" anchor="b" anchorCtr="0"/>
          <a:p>
            <a:pPr eaLnBrk="1" hangingPunct="1"/>
            <a:endParaRPr lang="zh-CN" altLang="en-US" dirty="0"/>
          </a:p>
        </p:txBody>
      </p:sp>
      <p:pic>
        <p:nvPicPr>
          <p:cNvPr id="4" name="Picture 4"/>
          <p:cNvPicPr>
            <a:picLocks noChangeAspect="1"/>
          </p:cNvPicPr>
          <p:nvPr/>
        </p:nvPicPr>
        <p:blipFill>
          <a:blip r:embed="rId1"/>
          <a:stretch>
            <a:fillRect/>
          </a:stretch>
        </p:blipFill>
        <p:spPr>
          <a:xfrm>
            <a:off x="393700" y="1554163"/>
            <a:ext cx="7685088" cy="3395662"/>
          </a:xfrm>
          <a:prstGeom prst="rect">
            <a:avLst/>
          </a:prstGeom>
          <a:noFill/>
          <a:ln w="9525">
            <a:noFill/>
          </a:ln>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6" name="Rectangle 3"/>
          <p:cNvSpPr>
            <a:spLocks noGrp="1" noRot="1"/>
          </p:cNvSpPr>
          <p:nvPr>
            <p:ph idx="1"/>
          </p:nvPr>
        </p:nvSpPr>
        <p:spPr>
          <a:xfrm>
            <a:off x="166688" y="1992313"/>
            <a:ext cx="8772525" cy="4454525"/>
          </a:xfrm>
          <a:ln/>
        </p:spPr>
        <p:txBody>
          <a:bodyPr vert="horz" wrap="square" lIns="91221" tIns="45610" rIns="91221" bIns="45610" anchor="t" anchorCtr="0"/>
          <a:p>
            <a:pPr defTabSz="914400" eaLnBrk="1" hangingPunct="1">
              <a:lnSpc>
                <a:spcPct val="110000"/>
              </a:lnSpc>
              <a:buFont typeface="Wingdings" panose="05000000000000000000" pitchFamily="2" charset="2"/>
              <a:buChar char="p"/>
              <a:tabLst>
                <a:tab pos="457200" algn="l"/>
              </a:tabLst>
            </a:pPr>
            <a:r>
              <a:rPr lang="zh-CN" altLang="en-US" sz="2800" dirty="0"/>
              <a:t>顶层都只有一个用于控制的主模块。</a:t>
            </a:r>
            <a:endParaRPr lang="en-US" altLang="zh-CN" sz="2800" dirty="0"/>
          </a:p>
          <a:p>
            <a:pPr defTabSz="914400" eaLnBrk="1" hangingPunct="1">
              <a:lnSpc>
                <a:spcPct val="110000"/>
              </a:lnSpc>
              <a:buFont typeface="Wingdings" panose="05000000000000000000" pitchFamily="2" charset="2"/>
              <a:buChar char="p"/>
              <a:tabLst>
                <a:tab pos="457200" algn="l"/>
              </a:tabLst>
            </a:pPr>
            <a:r>
              <a:rPr lang="zh-CN" altLang="en-US" sz="2800" dirty="0"/>
              <a:t>第一层一般包括输入、输出和变换</a:t>
            </a:r>
            <a:r>
              <a:rPr lang="en-US" altLang="zh-CN" sz="2800" dirty="0"/>
              <a:t>3 </a:t>
            </a:r>
            <a:r>
              <a:rPr lang="zh-CN" altLang="en-US" sz="2800" dirty="0"/>
              <a:t>个模块</a:t>
            </a:r>
            <a:endParaRPr lang="en-US" altLang="zh-CN" sz="2800" dirty="0"/>
          </a:p>
          <a:p>
            <a:pPr lvl="1" defTabSz="914400" eaLnBrk="1" hangingPunct="1">
              <a:lnSpc>
                <a:spcPct val="110000"/>
              </a:lnSpc>
              <a:buFont typeface="Wingdings" panose="05000000000000000000" pitchFamily="2" charset="2"/>
              <a:buChar char="ü"/>
              <a:tabLst>
                <a:tab pos="457200" algn="l"/>
              </a:tabLst>
            </a:pPr>
            <a:r>
              <a:rPr lang="zh-CN" altLang="en-US" b="1" dirty="0"/>
              <a:t>输入模块</a:t>
            </a:r>
            <a:r>
              <a:rPr lang="zh-CN" altLang="en-US" dirty="0"/>
              <a:t>：其功能是向主模块提供数据；</a:t>
            </a:r>
            <a:endParaRPr lang="en-US" altLang="zh-CN" dirty="0"/>
          </a:p>
          <a:p>
            <a:pPr lvl="1" defTabSz="914400" eaLnBrk="1" hangingPunct="1">
              <a:lnSpc>
                <a:spcPct val="110000"/>
              </a:lnSpc>
              <a:buFont typeface="Wingdings" panose="05000000000000000000" pitchFamily="2" charset="2"/>
              <a:buChar char="ü"/>
              <a:tabLst>
                <a:tab pos="457200" algn="l"/>
              </a:tabLst>
            </a:pPr>
            <a:r>
              <a:rPr lang="zh-CN" altLang="en-US" b="1" dirty="0"/>
              <a:t>输出模块</a:t>
            </a:r>
            <a:r>
              <a:rPr lang="zh-CN" altLang="en-US" dirty="0"/>
              <a:t>：其功能是把主模块提供的数据输出；</a:t>
            </a:r>
            <a:endParaRPr lang="en-US" altLang="zh-CN" dirty="0"/>
          </a:p>
          <a:p>
            <a:pPr lvl="1" defTabSz="914400" eaLnBrk="1" hangingPunct="1">
              <a:lnSpc>
                <a:spcPct val="110000"/>
              </a:lnSpc>
              <a:buFont typeface="Wingdings" panose="05000000000000000000" pitchFamily="2" charset="2"/>
              <a:buChar char="ü"/>
              <a:tabLst>
                <a:tab pos="457200" algn="l"/>
              </a:tabLst>
            </a:pPr>
            <a:r>
              <a:rPr lang="zh-CN" altLang="en-US" b="1" dirty="0"/>
              <a:t>变换模块</a:t>
            </a:r>
            <a:r>
              <a:rPr lang="zh-CN" altLang="en-US" dirty="0"/>
              <a:t>：其功能是把逻辑输入变换成逻辑输出。</a:t>
            </a:r>
            <a:endParaRPr lang="zh-CN" altLang="en-US" sz="1800" dirty="0"/>
          </a:p>
        </p:txBody>
      </p:sp>
      <p:sp>
        <p:nvSpPr>
          <p:cNvPr id="108547" name="Rectangle 2"/>
          <p:cNvSpPr>
            <a:spLocks noGrp="1" noRot="1"/>
          </p:cNvSpPr>
          <p:nvPr>
            <p:ph type="title"/>
          </p:nvPr>
        </p:nvSpPr>
        <p:spPr>
          <a:xfrm>
            <a:off x="455613" y="627063"/>
            <a:ext cx="8207375" cy="1139825"/>
          </a:xfrm>
          <a:ln/>
        </p:spPr>
        <p:txBody>
          <a:bodyPr vert="horz" wrap="square" lIns="0" tIns="45610" rIns="0" bIns="0" anchor="b" anchorCtr="0"/>
          <a:p>
            <a:pPr eaLnBrk="1" hangingPunct="1">
              <a:lnSpc>
                <a:spcPts val="5400"/>
              </a:lnSpc>
            </a:pPr>
            <a:r>
              <a:rPr lang="en-US" altLang="zh-CN" b="1" dirty="0">
                <a:latin typeface="微软雅黑" panose="020B0503020204020204" pitchFamily="34" charset="-122"/>
                <a:ea typeface="微软雅黑" panose="020B0503020204020204" pitchFamily="34" charset="-122"/>
              </a:rPr>
              <a:t>2-</a:t>
            </a:r>
            <a:r>
              <a:rPr lang="zh-CN" altLang="en-US" b="1" dirty="0">
                <a:latin typeface="微软雅黑" panose="020B0503020204020204" pitchFamily="34" charset="-122"/>
                <a:ea typeface="微软雅黑" panose="020B0503020204020204" pitchFamily="34" charset="-122"/>
              </a:rPr>
              <a:t>进行第一级分解，设计顶层和第一层模块</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70" name="标题 2"/>
          <p:cNvSpPr>
            <a:spLocks noGrp="1"/>
          </p:cNvSpPr>
          <p:nvPr>
            <p:ph type="title"/>
          </p:nvPr>
        </p:nvSpPr>
        <p:spPr>
          <a:ln/>
        </p:spPr>
        <p:txBody>
          <a:bodyPr vert="horz" wrap="square" lIns="0" tIns="45610" rIns="0" bIns="0" anchor="b" anchorCtr="0"/>
          <a:p>
            <a:pPr eaLnBrk="1" hangingPunct="1"/>
            <a:endParaRPr lang="zh-CN" altLang="en-US" dirty="0"/>
          </a:p>
        </p:txBody>
      </p:sp>
      <p:pic>
        <p:nvPicPr>
          <p:cNvPr id="109571" name="Picture 4"/>
          <p:cNvPicPr>
            <a:picLocks noChangeAspect="1"/>
          </p:cNvPicPr>
          <p:nvPr/>
        </p:nvPicPr>
        <p:blipFill>
          <a:blip r:embed="rId1"/>
          <a:stretch>
            <a:fillRect/>
          </a:stretch>
        </p:blipFill>
        <p:spPr>
          <a:xfrm>
            <a:off x="742950" y="190500"/>
            <a:ext cx="7683500" cy="3395663"/>
          </a:xfrm>
          <a:prstGeom prst="rect">
            <a:avLst/>
          </a:prstGeom>
          <a:noFill/>
          <a:ln w="9525">
            <a:noFill/>
          </a:ln>
        </p:spPr>
      </p:pic>
      <p:pic>
        <p:nvPicPr>
          <p:cNvPr id="109572" name="Picture 4"/>
          <p:cNvPicPr>
            <a:picLocks noChangeAspect="1"/>
          </p:cNvPicPr>
          <p:nvPr/>
        </p:nvPicPr>
        <p:blipFill>
          <a:blip r:embed="rId2"/>
          <a:stretch>
            <a:fillRect/>
          </a:stretch>
        </p:blipFill>
        <p:spPr>
          <a:xfrm>
            <a:off x="1065213" y="4646613"/>
            <a:ext cx="7038975" cy="2039937"/>
          </a:xfrm>
          <a:prstGeom prst="rect">
            <a:avLst/>
          </a:prstGeom>
          <a:noFill/>
          <a:ln w="9525">
            <a:noFill/>
          </a:ln>
        </p:spPr>
      </p:pic>
      <p:sp>
        <p:nvSpPr>
          <p:cNvPr id="2" name="下箭头 1"/>
          <p:cNvSpPr/>
          <p:nvPr/>
        </p:nvSpPr>
        <p:spPr>
          <a:xfrm>
            <a:off x="3646488" y="3683000"/>
            <a:ext cx="792163" cy="79216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109574" name="TextBox 3"/>
          <p:cNvSpPr txBox="1"/>
          <p:nvPr/>
        </p:nvSpPr>
        <p:spPr>
          <a:xfrm>
            <a:off x="4438650" y="3679825"/>
            <a:ext cx="3529013" cy="830263"/>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r>
              <a:rPr lang="en-US" altLang="zh-CN" sz="2400" b="1" dirty="0">
                <a:solidFill>
                  <a:srgbClr val="FF0000"/>
                </a:solidFill>
                <a:latin typeface="黑体" panose="02010609060101010101" pitchFamily="49" charset="-122"/>
                <a:ea typeface="黑体" panose="02010609060101010101" pitchFamily="49" charset="-122"/>
              </a:rPr>
              <a:t>1</a:t>
            </a:r>
            <a:r>
              <a:rPr lang="zh-CN" altLang="en-US" sz="2400" b="1" dirty="0">
                <a:solidFill>
                  <a:srgbClr val="FF0000"/>
                </a:solidFill>
                <a:latin typeface="黑体" panose="02010609060101010101" pitchFamily="49" charset="-122"/>
                <a:ea typeface="黑体" panose="02010609060101010101" pitchFamily="49" charset="-122"/>
              </a:rPr>
              <a:t>，第一层分解，设计顶层和第一层</a:t>
            </a:r>
            <a:endParaRPr lang="zh-CN" altLang="en-US" sz="2400" b="1" dirty="0">
              <a:solidFill>
                <a:srgbClr val="FF0000"/>
              </a:solidFill>
              <a:latin typeface="黑体" panose="02010609060101010101" pitchFamily="49" charset="-122"/>
              <a:ea typeface="黑体" panose="02010609060101010101" pitchFamily="49" charset="-122"/>
            </a:endParaRPr>
          </a:p>
        </p:txBody>
      </p:sp>
    </p:spTree>
  </p:cSld>
  <p:clrMapOvr>
    <a:masterClrMapping/>
  </p:clrMapOvr>
  <p:transition spd="slow"/>
</p:sld>
</file>

<file path=ppt/slides/slide55.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110594" name="Rectangle 2"/>
          <p:cNvSpPr>
            <a:spLocks noGrp="1" noRot="1"/>
          </p:cNvSpPr>
          <p:nvPr>
            <p:ph type="title"/>
          </p:nvPr>
        </p:nvSpPr>
        <p:spPr>
          <a:ln/>
        </p:spPr>
        <p:txBody>
          <a:bodyPr vert="horz" wrap="square" lIns="0" tIns="45610" rIns="0" bIns="0" anchor="b" anchorCtr="0"/>
          <a:p>
            <a:pPr eaLnBrk="1" hangingPunct="1">
              <a:lnSpc>
                <a:spcPts val="5400"/>
              </a:lnSpc>
            </a:pPr>
            <a:r>
              <a:rPr lang="en-US" altLang="zh-CN" b="1" dirty="0">
                <a:latin typeface="微软雅黑" panose="020B0503020204020204" pitchFamily="34" charset="-122"/>
                <a:ea typeface="微软雅黑" panose="020B0503020204020204" pitchFamily="34" charset="-122"/>
              </a:rPr>
              <a:t>3-</a:t>
            </a:r>
            <a:r>
              <a:rPr lang="zh-CN" altLang="en-US" b="1" dirty="0">
                <a:latin typeface="微软雅黑" panose="020B0503020204020204" pitchFamily="34" charset="-122"/>
                <a:ea typeface="微软雅黑" panose="020B0503020204020204" pitchFamily="34" charset="-122"/>
              </a:rPr>
              <a:t>第二级分解，设计中、下层模块</a:t>
            </a:r>
            <a:endParaRPr lang="zh-CN" altLang="en-US" b="1" dirty="0">
              <a:latin typeface="微软雅黑" panose="020B0503020204020204" pitchFamily="34" charset="-122"/>
              <a:ea typeface="微软雅黑" panose="020B0503020204020204" pitchFamily="34" charset="-122"/>
            </a:endParaRPr>
          </a:p>
        </p:txBody>
      </p:sp>
      <p:sp>
        <p:nvSpPr>
          <p:cNvPr id="30722" name="Rectangle 3"/>
          <p:cNvSpPr>
            <a:spLocks noGrp="1" noRot="1" noChangeArrowheads="1"/>
          </p:cNvSpPr>
          <p:nvPr>
            <p:ph idx="1"/>
          </p:nvPr>
        </p:nvSpPr>
        <p:spPr/>
        <p:txBody>
          <a:bodyPr vert="horz" wrap="square" lIns="91221" tIns="45610" rIns="91221" bIns="45610" numCol="1" anchor="t" anchorCtr="0" compatLnSpc="1"/>
          <a:lstStyle/>
          <a:p>
            <a:pPr marL="273050" marR="0" lvl="0" indent="-273050" algn="l" defTabSz="914400" rtl="0" eaLnBrk="1" fontAlgn="base" latinLnBrk="0" hangingPunct="1">
              <a:lnSpc>
                <a:spcPct val="11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0" lang="zh-CN" altLang="en-US" sz="2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第二级分解就是把数据流图中的</a:t>
            </a:r>
            <a:r>
              <a:rPr kumimoji="0" lang="zh-CN" altLang="en-US" sz="2800" b="1"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每个</a:t>
            </a:r>
            <a:r>
              <a:rPr kumimoji="0" lang="zh-CN" altLang="en-US" sz="2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加工</a:t>
            </a:r>
            <a:r>
              <a:rPr kumimoji="0" lang="zh-CN" altLang="en-US" sz="2800" b="1"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映射</a:t>
            </a:r>
            <a:r>
              <a:rPr kumimoji="0" lang="zh-CN" altLang="en-US" sz="2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成软件结构中的一个适当的模块。</a:t>
            </a:r>
            <a:endParaRPr kumimoji="0" lang="zh-CN" altLang="en-US" sz="2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273050" marR="0" lvl="0" indent="-273050" algn="l" defTabSz="914400" rtl="0" eaLnBrk="1" fontAlgn="base" latinLnBrk="0" hangingPunct="1">
              <a:lnSpc>
                <a:spcPct val="11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0" lang="zh-CN" altLang="en-US" sz="2800" b="1"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具体过程：</a:t>
            </a:r>
            <a:endParaRPr kumimoji="0" lang="en-US" altLang="zh-CN" sz="2800" b="1"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638175" marR="0" lvl="1" indent="-246380" algn="l" defTabSz="914400" rtl="0" eaLnBrk="1" fontAlgn="base" latinLnBrk="0" hangingPunct="1">
              <a:lnSpc>
                <a:spcPct val="110000"/>
              </a:lnSpc>
              <a:spcBef>
                <a:spcPct val="20000"/>
              </a:spcBef>
              <a:spcAft>
                <a:spcPct val="0"/>
              </a:spcAft>
              <a:buClr>
                <a:schemeClr val="accent1"/>
              </a:buClr>
              <a:buSzPct val="85000"/>
              <a:buFont typeface="Wingdings" panose="05000000000000000000" pitchFamily="2" charset="2"/>
              <a:buChar char="ü"/>
              <a:tabLst>
                <a:tab pos="457200" algn="l"/>
              </a:tabLst>
              <a:defRPr/>
            </a:pPr>
            <a:r>
              <a:rPr kumimoji="0" lang="en-US" altLang="zh-CN" sz="2400" b="1"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1</a:t>
            </a:r>
            <a:r>
              <a:rPr kumimoji="0" lang="zh-CN" altLang="en-US" sz="2400" b="1"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，从</a:t>
            </a:r>
            <a:r>
              <a:rPr kumimoji="0"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变换中心的边界</a:t>
            </a:r>
            <a:r>
              <a:rPr kumimoji="0" lang="zh-CN" altLang="en-US" sz="2400" b="1"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开始，逆</a:t>
            </a:r>
            <a:r>
              <a:rPr kumimoji="0"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着</a:t>
            </a:r>
            <a:r>
              <a:rPr kumimoji="0" lang="zh-CN" altLang="en-US" sz="2400" b="1" i="0" u="none" strike="noStrike" kern="1200" cap="none" spc="0" normalizeH="0" baseline="0" noProof="0" dirty="0">
                <a:ln>
                  <a:noFill/>
                </a:ln>
                <a:solidFill>
                  <a:srgbClr val="FF0000"/>
                </a:solidFill>
                <a:effectLst/>
                <a:uLnTx/>
                <a:uFillTx/>
                <a:latin typeface="+mn-lt"/>
                <a:ea typeface="宋体" panose="02010600030101010101" pitchFamily="2" charset="-122"/>
                <a:cs typeface="+mn-cs"/>
              </a:rPr>
              <a:t>输入通路</a:t>
            </a:r>
            <a:r>
              <a:rPr kumimoji="0"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向外移动，把输入通路中</a:t>
            </a:r>
            <a:r>
              <a:rPr kumimoji="0" lang="zh-CN" altLang="en-US" sz="2400" b="1" i="0" u="none" strike="noStrike" kern="1200" cap="none" spc="0" normalizeH="0" baseline="0" noProof="0" dirty="0" smtClean="0">
                <a:ln>
                  <a:noFill/>
                </a:ln>
                <a:solidFill>
                  <a:srgbClr val="FF0000"/>
                </a:solidFill>
                <a:effectLst/>
                <a:uLnTx/>
                <a:uFillTx/>
                <a:latin typeface="+mn-lt"/>
                <a:ea typeface="宋体" panose="02010600030101010101" pitchFamily="2" charset="-122"/>
                <a:cs typeface="+mn-cs"/>
              </a:rPr>
              <a:t>每个加工</a:t>
            </a:r>
            <a:r>
              <a:rPr kumimoji="0" lang="zh-CN" altLang="en-US" sz="2400" b="1"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映射</a:t>
            </a:r>
            <a:r>
              <a:rPr kumimoji="0"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成软件结构</a:t>
            </a:r>
            <a:r>
              <a:rPr kumimoji="0" lang="zh-CN" altLang="en-US" sz="2400" b="1"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中</a:t>
            </a:r>
            <a:r>
              <a:rPr kumimoji="0" lang="zh-CN" altLang="en-US" sz="2400" b="1" i="0" u="none" strike="noStrike" kern="1200" cap="none" spc="0" normalizeH="0" baseline="0" noProof="0" dirty="0" smtClean="0">
                <a:ln>
                  <a:noFill/>
                </a:ln>
                <a:solidFill>
                  <a:srgbClr val="FF0000"/>
                </a:solidFill>
                <a:effectLst/>
                <a:uLnTx/>
                <a:uFillTx/>
                <a:latin typeface="+mn-lt"/>
                <a:ea typeface="宋体" panose="02010600030101010101" pitchFamily="2" charset="-122"/>
                <a:cs typeface="+mn-cs"/>
              </a:rPr>
              <a:t>输入模块</a:t>
            </a:r>
            <a:r>
              <a:rPr kumimoji="0" lang="zh-CN" altLang="en-US" sz="2400" b="1"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控制</a:t>
            </a:r>
            <a:r>
              <a:rPr kumimoji="0"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下的一个低层次模块</a:t>
            </a:r>
            <a:r>
              <a:rPr kumimoji="0" lang="zh-CN" altLang="en-US" sz="2400" b="1"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a:t>
            </a:r>
            <a:endParaRPr kumimoji="0" lang="en-US" altLang="zh-CN" sz="2400" b="1"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638175" marR="0" lvl="1" indent="-246380" algn="l" defTabSz="914400" rtl="0" eaLnBrk="1" fontAlgn="base" latinLnBrk="0" hangingPunct="1">
              <a:lnSpc>
                <a:spcPct val="110000"/>
              </a:lnSpc>
              <a:spcBef>
                <a:spcPct val="20000"/>
              </a:spcBef>
              <a:spcAft>
                <a:spcPct val="0"/>
              </a:spcAft>
              <a:buClr>
                <a:schemeClr val="accent1"/>
              </a:buClr>
              <a:buSzPct val="85000"/>
              <a:buFont typeface="Wingdings" panose="05000000000000000000" pitchFamily="2" charset="2"/>
              <a:buChar char="ü"/>
              <a:tabLst>
                <a:tab pos="457200" algn="l"/>
              </a:tabLst>
              <a:defRPr/>
            </a:pPr>
            <a:r>
              <a:rPr kumimoji="0" lang="en-US" altLang="zh-CN" sz="2400" b="1"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2</a:t>
            </a:r>
            <a:r>
              <a:rPr kumimoji="0" lang="zh-CN" altLang="en-US" sz="2400" b="1"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，然后</a:t>
            </a:r>
            <a:r>
              <a:rPr kumimoji="0"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沿</a:t>
            </a:r>
            <a:r>
              <a:rPr kumimoji="0" lang="zh-CN" altLang="en-US" sz="2400" b="1" i="0" u="none" strike="noStrike" kern="1200" cap="none" spc="0" normalizeH="0" baseline="0" noProof="0" dirty="0">
                <a:ln>
                  <a:noFill/>
                </a:ln>
                <a:solidFill>
                  <a:srgbClr val="FF0000"/>
                </a:solidFill>
                <a:effectLst/>
                <a:uLnTx/>
                <a:uFillTx/>
                <a:latin typeface="+mn-lt"/>
                <a:ea typeface="宋体" panose="02010600030101010101" pitchFamily="2" charset="-122"/>
                <a:cs typeface="+mn-cs"/>
              </a:rPr>
              <a:t>输出通路</a:t>
            </a:r>
            <a:r>
              <a:rPr kumimoji="0"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向外移动，把</a:t>
            </a:r>
            <a:r>
              <a:rPr kumimoji="0" lang="zh-CN" altLang="en-US" sz="2400" b="1" i="0" u="none" strike="noStrike" kern="1200" cap="none" spc="0" normalizeH="0" baseline="0" noProof="0" dirty="0">
                <a:ln>
                  <a:noFill/>
                </a:ln>
                <a:solidFill>
                  <a:srgbClr val="FF0000"/>
                </a:solidFill>
                <a:effectLst/>
                <a:uLnTx/>
                <a:uFillTx/>
                <a:latin typeface="+mn-lt"/>
                <a:ea typeface="宋体" panose="02010600030101010101" pitchFamily="2" charset="-122"/>
                <a:cs typeface="+mn-cs"/>
              </a:rPr>
              <a:t>输出通路中</a:t>
            </a:r>
            <a:r>
              <a:rPr kumimoji="0" lang="zh-CN" altLang="en-US" sz="2400" b="1" i="0" u="none" strike="noStrike" kern="1200" cap="none" spc="0" normalizeH="0" baseline="0" noProof="0" dirty="0" smtClean="0">
                <a:ln>
                  <a:noFill/>
                </a:ln>
                <a:solidFill>
                  <a:srgbClr val="FF0000"/>
                </a:solidFill>
                <a:effectLst/>
                <a:uLnTx/>
                <a:uFillTx/>
                <a:latin typeface="+mn-lt"/>
                <a:ea typeface="宋体" panose="02010600030101010101" pitchFamily="2" charset="-122"/>
                <a:cs typeface="+mn-cs"/>
              </a:rPr>
              <a:t>每个加工</a:t>
            </a:r>
            <a:r>
              <a:rPr kumimoji="0" lang="zh-CN" altLang="en-US" sz="2400" b="1"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映射</a:t>
            </a:r>
            <a:r>
              <a:rPr kumimoji="0"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成直接或间</a:t>
            </a:r>
            <a:r>
              <a:rPr kumimoji="0" lang="zh-CN" altLang="en-US" sz="2400" b="1"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接受</a:t>
            </a:r>
            <a:r>
              <a:rPr kumimoji="0" lang="zh-CN" altLang="en-US" sz="2400" b="1" i="0" u="none" strike="noStrike" kern="1200" cap="none" spc="0" normalizeH="0" baseline="0" noProof="0" dirty="0" smtClean="0">
                <a:ln>
                  <a:noFill/>
                </a:ln>
                <a:solidFill>
                  <a:srgbClr val="FF0000"/>
                </a:solidFill>
                <a:effectLst/>
                <a:uLnTx/>
                <a:uFillTx/>
                <a:latin typeface="+mn-lt"/>
                <a:ea typeface="宋体" panose="02010600030101010101" pitchFamily="2" charset="-122"/>
                <a:cs typeface="+mn-cs"/>
              </a:rPr>
              <a:t>输出模块</a:t>
            </a:r>
            <a:r>
              <a:rPr kumimoji="0" lang="zh-CN" altLang="en-US" sz="2400" b="1"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控制</a:t>
            </a:r>
            <a:r>
              <a:rPr kumimoji="0"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的一个低层次模块</a:t>
            </a:r>
            <a:r>
              <a:rPr kumimoji="0" lang="zh-CN" altLang="en-US" sz="2400" b="1"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a:t>
            </a:r>
            <a:endParaRPr kumimoji="0" lang="en-US" altLang="zh-CN" sz="2400" b="1"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638175" marR="0" lvl="1" indent="-246380" algn="l" defTabSz="914400" rtl="0" eaLnBrk="1" fontAlgn="base" latinLnBrk="0" hangingPunct="1">
              <a:lnSpc>
                <a:spcPct val="110000"/>
              </a:lnSpc>
              <a:spcBef>
                <a:spcPct val="20000"/>
              </a:spcBef>
              <a:spcAft>
                <a:spcPct val="0"/>
              </a:spcAft>
              <a:buClr>
                <a:schemeClr val="accent1"/>
              </a:buClr>
              <a:buSzPct val="85000"/>
              <a:buFont typeface="Wingdings" panose="05000000000000000000" pitchFamily="2" charset="2"/>
              <a:buChar char="ü"/>
              <a:tabLst>
                <a:tab pos="457200" algn="l"/>
              </a:tabLst>
              <a:defRPr/>
            </a:pPr>
            <a:r>
              <a:rPr kumimoji="0" lang="en-US" altLang="zh-CN" sz="2400" b="1"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3</a:t>
            </a:r>
            <a:r>
              <a:rPr kumimoji="0" lang="zh-CN" altLang="en-US" sz="2400" b="1"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，最后</a:t>
            </a:r>
            <a:r>
              <a:rPr kumimoji="0"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把变换中心内的每个处理映射成</a:t>
            </a:r>
            <a:r>
              <a:rPr kumimoji="0" lang="zh-CN" altLang="en-US" sz="2400" b="1"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受</a:t>
            </a:r>
            <a:r>
              <a:rPr kumimoji="0" lang="zh-CN" altLang="en-US" sz="2400" b="1" i="0" u="none" strike="noStrike" kern="1200" cap="none" spc="0" normalizeH="0" baseline="0" noProof="0" dirty="0" smtClean="0">
                <a:ln>
                  <a:noFill/>
                </a:ln>
                <a:solidFill>
                  <a:srgbClr val="FF0000"/>
                </a:solidFill>
                <a:effectLst/>
                <a:uLnTx/>
                <a:uFillTx/>
                <a:latin typeface="+mn-lt"/>
                <a:ea typeface="宋体" panose="02010600030101010101" pitchFamily="2" charset="-122"/>
                <a:cs typeface="+mn-cs"/>
              </a:rPr>
              <a:t>变换模块</a:t>
            </a:r>
            <a:r>
              <a:rPr kumimoji="0" lang="zh-CN" altLang="en-US" sz="2400" b="1"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控制</a:t>
            </a:r>
            <a:r>
              <a:rPr kumimoji="0"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的一个模块</a:t>
            </a:r>
            <a:r>
              <a:rPr kumimoji="0" lang="zh-CN" altLang="en-US" sz="2400" b="0" i="0" u="none" strike="noStrike" kern="1200" cap="none" spc="0" normalizeH="0" baseline="0" noProof="0" dirty="0">
                <a:ln>
                  <a:noFill/>
                </a:ln>
                <a:solidFill>
                  <a:schemeClr val="tx1"/>
                </a:solidFill>
                <a:effectLst/>
                <a:uLnTx/>
                <a:uFillTx/>
                <a:latin typeface="+mn-ea"/>
                <a:ea typeface="宋体" panose="02010600030101010101" pitchFamily="2" charset="-122"/>
                <a:cs typeface="+mn-cs"/>
              </a:rPr>
              <a:t>。</a:t>
            </a:r>
            <a:endParaRPr kumimoji="0" lang="zh-CN" altLang="en-US" sz="2400" b="0" i="0" u="none" strike="noStrike" kern="1200" cap="none" spc="0" normalizeH="0" baseline="0" noProof="0" dirty="0">
              <a:ln>
                <a:noFill/>
              </a:ln>
              <a:solidFill>
                <a:schemeClr val="tx1"/>
              </a:solidFill>
              <a:effectLst/>
              <a:uLnTx/>
              <a:uFillTx/>
              <a:latin typeface="+mn-ea"/>
              <a:ea typeface="宋体" panose="02010600030101010101" pitchFamily="2" charset="-122"/>
              <a:cs typeface="+mn-cs"/>
            </a:endParaRPr>
          </a:p>
          <a:p>
            <a:pPr marL="273050" marR="0" lvl="0" indent="-27305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Char char=""/>
              <a:defRPr/>
            </a:pPr>
            <a:endParaRPr kumimoji="0" lang="zh-CN" altLang="en-US" sz="2800" b="0" i="0" u="none" strike="noStrike" kern="1200" cap="none" spc="0" normalizeH="0" baseline="0" noProof="0" dirty="0">
              <a:ln>
                <a:noFill/>
              </a:ln>
              <a:solidFill>
                <a:schemeClr val="tx1"/>
              </a:solidFill>
              <a:effectLst/>
              <a:uLnTx/>
              <a:uFillTx/>
              <a:latin typeface="+mn-ea"/>
              <a:ea typeface="宋体" panose="02010600030101010101" pitchFamily="2" charset="-122"/>
              <a:cs typeface="+mn-cs"/>
            </a:endParaRPr>
          </a:p>
          <a:p>
            <a:pPr marL="273050" marR="0" lvl="0" indent="-27305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Char char=""/>
              <a:defRPr/>
            </a:pPr>
            <a:endParaRPr kumimoji="0" lang="zh-CN" altLang="en-US" sz="2800" b="0" i="0" u="none" strike="noStrike" kern="1200" cap="none" spc="0" normalizeH="0" baseline="0" noProof="0" dirty="0">
              <a:ln>
                <a:noFill/>
              </a:ln>
              <a:solidFill>
                <a:schemeClr val="tx1"/>
              </a:solidFill>
              <a:effectLst/>
              <a:uLnTx/>
              <a:uFillTx/>
              <a:latin typeface="+mn-ea"/>
              <a:ea typeface="宋体" panose="02010600030101010101" pitchFamily="2" charset="-122"/>
              <a:cs typeface="+mn-cs"/>
            </a:endParaRPr>
          </a:p>
        </p:txBody>
      </p:sp>
    </p:spTree>
  </p:cSld>
  <p:clrMapOvr>
    <a:overrideClrMapping bg1="lt1" tx1="dk1" bg2="lt2" tx2="dk2" accent1="accent1" accent2="accent2" accent3="accent3" accent4="accent4" accent5="accent5" accent6="accent6" hlink="hlink" folHlink="folHlink"/>
  </p:clrMapOvr>
  <p:transition spd="slow"/>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8" name="标题 2"/>
          <p:cNvSpPr>
            <a:spLocks noGrp="1"/>
          </p:cNvSpPr>
          <p:nvPr>
            <p:ph type="title"/>
          </p:nvPr>
        </p:nvSpPr>
        <p:spPr>
          <a:ln/>
        </p:spPr>
        <p:txBody>
          <a:bodyPr vert="horz" wrap="square" lIns="0" tIns="45610" rIns="0" bIns="0" anchor="b" anchorCtr="0"/>
          <a:p>
            <a:pPr eaLnBrk="1" hangingPunct="1"/>
            <a:endParaRPr lang="zh-CN" altLang="en-US" dirty="0"/>
          </a:p>
        </p:txBody>
      </p:sp>
      <p:pic>
        <p:nvPicPr>
          <p:cNvPr id="111619" name="Picture 4"/>
          <p:cNvPicPr>
            <a:picLocks noChangeAspect="1"/>
          </p:cNvPicPr>
          <p:nvPr/>
        </p:nvPicPr>
        <p:blipFill>
          <a:blip r:embed="rId1"/>
          <a:stretch>
            <a:fillRect/>
          </a:stretch>
        </p:blipFill>
        <p:spPr>
          <a:xfrm>
            <a:off x="742950" y="190500"/>
            <a:ext cx="7683500" cy="3395663"/>
          </a:xfrm>
          <a:prstGeom prst="rect">
            <a:avLst/>
          </a:prstGeom>
          <a:noFill/>
          <a:ln w="9525">
            <a:noFill/>
          </a:ln>
        </p:spPr>
      </p:pic>
      <p:pic>
        <p:nvPicPr>
          <p:cNvPr id="111620" name="Picture 4"/>
          <p:cNvPicPr>
            <a:picLocks noChangeAspect="1"/>
          </p:cNvPicPr>
          <p:nvPr/>
        </p:nvPicPr>
        <p:blipFill>
          <a:blip r:embed="rId2"/>
          <a:stretch>
            <a:fillRect/>
          </a:stretch>
        </p:blipFill>
        <p:spPr>
          <a:xfrm>
            <a:off x="1065213" y="4646613"/>
            <a:ext cx="7038975" cy="2039937"/>
          </a:xfrm>
          <a:prstGeom prst="rect">
            <a:avLst/>
          </a:prstGeom>
          <a:noFill/>
          <a:ln w="9525">
            <a:noFill/>
          </a:ln>
        </p:spPr>
      </p:pic>
      <p:sp>
        <p:nvSpPr>
          <p:cNvPr id="2" name="下箭头 1"/>
          <p:cNvSpPr/>
          <p:nvPr/>
        </p:nvSpPr>
        <p:spPr>
          <a:xfrm>
            <a:off x="3646488" y="3683000"/>
            <a:ext cx="792163" cy="79216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111622" name="TextBox 3"/>
          <p:cNvSpPr txBox="1"/>
          <p:nvPr/>
        </p:nvSpPr>
        <p:spPr>
          <a:xfrm>
            <a:off x="4438650" y="3679825"/>
            <a:ext cx="3529013" cy="830263"/>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r>
              <a:rPr lang="en-US" altLang="zh-CN" sz="2400" b="1" dirty="0">
                <a:solidFill>
                  <a:srgbClr val="FF0000"/>
                </a:solidFill>
                <a:latin typeface="黑体" panose="02010609060101010101" pitchFamily="49" charset="-122"/>
                <a:ea typeface="黑体" panose="02010609060101010101" pitchFamily="49" charset="-122"/>
              </a:rPr>
              <a:t>1</a:t>
            </a:r>
            <a:r>
              <a:rPr lang="zh-CN" altLang="en-US" sz="2400" b="1" dirty="0">
                <a:solidFill>
                  <a:srgbClr val="FF0000"/>
                </a:solidFill>
                <a:latin typeface="黑体" panose="02010609060101010101" pitchFamily="49" charset="-122"/>
                <a:ea typeface="黑体" panose="02010609060101010101" pitchFamily="49" charset="-122"/>
              </a:rPr>
              <a:t>，第一层分解，设计顶层和第一层</a:t>
            </a:r>
            <a:endParaRPr lang="zh-CN" altLang="en-US" sz="2400" b="1" dirty="0">
              <a:solidFill>
                <a:srgbClr val="FF0000"/>
              </a:solidFill>
              <a:latin typeface="黑体" panose="02010609060101010101" pitchFamily="49" charset="-122"/>
              <a:ea typeface="黑体" panose="02010609060101010101" pitchFamily="49" charset="-122"/>
            </a:endParaRPr>
          </a:p>
        </p:txBody>
      </p:sp>
      <p:pic>
        <p:nvPicPr>
          <p:cNvPr id="8" name="Picture 2"/>
          <p:cNvPicPr>
            <a:picLocks noChangeAspect="1"/>
          </p:cNvPicPr>
          <p:nvPr/>
        </p:nvPicPr>
        <p:blipFill>
          <a:blip r:embed="rId3"/>
          <a:stretch>
            <a:fillRect/>
          </a:stretch>
        </p:blipFill>
        <p:spPr>
          <a:xfrm>
            <a:off x="4037013" y="1954213"/>
            <a:ext cx="4743450" cy="4762500"/>
          </a:xfrm>
          <a:prstGeom prst="rect">
            <a:avLst/>
          </a:prstGeom>
          <a:noFill/>
          <a:ln w="47625" cap="flat" cmpd="sng">
            <a:solidFill>
              <a:srgbClr val="FF0000"/>
            </a:solidFill>
            <a:prstDash val="solid"/>
            <a:miter/>
            <a:headEnd type="none" w="med" len="med"/>
            <a:tailEnd type="none" w="med" len="med"/>
          </a:ln>
        </p:spPr>
      </p:pic>
      <p:sp>
        <p:nvSpPr>
          <p:cNvPr id="5" name="右箭头 4"/>
          <p:cNvSpPr/>
          <p:nvPr/>
        </p:nvSpPr>
        <p:spPr>
          <a:xfrm rot="20250200">
            <a:off x="2093913" y="5467350"/>
            <a:ext cx="1800225" cy="7207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35849" name="TextBox 8"/>
          <p:cNvSpPr txBox="1"/>
          <p:nvPr/>
        </p:nvSpPr>
        <p:spPr>
          <a:xfrm>
            <a:off x="719138" y="5251450"/>
            <a:ext cx="2208212" cy="460375"/>
          </a:xfrm>
          <a:prstGeom prst="rect">
            <a:avLst/>
          </a:prstGeom>
          <a:noFill/>
          <a:ln w="19050" cap="flat" cmpd="sng">
            <a:solidFill>
              <a:srgbClr val="FF0000"/>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r>
              <a:rPr lang="en-US" altLang="zh-CN" sz="2400" b="1" dirty="0">
                <a:solidFill>
                  <a:srgbClr val="FF0000"/>
                </a:solidFill>
                <a:latin typeface="黑体" panose="02010609060101010101" pitchFamily="49" charset="-122"/>
                <a:ea typeface="黑体" panose="02010609060101010101" pitchFamily="49" charset="-122"/>
              </a:rPr>
              <a:t>2</a:t>
            </a:r>
            <a:r>
              <a:rPr lang="zh-CN" altLang="en-US" sz="2400" b="1" dirty="0">
                <a:solidFill>
                  <a:srgbClr val="FF0000"/>
                </a:solidFill>
                <a:latin typeface="黑体" panose="02010609060101010101" pitchFamily="49" charset="-122"/>
                <a:ea typeface="黑体" panose="02010609060101010101" pitchFamily="49" charset="-122"/>
              </a:rPr>
              <a:t>，第二层分解</a:t>
            </a:r>
            <a:endParaRPr lang="zh-CN" altLang="en-US" sz="2400" b="1" dirty="0">
              <a:solidFill>
                <a:srgbClr val="FF0000"/>
              </a:solidFill>
              <a:latin typeface="黑体" panose="02010609060101010101" pitchFamily="49" charset="-122"/>
              <a:ea typeface="黑体" panose="02010609060101010101" pitchFamily="49"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58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5849"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2" name="标题 2"/>
          <p:cNvSpPr>
            <a:spLocks noGrp="1"/>
          </p:cNvSpPr>
          <p:nvPr>
            <p:ph type="title"/>
          </p:nvPr>
        </p:nvSpPr>
        <p:spPr>
          <a:ln/>
        </p:spPr>
        <p:txBody>
          <a:bodyPr vert="horz" wrap="square" lIns="0" tIns="45610" rIns="0" bIns="0" anchor="b" anchorCtr="0"/>
          <a:p>
            <a:pPr eaLnBrk="1" hangingPunct="1"/>
            <a:endParaRPr lang="zh-CN" altLang="en-US" dirty="0"/>
          </a:p>
        </p:txBody>
      </p:sp>
      <p:pic>
        <p:nvPicPr>
          <p:cNvPr id="112643" name="Picture 4"/>
          <p:cNvPicPr>
            <a:picLocks noChangeAspect="1"/>
          </p:cNvPicPr>
          <p:nvPr/>
        </p:nvPicPr>
        <p:blipFill>
          <a:blip r:embed="rId1"/>
          <a:stretch>
            <a:fillRect/>
          </a:stretch>
        </p:blipFill>
        <p:spPr>
          <a:xfrm>
            <a:off x="742950" y="190500"/>
            <a:ext cx="7683500" cy="3395663"/>
          </a:xfrm>
          <a:prstGeom prst="rect">
            <a:avLst/>
          </a:prstGeom>
          <a:noFill/>
          <a:ln w="9525">
            <a:noFill/>
          </a:ln>
        </p:spPr>
      </p:pic>
      <p:pic>
        <p:nvPicPr>
          <p:cNvPr id="112644" name="Picture 4"/>
          <p:cNvPicPr>
            <a:picLocks noChangeAspect="1"/>
          </p:cNvPicPr>
          <p:nvPr/>
        </p:nvPicPr>
        <p:blipFill>
          <a:blip r:embed="rId2"/>
          <a:stretch>
            <a:fillRect/>
          </a:stretch>
        </p:blipFill>
        <p:spPr>
          <a:xfrm>
            <a:off x="1065213" y="4646613"/>
            <a:ext cx="7038975" cy="2039937"/>
          </a:xfrm>
          <a:prstGeom prst="rect">
            <a:avLst/>
          </a:prstGeom>
          <a:noFill/>
          <a:ln w="9525">
            <a:noFill/>
          </a:ln>
        </p:spPr>
      </p:pic>
      <p:sp>
        <p:nvSpPr>
          <p:cNvPr id="2" name="下箭头 1"/>
          <p:cNvSpPr/>
          <p:nvPr/>
        </p:nvSpPr>
        <p:spPr>
          <a:xfrm>
            <a:off x="3646488" y="3683000"/>
            <a:ext cx="792163" cy="79216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112646" name="TextBox 3"/>
          <p:cNvSpPr txBox="1"/>
          <p:nvPr/>
        </p:nvSpPr>
        <p:spPr>
          <a:xfrm>
            <a:off x="4438650" y="3679825"/>
            <a:ext cx="3529013" cy="830263"/>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r>
              <a:rPr lang="en-US" altLang="zh-CN" sz="2400" b="1" dirty="0">
                <a:solidFill>
                  <a:srgbClr val="FF0000"/>
                </a:solidFill>
                <a:latin typeface="黑体" panose="02010609060101010101" pitchFamily="49" charset="-122"/>
                <a:ea typeface="黑体" panose="02010609060101010101" pitchFamily="49" charset="-122"/>
              </a:rPr>
              <a:t>1</a:t>
            </a:r>
            <a:r>
              <a:rPr lang="zh-CN" altLang="en-US" sz="2400" b="1" dirty="0">
                <a:solidFill>
                  <a:srgbClr val="FF0000"/>
                </a:solidFill>
                <a:latin typeface="黑体" panose="02010609060101010101" pitchFamily="49" charset="-122"/>
                <a:ea typeface="黑体" panose="02010609060101010101" pitchFamily="49" charset="-122"/>
              </a:rPr>
              <a:t>，第一层分解，设计顶层和第一层</a:t>
            </a:r>
            <a:endParaRPr lang="zh-CN" altLang="en-US" sz="2400" b="1" dirty="0">
              <a:solidFill>
                <a:srgbClr val="FF0000"/>
              </a:solidFill>
              <a:latin typeface="黑体" panose="02010609060101010101" pitchFamily="49" charset="-122"/>
              <a:ea typeface="黑体" panose="02010609060101010101" pitchFamily="49" charset="-122"/>
            </a:endParaRPr>
          </a:p>
        </p:txBody>
      </p:sp>
      <p:sp>
        <p:nvSpPr>
          <p:cNvPr id="5" name="右箭头 4"/>
          <p:cNvSpPr/>
          <p:nvPr/>
        </p:nvSpPr>
        <p:spPr>
          <a:xfrm rot="20250200">
            <a:off x="4779963" y="5435600"/>
            <a:ext cx="881063" cy="7207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pic>
        <p:nvPicPr>
          <p:cNvPr id="112648" name="Picture 2"/>
          <p:cNvPicPr>
            <a:picLocks noChangeAspect="1"/>
          </p:cNvPicPr>
          <p:nvPr/>
        </p:nvPicPr>
        <p:blipFill>
          <a:blip r:embed="rId3"/>
          <a:stretch>
            <a:fillRect/>
          </a:stretch>
        </p:blipFill>
        <p:spPr>
          <a:xfrm>
            <a:off x="5711825" y="2571750"/>
            <a:ext cx="3352800" cy="4114800"/>
          </a:xfrm>
          <a:prstGeom prst="rect">
            <a:avLst/>
          </a:prstGeom>
          <a:noFill/>
          <a:ln w="38100" cap="flat" cmpd="sng">
            <a:solidFill>
              <a:srgbClr val="FF0000"/>
            </a:solidFill>
            <a:prstDash val="solid"/>
            <a:miter/>
            <a:headEnd type="none" w="med" len="med"/>
            <a:tailEnd type="none" w="med" len="med"/>
          </a:ln>
        </p:spPr>
      </p:pic>
      <p:sp>
        <p:nvSpPr>
          <p:cNvPr id="112649" name="TextBox 9"/>
          <p:cNvSpPr txBox="1"/>
          <p:nvPr/>
        </p:nvSpPr>
        <p:spPr>
          <a:xfrm>
            <a:off x="3406775" y="5064125"/>
            <a:ext cx="2206625" cy="461963"/>
          </a:xfrm>
          <a:prstGeom prst="rect">
            <a:avLst/>
          </a:prstGeom>
          <a:noFill/>
          <a:ln w="19050" cap="flat" cmpd="sng">
            <a:solidFill>
              <a:srgbClr val="FF0000"/>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r>
              <a:rPr lang="en-US" altLang="zh-CN" sz="2400" b="1" dirty="0">
                <a:solidFill>
                  <a:srgbClr val="FF0000"/>
                </a:solidFill>
                <a:latin typeface="黑体" panose="02010609060101010101" pitchFamily="49" charset="-122"/>
                <a:ea typeface="黑体" panose="02010609060101010101" pitchFamily="49" charset="-122"/>
              </a:rPr>
              <a:t>2</a:t>
            </a:r>
            <a:r>
              <a:rPr lang="zh-CN" altLang="en-US" sz="2400" b="1" dirty="0">
                <a:solidFill>
                  <a:srgbClr val="FF0000"/>
                </a:solidFill>
                <a:latin typeface="黑体" panose="02010609060101010101" pitchFamily="49" charset="-122"/>
                <a:ea typeface="黑体" panose="02010609060101010101" pitchFamily="49" charset="-122"/>
              </a:rPr>
              <a:t>，第二层分解</a:t>
            </a:r>
            <a:endParaRPr lang="zh-CN" altLang="en-US" sz="2400" b="1" dirty="0">
              <a:solidFill>
                <a:srgbClr val="FF0000"/>
              </a:solidFill>
              <a:latin typeface="黑体" panose="02010609060101010101" pitchFamily="49" charset="-122"/>
              <a:ea typeface="黑体" panose="02010609060101010101" pitchFamily="49"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6" name="标题 2"/>
          <p:cNvSpPr>
            <a:spLocks noGrp="1"/>
          </p:cNvSpPr>
          <p:nvPr>
            <p:ph type="title"/>
          </p:nvPr>
        </p:nvSpPr>
        <p:spPr>
          <a:ln/>
        </p:spPr>
        <p:txBody>
          <a:bodyPr vert="horz" wrap="square" lIns="0" tIns="45610" rIns="0" bIns="0" anchor="b" anchorCtr="0"/>
          <a:p>
            <a:pPr eaLnBrk="1" hangingPunct="1"/>
            <a:endParaRPr lang="zh-CN" altLang="en-US" dirty="0"/>
          </a:p>
        </p:txBody>
      </p:sp>
      <p:pic>
        <p:nvPicPr>
          <p:cNvPr id="113667" name="Picture 4"/>
          <p:cNvPicPr>
            <a:picLocks noChangeAspect="1"/>
          </p:cNvPicPr>
          <p:nvPr/>
        </p:nvPicPr>
        <p:blipFill>
          <a:blip r:embed="rId1"/>
          <a:stretch>
            <a:fillRect/>
          </a:stretch>
        </p:blipFill>
        <p:spPr>
          <a:xfrm>
            <a:off x="742950" y="190500"/>
            <a:ext cx="7683500" cy="3395663"/>
          </a:xfrm>
          <a:prstGeom prst="rect">
            <a:avLst/>
          </a:prstGeom>
          <a:noFill/>
          <a:ln w="9525">
            <a:noFill/>
          </a:ln>
        </p:spPr>
      </p:pic>
      <p:pic>
        <p:nvPicPr>
          <p:cNvPr id="113668" name="Picture 4"/>
          <p:cNvPicPr>
            <a:picLocks noChangeAspect="1"/>
          </p:cNvPicPr>
          <p:nvPr/>
        </p:nvPicPr>
        <p:blipFill>
          <a:blip r:embed="rId2"/>
          <a:stretch>
            <a:fillRect/>
          </a:stretch>
        </p:blipFill>
        <p:spPr>
          <a:xfrm>
            <a:off x="1065213" y="4646613"/>
            <a:ext cx="7038975" cy="2039937"/>
          </a:xfrm>
          <a:prstGeom prst="rect">
            <a:avLst/>
          </a:prstGeom>
          <a:noFill/>
          <a:ln w="9525">
            <a:noFill/>
          </a:ln>
        </p:spPr>
      </p:pic>
      <p:sp>
        <p:nvSpPr>
          <p:cNvPr id="2" name="下箭头 1"/>
          <p:cNvSpPr/>
          <p:nvPr/>
        </p:nvSpPr>
        <p:spPr>
          <a:xfrm>
            <a:off x="3646488" y="3683000"/>
            <a:ext cx="792163" cy="79216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113670" name="TextBox 3"/>
          <p:cNvSpPr txBox="1"/>
          <p:nvPr/>
        </p:nvSpPr>
        <p:spPr>
          <a:xfrm>
            <a:off x="4438650" y="3679825"/>
            <a:ext cx="3529013" cy="830263"/>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r>
              <a:rPr lang="en-US" altLang="zh-CN" sz="2400" b="1" dirty="0">
                <a:solidFill>
                  <a:srgbClr val="FF0000"/>
                </a:solidFill>
                <a:latin typeface="黑体" panose="02010609060101010101" pitchFamily="49" charset="-122"/>
                <a:ea typeface="黑体" panose="02010609060101010101" pitchFamily="49" charset="-122"/>
              </a:rPr>
              <a:t>1</a:t>
            </a:r>
            <a:r>
              <a:rPr lang="zh-CN" altLang="en-US" sz="2400" b="1" dirty="0">
                <a:solidFill>
                  <a:srgbClr val="FF0000"/>
                </a:solidFill>
                <a:latin typeface="黑体" panose="02010609060101010101" pitchFamily="49" charset="-122"/>
                <a:ea typeface="黑体" panose="02010609060101010101" pitchFamily="49" charset="-122"/>
              </a:rPr>
              <a:t>，第一层分解，设计顶层和第一层</a:t>
            </a:r>
            <a:endParaRPr lang="zh-CN" altLang="en-US" sz="2400" b="1" dirty="0">
              <a:solidFill>
                <a:srgbClr val="FF0000"/>
              </a:solidFill>
              <a:latin typeface="黑体" panose="02010609060101010101" pitchFamily="49" charset="-122"/>
              <a:ea typeface="黑体" panose="02010609060101010101" pitchFamily="49" charset="-122"/>
            </a:endParaRPr>
          </a:p>
        </p:txBody>
      </p:sp>
      <p:sp>
        <p:nvSpPr>
          <p:cNvPr id="5" name="右箭头 4"/>
          <p:cNvSpPr/>
          <p:nvPr/>
        </p:nvSpPr>
        <p:spPr>
          <a:xfrm rot="20250200">
            <a:off x="3570288" y="5508625"/>
            <a:ext cx="881063" cy="7191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pic>
        <p:nvPicPr>
          <p:cNvPr id="106500" name="Picture 4"/>
          <p:cNvPicPr>
            <a:picLocks noChangeAspect="1"/>
          </p:cNvPicPr>
          <p:nvPr/>
        </p:nvPicPr>
        <p:blipFill>
          <a:blip r:embed="rId3"/>
          <a:stretch>
            <a:fillRect/>
          </a:stretch>
        </p:blipFill>
        <p:spPr>
          <a:xfrm>
            <a:off x="4438650" y="3135313"/>
            <a:ext cx="4733925" cy="3657600"/>
          </a:xfrm>
          <a:prstGeom prst="rect">
            <a:avLst/>
          </a:prstGeom>
          <a:noFill/>
          <a:ln w="38100" cap="flat" cmpd="sng">
            <a:solidFill>
              <a:srgbClr val="FF0000"/>
            </a:solidFill>
            <a:prstDash val="solid"/>
            <a:miter/>
            <a:headEnd type="none" w="med" len="med"/>
            <a:tailEnd type="none" w="med" len="med"/>
          </a:ln>
        </p:spPr>
      </p:pic>
      <p:sp>
        <p:nvSpPr>
          <p:cNvPr id="113673" name="TextBox 11"/>
          <p:cNvSpPr txBox="1"/>
          <p:nvPr/>
        </p:nvSpPr>
        <p:spPr>
          <a:xfrm>
            <a:off x="1679575" y="5348288"/>
            <a:ext cx="2206625" cy="461962"/>
          </a:xfrm>
          <a:prstGeom prst="rect">
            <a:avLst/>
          </a:prstGeom>
          <a:noFill/>
          <a:ln w="19050" cap="flat" cmpd="sng">
            <a:solidFill>
              <a:srgbClr val="FF0000"/>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r>
              <a:rPr lang="en-US" altLang="zh-CN" sz="2400" b="1" dirty="0">
                <a:solidFill>
                  <a:srgbClr val="FF0000"/>
                </a:solidFill>
                <a:latin typeface="黑体" panose="02010609060101010101" pitchFamily="49" charset="-122"/>
                <a:ea typeface="黑体" panose="02010609060101010101" pitchFamily="49" charset="-122"/>
              </a:rPr>
              <a:t>2</a:t>
            </a:r>
            <a:r>
              <a:rPr lang="zh-CN" altLang="en-US" sz="2400" b="1" dirty="0">
                <a:solidFill>
                  <a:srgbClr val="FF0000"/>
                </a:solidFill>
                <a:latin typeface="黑体" panose="02010609060101010101" pitchFamily="49" charset="-122"/>
                <a:ea typeface="黑体" panose="02010609060101010101" pitchFamily="49" charset="-122"/>
              </a:rPr>
              <a:t>，第二层分解</a:t>
            </a:r>
            <a:endParaRPr lang="zh-CN" altLang="en-US" sz="2400" b="1" dirty="0">
              <a:solidFill>
                <a:srgbClr val="FF0000"/>
              </a:solidFill>
              <a:latin typeface="黑体" panose="02010609060101010101" pitchFamily="49" charset="-122"/>
              <a:ea typeface="黑体" panose="02010609060101010101" pitchFamily="49"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65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4690" name="Picture 7"/>
          <p:cNvPicPr>
            <a:picLocks noChangeAspect="1"/>
          </p:cNvPicPr>
          <p:nvPr/>
        </p:nvPicPr>
        <p:blipFill>
          <a:blip r:embed="rId1"/>
          <a:stretch>
            <a:fillRect/>
          </a:stretch>
        </p:blipFill>
        <p:spPr>
          <a:xfrm>
            <a:off x="171450" y="1343025"/>
            <a:ext cx="8796338" cy="5489575"/>
          </a:xfrm>
          <a:prstGeom prst="rect">
            <a:avLst/>
          </a:prstGeom>
          <a:noFill/>
          <a:ln w="9525">
            <a:noFill/>
          </a:ln>
        </p:spPr>
      </p:pic>
    </p:spTree>
  </p:cSld>
  <p:clrMapOvr>
    <a:masterClrMapping/>
  </p:clrMapOvr>
  <p:transition spd="slow"/>
</p:sld>
</file>

<file path=ppt/slides/slide60.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115714" name="Rectangle 2"/>
          <p:cNvSpPr>
            <a:spLocks noGrp="1" noRot="1"/>
          </p:cNvSpPr>
          <p:nvPr>
            <p:ph type="title"/>
          </p:nvPr>
        </p:nvSpPr>
        <p:spPr>
          <a:xfrm>
            <a:off x="455613" y="769938"/>
            <a:ext cx="8207375" cy="1139825"/>
          </a:xfrm>
          <a:ln/>
        </p:spPr>
        <p:txBody>
          <a:bodyPr vert="horz" wrap="square" lIns="0" tIns="45610" rIns="0" bIns="0" anchor="b" anchorCtr="0"/>
          <a:p>
            <a:pPr eaLnBrk="1" hangingPunct="1">
              <a:lnSpc>
                <a:spcPts val="5400"/>
              </a:lnSpc>
            </a:pPr>
            <a:r>
              <a:rPr lang="zh-CN" altLang="en-US" b="1" dirty="0">
                <a:latin typeface="微软雅黑" panose="020B0503020204020204" pitchFamily="34" charset="-122"/>
                <a:ea typeface="微软雅黑" panose="020B0503020204020204" pitchFamily="34" charset="-122"/>
              </a:rPr>
              <a:t>事务型数据流对应的设计：事务分析</a:t>
            </a:r>
            <a:endParaRPr lang="zh-CN" altLang="en-US" b="1" dirty="0">
              <a:latin typeface="微软雅黑" panose="020B0503020204020204" pitchFamily="34" charset="-122"/>
              <a:ea typeface="微软雅黑" panose="020B0503020204020204" pitchFamily="34" charset="-122"/>
            </a:endParaRPr>
          </a:p>
        </p:txBody>
      </p:sp>
      <p:sp>
        <p:nvSpPr>
          <p:cNvPr id="115715" name="Rectangle 3"/>
          <p:cNvSpPr>
            <a:spLocks noGrp="1" noRot="1"/>
          </p:cNvSpPr>
          <p:nvPr>
            <p:ph idx="1"/>
          </p:nvPr>
        </p:nvSpPr>
        <p:spPr>
          <a:xfrm>
            <a:off x="455613" y="2136775"/>
            <a:ext cx="8207375" cy="4381500"/>
          </a:xfrm>
          <a:ln/>
        </p:spPr>
        <p:txBody>
          <a:bodyPr vert="horz" wrap="square" lIns="91221" tIns="45610" rIns="91221" bIns="45610" anchor="t" anchorCtr="0"/>
          <a:p>
            <a:pPr marL="273050" lvl="1" indent="-273050" defTabSz="914400" eaLnBrk="1" hangingPunct="1">
              <a:lnSpc>
                <a:spcPct val="150000"/>
              </a:lnSpc>
              <a:buClr>
                <a:srgbClr val="0BD0D9"/>
              </a:buClr>
              <a:buSzPct val="95000"/>
              <a:buFont typeface="Wingdings" panose="05000000000000000000" pitchFamily="2" charset="2"/>
              <a:buChar char="p"/>
              <a:tabLst>
                <a:tab pos="457200" algn="l"/>
              </a:tabLst>
            </a:pPr>
            <a:r>
              <a:rPr lang="zh-CN" altLang="en-US" sz="3200" b="1" dirty="0">
                <a:latin typeface="微软雅黑" panose="020B0503020204020204" pitchFamily="34" charset="-122"/>
                <a:ea typeface="微软雅黑" panose="020B0503020204020204" pitchFamily="34" charset="-122"/>
              </a:rPr>
              <a:t>事务分析</a:t>
            </a:r>
            <a:r>
              <a:rPr lang="zh-CN" altLang="en-US" sz="3200" dirty="0">
                <a:latin typeface="微软雅黑" panose="020B0503020204020204" pitchFamily="34" charset="-122"/>
                <a:ea typeface="微软雅黑" panose="020B0503020204020204" pitchFamily="34" charset="-122"/>
              </a:rPr>
              <a:t>：由事务型数据流图映射为软件结构的过程。</a:t>
            </a:r>
            <a:endParaRPr lang="en-US" altLang="zh-CN" sz="3200" dirty="0">
              <a:latin typeface="微软雅黑" panose="020B0503020204020204" pitchFamily="34" charset="-122"/>
              <a:ea typeface="微软雅黑" panose="020B0503020204020204" pitchFamily="34" charset="-122"/>
            </a:endParaRPr>
          </a:p>
          <a:p>
            <a:pPr marL="0" indent="0" defTabSz="914400" eaLnBrk="1" hangingPunct="1">
              <a:buNone/>
              <a:tabLst>
                <a:tab pos="457200" algn="l"/>
              </a:tabLst>
            </a:pPr>
            <a:endParaRPr lang="zh-CN" altLang="en-US" dirty="0"/>
          </a:p>
        </p:txBody>
      </p:sp>
    </p:spTree>
  </p:cSld>
  <p:clrMapOvr>
    <a:overrideClrMapping bg1="lt1" tx1="dk1" bg2="lt2" tx2="dk2" accent1="accent1" accent2="accent2" accent3="accent3" accent4="accent4" accent5="accent5" accent6="accent6" hlink="hlink" folHlink="folHlink"/>
  </p:clrMapOvr>
  <p:transition spd="slow"/>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6738" name="Rectangle 3"/>
          <p:cNvSpPr>
            <a:spLocks noGrp="1" noRot="1"/>
          </p:cNvSpPr>
          <p:nvPr>
            <p:ph idx="1"/>
          </p:nvPr>
        </p:nvSpPr>
        <p:spPr>
          <a:xfrm>
            <a:off x="455613" y="1931988"/>
            <a:ext cx="8424862" cy="4381500"/>
          </a:xfrm>
          <a:ln/>
        </p:spPr>
        <p:txBody>
          <a:bodyPr vert="horz" wrap="square" lIns="91221" tIns="45610" rIns="91221" bIns="45610" anchor="t" anchorCtr="0"/>
          <a:p>
            <a:pPr marL="0" indent="0" eaLnBrk="1" hangingPunct="1">
              <a:buNone/>
            </a:pPr>
            <a:r>
              <a:rPr lang="en-US" altLang="zh-CN" sz="3000" dirty="0"/>
              <a:t>(1) </a:t>
            </a:r>
            <a:r>
              <a:rPr lang="zh-CN" altLang="en-US" sz="3000" dirty="0"/>
              <a:t>确定输入、事务变换和输出路径的集合</a:t>
            </a:r>
            <a:r>
              <a:rPr lang="en-US" altLang="zh-CN" sz="3000" dirty="0"/>
              <a:t>(</a:t>
            </a:r>
            <a:r>
              <a:rPr lang="zh-CN" altLang="en-US" sz="3000" dirty="0"/>
              <a:t>划分集合</a:t>
            </a:r>
            <a:r>
              <a:rPr lang="en-US" altLang="zh-CN" sz="3000" dirty="0"/>
              <a:t>)</a:t>
            </a:r>
            <a:r>
              <a:rPr lang="zh-CN" altLang="en-US" sz="3000" dirty="0"/>
              <a:t>。</a:t>
            </a:r>
            <a:endParaRPr lang="zh-CN" altLang="en-US" sz="3000" dirty="0"/>
          </a:p>
          <a:p>
            <a:pPr marL="0" indent="0" eaLnBrk="1" hangingPunct="1">
              <a:buNone/>
            </a:pPr>
            <a:r>
              <a:rPr lang="en-US" altLang="zh-CN" sz="3000" dirty="0"/>
              <a:t>(2) </a:t>
            </a:r>
            <a:r>
              <a:rPr lang="zh-CN" altLang="en-US" sz="3000" dirty="0"/>
              <a:t>根据事务的功能设计</a:t>
            </a:r>
            <a:r>
              <a:rPr lang="en-US" altLang="zh-CN" sz="3000" dirty="0"/>
              <a:t>—</a:t>
            </a:r>
            <a:r>
              <a:rPr lang="zh-CN" altLang="en-US" sz="3000" dirty="0"/>
              <a:t>个总控模块</a:t>
            </a:r>
            <a:r>
              <a:rPr lang="en-US" altLang="zh-CN" sz="3000" dirty="0"/>
              <a:t>(</a:t>
            </a:r>
            <a:r>
              <a:rPr lang="zh-CN" altLang="en-US" sz="3000" dirty="0"/>
              <a:t>设计总控</a:t>
            </a:r>
            <a:r>
              <a:rPr lang="en-US" altLang="zh-CN" sz="3000" dirty="0"/>
              <a:t>)</a:t>
            </a:r>
            <a:r>
              <a:rPr lang="zh-CN" altLang="en-US" sz="3000" dirty="0"/>
              <a:t>。</a:t>
            </a:r>
            <a:endParaRPr lang="zh-CN" altLang="en-US" sz="3000" dirty="0"/>
          </a:p>
          <a:p>
            <a:pPr marL="0" indent="0" eaLnBrk="1" hangingPunct="1">
              <a:buNone/>
            </a:pPr>
            <a:r>
              <a:rPr lang="en-US" altLang="zh-CN" sz="3000" dirty="0"/>
              <a:t>(3) </a:t>
            </a:r>
            <a:r>
              <a:rPr lang="zh-CN" altLang="en-US" sz="3000" dirty="0"/>
              <a:t>确定顶层模块和第一层模块</a:t>
            </a:r>
            <a:r>
              <a:rPr lang="en-US" altLang="zh-CN" sz="3000" dirty="0"/>
              <a:t>(</a:t>
            </a:r>
            <a:r>
              <a:rPr lang="zh-CN" altLang="en-US" sz="3000" dirty="0"/>
              <a:t>建立映射</a:t>
            </a:r>
            <a:r>
              <a:rPr lang="en-US" altLang="zh-CN" sz="3000" dirty="0"/>
              <a:t>)</a:t>
            </a:r>
            <a:r>
              <a:rPr lang="zh-CN" altLang="en-US" sz="3000" dirty="0"/>
              <a:t>。</a:t>
            </a:r>
            <a:endParaRPr lang="zh-CN" altLang="en-US" sz="3000" dirty="0"/>
          </a:p>
          <a:p>
            <a:pPr marL="0" indent="0" eaLnBrk="1" hangingPunct="1">
              <a:buNone/>
            </a:pPr>
            <a:r>
              <a:rPr lang="en-US" altLang="zh-CN" sz="3000" dirty="0"/>
              <a:t>(4) </a:t>
            </a:r>
            <a:r>
              <a:rPr lang="zh-CN" altLang="en-US" sz="3000" dirty="0"/>
              <a:t>继续下层分解</a:t>
            </a:r>
            <a:r>
              <a:rPr lang="en-US" altLang="zh-CN" sz="3000" dirty="0"/>
              <a:t>(</a:t>
            </a:r>
            <a:r>
              <a:rPr lang="zh-CN" altLang="en-US" sz="3000" dirty="0"/>
              <a:t>递归自展</a:t>
            </a:r>
            <a:r>
              <a:rPr lang="en-US" altLang="zh-CN" sz="3000" dirty="0"/>
              <a:t>)</a:t>
            </a:r>
            <a:r>
              <a:rPr lang="zh-CN" altLang="en-US" sz="3000" dirty="0"/>
              <a:t>。</a:t>
            </a:r>
            <a:endParaRPr lang="zh-CN" altLang="en-US" sz="3000" dirty="0"/>
          </a:p>
          <a:p>
            <a:pPr marL="0" indent="0" eaLnBrk="1" hangingPunct="1">
              <a:buNone/>
            </a:pPr>
            <a:endParaRPr lang="zh-CN" altLang="en-US" dirty="0"/>
          </a:p>
        </p:txBody>
      </p:sp>
      <p:sp>
        <p:nvSpPr>
          <p:cNvPr id="116739" name="Rectangle 2"/>
          <p:cNvSpPr>
            <a:spLocks noGrp="1" noRot="1"/>
          </p:cNvSpPr>
          <p:nvPr>
            <p:ph type="title"/>
          </p:nvPr>
        </p:nvSpPr>
        <p:spPr>
          <a:xfrm>
            <a:off x="455613" y="327025"/>
            <a:ext cx="8207375" cy="1139825"/>
          </a:xfrm>
          <a:ln/>
        </p:spPr>
        <p:txBody>
          <a:bodyPr vert="horz" wrap="square" lIns="0" tIns="45610" rIns="0" bIns="0" anchor="b" anchorCtr="0"/>
          <a:p>
            <a:pPr eaLnBrk="1" hangingPunct="1">
              <a:lnSpc>
                <a:spcPts val="4000"/>
              </a:lnSpc>
            </a:pPr>
            <a:r>
              <a:rPr lang="zh-CN" altLang="en-US" b="1" dirty="0">
                <a:latin typeface="微软雅黑" panose="020B0503020204020204" pitchFamily="34" charset="-122"/>
                <a:ea typeface="微软雅黑" panose="020B0503020204020204" pitchFamily="34" charset="-122"/>
              </a:rPr>
              <a:t>事务分析的具体过程</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2" name="内容占位符 1"/>
          <p:cNvSpPr>
            <a:spLocks noGrp="1"/>
          </p:cNvSpPr>
          <p:nvPr>
            <p:ph idx="1"/>
          </p:nvPr>
        </p:nvSpPr>
        <p:spPr>
          <a:ln/>
        </p:spPr>
        <p:txBody>
          <a:bodyPr vert="horz" wrap="square" lIns="91221" tIns="45610" rIns="91221" bIns="45610" anchor="t" anchorCtr="0"/>
          <a:p>
            <a:pPr eaLnBrk="1" hangingPunct="1"/>
            <a:endParaRPr lang="zh-CN" altLang="en-US" dirty="0"/>
          </a:p>
        </p:txBody>
      </p:sp>
      <p:sp>
        <p:nvSpPr>
          <p:cNvPr id="117763" name="标题 2"/>
          <p:cNvSpPr>
            <a:spLocks noGrp="1"/>
          </p:cNvSpPr>
          <p:nvPr>
            <p:ph type="title"/>
          </p:nvPr>
        </p:nvSpPr>
        <p:spPr>
          <a:ln/>
        </p:spPr>
        <p:txBody>
          <a:bodyPr vert="horz" wrap="square" lIns="0" tIns="45610" rIns="0" bIns="0" anchor="b" anchorCtr="0"/>
          <a:p>
            <a:pPr eaLnBrk="1" hangingPunct="1"/>
            <a:endParaRPr lang="zh-CN" altLang="en-US" dirty="0"/>
          </a:p>
        </p:txBody>
      </p:sp>
      <p:pic>
        <p:nvPicPr>
          <p:cNvPr id="117764" name="Picture 5"/>
          <p:cNvPicPr>
            <a:picLocks noChangeAspect="1"/>
          </p:cNvPicPr>
          <p:nvPr/>
        </p:nvPicPr>
        <p:blipFill>
          <a:blip r:embed="rId1"/>
          <a:stretch>
            <a:fillRect/>
          </a:stretch>
        </p:blipFill>
        <p:spPr>
          <a:xfrm>
            <a:off x="322263" y="1338263"/>
            <a:ext cx="8434387" cy="3994150"/>
          </a:xfrm>
          <a:prstGeom prst="rect">
            <a:avLst/>
          </a:prstGeom>
          <a:noFill/>
          <a:ln w="9525">
            <a:noFill/>
          </a:ln>
        </p:spPr>
      </p:pic>
      <p:sp>
        <p:nvSpPr>
          <p:cNvPr id="2" name="椭圆 1"/>
          <p:cNvSpPr/>
          <p:nvPr/>
        </p:nvSpPr>
        <p:spPr>
          <a:xfrm>
            <a:off x="4540250" y="2414588"/>
            <a:ext cx="4535488" cy="316865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8786" name="Rectangle 2"/>
          <p:cNvSpPr txBox="1">
            <a:spLocks noRot="1"/>
          </p:cNvSpPr>
          <p:nvPr/>
        </p:nvSpPr>
        <p:spPr>
          <a:xfrm>
            <a:off x="455613" y="398463"/>
            <a:ext cx="8207375" cy="1139825"/>
          </a:xfrm>
          <a:prstGeom prst="rect">
            <a:avLst/>
          </a:prstGeom>
          <a:noFill/>
          <a:ln w="9525">
            <a:noFill/>
          </a:ln>
        </p:spPr>
        <p:txBody>
          <a:bodyPr lIns="0" tIns="45610" rIns="0" bIns="0" anchor="b" anchorCtr="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r>
              <a:rPr lang="zh-CN" altLang="en-US" sz="5000" b="1" dirty="0">
                <a:solidFill>
                  <a:schemeClr val="tx2"/>
                </a:solidFill>
                <a:latin typeface="微软雅黑" panose="020B0503020204020204" pitchFamily="34" charset="-122"/>
                <a:ea typeface="微软雅黑" panose="020B0503020204020204" pitchFamily="34" charset="-122"/>
              </a:rPr>
              <a:t>一个例子</a:t>
            </a:r>
            <a:endParaRPr lang="zh-CN" altLang="en-US" sz="5000" b="1" dirty="0">
              <a:solidFill>
                <a:schemeClr val="tx2"/>
              </a:solidFill>
              <a:latin typeface="微软雅黑" panose="020B0503020204020204" pitchFamily="34" charset="-122"/>
              <a:ea typeface="微软雅黑" panose="020B0503020204020204" pitchFamily="34" charset="-122"/>
            </a:endParaRPr>
          </a:p>
        </p:txBody>
      </p:sp>
      <p:pic>
        <p:nvPicPr>
          <p:cNvPr id="118787" name="Picture 5"/>
          <p:cNvPicPr>
            <a:picLocks noChangeAspect="1"/>
          </p:cNvPicPr>
          <p:nvPr/>
        </p:nvPicPr>
        <p:blipFill>
          <a:blip r:embed="rId1"/>
          <a:stretch>
            <a:fillRect/>
          </a:stretch>
        </p:blipFill>
        <p:spPr>
          <a:xfrm>
            <a:off x="36513" y="1982788"/>
            <a:ext cx="9045575" cy="3810000"/>
          </a:xfrm>
          <a:prstGeom prst="rect">
            <a:avLst/>
          </a:prstGeom>
          <a:noFill/>
          <a:ln w="9525">
            <a:noFill/>
          </a:ln>
        </p:spPr>
      </p:pic>
    </p:spTree>
  </p:cSld>
  <p:clrMapOvr>
    <a:masterClrMapping/>
  </p:clrMapOvr>
  <p:transition spd="slow"/>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9810" name="Rectangle 3"/>
          <p:cNvSpPr>
            <a:spLocks noGrp="1" noRot="1"/>
          </p:cNvSpPr>
          <p:nvPr>
            <p:ph idx="1"/>
          </p:nvPr>
        </p:nvSpPr>
        <p:spPr>
          <a:ln/>
        </p:spPr>
        <p:txBody>
          <a:bodyPr vert="horz" wrap="square" lIns="91221" tIns="45610" rIns="91221" bIns="45610" anchor="t" anchorCtr="0"/>
          <a:p>
            <a:pPr eaLnBrk="1" hangingPunct="1"/>
            <a:endParaRPr lang="zh-CN" altLang="en-US" dirty="0"/>
          </a:p>
        </p:txBody>
      </p:sp>
      <p:sp>
        <p:nvSpPr>
          <p:cNvPr id="119811" name="Rectangle 2"/>
          <p:cNvSpPr>
            <a:spLocks noGrp="1" noRot="1"/>
          </p:cNvSpPr>
          <p:nvPr>
            <p:ph type="title"/>
          </p:nvPr>
        </p:nvSpPr>
        <p:spPr>
          <a:ln/>
        </p:spPr>
        <p:txBody>
          <a:bodyPr vert="horz" wrap="square" lIns="0" tIns="45610" rIns="0" bIns="0" anchor="b" anchorCtr="0"/>
          <a:p>
            <a:pPr eaLnBrk="1" hangingPunct="1"/>
            <a:endParaRPr lang="zh-CN" altLang="en-US" dirty="0"/>
          </a:p>
        </p:txBody>
      </p:sp>
      <p:pic>
        <p:nvPicPr>
          <p:cNvPr id="119812" name="Picture 6"/>
          <p:cNvPicPr>
            <a:picLocks noChangeAspect="1"/>
          </p:cNvPicPr>
          <p:nvPr/>
        </p:nvPicPr>
        <p:blipFill>
          <a:blip r:embed="rId1"/>
          <a:stretch>
            <a:fillRect/>
          </a:stretch>
        </p:blipFill>
        <p:spPr>
          <a:xfrm>
            <a:off x="382588" y="830263"/>
            <a:ext cx="8094662" cy="5438775"/>
          </a:xfrm>
          <a:prstGeom prst="rect">
            <a:avLst/>
          </a:prstGeom>
          <a:noFill/>
          <a:ln w="9525">
            <a:noFill/>
          </a:ln>
        </p:spPr>
      </p:pic>
    </p:spTree>
  </p:cSld>
  <p:clrMapOvr>
    <a:masterClrMapping/>
  </p:clrMapOvr>
  <p:transition spd="slow"/>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0834" name="Rectangle 3"/>
          <p:cNvSpPr>
            <a:spLocks noGrp="1" noRot="1"/>
          </p:cNvSpPr>
          <p:nvPr>
            <p:ph idx="1"/>
          </p:nvPr>
        </p:nvSpPr>
        <p:spPr>
          <a:ln/>
        </p:spPr>
        <p:txBody>
          <a:bodyPr vert="horz" wrap="square" lIns="91221" tIns="45610" rIns="91221" bIns="45610" anchor="t" anchorCtr="0"/>
          <a:p>
            <a:pPr marL="273050" lvl="1" indent="-273050" defTabSz="914400" eaLnBrk="1" hangingPunct="1">
              <a:lnSpc>
                <a:spcPct val="90000"/>
              </a:lnSpc>
              <a:buClr>
                <a:srgbClr val="0BD0D9"/>
              </a:buClr>
              <a:buSzPct val="95000"/>
              <a:buFont typeface="Wingdings" panose="05000000000000000000" pitchFamily="2" charset="2"/>
              <a:buChar char="p"/>
              <a:tabLst>
                <a:tab pos="457200" algn="l"/>
              </a:tabLst>
            </a:pPr>
            <a:r>
              <a:rPr lang="zh-CN" altLang="en-US" sz="3200" b="1" dirty="0"/>
              <a:t>变换</a:t>
            </a:r>
            <a:r>
              <a:rPr lang="en-US" altLang="zh-CN" sz="3200" b="1" dirty="0"/>
              <a:t>-</a:t>
            </a:r>
            <a:r>
              <a:rPr lang="zh-CN" altLang="en-US" sz="3200" b="1" dirty="0"/>
              <a:t>事务混合</a:t>
            </a:r>
            <a:r>
              <a:rPr lang="zh-CN" altLang="en-US" sz="3200" dirty="0"/>
              <a:t>：一个数据流图中既有变换又有事务</a:t>
            </a:r>
            <a:endParaRPr lang="en-US" altLang="zh-CN" sz="3200" dirty="0"/>
          </a:p>
          <a:p>
            <a:pPr marL="273050" lvl="1" indent="-273050" defTabSz="914400" eaLnBrk="1" hangingPunct="1">
              <a:lnSpc>
                <a:spcPct val="90000"/>
              </a:lnSpc>
              <a:buClr>
                <a:srgbClr val="0BD0D9"/>
              </a:buClr>
              <a:buSzPct val="95000"/>
              <a:buFont typeface="Wingdings" panose="05000000000000000000" pitchFamily="2" charset="2"/>
              <a:buChar char="p"/>
              <a:tabLst>
                <a:tab pos="457200" algn="l"/>
              </a:tabLst>
            </a:pPr>
            <a:r>
              <a:rPr lang="zh-CN" altLang="en-US" sz="3200" b="1" dirty="0"/>
              <a:t>分析策略</a:t>
            </a:r>
            <a:r>
              <a:rPr lang="zh-CN" altLang="en-US" sz="3200" dirty="0"/>
              <a:t>：以一种分析（比如以变换分析）为主，另一种分析为辅</a:t>
            </a:r>
            <a:endParaRPr lang="en-US" altLang="zh-CN" sz="3200" dirty="0"/>
          </a:p>
        </p:txBody>
      </p:sp>
      <p:sp>
        <p:nvSpPr>
          <p:cNvPr id="120835" name="Rectangle 2"/>
          <p:cNvSpPr>
            <a:spLocks noGrp="1" noRot="1"/>
          </p:cNvSpPr>
          <p:nvPr>
            <p:ph type="title"/>
          </p:nvPr>
        </p:nvSpPr>
        <p:spPr>
          <a:xfrm>
            <a:off x="311150" y="398463"/>
            <a:ext cx="9217025" cy="1139825"/>
          </a:xfrm>
          <a:ln/>
        </p:spPr>
        <p:txBody>
          <a:bodyPr vert="horz" wrap="square" lIns="0" tIns="45610" rIns="0" bIns="0" anchor="b" anchorCtr="0"/>
          <a:p>
            <a:pPr eaLnBrk="1" hangingPunct="1">
              <a:lnSpc>
                <a:spcPts val="4000"/>
              </a:lnSpc>
            </a:pPr>
            <a:r>
              <a:rPr lang="zh-CN" altLang="en-US" b="1" dirty="0">
                <a:latin typeface="微软雅黑" panose="020B0503020204020204" pitchFamily="34" charset="-122"/>
                <a:ea typeface="微软雅黑" panose="020B0503020204020204" pitchFamily="34" charset="-122"/>
              </a:rPr>
              <a:t>变换</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事务混合型分析</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1858" name="Rectangle 3"/>
          <p:cNvSpPr>
            <a:spLocks noGrp="1" noRot="1"/>
          </p:cNvSpPr>
          <p:nvPr>
            <p:ph idx="1"/>
          </p:nvPr>
        </p:nvSpPr>
        <p:spPr>
          <a:ln/>
        </p:spPr>
        <p:txBody>
          <a:bodyPr vert="horz" wrap="square" lIns="91221" tIns="45610" rIns="91221" bIns="45610" anchor="t" anchorCtr="0"/>
          <a:p>
            <a:pPr eaLnBrk="1" hangingPunct="1"/>
            <a:endParaRPr lang="zh-CN" altLang="en-US" dirty="0"/>
          </a:p>
        </p:txBody>
      </p:sp>
      <p:pic>
        <p:nvPicPr>
          <p:cNvPr id="121859" name="Picture 4"/>
          <p:cNvPicPr>
            <a:picLocks noChangeAspect="1"/>
          </p:cNvPicPr>
          <p:nvPr/>
        </p:nvPicPr>
        <p:blipFill>
          <a:blip r:embed="rId1"/>
          <a:stretch>
            <a:fillRect/>
          </a:stretch>
        </p:blipFill>
        <p:spPr>
          <a:xfrm>
            <a:off x="0" y="1766888"/>
            <a:ext cx="9118600" cy="3379787"/>
          </a:xfrm>
          <a:prstGeom prst="rect">
            <a:avLst/>
          </a:prstGeom>
          <a:noFill/>
          <a:ln w="9525">
            <a:noFill/>
          </a:ln>
        </p:spPr>
      </p:pic>
      <p:sp>
        <p:nvSpPr>
          <p:cNvPr id="3" name="右箭头 2"/>
          <p:cNvSpPr/>
          <p:nvPr/>
        </p:nvSpPr>
        <p:spPr>
          <a:xfrm rot="2441830">
            <a:off x="3586163" y="5386388"/>
            <a:ext cx="1303338" cy="7191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50181" name="TextBox 3"/>
          <p:cNvSpPr txBox="1"/>
          <p:nvPr/>
        </p:nvSpPr>
        <p:spPr>
          <a:xfrm>
            <a:off x="4414838" y="5284788"/>
            <a:ext cx="3168650" cy="461962"/>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r>
              <a:rPr lang="zh-CN" altLang="en-US" sz="2400" b="1" dirty="0">
                <a:solidFill>
                  <a:srgbClr val="FF0000"/>
                </a:solidFill>
                <a:latin typeface="黑体" panose="02010609060101010101" pitchFamily="49" charset="-122"/>
                <a:ea typeface="黑体" panose="02010609060101010101" pitchFamily="49" charset="-122"/>
              </a:rPr>
              <a:t>变换</a:t>
            </a:r>
            <a:r>
              <a:rPr lang="en-US" altLang="zh-CN" sz="2400" b="1" dirty="0">
                <a:solidFill>
                  <a:srgbClr val="FF0000"/>
                </a:solidFill>
                <a:latin typeface="黑体" panose="02010609060101010101" pitchFamily="49" charset="-122"/>
                <a:ea typeface="黑体" panose="02010609060101010101" pitchFamily="49" charset="-122"/>
              </a:rPr>
              <a:t>-</a:t>
            </a:r>
            <a:r>
              <a:rPr lang="zh-CN" altLang="en-US" sz="2400" b="1" dirty="0">
                <a:solidFill>
                  <a:srgbClr val="FF0000"/>
                </a:solidFill>
                <a:latin typeface="黑体" panose="02010609060101010101" pitchFamily="49" charset="-122"/>
                <a:ea typeface="黑体" panose="02010609060101010101" pitchFamily="49" charset="-122"/>
              </a:rPr>
              <a:t>事务混合型分析</a:t>
            </a:r>
            <a:endParaRPr lang="zh-CN" altLang="en-US" sz="2400" b="1" dirty="0">
              <a:solidFill>
                <a:srgbClr val="FF0000"/>
              </a:solidFill>
              <a:latin typeface="黑体" panose="02010609060101010101" pitchFamily="49" charset="-122"/>
              <a:ea typeface="黑体" panose="02010609060101010101" pitchFamily="49"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01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0181"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2882" name="Picture 6"/>
          <p:cNvPicPr>
            <a:picLocks noChangeAspect="1"/>
          </p:cNvPicPr>
          <p:nvPr/>
        </p:nvPicPr>
        <p:blipFill>
          <a:blip r:embed="rId1"/>
          <a:stretch>
            <a:fillRect/>
          </a:stretch>
        </p:blipFill>
        <p:spPr>
          <a:xfrm>
            <a:off x="34925" y="333375"/>
            <a:ext cx="8939213" cy="5526088"/>
          </a:xfrm>
          <a:prstGeom prst="rect">
            <a:avLst/>
          </a:prstGeom>
          <a:noFill/>
          <a:ln w="9525">
            <a:noFill/>
          </a:ln>
        </p:spPr>
      </p:pic>
    </p:spTree>
  </p:cSld>
  <p:clrMapOvr>
    <a:masterClrMapping/>
  </p:clrMapOvr>
  <p:transition spd="slow"/>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3906" name="Rectangle 2"/>
          <p:cNvSpPr>
            <a:spLocks noGrp="1" noRot="1"/>
          </p:cNvSpPr>
          <p:nvPr>
            <p:ph type="title"/>
          </p:nvPr>
        </p:nvSpPr>
        <p:spPr>
          <a:xfrm>
            <a:off x="373063" y="901700"/>
            <a:ext cx="8515350" cy="1139825"/>
          </a:xfrm>
          <a:ln/>
        </p:spPr>
        <p:txBody>
          <a:bodyPr vert="horz" wrap="square" lIns="0" tIns="45610" rIns="0" bIns="0" anchor="b" anchorCtr="0"/>
          <a:p>
            <a:r>
              <a:rPr lang="zh-CN" altLang="en-US" b="1" dirty="0">
                <a:latin typeface="微软雅黑" panose="020B0503020204020204" pitchFamily="34" charset="-122"/>
                <a:ea typeface="微软雅黑" panose="020B0503020204020204" pitchFamily="34" charset="-122"/>
              </a:rPr>
              <a:t>仍然存在的问题</a:t>
            </a:r>
            <a:endParaRPr lang="zh-CN" altLang="en-US" b="1" dirty="0">
              <a:latin typeface="微软雅黑" panose="020B0503020204020204" pitchFamily="34" charset="-122"/>
              <a:ea typeface="微软雅黑" panose="020B0503020204020204" pitchFamily="34" charset="-122"/>
            </a:endParaRPr>
          </a:p>
        </p:txBody>
      </p:sp>
      <p:sp>
        <p:nvSpPr>
          <p:cNvPr id="123907" name="TextBox 4"/>
          <p:cNvSpPr txBox="1"/>
          <p:nvPr/>
        </p:nvSpPr>
        <p:spPr>
          <a:xfrm>
            <a:off x="95250" y="2917825"/>
            <a:ext cx="3671888" cy="1200150"/>
          </a:xfrm>
          <a:prstGeom prst="rect">
            <a:avLst/>
          </a:prstGeom>
          <a:noFill/>
          <a:ln w="9525">
            <a:noFill/>
          </a:ln>
        </p:spPr>
        <p:txBody>
          <a:bodyPr lIns="91430" tIns="45715" rIns="91430" bIns="45715">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 typeface="Wingdings" panose="05000000000000000000" pitchFamily="2" charset="2"/>
              <a:buNone/>
            </a:pPr>
            <a:r>
              <a:rPr lang="zh-CN" altLang="en-US" sz="3200" b="1" dirty="0">
                <a:latin typeface="黑体" panose="02010609060101010101" pitchFamily="49" charset="-122"/>
                <a:ea typeface="黑体" panose="02010609060101010101" pitchFamily="49" charset="-122"/>
              </a:rPr>
              <a:t>结构化分析的结果</a:t>
            </a:r>
            <a:endParaRPr lang="en-US" altLang="zh-CN" sz="3200" b="1" dirty="0">
              <a:latin typeface="黑体" panose="02010609060101010101" pitchFamily="49" charset="-122"/>
              <a:ea typeface="黑体" panose="02010609060101010101" pitchFamily="49" charset="-122"/>
            </a:endParaRPr>
          </a:p>
          <a:p>
            <a:pPr marL="0" lvl="0" indent="0" algn="ctr" eaLnBrk="1" hangingPunct="1">
              <a:spcBef>
                <a:spcPct val="0"/>
              </a:spcBef>
              <a:buClrTx/>
              <a:buSzTx/>
              <a:buFont typeface="Wingdings" panose="05000000000000000000" pitchFamily="2" charset="2"/>
              <a:buNone/>
            </a:pPr>
            <a:r>
              <a:rPr lang="zh-CN" altLang="en-US" sz="4000" b="1" dirty="0">
                <a:solidFill>
                  <a:srgbClr val="FF0000"/>
                </a:solidFill>
                <a:latin typeface="黑体" panose="02010609060101010101" pitchFamily="49" charset="-122"/>
                <a:ea typeface="黑体" panose="02010609060101010101" pitchFamily="49" charset="-122"/>
              </a:rPr>
              <a:t>分层数据流图</a:t>
            </a:r>
            <a:endParaRPr lang="zh-CN" altLang="en-US" sz="4000" b="1" dirty="0">
              <a:solidFill>
                <a:srgbClr val="FF0000"/>
              </a:solidFill>
              <a:latin typeface="黑体" panose="02010609060101010101" pitchFamily="49" charset="-122"/>
              <a:ea typeface="黑体" panose="02010609060101010101" pitchFamily="49" charset="-122"/>
            </a:endParaRPr>
          </a:p>
        </p:txBody>
      </p:sp>
      <p:sp>
        <p:nvSpPr>
          <p:cNvPr id="2" name="右箭头 1"/>
          <p:cNvSpPr/>
          <p:nvPr/>
        </p:nvSpPr>
        <p:spPr>
          <a:xfrm>
            <a:off x="3695700" y="3211513"/>
            <a:ext cx="977900" cy="3683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123909" name="TextBox 4"/>
          <p:cNvSpPr txBox="1"/>
          <p:nvPr/>
        </p:nvSpPr>
        <p:spPr>
          <a:xfrm>
            <a:off x="4630738" y="2917825"/>
            <a:ext cx="4400550" cy="954088"/>
          </a:xfrm>
          <a:prstGeom prst="rect">
            <a:avLst/>
          </a:prstGeom>
          <a:noFill/>
          <a:ln w="9525">
            <a:noFill/>
          </a:ln>
        </p:spPr>
        <p:txBody>
          <a:bodyPr lIns="91430" tIns="45715" rIns="91430" bIns="45715">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 typeface="Wingdings" panose="05000000000000000000" pitchFamily="2" charset="2"/>
              <a:buNone/>
            </a:pPr>
            <a:r>
              <a:rPr lang="zh-CN" altLang="en-US" sz="3200" b="1" dirty="0">
                <a:latin typeface="黑体" panose="02010609060101010101" pitchFamily="49" charset="-122"/>
                <a:ea typeface="黑体" panose="02010609060101010101" pitchFamily="49" charset="-122"/>
              </a:rPr>
              <a:t>结构化概要设计的结果</a:t>
            </a:r>
            <a:endParaRPr lang="en-US" altLang="zh-CN" sz="3200" b="1" dirty="0">
              <a:latin typeface="黑体" panose="02010609060101010101" pitchFamily="49" charset="-122"/>
              <a:ea typeface="黑体" panose="02010609060101010101" pitchFamily="49" charset="-122"/>
            </a:endParaRPr>
          </a:p>
          <a:p>
            <a:pPr marL="0" lvl="0" indent="0" algn="ctr" eaLnBrk="1" hangingPunct="1">
              <a:spcBef>
                <a:spcPct val="0"/>
              </a:spcBef>
              <a:buClrTx/>
              <a:buSzTx/>
              <a:buFont typeface="Wingdings" panose="05000000000000000000" pitchFamily="2" charset="2"/>
              <a:buNone/>
            </a:pPr>
            <a:r>
              <a:rPr lang="zh-CN" altLang="en-US" sz="2400" b="1" dirty="0">
                <a:solidFill>
                  <a:srgbClr val="FF0000"/>
                </a:solidFill>
                <a:latin typeface="黑体" panose="02010609060101010101" pitchFamily="49" charset="-122"/>
                <a:ea typeface="黑体" panose="02010609060101010101" pitchFamily="49" charset="-122"/>
              </a:rPr>
              <a:t>系统结构图</a:t>
            </a:r>
            <a:endParaRPr lang="zh-CN" altLang="en-US" sz="2400" b="1" dirty="0">
              <a:solidFill>
                <a:srgbClr val="FF0000"/>
              </a:solidFill>
              <a:latin typeface="黑体" panose="02010609060101010101" pitchFamily="49" charset="-122"/>
              <a:ea typeface="黑体" panose="02010609060101010101" pitchFamily="49" charset="-122"/>
            </a:endParaRPr>
          </a:p>
        </p:txBody>
      </p:sp>
    </p:spTree>
  </p:cSld>
  <p:clrMapOvr>
    <a:masterClrMapping/>
  </p:clrMapOvr>
  <p:transition spd="slow"/>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930" name="Rectangle 2"/>
          <p:cNvSpPr>
            <a:spLocks noGrp="1" noRot="1"/>
          </p:cNvSpPr>
          <p:nvPr>
            <p:ph type="title"/>
          </p:nvPr>
        </p:nvSpPr>
        <p:spPr>
          <a:xfrm>
            <a:off x="373063" y="901700"/>
            <a:ext cx="8515350" cy="1139825"/>
          </a:xfrm>
          <a:ln/>
        </p:spPr>
        <p:txBody>
          <a:bodyPr vert="horz" wrap="square" lIns="0" tIns="45610" rIns="0" bIns="0" anchor="b" anchorCtr="0"/>
          <a:p>
            <a:r>
              <a:rPr lang="zh-CN" altLang="en-US" b="1" dirty="0">
                <a:latin typeface="微软雅黑" panose="020B0503020204020204" pitchFamily="34" charset="-122"/>
                <a:ea typeface="微软雅黑" panose="020B0503020204020204" pitchFamily="34" charset="-122"/>
              </a:rPr>
              <a:t>仍然存在的问题</a:t>
            </a:r>
            <a:endParaRPr lang="zh-CN" altLang="en-US" b="1" dirty="0">
              <a:latin typeface="微软雅黑" panose="020B0503020204020204" pitchFamily="34" charset="-122"/>
              <a:ea typeface="微软雅黑" panose="020B0503020204020204" pitchFamily="34" charset="-122"/>
            </a:endParaRPr>
          </a:p>
        </p:txBody>
      </p:sp>
      <p:sp>
        <p:nvSpPr>
          <p:cNvPr id="124931" name="TextBox 4"/>
          <p:cNvSpPr txBox="1"/>
          <p:nvPr/>
        </p:nvSpPr>
        <p:spPr>
          <a:xfrm>
            <a:off x="95250" y="2917825"/>
            <a:ext cx="3671888" cy="1200150"/>
          </a:xfrm>
          <a:prstGeom prst="rect">
            <a:avLst/>
          </a:prstGeom>
          <a:noFill/>
          <a:ln w="9525">
            <a:noFill/>
          </a:ln>
        </p:spPr>
        <p:txBody>
          <a:bodyPr lIns="91430" tIns="45715" rIns="91430" bIns="45715">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 typeface="Wingdings" panose="05000000000000000000" pitchFamily="2" charset="2"/>
              <a:buNone/>
            </a:pPr>
            <a:r>
              <a:rPr lang="zh-CN" altLang="en-US" sz="3200" b="1" dirty="0">
                <a:latin typeface="黑体" panose="02010609060101010101" pitchFamily="49" charset="-122"/>
                <a:ea typeface="黑体" panose="02010609060101010101" pitchFamily="49" charset="-122"/>
              </a:rPr>
              <a:t>结构化分析的结果</a:t>
            </a:r>
            <a:endParaRPr lang="en-US" altLang="zh-CN" sz="3200" b="1" dirty="0">
              <a:latin typeface="黑体" panose="02010609060101010101" pitchFamily="49" charset="-122"/>
              <a:ea typeface="黑体" panose="02010609060101010101" pitchFamily="49" charset="-122"/>
            </a:endParaRPr>
          </a:p>
          <a:p>
            <a:pPr marL="0" lvl="0" indent="0" algn="ctr" eaLnBrk="1" hangingPunct="1">
              <a:spcBef>
                <a:spcPct val="0"/>
              </a:spcBef>
              <a:buClrTx/>
              <a:buSzTx/>
              <a:buFont typeface="Wingdings" panose="05000000000000000000" pitchFamily="2" charset="2"/>
              <a:buNone/>
            </a:pPr>
            <a:r>
              <a:rPr lang="zh-CN" altLang="en-US" sz="4000" b="1" dirty="0">
                <a:solidFill>
                  <a:srgbClr val="FF0000"/>
                </a:solidFill>
                <a:latin typeface="黑体" panose="02010609060101010101" pitchFamily="49" charset="-122"/>
                <a:ea typeface="黑体" panose="02010609060101010101" pitchFamily="49" charset="-122"/>
              </a:rPr>
              <a:t>分层数据流图</a:t>
            </a:r>
            <a:endParaRPr lang="zh-CN" altLang="en-US" sz="4000" b="1" dirty="0">
              <a:solidFill>
                <a:srgbClr val="FF0000"/>
              </a:solidFill>
              <a:latin typeface="黑体" panose="02010609060101010101" pitchFamily="49" charset="-122"/>
              <a:ea typeface="黑体" panose="02010609060101010101" pitchFamily="49" charset="-122"/>
            </a:endParaRPr>
          </a:p>
        </p:txBody>
      </p:sp>
      <p:sp>
        <p:nvSpPr>
          <p:cNvPr id="2" name="右箭头 1"/>
          <p:cNvSpPr/>
          <p:nvPr/>
        </p:nvSpPr>
        <p:spPr>
          <a:xfrm>
            <a:off x="3695700" y="3211513"/>
            <a:ext cx="977900" cy="3683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124933" name="TextBox 4"/>
          <p:cNvSpPr txBox="1"/>
          <p:nvPr/>
        </p:nvSpPr>
        <p:spPr>
          <a:xfrm>
            <a:off x="4630738" y="2917825"/>
            <a:ext cx="4400550" cy="954088"/>
          </a:xfrm>
          <a:prstGeom prst="rect">
            <a:avLst/>
          </a:prstGeom>
          <a:noFill/>
          <a:ln w="9525">
            <a:noFill/>
          </a:ln>
        </p:spPr>
        <p:txBody>
          <a:bodyPr lIns="91430" tIns="45715" rIns="91430" bIns="45715">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 typeface="Wingdings" panose="05000000000000000000" pitchFamily="2" charset="2"/>
              <a:buNone/>
            </a:pPr>
            <a:r>
              <a:rPr lang="zh-CN" altLang="en-US" sz="3200" b="1" dirty="0">
                <a:latin typeface="黑体" panose="02010609060101010101" pitchFamily="49" charset="-122"/>
                <a:ea typeface="黑体" panose="02010609060101010101" pitchFamily="49" charset="-122"/>
              </a:rPr>
              <a:t>结构化概要设计的结果</a:t>
            </a:r>
            <a:endParaRPr lang="en-US" altLang="zh-CN" sz="3200" b="1" dirty="0">
              <a:latin typeface="黑体" panose="02010609060101010101" pitchFamily="49" charset="-122"/>
              <a:ea typeface="黑体" panose="02010609060101010101" pitchFamily="49" charset="-122"/>
            </a:endParaRPr>
          </a:p>
          <a:p>
            <a:pPr marL="0" lvl="0" indent="0" algn="ctr" eaLnBrk="1" hangingPunct="1">
              <a:spcBef>
                <a:spcPct val="0"/>
              </a:spcBef>
              <a:buClrTx/>
              <a:buSzTx/>
              <a:buFont typeface="Wingdings" panose="05000000000000000000" pitchFamily="2" charset="2"/>
              <a:buNone/>
            </a:pPr>
            <a:r>
              <a:rPr lang="zh-CN" altLang="en-US" sz="2400" b="1" dirty="0">
                <a:solidFill>
                  <a:srgbClr val="FF0000"/>
                </a:solidFill>
                <a:latin typeface="黑体" panose="02010609060101010101" pitchFamily="49" charset="-122"/>
                <a:ea typeface="黑体" panose="02010609060101010101" pitchFamily="49" charset="-122"/>
              </a:rPr>
              <a:t>系统结构图</a:t>
            </a:r>
            <a:endParaRPr lang="zh-CN" altLang="en-US" sz="2400" b="1" dirty="0">
              <a:solidFill>
                <a:srgbClr val="FF0000"/>
              </a:solidFill>
              <a:latin typeface="黑体" panose="02010609060101010101" pitchFamily="49" charset="-122"/>
              <a:ea typeface="黑体" panose="02010609060101010101" pitchFamily="49" charset="-122"/>
            </a:endParaRPr>
          </a:p>
        </p:txBody>
      </p:sp>
      <p:sp>
        <p:nvSpPr>
          <p:cNvPr id="124934" name="TextBox 4"/>
          <p:cNvSpPr txBox="1"/>
          <p:nvPr/>
        </p:nvSpPr>
        <p:spPr>
          <a:xfrm>
            <a:off x="373063" y="4575175"/>
            <a:ext cx="8434387" cy="2062163"/>
          </a:xfrm>
          <a:prstGeom prst="rect">
            <a:avLst/>
          </a:prstGeom>
          <a:noFill/>
          <a:ln w="9525">
            <a:noFill/>
          </a:ln>
        </p:spPr>
        <p:txBody>
          <a:bodyPr lIns="91430" tIns="45715" rIns="91430" bIns="45715">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r>
              <a:rPr lang="zh-CN" altLang="en-US" sz="3200" b="1" dirty="0">
                <a:latin typeface="黑体" panose="02010609060101010101" pitchFamily="49" charset="-122"/>
                <a:ea typeface="黑体" panose="02010609060101010101" pitchFamily="49" charset="-122"/>
              </a:rPr>
              <a:t>主要策略：</a:t>
            </a:r>
            <a:endParaRPr lang="en-US" altLang="zh-CN" sz="3200" b="1" dirty="0">
              <a:latin typeface="黑体" panose="02010609060101010101" pitchFamily="49" charset="-122"/>
              <a:ea typeface="黑体" panose="02010609060101010101" pitchFamily="49" charset="-122"/>
            </a:endParaRPr>
          </a:p>
          <a:p>
            <a:pPr marL="0" lvl="0" indent="0" eaLnBrk="1" hangingPunct="1">
              <a:spcBef>
                <a:spcPct val="0"/>
              </a:spcBef>
              <a:buClrTx/>
              <a:buSzTx/>
              <a:buFont typeface="Wingdings" panose="05000000000000000000" pitchFamily="2" charset="2"/>
              <a:buNone/>
            </a:pPr>
            <a:r>
              <a:rPr lang="en-US" altLang="zh-CN" sz="3200" b="1" dirty="0">
                <a:latin typeface="黑体" panose="02010609060101010101" pitchFamily="49" charset="-122"/>
                <a:ea typeface="黑体" panose="02010609060101010101" pitchFamily="49" charset="-122"/>
              </a:rPr>
              <a:t>1.</a:t>
            </a:r>
            <a:r>
              <a:rPr lang="zh-CN" altLang="en-US" sz="3200" b="1" dirty="0">
                <a:latin typeface="黑体" panose="02010609060101010101" pitchFamily="49" charset="-122"/>
                <a:ea typeface="黑体" panose="02010609060101010101" pitchFamily="49" charset="-122"/>
              </a:rPr>
              <a:t>每一层的每个过程映射成一个模块</a:t>
            </a:r>
            <a:endParaRPr lang="en-US" altLang="zh-CN" sz="3200" b="1" dirty="0">
              <a:latin typeface="黑体" panose="02010609060101010101" pitchFamily="49" charset="-122"/>
              <a:ea typeface="黑体" panose="02010609060101010101" pitchFamily="49" charset="-122"/>
            </a:endParaRPr>
          </a:p>
          <a:p>
            <a:pPr marL="0" lvl="0" indent="0" eaLnBrk="1" hangingPunct="1">
              <a:spcBef>
                <a:spcPct val="0"/>
              </a:spcBef>
              <a:buClrTx/>
              <a:buSzTx/>
              <a:buFont typeface="Wingdings" panose="05000000000000000000" pitchFamily="2" charset="2"/>
              <a:buNone/>
            </a:pPr>
            <a:r>
              <a:rPr lang="en-US" altLang="zh-CN" sz="3200" b="1" dirty="0">
                <a:latin typeface="黑体" panose="02010609060101010101" pitchFamily="49" charset="-122"/>
                <a:ea typeface="黑体" panose="02010609060101010101" pitchFamily="49" charset="-122"/>
              </a:rPr>
              <a:t>2.</a:t>
            </a:r>
            <a:r>
              <a:rPr lang="zh-CN" altLang="en-US" sz="3200" b="1" dirty="0">
                <a:latin typeface="黑体" panose="02010609060101010101" pitchFamily="49" charset="-122"/>
                <a:ea typeface="黑体" panose="02010609060101010101" pitchFamily="49" charset="-122"/>
              </a:rPr>
              <a:t>子图中的每个过程映射为父图中相应过程对应模块下的子模块</a:t>
            </a:r>
            <a:endParaRPr lang="en-US" altLang="zh-CN" sz="3200" b="1" dirty="0">
              <a:latin typeface="黑体" panose="02010609060101010101" pitchFamily="49" charset="-122"/>
              <a:ea typeface="黑体" panose="02010609060101010101" pitchFamily="49" charset="-122"/>
            </a:endParaRPr>
          </a:p>
        </p:txBody>
      </p:sp>
    </p:spTree>
  </p:cSld>
  <p:clrMapOvr>
    <a:masterClrMapping/>
  </p:clrMapOvr>
  <p:transition spd="slow"/>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内容占位符 2"/>
          <p:cNvSpPr>
            <a:spLocks noGrp="1"/>
          </p:cNvSpPr>
          <p:nvPr>
            <p:ph idx="1"/>
          </p:nvPr>
        </p:nvSpPr>
        <p:spPr>
          <a:xfrm>
            <a:off x="311150" y="1406525"/>
            <a:ext cx="8640763" cy="3878263"/>
          </a:xfrm>
        </p:spPr>
        <p:txBody>
          <a:bodyPr vert="horz" wrap="square" lIns="91221" tIns="45610" rIns="91221" bIns="45610" numCol="1" anchor="t" anchorCtr="0" compatLnSpc="1"/>
          <a:lstStyle/>
          <a:p>
            <a:pPr marL="273050" marR="0" lvl="0" indent="-273050" algn="l"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Char char=""/>
              <a:defRPr/>
            </a:pPr>
            <a:r>
              <a:rPr kumimoji="0" lang="zh-CN" altLang="zh-CN" sz="2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某互联网公司为了对当前软件市场上软件所具有的功能特征进行统计分析，欲开发一个文本特征提取系统，其功能大致描述如下：</a:t>
            </a:r>
            <a:endParaRPr kumimoji="0" lang="zh-CN" altLang="zh-CN" sz="20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273050" marR="0" lvl="0" indent="-273050" algn="l"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Char char=""/>
              <a:defRPr/>
            </a:pPr>
            <a:r>
              <a:rPr kumimoji="0" lang="en-US" altLang="zh-CN" sz="2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(1)</a:t>
            </a:r>
            <a:r>
              <a:rPr kumimoji="0" lang="zh-CN" altLang="zh-CN" sz="2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该系统首先能从互联网上自动爬取指定软件市场上关于软件功能的文本描述。</a:t>
            </a:r>
            <a:endParaRPr kumimoji="0" lang="zh-CN" altLang="zh-CN" sz="20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273050" marR="0" lvl="0" indent="-273050" algn="l"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Char char=""/>
              <a:defRPr/>
            </a:pPr>
            <a:r>
              <a:rPr kumimoji="0" lang="en-US" altLang="zh-CN" sz="2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(2)</a:t>
            </a:r>
            <a:r>
              <a:rPr kumimoji="0" lang="zh-CN" altLang="zh-CN" sz="2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基于所爬取的软件功能描述文本，该系统要进行预处理，包括</a:t>
            </a:r>
            <a:r>
              <a:rPr kumimoji="0" lang="zh-CN" altLang="zh-CN" sz="2800" b="1" i="0" u="none" strike="noStrike" kern="1200" cap="none" spc="0" normalizeH="0" baseline="0" noProof="0" dirty="0">
                <a:ln>
                  <a:noFill/>
                </a:ln>
                <a:solidFill>
                  <a:srgbClr val="FF0000"/>
                </a:solidFill>
                <a:effectLst/>
                <a:uLnTx/>
                <a:uFillTx/>
                <a:latin typeface="+mn-lt"/>
                <a:ea typeface="宋体" panose="02010600030101010101" pitchFamily="2" charset="-122"/>
                <a:cs typeface="+mn-cs"/>
              </a:rPr>
              <a:t>分句、分词、判断词性、去停用词</a:t>
            </a:r>
            <a:r>
              <a:rPr kumimoji="0" lang="zh-CN" altLang="zh-CN" sz="2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。分句是将软件的文本描述分割为一个个自然句子；分词是将每句话分割为不同的词组；判断词性是根据一定的语法规则来判别不同词组所具有的词性；去停用词是去除句子中那些含义有限的介词、连词等词。</a:t>
            </a:r>
            <a:endParaRPr kumimoji="0" lang="zh-CN" altLang="zh-CN" sz="20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l"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None/>
              <a:defRPr/>
            </a:pPr>
            <a:endParaRPr kumimoji="0" lang="zh-CN" altLang="zh-CN" sz="20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p:txBody>
      </p:sp>
      <p:sp>
        <p:nvSpPr>
          <p:cNvPr id="125955" name="标题 1"/>
          <p:cNvSpPr>
            <a:spLocks noGrp="1"/>
          </p:cNvSpPr>
          <p:nvPr>
            <p:ph type="title"/>
          </p:nvPr>
        </p:nvSpPr>
        <p:spPr>
          <a:xfrm>
            <a:off x="455613" y="254000"/>
            <a:ext cx="8205787" cy="1139825"/>
          </a:xfrm>
          <a:ln/>
        </p:spPr>
        <p:txBody>
          <a:bodyPr vert="horz" wrap="square" lIns="0" tIns="45610" rIns="0" bIns="0" anchor="b" anchorCtr="0"/>
          <a:p>
            <a:pPr eaLnBrk="1" hangingPunct="1">
              <a:lnSpc>
                <a:spcPts val="4000"/>
              </a:lnSpc>
            </a:pPr>
            <a:r>
              <a:rPr lang="zh-CN" altLang="en-US" b="1" dirty="0">
                <a:latin typeface="微软雅黑" panose="020B0503020204020204" pitchFamily="34" charset="-122"/>
                <a:ea typeface="微软雅黑" panose="020B0503020204020204" pitchFamily="34" charset="-122"/>
              </a:rPr>
              <a:t>一个例子</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6978" name="内容占位符 2"/>
          <p:cNvSpPr>
            <a:spLocks noGrp="1"/>
          </p:cNvSpPr>
          <p:nvPr>
            <p:ph idx="1"/>
          </p:nvPr>
        </p:nvSpPr>
        <p:spPr>
          <a:xfrm>
            <a:off x="311150" y="1992313"/>
            <a:ext cx="8516938" cy="3878262"/>
          </a:xfrm>
          <a:ln/>
        </p:spPr>
        <p:txBody>
          <a:bodyPr vert="horz" wrap="square" lIns="91221" tIns="45610" rIns="91221" bIns="45610" anchor="t" anchorCtr="0"/>
          <a:p>
            <a:r>
              <a:rPr lang="zh-CN" altLang="zh-CN" sz="2800" dirty="0"/>
              <a:t>（</a:t>
            </a:r>
            <a:r>
              <a:rPr lang="en-US" altLang="zh-CN" sz="2800" dirty="0"/>
              <a:t>3</a:t>
            </a:r>
            <a:r>
              <a:rPr lang="zh-CN" altLang="zh-CN" sz="2800" dirty="0"/>
              <a:t>）对文本预处理完成之后，软件文本描述的每个句子就转化成一个词向量。基于该词向量，该系统根据频繁项集挖掘方法</a:t>
            </a:r>
            <a:r>
              <a:rPr lang="zh-CN" altLang="zh-CN" sz="2800" b="1" dirty="0">
                <a:solidFill>
                  <a:srgbClr val="FF0000"/>
                </a:solidFill>
              </a:rPr>
              <a:t>提取支持度大于</a:t>
            </a:r>
            <a:r>
              <a:rPr lang="en-US" altLang="zh-CN" sz="2800" b="1" dirty="0">
                <a:solidFill>
                  <a:srgbClr val="FF0000"/>
                </a:solidFill>
              </a:rPr>
              <a:t>K</a:t>
            </a:r>
            <a:r>
              <a:rPr lang="zh-CN" altLang="zh-CN" sz="2800" b="1" dirty="0">
                <a:solidFill>
                  <a:srgbClr val="FF0000"/>
                </a:solidFill>
              </a:rPr>
              <a:t>的频繁词组</a:t>
            </a:r>
            <a:r>
              <a:rPr lang="zh-CN" altLang="zh-CN" sz="2800" dirty="0"/>
              <a:t>。支持度是需要用户设定的表明词组是否频繁的一个阈值，而频繁词组则指的是频繁一起出现的一组词。针对所挖掘的频繁词组，该系统</a:t>
            </a:r>
            <a:r>
              <a:rPr lang="zh-CN" altLang="zh-CN" sz="2800" b="1" dirty="0">
                <a:solidFill>
                  <a:srgbClr val="FF0000"/>
                </a:solidFill>
              </a:rPr>
              <a:t>进一步判断词组之间的关系</a:t>
            </a:r>
            <a:r>
              <a:rPr lang="zh-CN" altLang="zh-CN" sz="2800" dirty="0"/>
              <a:t>，</a:t>
            </a:r>
            <a:r>
              <a:rPr lang="zh-CN" altLang="zh-CN" sz="2800" b="1" dirty="0">
                <a:solidFill>
                  <a:srgbClr val="FF0000"/>
                </a:solidFill>
              </a:rPr>
              <a:t>去除那些包含于其它词组的词组</a:t>
            </a:r>
            <a:r>
              <a:rPr lang="zh-CN" altLang="zh-CN" sz="2800" dirty="0"/>
              <a:t>。最终所剩下的词组即为潜在的该类别软件所具有的功能特征。</a:t>
            </a:r>
            <a:endParaRPr lang="zh-CN" altLang="zh-CN" sz="2000" dirty="0"/>
          </a:p>
        </p:txBody>
      </p:sp>
      <p:sp>
        <p:nvSpPr>
          <p:cNvPr id="126979" name="标题 1"/>
          <p:cNvSpPr>
            <a:spLocks noGrp="1"/>
          </p:cNvSpPr>
          <p:nvPr>
            <p:ph type="title"/>
          </p:nvPr>
        </p:nvSpPr>
        <p:spPr>
          <a:xfrm>
            <a:off x="466725" y="476250"/>
            <a:ext cx="8205788" cy="1139825"/>
          </a:xfrm>
          <a:ln/>
        </p:spPr>
        <p:txBody>
          <a:bodyPr vert="horz" wrap="square" lIns="0" tIns="45610" rIns="0" bIns="0" anchor="b" anchorCtr="0"/>
          <a:p>
            <a:pPr eaLnBrk="1" hangingPunct="1">
              <a:lnSpc>
                <a:spcPts val="4000"/>
              </a:lnSpc>
            </a:pPr>
            <a:r>
              <a:rPr lang="zh-CN" altLang="en-US" b="1" dirty="0">
                <a:latin typeface="微软雅黑" panose="020B0503020204020204" pitchFamily="34" charset="-122"/>
                <a:ea typeface="微软雅黑" panose="020B0503020204020204" pitchFamily="34" charset="-122"/>
              </a:rPr>
              <a:t>一个例子（续）</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8002" name="标题 1"/>
          <p:cNvSpPr>
            <a:spLocks noGrp="1"/>
          </p:cNvSpPr>
          <p:nvPr>
            <p:ph type="title"/>
          </p:nvPr>
        </p:nvSpPr>
        <p:spPr>
          <a:xfrm>
            <a:off x="466725" y="476250"/>
            <a:ext cx="8205788" cy="1139825"/>
          </a:xfrm>
          <a:ln/>
        </p:spPr>
        <p:txBody>
          <a:bodyPr vert="horz" wrap="square" lIns="0" tIns="45610" rIns="0" bIns="0" anchor="b" anchorCtr="0"/>
          <a:p>
            <a:pPr eaLnBrk="1" hangingPunct="1">
              <a:lnSpc>
                <a:spcPts val="4000"/>
              </a:lnSpc>
            </a:pPr>
            <a:r>
              <a:rPr lang="zh-CN" altLang="en-US" b="1" dirty="0">
                <a:latin typeface="微软雅黑" panose="020B0503020204020204" pitchFamily="34" charset="-122"/>
                <a:ea typeface="微软雅黑" panose="020B0503020204020204" pitchFamily="34" charset="-122"/>
              </a:rPr>
              <a:t>结构化分析：分层数据流图</a:t>
            </a:r>
            <a:endParaRPr lang="zh-CN" altLang="en-US" b="1" dirty="0">
              <a:latin typeface="微软雅黑" panose="020B0503020204020204" pitchFamily="34" charset="-122"/>
              <a:ea typeface="微软雅黑" panose="020B0503020204020204" pitchFamily="34" charset="-122"/>
            </a:endParaRPr>
          </a:p>
        </p:txBody>
      </p:sp>
      <p:sp>
        <p:nvSpPr>
          <p:cNvPr id="128003" name="Rectangle 2"/>
          <p:cNvSpPr/>
          <p:nvPr/>
        </p:nvSpPr>
        <p:spPr>
          <a:xfrm>
            <a:off x="0" y="0"/>
            <a:ext cx="9118600" cy="0"/>
          </a:xfrm>
          <a:prstGeom prst="rect">
            <a:avLst/>
          </a:prstGeom>
          <a:noFill/>
          <a:ln w="9525">
            <a:noFill/>
          </a:ln>
        </p:spPr>
        <p:txBody>
          <a:bodyPr wrap="none"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graphicFrame>
        <p:nvGraphicFramePr>
          <p:cNvPr id="128004" name="对象 5"/>
          <p:cNvGraphicFramePr>
            <a:graphicFrameLocks noChangeAspect="1"/>
          </p:cNvGraphicFramePr>
          <p:nvPr/>
        </p:nvGraphicFramePr>
        <p:xfrm>
          <a:off x="1103313" y="2846388"/>
          <a:ext cx="7259637" cy="1800225"/>
        </p:xfrm>
        <a:graphic>
          <a:graphicData uri="http://schemas.openxmlformats.org/presentationml/2006/ole">
            <mc:AlternateContent xmlns:mc="http://schemas.openxmlformats.org/markup-compatibility/2006">
              <mc:Choice xmlns:v="urn:schemas-microsoft-com:vml" Requires="v">
                <p:oleObj spid="_x0000_s3080" name="" r:id="rId1" imgW="4635500" imgH="1168400" progId="Visio.Drawing.11">
                  <p:embed/>
                </p:oleObj>
              </mc:Choice>
              <mc:Fallback>
                <p:oleObj name="" r:id="rId1" imgW="4635500" imgH="1168400" progId="Visio.Drawing.11">
                  <p:embed/>
                  <p:pic>
                    <p:nvPicPr>
                      <p:cNvPr id="0" name="图片 3079"/>
                      <p:cNvPicPr/>
                      <p:nvPr/>
                    </p:nvPicPr>
                    <p:blipFill>
                      <a:blip r:embed="rId2"/>
                      <a:stretch>
                        <a:fillRect/>
                      </a:stretch>
                    </p:blipFill>
                    <p:spPr>
                      <a:xfrm>
                        <a:off x="1103313" y="2846388"/>
                        <a:ext cx="7259637" cy="1800225"/>
                      </a:xfrm>
                      <a:prstGeom prst="rect">
                        <a:avLst/>
                      </a:prstGeom>
                      <a:noFill/>
                      <a:ln w="38100">
                        <a:noFill/>
                        <a:miter/>
                      </a:ln>
                    </p:spPr>
                  </p:pic>
                </p:oleObj>
              </mc:Fallback>
            </mc:AlternateContent>
          </a:graphicData>
        </a:graphic>
      </p:graphicFrame>
      <p:sp>
        <p:nvSpPr>
          <p:cNvPr id="128005" name="TextBox 2"/>
          <p:cNvSpPr txBox="1"/>
          <p:nvPr/>
        </p:nvSpPr>
        <p:spPr>
          <a:xfrm>
            <a:off x="601663" y="2163763"/>
            <a:ext cx="2060575" cy="460375"/>
          </a:xfrm>
          <a:prstGeom prst="rect">
            <a:avLst/>
          </a:prstGeom>
          <a:noFill/>
          <a:ln w="9525">
            <a:noFill/>
          </a:ln>
        </p:spPr>
        <p:txBody>
          <a:bodyPr lIns="91221" tIns="45610" rIns="91221" bIns="4561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r>
              <a:rPr lang="en-US" altLang="zh-CN" sz="2400" b="1" dirty="0">
                <a:solidFill>
                  <a:srgbClr val="FF0000"/>
                </a:solidFill>
                <a:latin typeface="Comic Sans MS" panose="030F0702030302020204" pitchFamily="66" charset="0"/>
              </a:rPr>
              <a:t>0</a:t>
            </a:r>
            <a:r>
              <a:rPr lang="zh-CN" altLang="en-US" sz="2400" b="1" dirty="0">
                <a:solidFill>
                  <a:srgbClr val="FF0000"/>
                </a:solidFill>
                <a:latin typeface="Comic Sans MS" panose="030F0702030302020204" pitchFamily="66" charset="0"/>
              </a:rPr>
              <a:t>层图：</a:t>
            </a:r>
            <a:endParaRPr lang="zh-CN" altLang="en-US" sz="2400" b="1" dirty="0">
              <a:solidFill>
                <a:srgbClr val="FF0000"/>
              </a:solidFill>
              <a:latin typeface="Comic Sans MS" panose="030F0702030302020204" pitchFamily="66" charset="0"/>
            </a:endParaRPr>
          </a:p>
        </p:txBody>
      </p:sp>
    </p:spTree>
  </p:cSld>
  <p:clrMapOvr>
    <a:masterClrMapping/>
  </p:clrMapOvr>
  <p:transition spd="slow"/>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9026" name="标题 1"/>
          <p:cNvSpPr>
            <a:spLocks noGrp="1"/>
          </p:cNvSpPr>
          <p:nvPr>
            <p:ph type="title"/>
          </p:nvPr>
        </p:nvSpPr>
        <p:spPr>
          <a:xfrm>
            <a:off x="466725" y="476250"/>
            <a:ext cx="8205788" cy="1139825"/>
          </a:xfrm>
          <a:ln/>
        </p:spPr>
        <p:txBody>
          <a:bodyPr vert="horz" wrap="square" lIns="0" tIns="45610" rIns="0" bIns="0" anchor="b" anchorCtr="0"/>
          <a:p>
            <a:pPr eaLnBrk="1" hangingPunct="1">
              <a:lnSpc>
                <a:spcPts val="4000"/>
              </a:lnSpc>
            </a:pPr>
            <a:r>
              <a:rPr lang="zh-CN" altLang="en-US" b="1" dirty="0">
                <a:latin typeface="微软雅黑" panose="020B0503020204020204" pitchFamily="34" charset="-122"/>
                <a:ea typeface="微软雅黑" panose="020B0503020204020204" pitchFamily="34" charset="-122"/>
              </a:rPr>
              <a:t>结构化分析：分层数据流图</a:t>
            </a:r>
            <a:endParaRPr lang="zh-CN" altLang="en-US" b="1" dirty="0">
              <a:latin typeface="微软雅黑" panose="020B0503020204020204" pitchFamily="34" charset="-122"/>
              <a:ea typeface="微软雅黑" panose="020B0503020204020204" pitchFamily="34" charset="-122"/>
            </a:endParaRPr>
          </a:p>
        </p:txBody>
      </p:sp>
      <p:sp>
        <p:nvSpPr>
          <p:cNvPr id="129027" name="Rectangle 2"/>
          <p:cNvSpPr/>
          <p:nvPr/>
        </p:nvSpPr>
        <p:spPr>
          <a:xfrm>
            <a:off x="0" y="0"/>
            <a:ext cx="9118600" cy="0"/>
          </a:xfrm>
          <a:prstGeom prst="rect">
            <a:avLst/>
          </a:prstGeom>
          <a:noFill/>
          <a:ln w="9525">
            <a:noFill/>
          </a:ln>
        </p:spPr>
        <p:txBody>
          <a:bodyPr wrap="none"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sp>
        <p:nvSpPr>
          <p:cNvPr id="129028" name="TextBox 2"/>
          <p:cNvSpPr txBox="1"/>
          <p:nvPr/>
        </p:nvSpPr>
        <p:spPr>
          <a:xfrm>
            <a:off x="601663" y="2163763"/>
            <a:ext cx="2060575" cy="460375"/>
          </a:xfrm>
          <a:prstGeom prst="rect">
            <a:avLst/>
          </a:prstGeom>
          <a:noFill/>
          <a:ln w="9525">
            <a:noFill/>
          </a:ln>
        </p:spPr>
        <p:txBody>
          <a:bodyPr lIns="91221" tIns="45610" rIns="91221" bIns="4561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r>
              <a:rPr lang="en-US" altLang="zh-CN" sz="2400" b="1" dirty="0">
                <a:solidFill>
                  <a:srgbClr val="FF0000"/>
                </a:solidFill>
                <a:latin typeface="Comic Sans MS" panose="030F0702030302020204" pitchFamily="66" charset="0"/>
              </a:rPr>
              <a:t>1</a:t>
            </a:r>
            <a:r>
              <a:rPr lang="zh-CN" altLang="en-US" sz="2400" b="1" dirty="0">
                <a:solidFill>
                  <a:srgbClr val="FF0000"/>
                </a:solidFill>
                <a:latin typeface="Comic Sans MS" panose="030F0702030302020204" pitchFamily="66" charset="0"/>
              </a:rPr>
              <a:t>层图：</a:t>
            </a:r>
            <a:endParaRPr lang="zh-CN" altLang="en-US" sz="2400" b="1" dirty="0">
              <a:solidFill>
                <a:srgbClr val="FF0000"/>
              </a:solidFill>
              <a:latin typeface="Comic Sans MS" panose="030F0702030302020204" pitchFamily="66" charset="0"/>
            </a:endParaRPr>
          </a:p>
        </p:txBody>
      </p:sp>
      <p:sp>
        <p:nvSpPr>
          <p:cNvPr id="129029" name="Rectangle 2"/>
          <p:cNvSpPr/>
          <p:nvPr/>
        </p:nvSpPr>
        <p:spPr>
          <a:xfrm>
            <a:off x="0" y="0"/>
            <a:ext cx="9118600" cy="0"/>
          </a:xfrm>
          <a:prstGeom prst="rect">
            <a:avLst/>
          </a:prstGeom>
          <a:noFill/>
          <a:ln w="9525">
            <a:noFill/>
          </a:ln>
        </p:spPr>
        <p:txBody>
          <a:bodyPr wrap="none"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graphicFrame>
        <p:nvGraphicFramePr>
          <p:cNvPr id="129030" name="对象 2"/>
          <p:cNvGraphicFramePr>
            <a:graphicFrameLocks noChangeAspect="1"/>
          </p:cNvGraphicFramePr>
          <p:nvPr/>
        </p:nvGraphicFramePr>
        <p:xfrm>
          <a:off x="311150" y="2624138"/>
          <a:ext cx="8248650" cy="2665412"/>
        </p:xfrm>
        <a:graphic>
          <a:graphicData uri="http://schemas.openxmlformats.org/presentationml/2006/ole">
            <mc:AlternateContent xmlns:mc="http://schemas.openxmlformats.org/markup-compatibility/2006">
              <mc:Choice xmlns:v="urn:schemas-microsoft-com:vml" Requires="v">
                <p:oleObj spid="_x0000_s3079" name="" r:id="rId1" imgW="4521200" imgH="1460500" progId="Visio.Drawing.11">
                  <p:embed/>
                </p:oleObj>
              </mc:Choice>
              <mc:Fallback>
                <p:oleObj name="" r:id="rId1" imgW="4521200" imgH="1460500" progId="Visio.Drawing.11">
                  <p:embed/>
                  <p:pic>
                    <p:nvPicPr>
                      <p:cNvPr id="0" name="图片 3078"/>
                      <p:cNvPicPr/>
                      <p:nvPr/>
                    </p:nvPicPr>
                    <p:blipFill>
                      <a:blip r:embed="rId2"/>
                      <a:stretch>
                        <a:fillRect/>
                      </a:stretch>
                    </p:blipFill>
                    <p:spPr>
                      <a:xfrm>
                        <a:off x="311150" y="2624138"/>
                        <a:ext cx="8248650" cy="2665412"/>
                      </a:xfrm>
                      <a:prstGeom prst="rect">
                        <a:avLst/>
                      </a:prstGeom>
                      <a:noFill/>
                      <a:ln w="38100">
                        <a:noFill/>
                        <a:miter/>
                      </a:ln>
                    </p:spPr>
                  </p:pic>
                </p:oleObj>
              </mc:Fallback>
            </mc:AlternateContent>
          </a:graphicData>
        </a:graphic>
      </p:graphicFrame>
    </p:spTree>
  </p:cSld>
  <p:clrMapOvr>
    <a:masterClrMapping/>
  </p:clrMapOvr>
  <p:transition spd="slow"/>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0050" name="标题 1"/>
          <p:cNvSpPr>
            <a:spLocks noGrp="1"/>
          </p:cNvSpPr>
          <p:nvPr>
            <p:ph type="title"/>
          </p:nvPr>
        </p:nvSpPr>
        <p:spPr>
          <a:xfrm>
            <a:off x="466725" y="476250"/>
            <a:ext cx="8205788" cy="1139825"/>
          </a:xfrm>
          <a:ln/>
        </p:spPr>
        <p:txBody>
          <a:bodyPr vert="horz" wrap="square" lIns="0" tIns="45610" rIns="0" bIns="0" anchor="b" anchorCtr="0"/>
          <a:p>
            <a:pPr eaLnBrk="1" hangingPunct="1">
              <a:lnSpc>
                <a:spcPts val="4000"/>
              </a:lnSpc>
            </a:pPr>
            <a:r>
              <a:rPr lang="zh-CN" altLang="en-US" b="1" dirty="0">
                <a:latin typeface="微软雅黑" panose="020B0503020204020204" pitchFamily="34" charset="-122"/>
                <a:ea typeface="微软雅黑" panose="020B0503020204020204" pitchFamily="34" charset="-122"/>
              </a:rPr>
              <a:t>结构化分析：分层数据流图</a:t>
            </a:r>
            <a:endParaRPr lang="zh-CN" altLang="en-US" b="1" dirty="0">
              <a:latin typeface="微软雅黑" panose="020B0503020204020204" pitchFamily="34" charset="-122"/>
              <a:ea typeface="微软雅黑" panose="020B0503020204020204" pitchFamily="34" charset="-122"/>
            </a:endParaRPr>
          </a:p>
        </p:txBody>
      </p:sp>
      <p:sp>
        <p:nvSpPr>
          <p:cNvPr id="130051" name="Rectangle 2"/>
          <p:cNvSpPr/>
          <p:nvPr/>
        </p:nvSpPr>
        <p:spPr>
          <a:xfrm>
            <a:off x="0" y="0"/>
            <a:ext cx="9118600" cy="0"/>
          </a:xfrm>
          <a:prstGeom prst="rect">
            <a:avLst/>
          </a:prstGeom>
          <a:noFill/>
          <a:ln w="9525">
            <a:noFill/>
          </a:ln>
        </p:spPr>
        <p:txBody>
          <a:bodyPr wrap="none"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sp>
        <p:nvSpPr>
          <p:cNvPr id="130052" name="TextBox 2"/>
          <p:cNvSpPr txBox="1"/>
          <p:nvPr/>
        </p:nvSpPr>
        <p:spPr>
          <a:xfrm>
            <a:off x="601663" y="2163763"/>
            <a:ext cx="2060575" cy="460375"/>
          </a:xfrm>
          <a:prstGeom prst="rect">
            <a:avLst/>
          </a:prstGeom>
          <a:noFill/>
          <a:ln w="9525">
            <a:noFill/>
          </a:ln>
        </p:spPr>
        <p:txBody>
          <a:bodyPr lIns="91221" tIns="45610" rIns="91221" bIns="4561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r>
              <a:rPr lang="en-US" altLang="zh-CN" sz="2400" b="1" dirty="0">
                <a:solidFill>
                  <a:srgbClr val="FF0000"/>
                </a:solidFill>
                <a:latin typeface="Comic Sans MS" panose="030F0702030302020204" pitchFamily="66" charset="0"/>
              </a:rPr>
              <a:t>2</a:t>
            </a:r>
            <a:r>
              <a:rPr lang="zh-CN" altLang="en-US" sz="2400" b="1" dirty="0">
                <a:solidFill>
                  <a:srgbClr val="FF0000"/>
                </a:solidFill>
                <a:latin typeface="Comic Sans MS" panose="030F0702030302020204" pitchFamily="66" charset="0"/>
              </a:rPr>
              <a:t>层图：</a:t>
            </a:r>
            <a:endParaRPr lang="zh-CN" altLang="en-US" sz="2400" b="1" dirty="0">
              <a:solidFill>
                <a:srgbClr val="FF0000"/>
              </a:solidFill>
              <a:latin typeface="Comic Sans MS" panose="030F0702030302020204" pitchFamily="66" charset="0"/>
            </a:endParaRPr>
          </a:p>
        </p:txBody>
      </p:sp>
      <p:sp>
        <p:nvSpPr>
          <p:cNvPr id="130053" name="Rectangle 2"/>
          <p:cNvSpPr/>
          <p:nvPr/>
        </p:nvSpPr>
        <p:spPr>
          <a:xfrm>
            <a:off x="0" y="0"/>
            <a:ext cx="9118600" cy="0"/>
          </a:xfrm>
          <a:prstGeom prst="rect">
            <a:avLst/>
          </a:prstGeom>
          <a:noFill/>
          <a:ln w="9525">
            <a:noFill/>
          </a:ln>
        </p:spPr>
        <p:txBody>
          <a:bodyPr wrap="none"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sp>
        <p:nvSpPr>
          <p:cNvPr id="130054" name="Rectangle 2"/>
          <p:cNvSpPr/>
          <p:nvPr/>
        </p:nvSpPr>
        <p:spPr>
          <a:xfrm>
            <a:off x="0" y="0"/>
            <a:ext cx="9118600" cy="0"/>
          </a:xfrm>
          <a:prstGeom prst="rect">
            <a:avLst/>
          </a:prstGeom>
          <a:noFill/>
          <a:ln w="9525">
            <a:noFill/>
          </a:ln>
        </p:spPr>
        <p:txBody>
          <a:bodyPr wrap="none"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graphicFrame>
        <p:nvGraphicFramePr>
          <p:cNvPr id="130055" name="对象 5"/>
          <p:cNvGraphicFramePr>
            <a:graphicFrameLocks noChangeAspect="1"/>
          </p:cNvGraphicFramePr>
          <p:nvPr/>
        </p:nvGraphicFramePr>
        <p:xfrm>
          <a:off x="742950" y="2614613"/>
          <a:ext cx="7227888" cy="3317875"/>
        </p:xfrm>
        <a:graphic>
          <a:graphicData uri="http://schemas.openxmlformats.org/presentationml/2006/ole">
            <mc:AlternateContent xmlns:mc="http://schemas.openxmlformats.org/markup-compatibility/2006">
              <mc:Choice xmlns:v="urn:schemas-microsoft-com:vml" Requires="v">
                <p:oleObj spid="_x0000_s3081" name="" r:id="rId1" imgW="4000500" imgH="1854200" progId="Visio.Drawing.11">
                  <p:embed/>
                </p:oleObj>
              </mc:Choice>
              <mc:Fallback>
                <p:oleObj name="" r:id="rId1" imgW="4000500" imgH="1854200" progId="Visio.Drawing.11">
                  <p:embed/>
                  <p:pic>
                    <p:nvPicPr>
                      <p:cNvPr id="0" name="图片 3080"/>
                      <p:cNvPicPr/>
                      <p:nvPr/>
                    </p:nvPicPr>
                    <p:blipFill>
                      <a:blip r:embed="rId2"/>
                      <a:stretch>
                        <a:fillRect/>
                      </a:stretch>
                    </p:blipFill>
                    <p:spPr>
                      <a:xfrm>
                        <a:off x="742950" y="2614613"/>
                        <a:ext cx="7227888" cy="3317875"/>
                      </a:xfrm>
                      <a:prstGeom prst="rect">
                        <a:avLst/>
                      </a:prstGeom>
                      <a:noFill/>
                      <a:ln w="38100">
                        <a:noFill/>
                        <a:miter/>
                      </a:ln>
                    </p:spPr>
                  </p:pic>
                </p:oleObj>
              </mc:Fallback>
            </mc:AlternateContent>
          </a:graphicData>
        </a:graphic>
      </p:graphicFrame>
    </p:spTree>
  </p:cSld>
  <p:clrMapOvr>
    <a:masterClrMapping/>
  </p:clrMapOvr>
  <p:transition spd="slow"/>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4" name="标题 1"/>
          <p:cNvSpPr>
            <a:spLocks noGrp="1"/>
          </p:cNvSpPr>
          <p:nvPr>
            <p:ph type="title"/>
          </p:nvPr>
        </p:nvSpPr>
        <p:spPr>
          <a:xfrm>
            <a:off x="466725" y="476250"/>
            <a:ext cx="8205788" cy="1139825"/>
          </a:xfrm>
          <a:ln/>
        </p:spPr>
        <p:txBody>
          <a:bodyPr vert="horz" wrap="square" lIns="0" tIns="45610" rIns="0" bIns="0" anchor="b" anchorCtr="0"/>
          <a:p>
            <a:pPr eaLnBrk="1" hangingPunct="1">
              <a:lnSpc>
                <a:spcPts val="4000"/>
              </a:lnSpc>
            </a:pPr>
            <a:r>
              <a:rPr lang="zh-CN" altLang="en-US" b="1" dirty="0">
                <a:latin typeface="微软雅黑" panose="020B0503020204020204" pitchFamily="34" charset="-122"/>
                <a:ea typeface="微软雅黑" panose="020B0503020204020204" pitchFamily="34" charset="-122"/>
              </a:rPr>
              <a:t>结构化分析：分层数据流图</a:t>
            </a:r>
            <a:endParaRPr lang="zh-CN" altLang="en-US" b="1" dirty="0">
              <a:latin typeface="微软雅黑" panose="020B0503020204020204" pitchFamily="34" charset="-122"/>
              <a:ea typeface="微软雅黑" panose="020B0503020204020204" pitchFamily="34" charset="-122"/>
            </a:endParaRPr>
          </a:p>
        </p:txBody>
      </p:sp>
      <p:sp>
        <p:nvSpPr>
          <p:cNvPr id="131075" name="Rectangle 2"/>
          <p:cNvSpPr/>
          <p:nvPr/>
        </p:nvSpPr>
        <p:spPr>
          <a:xfrm>
            <a:off x="0" y="0"/>
            <a:ext cx="9118600" cy="0"/>
          </a:xfrm>
          <a:prstGeom prst="rect">
            <a:avLst/>
          </a:prstGeom>
          <a:noFill/>
          <a:ln w="9525">
            <a:noFill/>
          </a:ln>
        </p:spPr>
        <p:txBody>
          <a:bodyPr wrap="none"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sp>
        <p:nvSpPr>
          <p:cNvPr id="131076" name="TextBox 2"/>
          <p:cNvSpPr txBox="1"/>
          <p:nvPr/>
        </p:nvSpPr>
        <p:spPr>
          <a:xfrm>
            <a:off x="601663" y="2163763"/>
            <a:ext cx="2060575" cy="460375"/>
          </a:xfrm>
          <a:prstGeom prst="rect">
            <a:avLst/>
          </a:prstGeom>
          <a:noFill/>
          <a:ln w="9525">
            <a:noFill/>
          </a:ln>
        </p:spPr>
        <p:txBody>
          <a:bodyPr lIns="91221" tIns="45610" rIns="91221" bIns="4561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r>
              <a:rPr lang="en-US" altLang="zh-CN" sz="2400" b="1" dirty="0">
                <a:solidFill>
                  <a:srgbClr val="FF0000"/>
                </a:solidFill>
                <a:latin typeface="Comic Sans MS" panose="030F0702030302020204" pitchFamily="66" charset="0"/>
              </a:rPr>
              <a:t>2</a:t>
            </a:r>
            <a:r>
              <a:rPr lang="zh-CN" altLang="en-US" sz="2400" b="1" dirty="0">
                <a:solidFill>
                  <a:srgbClr val="FF0000"/>
                </a:solidFill>
                <a:latin typeface="Comic Sans MS" panose="030F0702030302020204" pitchFamily="66" charset="0"/>
              </a:rPr>
              <a:t>层图：</a:t>
            </a:r>
            <a:endParaRPr lang="zh-CN" altLang="en-US" sz="2400" b="1" dirty="0">
              <a:solidFill>
                <a:srgbClr val="FF0000"/>
              </a:solidFill>
              <a:latin typeface="Comic Sans MS" panose="030F0702030302020204" pitchFamily="66" charset="0"/>
            </a:endParaRPr>
          </a:p>
        </p:txBody>
      </p:sp>
      <p:sp>
        <p:nvSpPr>
          <p:cNvPr id="131077" name="Rectangle 2"/>
          <p:cNvSpPr/>
          <p:nvPr/>
        </p:nvSpPr>
        <p:spPr>
          <a:xfrm>
            <a:off x="0" y="0"/>
            <a:ext cx="9118600" cy="0"/>
          </a:xfrm>
          <a:prstGeom prst="rect">
            <a:avLst/>
          </a:prstGeom>
          <a:noFill/>
          <a:ln w="9525">
            <a:noFill/>
          </a:ln>
        </p:spPr>
        <p:txBody>
          <a:bodyPr wrap="none"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sp>
        <p:nvSpPr>
          <p:cNvPr id="131078" name="Rectangle 2"/>
          <p:cNvSpPr/>
          <p:nvPr/>
        </p:nvSpPr>
        <p:spPr>
          <a:xfrm>
            <a:off x="0" y="0"/>
            <a:ext cx="9118600" cy="0"/>
          </a:xfrm>
          <a:prstGeom prst="rect">
            <a:avLst/>
          </a:prstGeom>
          <a:noFill/>
          <a:ln w="9525">
            <a:noFill/>
          </a:ln>
        </p:spPr>
        <p:txBody>
          <a:bodyPr wrap="none"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sp>
        <p:nvSpPr>
          <p:cNvPr id="131079" name="Rectangle 2"/>
          <p:cNvSpPr/>
          <p:nvPr/>
        </p:nvSpPr>
        <p:spPr>
          <a:xfrm>
            <a:off x="0" y="0"/>
            <a:ext cx="9118600" cy="0"/>
          </a:xfrm>
          <a:prstGeom prst="rect">
            <a:avLst/>
          </a:prstGeom>
          <a:noFill/>
          <a:ln w="9525">
            <a:noFill/>
          </a:ln>
        </p:spPr>
        <p:txBody>
          <a:bodyPr wrap="none"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graphicFrame>
        <p:nvGraphicFramePr>
          <p:cNvPr id="131080" name="对象 6"/>
          <p:cNvGraphicFramePr>
            <a:graphicFrameLocks noChangeAspect="1"/>
          </p:cNvGraphicFramePr>
          <p:nvPr/>
        </p:nvGraphicFramePr>
        <p:xfrm>
          <a:off x="436563" y="3062288"/>
          <a:ext cx="8245475" cy="2089150"/>
        </p:xfrm>
        <a:graphic>
          <a:graphicData uri="http://schemas.openxmlformats.org/presentationml/2006/ole">
            <mc:AlternateContent xmlns:mc="http://schemas.openxmlformats.org/markup-compatibility/2006">
              <mc:Choice xmlns:v="urn:schemas-microsoft-com:vml" Requires="v">
                <p:oleObj spid="_x0000_s3082" name="" r:id="rId1" imgW="3263900" imgH="838200" progId="Visio.Drawing.11">
                  <p:embed/>
                </p:oleObj>
              </mc:Choice>
              <mc:Fallback>
                <p:oleObj name="" r:id="rId1" imgW="3263900" imgH="838200" progId="Visio.Drawing.11">
                  <p:embed/>
                  <p:pic>
                    <p:nvPicPr>
                      <p:cNvPr id="0" name="图片 3081"/>
                      <p:cNvPicPr/>
                      <p:nvPr/>
                    </p:nvPicPr>
                    <p:blipFill>
                      <a:blip r:embed="rId2"/>
                      <a:stretch>
                        <a:fillRect/>
                      </a:stretch>
                    </p:blipFill>
                    <p:spPr>
                      <a:xfrm>
                        <a:off x="436563" y="3062288"/>
                        <a:ext cx="8245475" cy="2089150"/>
                      </a:xfrm>
                      <a:prstGeom prst="rect">
                        <a:avLst/>
                      </a:prstGeom>
                      <a:noFill/>
                      <a:ln w="38100">
                        <a:noFill/>
                        <a:miter/>
                      </a:ln>
                    </p:spPr>
                  </p:pic>
                </p:oleObj>
              </mc:Fallback>
            </mc:AlternateContent>
          </a:graphicData>
        </a:graphic>
      </p:graphicFrame>
    </p:spTree>
  </p:cSld>
  <p:clrMapOvr>
    <a:masterClrMapping/>
  </p:clrMapOvr>
  <p:transition spd="slow"/>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8" name="标题 1"/>
          <p:cNvSpPr>
            <a:spLocks noGrp="1"/>
          </p:cNvSpPr>
          <p:nvPr>
            <p:ph type="title"/>
          </p:nvPr>
        </p:nvSpPr>
        <p:spPr>
          <a:xfrm>
            <a:off x="466725" y="476250"/>
            <a:ext cx="8205788" cy="1139825"/>
          </a:xfrm>
          <a:ln/>
        </p:spPr>
        <p:txBody>
          <a:bodyPr vert="horz" wrap="square" lIns="0" tIns="45610" rIns="0" bIns="0" anchor="b" anchorCtr="0"/>
          <a:p>
            <a:pPr eaLnBrk="1" hangingPunct="1">
              <a:lnSpc>
                <a:spcPts val="4000"/>
              </a:lnSpc>
            </a:pPr>
            <a:r>
              <a:rPr lang="zh-CN" altLang="en-US" b="1" dirty="0">
                <a:latin typeface="微软雅黑" panose="020B0503020204020204" pitchFamily="34" charset="-122"/>
                <a:ea typeface="微软雅黑" panose="020B0503020204020204" pitchFamily="34" charset="-122"/>
              </a:rPr>
              <a:t>结构化设计：系统结构图</a:t>
            </a:r>
            <a:endParaRPr lang="zh-CN" altLang="en-US" b="1" dirty="0">
              <a:latin typeface="微软雅黑" panose="020B0503020204020204" pitchFamily="34" charset="-122"/>
              <a:ea typeface="微软雅黑" panose="020B0503020204020204" pitchFamily="34" charset="-122"/>
            </a:endParaRPr>
          </a:p>
        </p:txBody>
      </p:sp>
      <p:sp>
        <p:nvSpPr>
          <p:cNvPr id="132099" name="Rectangle 2"/>
          <p:cNvSpPr/>
          <p:nvPr/>
        </p:nvSpPr>
        <p:spPr>
          <a:xfrm>
            <a:off x="0" y="0"/>
            <a:ext cx="9118600" cy="0"/>
          </a:xfrm>
          <a:prstGeom prst="rect">
            <a:avLst/>
          </a:prstGeom>
          <a:noFill/>
          <a:ln w="9525">
            <a:noFill/>
          </a:ln>
        </p:spPr>
        <p:txBody>
          <a:bodyPr wrap="none"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sp>
        <p:nvSpPr>
          <p:cNvPr id="132100" name="TextBox 2"/>
          <p:cNvSpPr txBox="1"/>
          <p:nvPr/>
        </p:nvSpPr>
        <p:spPr>
          <a:xfrm>
            <a:off x="601663" y="2163763"/>
            <a:ext cx="2060575" cy="460375"/>
          </a:xfrm>
          <a:prstGeom prst="rect">
            <a:avLst/>
          </a:prstGeom>
          <a:noFill/>
          <a:ln w="9525">
            <a:noFill/>
          </a:ln>
        </p:spPr>
        <p:txBody>
          <a:bodyPr lIns="91221" tIns="45610" rIns="91221" bIns="4561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r>
              <a:rPr lang="zh-CN" altLang="en-US" sz="2400" b="1" dirty="0">
                <a:solidFill>
                  <a:srgbClr val="FF0000"/>
                </a:solidFill>
                <a:latin typeface="Comic Sans MS" panose="030F0702030302020204" pitchFamily="66" charset="0"/>
              </a:rPr>
              <a:t>系统结构图：</a:t>
            </a:r>
            <a:endParaRPr lang="zh-CN" altLang="en-US" sz="2400" b="1" dirty="0">
              <a:solidFill>
                <a:srgbClr val="FF0000"/>
              </a:solidFill>
              <a:latin typeface="Comic Sans MS" panose="030F0702030302020204" pitchFamily="66" charset="0"/>
            </a:endParaRPr>
          </a:p>
        </p:txBody>
      </p:sp>
      <p:sp>
        <p:nvSpPr>
          <p:cNvPr id="132101" name="Rectangle 2"/>
          <p:cNvSpPr/>
          <p:nvPr/>
        </p:nvSpPr>
        <p:spPr>
          <a:xfrm>
            <a:off x="0" y="0"/>
            <a:ext cx="9118600" cy="0"/>
          </a:xfrm>
          <a:prstGeom prst="rect">
            <a:avLst/>
          </a:prstGeom>
          <a:noFill/>
          <a:ln w="9525">
            <a:noFill/>
          </a:ln>
        </p:spPr>
        <p:txBody>
          <a:bodyPr wrap="none"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sp>
        <p:nvSpPr>
          <p:cNvPr id="132102" name="Rectangle 2"/>
          <p:cNvSpPr/>
          <p:nvPr/>
        </p:nvSpPr>
        <p:spPr>
          <a:xfrm>
            <a:off x="0" y="0"/>
            <a:ext cx="9118600" cy="0"/>
          </a:xfrm>
          <a:prstGeom prst="rect">
            <a:avLst/>
          </a:prstGeom>
          <a:noFill/>
          <a:ln w="9525">
            <a:noFill/>
          </a:ln>
        </p:spPr>
        <p:txBody>
          <a:bodyPr wrap="none"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sp>
        <p:nvSpPr>
          <p:cNvPr id="132103" name="Rectangle 2"/>
          <p:cNvSpPr/>
          <p:nvPr/>
        </p:nvSpPr>
        <p:spPr>
          <a:xfrm>
            <a:off x="0" y="0"/>
            <a:ext cx="9118600" cy="0"/>
          </a:xfrm>
          <a:prstGeom prst="rect">
            <a:avLst/>
          </a:prstGeom>
          <a:noFill/>
          <a:ln w="9525">
            <a:noFill/>
          </a:ln>
        </p:spPr>
        <p:txBody>
          <a:bodyPr wrap="none"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sp>
        <p:nvSpPr>
          <p:cNvPr id="132104" name="Rectangle 2"/>
          <p:cNvSpPr/>
          <p:nvPr/>
        </p:nvSpPr>
        <p:spPr>
          <a:xfrm>
            <a:off x="0" y="0"/>
            <a:ext cx="9118600" cy="0"/>
          </a:xfrm>
          <a:prstGeom prst="rect">
            <a:avLst/>
          </a:prstGeom>
          <a:noFill/>
          <a:ln w="9525">
            <a:noFill/>
          </a:ln>
        </p:spPr>
        <p:txBody>
          <a:bodyPr wrap="none"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graphicFrame>
        <p:nvGraphicFramePr>
          <p:cNvPr id="132105" name="对象 7"/>
          <p:cNvGraphicFramePr>
            <a:graphicFrameLocks noChangeAspect="1"/>
          </p:cNvGraphicFramePr>
          <p:nvPr/>
        </p:nvGraphicFramePr>
        <p:xfrm>
          <a:off x="1001713" y="2373313"/>
          <a:ext cx="7115175" cy="3962400"/>
        </p:xfrm>
        <a:graphic>
          <a:graphicData uri="http://schemas.openxmlformats.org/presentationml/2006/ole">
            <mc:AlternateContent xmlns:mc="http://schemas.openxmlformats.org/markup-compatibility/2006">
              <mc:Choice xmlns:v="urn:schemas-microsoft-com:vml" Requires="v">
                <p:oleObj spid="_x0000_s3083" name="" r:id="rId1" imgW="4724400" imgH="2628900" progId="Visio.Drawing.11">
                  <p:embed/>
                </p:oleObj>
              </mc:Choice>
              <mc:Fallback>
                <p:oleObj name="" r:id="rId1" imgW="4724400" imgH="2628900" progId="Visio.Drawing.11">
                  <p:embed/>
                  <p:pic>
                    <p:nvPicPr>
                      <p:cNvPr id="0" name="图片 3082"/>
                      <p:cNvPicPr/>
                      <p:nvPr/>
                    </p:nvPicPr>
                    <p:blipFill>
                      <a:blip r:embed="rId2"/>
                      <a:stretch>
                        <a:fillRect/>
                      </a:stretch>
                    </p:blipFill>
                    <p:spPr>
                      <a:xfrm>
                        <a:off x="1001713" y="2373313"/>
                        <a:ext cx="7115175" cy="3962400"/>
                      </a:xfrm>
                      <a:prstGeom prst="rect">
                        <a:avLst/>
                      </a:prstGeom>
                      <a:noFill/>
                      <a:ln w="38100">
                        <a:noFill/>
                        <a:miter/>
                      </a:ln>
                    </p:spPr>
                  </p:pic>
                </p:oleObj>
              </mc:Fallback>
            </mc:AlternateContent>
          </a:graphicData>
        </a:graphic>
      </p:graphicFrame>
    </p:spTree>
  </p:cSld>
  <p:clrMapOvr>
    <a:masterClrMapping/>
  </p:clrMapOvr>
  <p:transition spd="slow"/>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内容占位符 2"/>
          <p:cNvSpPr>
            <a:spLocks noGrp="1"/>
          </p:cNvSpPr>
          <p:nvPr>
            <p:ph idx="1"/>
          </p:nvPr>
        </p:nvSpPr>
        <p:spPr>
          <a:xfrm>
            <a:off x="322263" y="1985963"/>
            <a:ext cx="8629650" cy="3878263"/>
          </a:xfrm>
        </p:spPr>
        <p:txBody>
          <a:bodyPr vert="horz" wrap="square" lIns="91221" tIns="45610" rIns="91221" bIns="45610" numCol="1" anchor="t" anchorCtr="0" compatLnSpc="1"/>
          <a:lstStyle/>
          <a:p>
            <a:pPr marL="273050" marR="0" lvl="1" indent="-27305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3200" b="1"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概要设计</a:t>
            </a:r>
            <a:endParaRPr kumimoji="1" lang="en-US" altLang="zh-CN" sz="3200" b="1"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914400" marR="0" lvl="2" indent="-457200" algn="l" defTabSz="914400" rtl="0" eaLnBrk="1" fontAlgn="base" latinLnBrk="0" hangingPunct="1">
              <a:lnSpc>
                <a:spcPct val="100000"/>
              </a:lnSpc>
              <a:spcBef>
                <a:spcPct val="15000"/>
              </a:spcBef>
              <a:spcAft>
                <a:spcPct val="0"/>
              </a:spcAft>
              <a:buClr>
                <a:srgbClr val="0BD0D9"/>
              </a:buClr>
              <a:buSzPct val="95000"/>
              <a:buFont typeface="Wingdings" panose="05000000000000000000" pitchFamily="2" charset="2"/>
              <a:buChar char="ü"/>
              <a:tabLst>
                <a:tab pos="457200" algn="l"/>
              </a:tabLst>
              <a:defRPr/>
            </a:pPr>
            <a:r>
              <a:rPr kumimoji="0" lang="zh-CN" altLang="en-US" sz="2800" b="0" i="0" u="none" strike="noStrike" kern="1200" cap="none" spc="0" normalizeH="0" baseline="0" noProof="0" dirty="0">
                <a:ln>
                  <a:noFill/>
                </a:ln>
                <a:solidFill>
                  <a:schemeClr val="tx1"/>
                </a:solidFill>
                <a:effectLst/>
                <a:uLnTx/>
                <a:uFillTx/>
                <a:latin typeface="+mn-ea"/>
                <a:ea typeface="+mn-ea"/>
                <a:cs typeface="+mn-cs"/>
              </a:rPr>
              <a:t>设计软件系统的</a:t>
            </a:r>
            <a:r>
              <a:rPr kumimoji="0" lang="zh-CN" altLang="en-US" sz="2800" b="0" i="0" u="none" strike="noStrike" kern="1200" cap="none" spc="0" normalizeH="0" baseline="0" noProof="0" dirty="0" smtClean="0">
                <a:ln>
                  <a:noFill/>
                </a:ln>
                <a:solidFill>
                  <a:schemeClr val="tx1"/>
                </a:solidFill>
                <a:effectLst/>
                <a:uLnTx/>
                <a:uFillTx/>
                <a:latin typeface="+mn-ea"/>
                <a:ea typeface="+mn-ea"/>
                <a:cs typeface="+mn-cs"/>
              </a:rPr>
              <a:t>体系结构（也即软件系统的模块结构）与接口</a:t>
            </a:r>
            <a:endParaRPr kumimoji="0" lang="en-US" altLang="zh-CN" sz="2800" b="0" i="0" u="none" strike="noStrike" kern="1200" cap="none" spc="0" normalizeH="0" baseline="0" noProof="0" dirty="0" smtClean="0">
              <a:ln>
                <a:noFill/>
              </a:ln>
              <a:solidFill>
                <a:schemeClr val="tx1"/>
              </a:solidFill>
              <a:effectLst/>
              <a:uLnTx/>
              <a:uFillTx/>
              <a:latin typeface="+mn-ea"/>
              <a:ea typeface="+mn-ea"/>
              <a:cs typeface="+mn-cs"/>
            </a:endParaRPr>
          </a:p>
          <a:p>
            <a:pPr marL="914400" marR="0" lvl="2" indent="-457200" algn="l" defTabSz="914400" rtl="0" eaLnBrk="1" fontAlgn="base" latinLnBrk="0" hangingPunct="1">
              <a:lnSpc>
                <a:spcPct val="100000"/>
              </a:lnSpc>
              <a:spcBef>
                <a:spcPct val="15000"/>
              </a:spcBef>
              <a:spcAft>
                <a:spcPct val="0"/>
              </a:spcAft>
              <a:buClr>
                <a:srgbClr val="0BD0D9"/>
              </a:buClr>
              <a:buSzPct val="95000"/>
              <a:buFont typeface="Wingdings" panose="05000000000000000000" pitchFamily="2" charset="2"/>
              <a:buChar char="ü"/>
              <a:tabLst>
                <a:tab pos="457200" algn="l"/>
              </a:tabLst>
              <a:defRPr/>
            </a:pPr>
            <a:r>
              <a:rPr kumimoji="0" lang="zh-CN" altLang="en-US" sz="2800" b="0" i="0" u="none" strike="noStrike" kern="1200" cap="none" spc="0" normalizeH="0" baseline="0" noProof="0" dirty="0" smtClean="0">
                <a:ln>
                  <a:noFill/>
                </a:ln>
                <a:solidFill>
                  <a:schemeClr val="tx1"/>
                </a:solidFill>
                <a:effectLst/>
                <a:uLnTx/>
                <a:uFillTx/>
                <a:latin typeface="+mn-ea"/>
                <a:ea typeface="+mn-ea"/>
                <a:cs typeface="+mn-cs"/>
              </a:rPr>
              <a:t>主要任务是</a:t>
            </a:r>
            <a:r>
              <a:rPr kumimoji="0" lang="en-US" altLang="en-US" sz="2800" b="1" i="0" u="sng" strike="noStrike" kern="1200" cap="none" spc="0" normalizeH="0" baseline="0" noProof="0" dirty="0" smtClean="0">
                <a:ln>
                  <a:noFill/>
                </a:ln>
                <a:solidFill>
                  <a:srgbClr val="FF0000"/>
                </a:solidFill>
                <a:effectLst/>
                <a:uLnTx/>
                <a:uFillTx/>
                <a:latin typeface="+mn-ea"/>
                <a:ea typeface="+mn-ea"/>
                <a:cs typeface="+mn-cs"/>
              </a:rPr>
              <a:t>将</a:t>
            </a:r>
            <a:r>
              <a:rPr kumimoji="0" lang="zh-CN" altLang="en-US" sz="2800" b="1" i="0" u="sng" strike="noStrike" kern="1200" cap="none" spc="0" normalizeH="0" baseline="0" noProof="0" dirty="0">
                <a:ln>
                  <a:noFill/>
                </a:ln>
                <a:solidFill>
                  <a:srgbClr val="FF0000"/>
                </a:solidFill>
                <a:effectLst/>
                <a:uLnTx/>
                <a:uFillTx/>
                <a:latin typeface="+mn-ea"/>
                <a:ea typeface="+mn-ea"/>
                <a:cs typeface="+mn-cs"/>
              </a:rPr>
              <a:t>数据流</a:t>
            </a:r>
            <a:r>
              <a:rPr kumimoji="0" lang="en-US" altLang="en-US" sz="2800" b="1" i="0" u="sng" strike="noStrike" kern="1200" cap="none" spc="0" normalizeH="0" baseline="0" noProof="0" dirty="0" err="1" smtClean="0">
                <a:ln>
                  <a:noFill/>
                </a:ln>
                <a:solidFill>
                  <a:srgbClr val="FF0000"/>
                </a:solidFill>
                <a:effectLst/>
                <a:uLnTx/>
                <a:uFillTx/>
                <a:latin typeface="+mn-ea"/>
                <a:ea typeface="+mn-ea"/>
                <a:cs typeface="+mn-cs"/>
              </a:rPr>
              <a:t>图映射为软件系统结构图</a:t>
            </a:r>
            <a:endParaRPr kumimoji="0" lang="en-US" altLang="zh-CN" sz="2800" b="1" i="0" u="sng" strike="noStrike" kern="1200" cap="none" spc="0" normalizeH="0" baseline="0" noProof="0" dirty="0">
              <a:ln>
                <a:noFill/>
              </a:ln>
              <a:solidFill>
                <a:srgbClr val="FF0000"/>
              </a:solidFill>
              <a:effectLst/>
              <a:uLnTx/>
              <a:uFillTx/>
              <a:latin typeface="+mn-ea"/>
              <a:ea typeface="+mn-ea"/>
              <a:cs typeface="+mn-cs"/>
            </a:endParaRPr>
          </a:p>
          <a:p>
            <a:pPr marL="273050" marR="0" lvl="1" indent="-27305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3200" b="1"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详细设计：</a:t>
            </a:r>
            <a:endParaRPr kumimoji="1" lang="en-US" altLang="zh-CN" sz="3200" b="1"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914400" marR="0" lvl="2" indent="-457200" algn="l" defTabSz="914400" rtl="0" eaLnBrk="1" fontAlgn="base" latinLnBrk="0" hangingPunct="1">
              <a:lnSpc>
                <a:spcPct val="100000"/>
              </a:lnSpc>
              <a:spcBef>
                <a:spcPct val="15000"/>
              </a:spcBef>
              <a:spcAft>
                <a:spcPct val="0"/>
              </a:spcAft>
              <a:buClr>
                <a:srgbClr val="0BD0D9"/>
              </a:buClr>
              <a:buSzPct val="95000"/>
              <a:buFont typeface="Wingdings" panose="05000000000000000000" pitchFamily="2" charset="2"/>
              <a:buChar char="ü"/>
              <a:tabLst>
                <a:tab pos="457200" algn="l"/>
              </a:tabLst>
              <a:defRPr/>
            </a:pPr>
            <a:r>
              <a:rPr kumimoji="0" lang="zh-CN" altLang="en-US" sz="2800" b="0" i="0" u="none" strike="noStrike" kern="1200" cap="none" spc="0" normalizeH="0" baseline="0" noProof="0" dirty="0">
                <a:ln>
                  <a:noFill/>
                </a:ln>
                <a:solidFill>
                  <a:schemeClr val="tx1"/>
                </a:solidFill>
                <a:effectLst/>
                <a:uLnTx/>
                <a:uFillTx/>
                <a:latin typeface="+mn-ea"/>
                <a:ea typeface="+mn-ea"/>
                <a:cs typeface="+mn-cs"/>
              </a:rPr>
              <a:t>对概要设计的</a:t>
            </a:r>
            <a:r>
              <a:rPr kumimoji="0" lang="zh-CN" altLang="en-US" sz="2800" b="1" i="0" u="sng" strike="noStrike" kern="1200" cap="none" spc="0" normalizeH="0" baseline="0" noProof="0" dirty="0">
                <a:ln>
                  <a:noFill/>
                </a:ln>
                <a:solidFill>
                  <a:srgbClr val="FF0000"/>
                </a:solidFill>
                <a:effectLst/>
                <a:uLnTx/>
                <a:uFillTx/>
                <a:latin typeface="+mn-ea"/>
                <a:ea typeface="+mn-ea"/>
                <a:cs typeface="+mn-cs"/>
              </a:rPr>
              <a:t>每一个模块进行数据设计和过程设计</a:t>
            </a:r>
            <a:endParaRPr kumimoji="0" lang="zh-CN" altLang="en-US" sz="2800" b="1" i="0" u="sng" strike="noStrike" kern="1200" cap="none" spc="0" normalizeH="0" baseline="0" noProof="0" dirty="0">
              <a:ln>
                <a:noFill/>
              </a:ln>
              <a:solidFill>
                <a:srgbClr val="FF0000"/>
              </a:solidFill>
              <a:effectLst/>
              <a:uLnTx/>
              <a:uFillTx/>
              <a:latin typeface="+mn-ea"/>
              <a:ea typeface="+mn-ea"/>
              <a:cs typeface="+mn-cs"/>
            </a:endParaRPr>
          </a:p>
        </p:txBody>
      </p:sp>
      <p:sp>
        <p:nvSpPr>
          <p:cNvPr id="133123" name="标题 1"/>
          <p:cNvSpPr>
            <a:spLocks noGrp="1"/>
          </p:cNvSpPr>
          <p:nvPr>
            <p:ph type="title"/>
          </p:nvPr>
        </p:nvSpPr>
        <p:spPr>
          <a:xfrm>
            <a:off x="466725" y="476250"/>
            <a:ext cx="8205788" cy="1139825"/>
          </a:xfrm>
          <a:ln/>
        </p:spPr>
        <p:txBody>
          <a:bodyPr vert="horz" wrap="square" lIns="0" tIns="45610" rIns="0" bIns="0" anchor="b" anchorCtr="0"/>
          <a:p>
            <a:pPr eaLnBrk="1" hangingPunct="1">
              <a:lnSpc>
                <a:spcPts val="4000"/>
              </a:lnSpc>
            </a:pPr>
            <a:r>
              <a:rPr lang="zh-CN" altLang="en-US" b="1" dirty="0">
                <a:latin typeface="微软雅黑" panose="020B0503020204020204" pitchFamily="34" charset="-122"/>
                <a:ea typeface="微软雅黑" panose="020B0503020204020204" pitchFamily="34" charset="-122"/>
              </a:rPr>
              <a:t>结构化设计的主要内容</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Rectangle 3"/>
          <p:cNvSpPr>
            <a:spLocks noGrp="1" noRot="1" noChangeArrowheads="1"/>
          </p:cNvSpPr>
          <p:nvPr>
            <p:ph idx="1"/>
          </p:nvPr>
        </p:nvSpPr>
        <p:spPr/>
        <p:txBody>
          <a:bodyPr vert="horz" wrap="square" lIns="91221" tIns="45610" rIns="91221" bIns="45610" numCol="1" anchor="t" anchorCtr="0" compatLnSpc="1"/>
          <a:lstStyle/>
          <a:p>
            <a:pPr marL="273050" marR="0" lvl="1" indent="-273050" algn="l" defTabSz="914400" rtl="0" eaLnBrk="1" fontAlgn="base" latinLnBrk="0" hangingPunct="1">
              <a:lnSpc>
                <a:spcPct val="9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0" lang="zh-CN" altLang="en-US" sz="28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详细设计就要</a:t>
            </a:r>
            <a:r>
              <a:rPr kumimoji="0" lang="zh-CN" altLang="en-US" sz="2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对软件结构中的</a:t>
            </a:r>
            <a:r>
              <a:rPr kumimoji="0" lang="zh-CN" altLang="en-US" sz="2800" b="1" i="0" u="none" strike="noStrike" kern="1200" cap="none" spc="0" normalizeH="0" baseline="0" noProof="0" dirty="0">
                <a:ln>
                  <a:noFill/>
                </a:ln>
                <a:solidFill>
                  <a:srgbClr val="FF0000"/>
                </a:solidFill>
                <a:effectLst/>
                <a:uLnTx/>
                <a:uFillTx/>
                <a:latin typeface="+mn-lt"/>
                <a:ea typeface="宋体" panose="02010600030101010101" pitchFamily="2" charset="-122"/>
                <a:cs typeface="+mn-cs"/>
              </a:rPr>
              <a:t>每一个模块</a:t>
            </a:r>
            <a:r>
              <a:rPr kumimoji="0" lang="zh-CN" altLang="en-US" sz="2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确定使用的</a:t>
            </a:r>
            <a:r>
              <a:rPr kumimoji="0" lang="zh-CN" altLang="en-US" sz="2800" b="1" i="0" u="none" strike="noStrike" kern="1200" cap="none" spc="0" normalizeH="0" baseline="0" noProof="0" dirty="0">
                <a:ln>
                  <a:noFill/>
                </a:ln>
                <a:solidFill>
                  <a:srgbClr val="FF0000"/>
                </a:solidFill>
                <a:effectLst/>
                <a:uLnTx/>
                <a:uFillTx/>
                <a:latin typeface="+mn-lt"/>
                <a:ea typeface="宋体" panose="02010600030101010101" pitchFamily="2" charset="-122"/>
                <a:cs typeface="+mn-cs"/>
              </a:rPr>
              <a:t>算法</a:t>
            </a:r>
            <a:r>
              <a:rPr kumimoji="0" lang="zh-CN" altLang="en-US" sz="2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或块</a:t>
            </a:r>
            <a:r>
              <a:rPr kumimoji="0" lang="zh-CN" altLang="en-US" sz="2800" b="1" i="0" u="none" strike="noStrike" kern="1200" cap="none" spc="0" normalizeH="0" baseline="0" noProof="0" dirty="0">
                <a:ln>
                  <a:noFill/>
                </a:ln>
                <a:solidFill>
                  <a:srgbClr val="FF0000"/>
                </a:solidFill>
                <a:effectLst/>
                <a:uLnTx/>
                <a:uFillTx/>
                <a:latin typeface="+mn-lt"/>
                <a:ea typeface="宋体" panose="02010600030101010101" pitchFamily="2" charset="-122"/>
                <a:cs typeface="+mn-cs"/>
              </a:rPr>
              <a:t>内数据结构</a:t>
            </a:r>
            <a:r>
              <a:rPr kumimoji="0" lang="zh-CN" altLang="en-US" sz="2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，并用某种选定的表达工具给出清晰的描述。</a:t>
            </a:r>
            <a:endParaRPr kumimoji="0" lang="zh-CN" altLang="en-US" sz="2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273050" marR="0" lvl="1" indent="-273050" algn="l" defTabSz="914400" rtl="0" eaLnBrk="1" fontAlgn="base" latinLnBrk="0" hangingPunct="1">
              <a:lnSpc>
                <a:spcPct val="9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0" lang="zh-CN" altLang="en-US" sz="2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详细设计的表达工具</a:t>
            </a:r>
            <a:endParaRPr kumimoji="0" lang="en-US" altLang="zh-CN" sz="2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638175" marR="0" lvl="1" indent="-246380" algn="l" defTabSz="914400" rtl="0" eaLnBrk="1" fontAlgn="base" latinLnBrk="0" hangingPunct="1">
              <a:lnSpc>
                <a:spcPct val="90000"/>
              </a:lnSpc>
              <a:spcBef>
                <a:spcPct val="20000"/>
              </a:spcBef>
              <a:spcAft>
                <a:spcPct val="0"/>
              </a:spcAft>
              <a:buClr>
                <a:schemeClr val="accent1"/>
              </a:buClr>
              <a:buSzPct val="85000"/>
              <a:buFont typeface="Wingdings" panose="05000000000000000000" pitchFamily="2" charset="2"/>
              <a:buChar char="ü"/>
              <a:defRPr/>
            </a:pPr>
            <a:r>
              <a:rPr kumimoji="0" lang="zh-CN" altLang="en-US" sz="24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程序流程图</a:t>
            </a:r>
            <a:endParaRPr kumimoji="0" lang="zh-CN" altLang="en-US" sz="24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638175" marR="0" lvl="1" indent="-246380" algn="l" defTabSz="914400" rtl="0" eaLnBrk="1" fontAlgn="base" latinLnBrk="0" hangingPunct="1">
              <a:lnSpc>
                <a:spcPct val="90000"/>
              </a:lnSpc>
              <a:spcBef>
                <a:spcPct val="20000"/>
              </a:spcBef>
              <a:spcAft>
                <a:spcPct val="0"/>
              </a:spcAft>
              <a:buClr>
                <a:schemeClr val="accent1"/>
              </a:buClr>
              <a:buSzPct val="85000"/>
              <a:buFont typeface="Wingdings" panose="05000000000000000000" pitchFamily="2" charset="2"/>
              <a:buChar char="ü"/>
              <a:defRPr/>
            </a:pPr>
            <a:r>
              <a:rPr kumimoji="0" lang="zh-CN" altLang="en-US" sz="24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盒图</a:t>
            </a:r>
            <a:endParaRPr kumimoji="0" lang="zh-CN" altLang="en-US" sz="24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638175" marR="0" lvl="1" indent="-246380" algn="l" defTabSz="914400" rtl="0" eaLnBrk="1" fontAlgn="base" latinLnBrk="0" hangingPunct="1">
              <a:lnSpc>
                <a:spcPct val="90000"/>
              </a:lnSpc>
              <a:spcBef>
                <a:spcPct val="20000"/>
              </a:spcBef>
              <a:spcAft>
                <a:spcPct val="0"/>
              </a:spcAft>
              <a:buClr>
                <a:schemeClr val="accent1"/>
              </a:buClr>
              <a:buSzPct val="85000"/>
              <a:buFont typeface="Wingdings" panose="05000000000000000000" pitchFamily="2" charset="2"/>
              <a:buChar char="ü"/>
              <a:defRPr/>
            </a:pPr>
            <a:r>
              <a:rPr kumimoji="0" lang="en-US" altLang="zh-CN" sz="24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PAD </a:t>
            </a:r>
            <a:r>
              <a:rPr kumimoji="0" lang="zh-CN" altLang="en-US" sz="24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图</a:t>
            </a:r>
            <a:endParaRPr kumimoji="0" lang="zh-CN" altLang="en-US" sz="24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638175" marR="0" lvl="1" indent="-246380" algn="l" defTabSz="914400" rtl="0" eaLnBrk="1" fontAlgn="base" latinLnBrk="0" hangingPunct="1">
              <a:lnSpc>
                <a:spcPct val="90000"/>
              </a:lnSpc>
              <a:spcBef>
                <a:spcPct val="20000"/>
              </a:spcBef>
              <a:spcAft>
                <a:spcPct val="0"/>
              </a:spcAft>
              <a:buClr>
                <a:schemeClr val="accent1"/>
              </a:buClr>
              <a:buSzPct val="85000"/>
              <a:buFont typeface="Wingdings" panose="05000000000000000000" pitchFamily="2" charset="2"/>
              <a:buChar char="ü"/>
              <a:defRPr/>
            </a:pPr>
            <a:r>
              <a:rPr kumimoji="0" lang="en-US" altLang="zh-CN" sz="2400" b="1" i="0" u="none" strike="noStrike" kern="1200" cap="none" spc="0" normalizeH="0" baseline="0" noProof="0" dirty="0" smtClean="0">
                <a:ln>
                  <a:noFill/>
                </a:ln>
                <a:solidFill>
                  <a:srgbClr val="FF0000"/>
                </a:solidFill>
                <a:effectLst/>
                <a:uLnTx/>
                <a:uFillTx/>
                <a:latin typeface="+mn-lt"/>
                <a:ea typeface="宋体" panose="02010600030101010101" pitchFamily="2" charset="-122"/>
                <a:cs typeface="+mn-cs"/>
              </a:rPr>
              <a:t>PDL</a:t>
            </a:r>
            <a:endParaRPr kumimoji="0" lang="en-US" altLang="zh-CN" sz="2400" b="1" i="0" u="none" strike="noStrike" kern="1200" cap="none" spc="0" normalizeH="0" baseline="0" noProof="0" dirty="0" smtClean="0">
              <a:ln>
                <a:noFill/>
              </a:ln>
              <a:solidFill>
                <a:srgbClr val="FF0000"/>
              </a:solidFill>
              <a:effectLst/>
              <a:uLnTx/>
              <a:uFillTx/>
              <a:latin typeface="+mn-lt"/>
              <a:ea typeface="宋体" panose="02010600030101010101" pitchFamily="2" charset="-122"/>
              <a:cs typeface="+mn-cs"/>
            </a:endParaRPr>
          </a:p>
          <a:p>
            <a:pPr marL="638175" marR="0" lvl="1" indent="-246380" algn="l" defTabSz="914400" rtl="0" eaLnBrk="1" fontAlgn="base" latinLnBrk="0" hangingPunct="1">
              <a:lnSpc>
                <a:spcPct val="90000"/>
              </a:lnSpc>
              <a:spcBef>
                <a:spcPct val="20000"/>
              </a:spcBef>
              <a:spcAft>
                <a:spcPct val="0"/>
              </a:spcAft>
              <a:buClr>
                <a:schemeClr val="accent1"/>
              </a:buClr>
              <a:buSzPct val="85000"/>
              <a:buFont typeface="Wingdings" panose="05000000000000000000" pitchFamily="2" charset="2"/>
              <a:buChar char="ü"/>
              <a:defRPr/>
            </a:pPr>
            <a:r>
              <a:rPr kumimoji="0" lang="en-US" altLang="zh-CN" sz="24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HIPO </a:t>
            </a:r>
            <a:r>
              <a:rPr kumimoji="0" lang="zh-CN" altLang="en-US" sz="24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图</a:t>
            </a:r>
            <a:endParaRPr kumimoji="0" lang="zh-CN" altLang="en-US" sz="24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273050" marR="0" lvl="0" indent="-273050" algn="l" defTabSz="914400" rtl="0" eaLnBrk="1" fontAlgn="base" latinLnBrk="0" hangingPunct="1">
              <a:lnSpc>
                <a:spcPct val="90000"/>
              </a:lnSpc>
              <a:spcBef>
                <a:spcPct val="20000"/>
              </a:spcBef>
              <a:spcAft>
                <a:spcPct val="0"/>
              </a:spcAft>
              <a:buClr>
                <a:srgbClr val="0BD0D9"/>
              </a:buClr>
              <a:buSzPct val="95000"/>
              <a:buFont typeface="Wingdings 2" panose="05020102010507070707" pitchFamily="18" charset="2"/>
              <a:buChar char=""/>
              <a:defRPr/>
            </a:pPr>
            <a:endParaRPr kumimoji="0" lang="zh-CN" altLang="en-US" sz="28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endParaRPr>
          </a:p>
        </p:txBody>
      </p:sp>
      <p:sp>
        <p:nvSpPr>
          <p:cNvPr id="134147" name="Rectangle 2"/>
          <p:cNvSpPr>
            <a:spLocks noGrp="1" noRot="1"/>
          </p:cNvSpPr>
          <p:nvPr>
            <p:ph type="title"/>
          </p:nvPr>
        </p:nvSpPr>
        <p:spPr>
          <a:ln/>
        </p:spPr>
        <p:txBody>
          <a:bodyPr vert="horz" wrap="square" lIns="0" tIns="45610" rIns="0" bIns="0" anchor="b" anchorCtr="0"/>
          <a:p>
            <a:pPr eaLnBrk="1" hangingPunct="1">
              <a:lnSpc>
                <a:spcPts val="4000"/>
              </a:lnSpc>
            </a:pPr>
            <a:r>
              <a:rPr lang="zh-CN" altLang="en-US" b="1" dirty="0">
                <a:latin typeface="微软雅黑" panose="020B0503020204020204" pitchFamily="34" charset="-122"/>
                <a:ea typeface="微软雅黑" panose="020B0503020204020204" pitchFamily="34" charset="-122"/>
              </a:rPr>
              <a:t>详 细 设 计</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5170" name="Rectangle 2"/>
          <p:cNvSpPr>
            <a:spLocks noGrp="1"/>
          </p:cNvSpPr>
          <p:nvPr>
            <p:ph type="title"/>
          </p:nvPr>
        </p:nvSpPr>
        <p:spPr>
          <a:xfrm>
            <a:off x="196850" y="619125"/>
            <a:ext cx="8220075" cy="790575"/>
          </a:xfrm>
          <a:ln/>
        </p:spPr>
        <p:txBody>
          <a:bodyPr vert="horz" wrap="square" lIns="0" tIns="45610" rIns="0" bIns="0" anchor="b" anchorCtr="0"/>
          <a:p>
            <a:pPr eaLnBrk="1" hangingPunct="1"/>
            <a:r>
              <a:rPr lang="zh-CN" altLang="en-US" sz="4400" b="1" dirty="0">
                <a:latin typeface="微软雅黑" panose="020B0503020204020204" pitchFamily="34" charset="-122"/>
                <a:ea typeface="微软雅黑" panose="020B0503020204020204" pitchFamily="34" charset="-122"/>
              </a:rPr>
              <a:t>小  结</a:t>
            </a:r>
            <a:endParaRPr lang="zh-CN" altLang="en-GB" sz="4400" b="1" dirty="0">
              <a:latin typeface="微软雅黑" panose="020B0503020204020204" pitchFamily="34" charset="-122"/>
              <a:ea typeface="微软雅黑" panose="020B0503020204020204" pitchFamily="34" charset="-122"/>
            </a:endParaRPr>
          </a:p>
        </p:txBody>
      </p:sp>
      <p:sp>
        <p:nvSpPr>
          <p:cNvPr id="461827" name="Rectangle 3"/>
          <p:cNvSpPr>
            <a:spLocks noChangeArrowheads="1"/>
          </p:cNvSpPr>
          <p:nvPr/>
        </p:nvSpPr>
        <p:spPr bwMode="auto">
          <a:xfrm>
            <a:off x="712788" y="1568450"/>
            <a:ext cx="7693025" cy="3367088"/>
          </a:xfrm>
          <a:prstGeom prst="rect">
            <a:avLst/>
          </a:prstGeom>
          <a:noFill/>
          <a:ln w="9525">
            <a:noFill/>
            <a:miter lim="800000"/>
          </a:ln>
        </p:spPr>
        <p:txBody>
          <a:bodyPr lIns="91221" tIns="45610" rIns="91221" bIns="45610">
            <a:spAutoFit/>
          </a:bodyPr>
          <a:lstStyle/>
          <a:p>
            <a:pPr marL="273050" marR="0" lvl="1" indent="-273050" algn="l" defTabSz="914400" rtl="0" eaLnBrk="1" fontAlgn="base" latinLnBrk="0" hangingPunct="1">
              <a:lnSpc>
                <a:spcPct val="12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2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结构化设计主要解决如何将需求分析阶段的</a:t>
            </a:r>
            <a:r>
              <a:rPr kumimoji="1" lang="en-US" altLang="zh-CN" sz="2800" b="1" i="0" u="none" strike="noStrike" kern="1200" cap="none" spc="0" normalizeH="0" baseline="0" noProof="0" dirty="0">
                <a:ln>
                  <a:noFill/>
                </a:ln>
                <a:solidFill>
                  <a:srgbClr val="FF0000"/>
                </a:solidFill>
                <a:effectLst/>
                <a:uLnTx/>
                <a:uFillTx/>
                <a:latin typeface="+mn-lt"/>
                <a:ea typeface="宋体" panose="02010600030101010101" pitchFamily="2" charset="-122"/>
                <a:cs typeface="+mn-cs"/>
              </a:rPr>
              <a:t>DFD </a:t>
            </a:r>
            <a:r>
              <a:rPr kumimoji="1" lang="zh-CN" altLang="en-US" sz="2800" b="1" i="0" u="none" strike="noStrike" kern="1200" cap="none" spc="0" normalizeH="0" baseline="0" noProof="0" dirty="0">
                <a:ln>
                  <a:noFill/>
                </a:ln>
                <a:solidFill>
                  <a:srgbClr val="FF0000"/>
                </a:solidFill>
                <a:effectLst/>
                <a:uLnTx/>
                <a:uFillTx/>
                <a:latin typeface="+mn-lt"/>
                <a:ea typeface="宋体" panose="02010600030101010101" pitchFamily="2" charset="-122"/>
                <a:cs typeface="+mn-cs"/>
              </a:rPr>
              <a:t>图推导为软件系统结构</a:t>
            </a:r>
            <a:r>
              <a:rPr kumimoji="1" lang="zh-CN" altLang="en-US" sz="2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，并用它提供的结构图描述之。</a:t>
            </a:r>
            <a:endParaRPr kumimoji="1" lang="en-US" altLang="zh-CN" sz="2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273050" marR="0" lvl="1" indent="-273050" algn="l" defTabSz="914400" rtl="0" eaLnBrk="1" fontAlgn="base" latinLnBrk="0" hangingPunct="1">
              <a:lnSpc>
                <a:spcPct val="12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2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系统设计时要遵循</a:t>
            </a:r>
            <a:r>
              <a:rPr kumimoji="1" lang="zh-CN" altLang="en-US" sz="2800" b="1" i="0" u="none" strike="noStrike" kern="1200" cap="none" spc="0" normalizeH="0" baseline="0" noProof="0" dirty="0">
                <a:ln>
                  <a:noFill/>
                </a:ln>
                <a:solidFill>
                  <a:srgbClr val="FF0000"/>
                </a:solidFill>
                <a:effectLst/>
                <a:uLnTx/>
                <a:uFillTx/>
                <a:latin typeface="+mn-lt"/>
                <a:ea typeface="宋体" panose="02010600030101010101" pitchFamily="2" charset="-122"/>
                <a:cs typeface="+mn-cs"/>
              </a:rPr>
              <a:t>模块化</a:t>
            </a:r>
            <a:r>
              <a:rPr kumimoji="1" lang="zh-CN" altLang="en-US" sz="2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a:t>
            </a:r>
            <a:r>
              <a:rPr kumimoji="1" lang="zh-CN" altLang="en-US" sz="2800" b="1" i="0" u="none" strike="noStrike" kern="1200" cap="none" spc="0" normalizeH="0" baseline="0" noProof="0" dirty="0">
                <a:ln>
                  <a:noFill/>
                </a:ln>
                <a:solidFill>
                  <a:srgbClr val="FF0000"/>
                </a:solidFill>
                <a:effectLst/>
                <a:uLnTx/>
                <a:uFillTx/>
                <a:latin typeface="+mn-lt"/>
                <a:ea typeface="宋体" panose="02010600030101010101" pitchFamily="2" charset="-122"/>
                <a:cs typeface="+mn-cs"/>
              </a:rPr>
              <a:t>自顶向下逐步求精</a:t>
            </a:r>
            <a:r>
              <a:rPr kumimoji="1" lang="zh-CN" altLang="en-US" sz="2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的基本思想。</a:t>
            </a:r>
            <a:endParaRPr kumimoji="1" lang="zh-CN" altLang="en-US" sz="2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273050" marR="0" lvl="1" indent="-273050" algn="l" defTabSz="914400" rtl="0" eaLnBrk="1" fontAlgn="base" latinLnBrk="0" hangingPunct="1">
              <a:lnSpc>
                <a:spcPct val="12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2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详细设计着重对</a:t>
            </a:r>
            <a:r>
              <a:rPr kumimoji="1" lang="zh-CN" altLang="en-US" sz="2800" b="1" i="0" u="none" strike="noStrike" kern="1200" cap="none" spc="0" normalizeH="0" baseline="0" noProof="0" dirty="0">
                <a:ln>
                  <a:noFill/>
                </a:ln>
                <a:solidFill>
                  <a:srgbClr val="FF0000"/>
                </a:solidFill>
                <a:effectLst/>
                <a:uLnTx/>
                <a:uFillTx/>
                <a:latin typeface="+mn-lt"/>
                <a:ea typeface="宋体" panose="02010600030101010101" pitchFamily="2" charset="-122"/>
                <a:cs typeface="+mn-cs"/>
              </a:rPr>
              <a:t>各个模块的逻辑</a:t>
            </a:r>
            <a:r>
              <a:rPr kumimoji="1" lang="zh-CN" altLang="en-US" sz="2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进行详细设计。</a:t>
            </a:r>
            <a:endParaRPr kumimoji="1" lang="zh-CN" altLang="en-US" sz="2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slow"/>
</p:sld>
</file>

<file path=ppt/tags/tag1.xml><?xml version="1.0" encoding="utf-8"?>
<p:tagLst xmlns:p="http://schemas.openxmlformats.org/presentationml/2006/main">
  <p:tag name="commondata" val="eyJoZGlkIjoiZTNhZDIxYmVkM2NhYTRiNDgwZDM4ZDVhYjhiY2EzM2IifQ=="/>
</p:tagLst>
</file>

<file path=ppt/theme/_rels/theme1.xml.rels><?xml version="1.0" encoding="UTF-8" standalone="yes"?>
<Relationships xmlns="http://schemas.openxmlformats.org/package/2006/relationships"><Relationship Id="rId1" Type="http://schemas.openxmlformats.org/officeDocument/2006/relationships/image" Target="../media/image3.jpeg"/></Relationships>
</file>

<file path=ppt/theme/theme1.xml><?xml version="1.0" encoding="utf-8"?>
<a:theme xmlns:a="http://schemas.openxmlformats.org/drawingml/2006/main" name="流畅">
  <a:themeElements>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流畅">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流畅">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2.xml><?xml version="1.0" encoding="utf-8"?>
<a:themeOverride xmlns:a="http://schemas.openxmlformats.org/drawingml/2006/main">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docProps/app.xml><?xml version="1.0" encoding="utf-8"?>
<Properties xmlns="http://schemas.openxmlformats.org/officeDocument/2006/extended-properties" xmlns:vt="http://schemas.openxmlformats.org/officeDocument/2006/docPropsVTypes">
  <TotalTime>0</TotalTime>
  <Words>5199</Words>
  <Application>WPS 演示</Application>
  <PresentationFormat>自定义</PresentationFormat>
  <Paragraphs>728</Paragraphs>
  <Slides>79</Slides>
  <Notes>29</Notes>
  <HiddenSlides>0</HiddenSlides>
  <MMClips>0</MMClips>
  <ScaleCrop>false</ScaleCrop>
  <HeadingPairs>
    <vt:vector size="8" baseType="variant">
      <vt:variant>
        <vt:lpstr>已用的字体</vt:lpstr>
      </vt:variant>
      <vt:variant>
        <vt:i4>19</vt:i4>
      </vt:variant>
      <vt:variant>
        <vt:lpstr>主题</vt:lpstr>
      </vt:variant>
      <vt:variant>
        <vt:i4>1</vt:i4>
      </vt:variant>
      <vt:variant>
        <vt:lpstr>嵌入 OLE 服务器</vt:lpstr>
      </vt:variant>
      <vt:variant>
        <vt:i4>7</vt:i4>
      </vt:variant>
      <vt:variant>
        <vt:lpstr>幻灯片标题</vt:lpstr>
      </vt:variant>
      <vt:variant>
        <vt:i4>79</vt:i4>
      </vt:variant>
    </vt:vector>
  </HeadingPairs>
  <TitlesOfParts>
    <vt:vector size="106" baseType="lpstr">
      <vt:lpstr>Arial</vt:lpstr>
      <vt:lpstr>宋体</vt:lpstr>
      <vt:lpstr>Wingdings</vt:lpstr>
      <vt:lpstr>黑体</vt:lpstr>
      <vt:lpstr>Calibri</vt:lpstr>
      <vt:lpstr>隶书</vt:lpstr>
      <vt:lpstr>Constantia</vt:lpstr>
      <vt:lpstr>Wingdings 2</vt:lpstr>
      <vt:lpstr>楷体_GB2312</vt:lpstr>
      <vt:lpstr>新宋体</vt:lpstr>
      <vt:lpstr>微软雅黑</vt:lpstr>
      <vt:lpstr>Comic Sans MS</vt:lpstr>
      <vt:lpstr>Times New Roman</vt:lpstr>
      <vt:lpstr>Tahoma</vt:lpstr>
      <vt:lpstr>TimesNewRomanPSMT</vt:lpstr>
      <vt:lpstr>Wingdings 3</vt:lpstr>
      <vt:lpstr>Wingdings 2</vt:lpstr>
      <vt:lpstr>Arial Unicode MS</vt:lpstr>
      <vt:lpstr>Wingdings 3</vt:lpstr>
      <vt:lpstr>流畅</vt:lpstr>
      <vt:lpstr>Visio.Drawing.11</vt:lpstr>
      <vt:lpstr>Visio.Drawing.11</vt:lpstr>
      <vt:lpstr>Visio.Drawing.11</vt:lpstr>
      <vt:lpstr>Visio.Drawing.11</vt:lpstr>
      <vt:lpstr>Visio.Drawing.11</vt:lpstr>
      <vt:lpstr>Visio.Drawing.11</vt:lpstr>
      <vt:lpstr>Visio.Drawing.11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home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zj</dc:creator>
  <cp:lastModifiedBy>喻杰</cp:lastModifiedBy>
  <cp:revision>507</cp:revision>
  <dcterms:created xsi:type="dcterms:W3CDTF">2010-02-20T02:56:04Z</dcterms:created>
  <dcterms:modified xsi:type="dcterms:W3CDTF">2024-11-20T23:24:55Z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2F962FB39F54441FA4572FB1E771E95F_12</vt:lpwstr>
  </property>
  <property fmtid="{D5CDD505-2E9C-101B-9397-08002B2CF9AE}" pid="3" name="KSOProductBuildVer">
    <vt:lpwstr>2052-12.1.0.17827</vt:lpwstr>
  </property>
</Properties>
</file>