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473" r:id="rId3"/>
    <p:sldId id="1472" r:id="rId4"/>
    <p:sldId id="1473" r:id="rId6"/>
    <p:sldId id="1474" r:id="rId7"/>
    <p:sldId id="1475" r:id="rId8"/>
    <p:sldId id="1476" r:id="rId9"/>
    <p:sldId id="1477" r:id="rId10"/>
    <p:sldId id="1478" r:id="rId11"/>
    <p:sldId id="1479" r:id="rId12"/>
    <p:sldId id="1480" r:id="rId13"/>
    <p:sldId id="1481" r:id="rId14"/>
    <p:sldId id="1482" r:id="rId15"/>
    <p:sldId id="1483" r:id="rId16"/>
    <p:sldId id="1485" r:id="rId17"/>
    <p:sldId id="1486" r:id="rId18"/>
    <p:sldId id="1487" r:id="rId19"/>
    <p:sldId id="1488" r:id="rId20"/>
    <p:sldId id="1489" r:id="rId21"/>
    <p:sldId id="1490" r:id="rId22"/>
    <p:sldId id="1491" r:id="rId23"/>
    <p:sldId id="1492" r:id="rId24"/>
    <p:sldId id="1493" r:id="rId25"/>
    <p:sldId id="1494" r:id="rId26"/>
    <p:sldId id="1495" r:id="rId27"/>
    <p:sldId id="1496" r:id="rId28"/>
    <p:sldId id="1497" r:id="rId29"/>
    <p:sldId id="1498" r:id="rId30"/>
    <p:sldId id="1500" r:id="rId31"/>
    <p:sldId id="1501" r:id="rId32"/>
    <p:sldId id="1502" r:id="rId33"/>
    <p:sldId id="1503" r:id="rId34"/>
    <p:sldId id="1504" r:id="rId35"/>
    <p:sldId id="1505" r:id="rId36"/>
    <p:sldId id="1506" r:id="rId37"/>
    <p:sldId id="1507" r:id="rId38"/>
    <p:sldId id="1508" r:id="rId39"/>
    <p:sldId id="1509" r:id="rId40"/>
    <p:sldId id="1510" r:id="rId41"/>
    <p:sldId id="1511" r:id="rId42"/>
    <p:sldId id="1512" r:id="rId43"/>
    <p:sldId id="1420" r:id="rId44"/>
    <p:sldId id="1212" r:id="rId45"/>
    <p:sldId id="1412" r:id="rId46"/>
    <p:sldId id="1413" r:id="rId47"/>
    <p:sldId id="1414" r:id="rId48"/>
    <p:sldId id="1415" r:id="rId49"/>
    <p:sldId id="1416" r:id="rId50"/>
    <p:sldId id="1417" r:id="rId51"/>
    <p:sldId id="1419" r:id="rId52"/>
    <p:sldId id="1242" r:id="rId53"/>
    <p:sldId id="1243" r:id="rId54"/>
    <p:sldId id="1246" r:id="rId55"/>
    <p:sldId id="1244" r:id="rId56"/>
    <p:sldId id="1247" r:id="rId57"/>
    <p:sldId id="1248" r:id="rId58"/>
    <p:sldId id="1458" r:id="rId59"/>
    <p:sldId id="1459" r:id="rId60"/>
    <p:sldId id="1465" r:id="rId61"/>
    <p:sldId id="1460" r:id="rId62"/>
    <p:sldId id="1461" r:id="rId63"/>
    <p:sldId id="1462" r:id="rId64"/>
    <p:sldId id="1463" r:id="rId65"/>
    <p:sldId id="1464" r:id="rId66"/>
    <p:sldId id="1323" r:id="rId67"/>
    <p:sldId id="1407" r:id="rId68"/>
    <p:sldId id="1324" r:id="rId69"/>
    <p:sldId id="1332" r:id="rId70"/>
    <p:sldId id="1333" r:id="rId71"/>
    <p:sldId id="1260" r:id="rId72"/>
    <p:sldId id="1325" r:id="rId73"/>
    <p:sldId id="1326" r:id="rId74"/>
    <p:sldId id="1466" r:id="rId75"/>
    <p:sldId id="1513" r:id="rId76"/>
    <p:sldId id="1467" r:id="rId77"/>
    <p:sldId id="1468" r:id="rId78"/>
    <p:sldId id="1469" r:id="rId79"/>
    <p:sldId id="1470" r:id="rId80"/>
    <p:sldId id="1471" r:id="rId81"/>
    <p:sldId id="1514" r:id="rId82"/>
    <p:sldId id="1334" r:id="rId83"/>
    <p:sldId id="1327" r:id="rId84"/>
    <p:sldId id="1335" r:id="rId85"/>
    <p:sldId id="1336" r:id="rId86"/>
    <p:sldId id="1346" r:id="rId87"/>
    <p:sldId id="1348" r:id="rId88"/>
    <p:sldId id="1385" r:id="rId89"/>
    <p:sldId id="1386" r:id="rId90"/>
    <p:sldId id="1355" r:id="rId91"/>
    <p:sldId id="1387" r:id="rId92"/>
    <p:sldId id="1388" r:id="rId93"/>
    <p:sldId id="1389" r:id="rId94"/>
    <p:sldId id="1390" r:id="rId95"/>
    <p:sldId id="1391" r:id="rId96"/>
    <p:sldId id="1392" r:id="rId97"/>
    <p:sldId id="1393" r:id="rId98"/>
    <p:sldId id="1395" r:id="rId99"/>
    <p:sldId id="1397" r:id="rId100"/>
    <p:sldId id="1398" r:id="rId101"/>
    <p:sldId id="1399" r:id="rId102"/>
    <p:sldId id="1408" r:id="rId103"/>
    <p:sldId id="1401" r:id="rId104"/>
    <p:sldId id="1402" r:id="rId105"/>
    <p:sldId id="1403" r:id="rId106"/>
    <p:sldId id="1404" r:id="rId107"/>
    <p:sldId id="1381" r:id="rId108"/>
    <p:sldId id="1338" r:id="rId109"/>
    <p:sldId id="1339" r:id="rId110"/>
    <p:sldId id="1340" r:id="rId111"/>
    <p:sldId id="1405" r:id="rId112"/>
    <p:sldId id="1406" r:id="rId113"/>
    <p:sldId id="906" r:id="rId114"/>
  </p:sldIdLst>
  <p:sldSz cx="9118600" cy="6845300"/>
  <p:notesSz cx="6858000" cy="9144000"/>
  <p:custDataLst>
    <p:tags r:id="rId118"/>
  </p:custDataLst>
  <p:defaultTextStyle>
    <a:defPPr>
      <a:defRPr lang="zh-CN"/>
    </a:defPPr>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黑体" panose="02010609060101010101" pitchFamily="49" charset="-122"/>
        <a:ea typeface="黑体" panose="02010609060101010101" pitchFamily="49" charset="-122"/>
        <a:cs typeface="+mn-cs"/>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黑体" panose="02010609060101010101" pitchFamily="49" charset="-122"/>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黑体" panose="02010609060101010101" pitchFamily="49" charset="-122"/>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黑体" panose="02010609060101010101" pitchFamily="49" charset="-122"/>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黑体" panose="02010609060101010101" pitchFamily="49" charset="-122"/>
        <a:ea typeface="黑体" panose="02010609060101010101" pitchFamily="49" charset="-122"/>
        <a:cs typeface="+mn-cs"/>
      </a:defRPr>
    </a:lvl5pPr>
    <a:lvl6pPr marL="2286000" lvl="5"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黑体" panose="02010609060101010101" pitchFamily="49" charset="-122"/>
        <a:ea typeface="黑体" panose="02010609060101010101" pitchFamily="49" charset="-122"/>
        <a:cs typeface="+mn-cs"/>
      </a:defRPr>
    </a:lvl6pPr>
    <a:lvl7pPr marL="2743200" lvl="6"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黑体" panose="02010609060101010101" pitchFamily="49" charset="-122"/>
        <a:ea typeface="黑体" panose="02010609060101010101" pitchFamily="49" charset="-122"/>
        <a:cs typeface="+mn-cs"/>
      </a:defRPr>
    </a:lvl7pPr>
    <a:lvl8pPr marL="3200400" lvl="7"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黑体" panose="02010609060101010101" pitchFamily="49" charset="-122"/>
        <a:ea typeface="黑体" panose="02010609060101010101" pitchFamily="49" charset="-122"/>
        <a:cs typeface="+mn-cs"/>
      </a:defRPr>
    </a:lvl8pPr>
    <a:lvl9pPr marL="3657600" lvl="8"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黑体" panose="02010609060101010101" pitchFamily="49" charset="-122"/>
        <a:ea typeface="黑体" panose="02010609060101010101" pitchFamily="49" charset="-122"/>
        <a:cs typeface="+mn-cs"/>
      </a:defRPr>
    </a:lvl9pPr>
  </p:defaultTextStyle>
  <p:extLst>
    <p:ext uri="{EFAFB233-063F-42B5-8137-9DF3F51BA10A}">
      <p15:sldGuideLst xmlns:p15="http://schemas.microsoft.com/office/powerpoint/2012/main">
        <p15:guide id="1" orient="horz" pos="2156" userDrawn="1">
          <p15:clr>
            <a:srgbClr val="A4A3A4"/>
          </p15:clr>
        </p15:guide>
        <p15:guide id="2" pos="287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FFFF00"/>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4264"/>
    <p:restoredTop sz="94660"/>
  </p:normalViewPr>
  <p:slideViewPr>
    <p:cSldViewPr showGuides="1">
      <p:cViewPr varScale="1">
        <p:scale>
          <a:sx n="97" d="100"/>
          <a:sy n="97" d="100"/>
        </p:scale>
        <p:origin x="1556" y="72"/>
      </p:cViewPr>
      <p:guideLst>
        <p:guide orient="horz" pos="2156"/>
        <p:guide pos="2872"/>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8" Type="http://schemas.openxmlformats.org/officeDocument/2006/relationships/tags" Target="tags/tag1.xml"/><Relationship Id="rId117" Type="http://schemas.openxmlformats.org/officeDocument/2006/relationships/tableStyles" Target="tableStyles.xml"/><Relationship Id="rId116" Type="http://schemas.openxmlformats.org/officeDocument/2006/relationships/viewProps" Target="viewProps.xml"/><Relationship Id="rId115" Type="http://schemas.openxmlformats.org/officeDocument/2006/relationships/presProps" Target="presProps.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0.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5190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buFontTx/>
              <a:buNone/>
              <a:defRPr kumimoji="0" sz="1200" b="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51907"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buFontTx/>
              <a:buNone/>
              <a:defRPr kumimoji="0" sz="1200" b="0">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148" name="Rectangle 4"/>
          <p:cNvSpPr>
            <a:spLocks noRot="1" noTextEdit="1"/>
          </p:cNvSpPr>
          <p:nvPr>
            <p:ph type="sldImg" idx="2"/>
          </p:nvPr>
        </p:nvSpPr>
        <p:spPr>
          <a:xfrm>
            <a:off x="1144588" y="685800"/>
            <a:ext cx="4568825" cy="3429000"/>
          </a:xfrm>
          <a:prstGeom prst="rect">
            <a:avLst/>
          </a:prstGeom>
          <a:noFill/>
          <a:ln w="9525" cap="flat" cmpd="sng">
            <a:solidFill>
              <a:srgbClr val="000000"/>
            </a:solidFill>
            <a:prstDash val="solid"/>
            <a:miter/>
            <a:headEnd type="none" w="med" len="med"/>
            <a:tailEnd type="none" w="med" len="med"/>
          </a:ln>
        </p:spPr>
      </p:sp>
      <p:sp>
        <p:nvSpPr>
          <p:cNvPr id="251909"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51910"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buFontTx/>
              <a:buNone/>
              <a:defRPr kumimoji="0" sz="1200" b="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51911"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buFontTx/>
              <a:buNone/>
              <a:defRPr kumimoji="0" sz="1200" b="0">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21FA235-737B-4B61-8C2D-CB06BDB09DD5}" type="slidenum">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9219" name="Rectangle 2"/>
          <p:cNvSpPr>
            <a:spLocks noRot="1" noTextEdit="1"/>
          </p:cNvSpPr>
          <p:nvPr>
            <p:ph type="sldImg"/>
          </p:nvPr>
        </p:nvSpPr>
        <p:spPr>
          <a:ln/>
        </p:spPr>
      </p:sp>
      <p:sp>
        <p:nvSpPr>
          <p:cNvPr id="9220" name="Rectangle 3"/>
          <p:cNvSpPr>
            <a:spLocks noGrp="1"/>
          </p:cNvSpPr>
          <p:nvPr>
            <p:ph type="body" idx="1"/>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1267" name="Rectangle 2"/>
          <p:cNvSpPr>
            <a:spLocks noRot="1" noTextEdit="1"/>
          </p:cNvSpPr>
          <p:nvPr>
            <p:ph type="sldImg"/>
          </p:nvPr>
        </p:nvSpPr>
        <p:spPr>
          <a:ln/>
        </p:spPr>
      </p:sp>
      <p:sp>
        <p:nvSpPr>
          <p:cNvPr id="11268" name="Rectangle 3"/>
          <p:cNvSpPr>
            <a:spLocks noGrp="1"/>
          </p:cNvSpPr>
          <p:nvPr>
            <p:ph type="body" idx="1"/>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3315" name="Rectangle 2"/>
          <p:cNvSpPr>
            <a:spLocks noRot="1" noTextEdit="1"/>
          </p:cNvSpPr>
          <p:nvPr>
            <p:ph type="sldImg"/>
          </p:nvPr>
        </p:nvSpPr>
        <p:spPr>
          <a:ln/>
        </p:spPr>
      </p:sp>
      <p:sp>
        <p:nvSpPr>
          <p:cNvPr id="13316" name="Rectangle 3"/>
          <p:cNvSpPr>
            <a:spLocks noGrp="1"/>
          </p:cNvSpPr>
          <p:nvPr>
            <p:ph type="body" idx="1"/>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5363" name="Rectangle 2"/>
          <p:cNvSpPr>
            <a:spLocks noRot="1" noTextEdit="1"/>
          </p:cNvSpPr>
          <p:nvPr>
            <p:ph type="sldImg"/>
          </p:nvPr>
        </p:nvSpPr>
        <p:spPr>
          <a:ln/>
        </p:spPr>
      </p:sp>
      <p:sp>
        <p:nvSpPr>
          <p:cNvPr id="15364" name="Rectangle 3"/>
          <p:cNvSpPr>
            <a:spLocks noGrp="1"/>
          </p:cNvSpPr>
          <p:nvPr>
            <p:ph type="body" idx="1"/>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7411" name="Rectangle 2"/>
          <p:cNvSpPr>
            <a:spLocks noRot="1" noTextEdit="1"/>
          </p:cNvSpPr>
          <p:nvPr>
            <p:ph type="sldImg"/>
          </p:nvPr>
        </p:nvSpPr>
        <p:spPr>
          <a:ln/>
        </p:spPr>
      </p:sp>
      <p:sp>
        <p:nvSpPr>
          <p:cNvPr id="17412" name="Rectangle 3"/>
          <p:cNvSpPr>
            <a:spLocks noGrp="1"/>
          </p:cNvSpPr>
          <p:nvPr>
            <p:ph type="body" idx="1"/>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9459" name="Rectangle 2"/>
          <p:cNvSpPr>
            <a:spLocks noRot="1" noTextEdit="1"/>
          </p:cNvSpPr>
          <p:nvPr>
            <p:ph type="sldImg"/>
          </p:nvPr>
        </p:nvSpPr>
        <p:spPr>
          <a:ln/>
        </p:spPr>
      </p:sp>
      <p:sp>
        <p:nvSpPr>
          <p:cNvPr id="19460" name="Rectangle 3"/>
          <p:cNvSpPr>
            <a:spLocks noGrp="1"/>
          </p:cNvSpPr>
          <p:nvPr>
            <p:ph type="body" idx="1"/>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21507" name="Rectangle 2"/>
          <p:cNvSpPr>
            <a:spLocks noRot="1" noTextEdit="1"/>
          </p:cNvSpPr>
          <p:nvPr>
            <p:ph type="sldImg"/>
          </p:nvPr>
        </p:nvSpPr>
        <p:spPr>
          <a:ln/>
        </p:spPr>
      </p:sp>
      <p:sp>
        <p:nvSpPr>
          <p:cNvPr id="21508" name="Rectangle 3"/>
          <p:cNvSpPr>
            <a:spLocks noGrp="1"/>
          </p:cNvSpPr>
          <p:nvPr>
            <p:ph type="body" idx="1"/>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23555" name="Rectangle 2"/>
          <p:cNvSpPr>
            <a:spLocks noRot="1" noTextEdit="1"/>
          </p:cNvSpPr>
          <p:nvPr>
            <p:ph type="sldImg"/>
          </p:nvPr>
        </p:nvSpPr>
        <p:spPr>
          <a:ln/>
        </p:spPr>
      </p:sp>
      <p:sp>
        <p:nvSpPr>
          <p:cNvPr id="23556" name="Rectangle 3"/>
          <p:cNvSpPr>
            <a:spLocks noGrp="1"/>
          </p:cNvSpPr>
          <p:nvPr>
            <p:ph type="body" idx="1"/>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78851" name="Rectangle 2"/>
          <p:cNvSpPr>
            <a:spLocks noRot="1" noTextEdit="1"/>
          </p:cNvSpPr>
          <p:nvPr>
            <p:ph type="sldImg"/>
          </p:nvPr>
        </p:nvSpPr>
        <p:spPr>
          <a:ln/>
        </p:spPr>
      </p:sp>
      <p:sp>
        <p:nvSpPr>
          <p:cNvPr id="78852" name="Rectangle 3"/>
          <p:cNvSpPr>
            <a:spLocks noGrp="1"/>
          </p:cNvSpPr>
          <p:nvPr>
            <p:ph type="body" idx="1"/>
          </p:nvPr>
        </p:nvSpPr>
        <p:spPr>
          <a:xfrm>
            <a:off x="914400" y="4343400"/>
            <a:ext cx="5029200" cy="4114800"/>
          </a:xfrm>
          <a:ln/>
        </p:spPr>
        <p:txBody>
          <a:bodyPr wrap="square" lIns="91440" tIns="45720" rIns="91440" bIns="45720" anchor="t" anchorCtr="0"/>
          <a:p>
            <a:pPr lvl="0" eaLnBrk="1" hangingPunct="1">
              <a:buChar char="•"/>
            </a:pPr>
            <a:endParaRPr lang="zh-CN" alt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fld>
            <a:endParaRPr lang="zh-CN" altLang="en-US" dirty="0"/>
          </a:p>
        </p:txBody>
      </p:sp>
      <p:sp>
        <p:nvSpPr>
          <p:cNvPr id="103427" name="Rectangle 2"/>
          <p:cNvSpPr>
            <a:spLocks noGrp="1" noRot="1" noChangeAspect="1" noTextEdit="1"/>
          </p:cNvSpPr>
          <p:nvPr>
            <p:ph type="sldImg"/>
          </p:nvPr>
        </p:nvSpPr>
        <p:spPr>
          <a:solidFill>
            <a:srgbClr val="FFFFFF">
              <a:alpha val="100000"/>
            </a:srgbClr>
          </a:solidFill>
          <a:ln/>
        </p:spPr>
      </p:sp>
      <p:sp>
        <p:nvSpPr>
          <p:cNvPr id="103428" name="Rectangle 3"/>
          <p:cNvSpPr>
            <a:spLocks noGrp="1"/>
          </p:cNvSpPr>
          <p:nvPr>
            <p:ph type="body" idx="1"/>
          </p:nvPr>
        </p:nvSpPr>
        <p:spPr>
          <a:xfrm>
            <a:off x="914400" y="4343400"/>
            <a:ext cx="5029200" cy="4114800"/>
          </a:xfrm>
          <a:solidFill>
            <a:srgbClr val="FFFFFF">
              <a:alpha val="100000"/>
            </a:srgbClr>
          </a:solidFill>
          <a:ln>
            <a:solidFill>
              <a:srgbClr val="000000">
                <a:alpha val="100000"/>
              </a:srgbClr>
            </a:solidFill>
            <a:miter/>
          </a:ln>
        </p:spPr>
        <p:txBody>
          <a:bodyPr wrap="square" lIns="91440" tIns="45720" rIns="91440" bIns="45720" anchor="t" anchorCtr="0"/>
          <a:p>
            <a:pPr lvl="0">
              <a:lnSpc>
                <a:spcPct val="90000"/>
              </a:lnSpc>
            </a:pPr>
            <a:r>
              <a:rPr lang="zh-CN" altLang="en-US" dirty="0"/>
              <a:t>       </a:t>
            </a:r>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fld>
            <a:endParaRPr lang="zh-CN" altLang="en-US" dirty="0"/>
          </a:p>
        </p:txBody>
      </p:sp>
      <p:sp>
        <p:nvSpPr>
          <p:cNvPr id="105475" name="Rectangle 2"/>
          <p:cNvSpPr>
            <a:spLocks noGrp="1" noRot="1" noChangeAspect="1" noTextEdit="1"/>
          </p:cNvSpPr>
          <p:nvPr>
            <p:ph type="sldImg"/>
          </p:nvPr>
        </p:nvSpPr>
        <p:spPr>
          <a:solidFill>
            <a:srgbClr val="FFFFFF">
              <a:alpha val="100000"/>
            </a:srgbClr>
          </a:solidFill>
          <a:ln/>
        </p:spPr>
      </p:sp>
      <p:sp>
        <p:nvSpPr>
          <p:cNvPr id="105476" name="Rectangle 3"/>
          <p:cNvSpPr>
            <a:spLocks noGrp="1"/>
          </p:cNvSpPr>
          <p:nvPr>
            <p:ph type="body" idx="1"/>
          </p:nvPr>
        </p:nvSpPr>
        <p:spPr>
          <a:xfrm>
            <a:off x="914400" y="4343400"/>
            <a:ext cx="5029200" cy="4114800"/>
          </a:xfrm>
          <a:solidFill>
            <a:srgbClr val="FFFFFF">
              <a:alpha val="100000"/>
            </a:srgbClr>
          </a:solidFill>
          <a:ln>
            <a:solidFill>
              <a:srgbClr val="000000">
                <a:alpha val="100000"/>
              </a:srgbClr>
            </a:solidFill>
            <a:miter/>
          </a:ln>
        </p:spPr>
        <p:txBody>
          <a:bodyPr wrap="square" lIns="91440" tIns="45720" rIns="91440" bIns="45720" anchor="t" anchorCtr="0"/>
          <a:p>
            <a:pPr lvl="0">
              <a:lnSpc>
                <a:spcPct val="90000"/>
              </a:lnSpc>
            </a:pPr>
            <a:r>
              <a:rPr lang="zh-CN" altLang="en-US" dirty="0"/>
              <a:t>       </a:t>
            </a:r>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fld>
            <a:endParaRPr lang="zh-CN" altLang="en-US" dirty="0"/>
          </a:p>
        </p:txBody>
      </p:sp>
      <p:sp>
        <p:nvSpPr>
          <p:cNvPr id="107523" name="Rectangle 2"/>
          <p:cNvSpPr>
            <a:spLocks noGrp="1" noRot="1" noChangeAspect="1" noTextEdit="1"/>
          </p:cNvSpPr>
          <p:nvPr>
            <p:ph type="sldImg"/>
          </p:nvPr>
        </p:nvSpPr>
        <p:spPr>
          <a:solidFill>
            <a:srgbClr val="FFFFFF">
              <a:alpha val="100000"/>
            </a:srgbClr>
          </a:solidFill>
          <a:ln/>
        </p:spPr>
      </p:sp>
      <p:sp>
        <p:nvSpPr>
          <p:cNvPr id="107524" name="Rectangle 3"/>
          <p:cNvSpPr>
            <a:spLocks noGrp="1"/>
          </p:cNvSpPr>
          <p:nvPr>
            <p:ph type="body" idx="1"/>
          </p:nvPr>
        </p:nvSpPr>
        <p:spPr>
          <a:xfrm>
            <a:off x="914400" y="4343400"/>
            <a:ext cx="5029200" cy="4114800"/>
          </a:xfrm>
          <a:solidFill>
            <a:srgbClr val="FFFFFF">
              <a:alpha val="100000"/>
            </a:srgbClr>
          </a:solidFill>
          <a:ln>
            <a:solidFill>
              <a:srgbClr val="000000">
                <a:alpha val="100000"/>
              </a:srgbClr>
            </a:solidFill>
            <a:miter/>
          </a:ln>
        </p:spPr>
        <p:txBody>
          <a:bodyPr wrap="square" lIns="91440" tIns="45720" rIns="91440" bIns="45720" anchor="t" anchorCtr="0"/>
          <a:p>
            <a:pPr lvl="0">
              <a:lnSpc>
                <a:spcPct val="90000"/>
              </a:lnSpc>
            </a:pPr>
            <a:r>
              <a:rPr lang="zh-CN" altLang="en-US" dirty="0"/>
              <a:t>       </a:t>
            </a:r>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7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fld>
            <a:endParaRPr lang="zh-CN" altLang="en-US" dirty="0"/>
          </a:p>
        </p:txBody>
      </p:sp>
      <p:sp>
        <p:nvSpPr>
          <p:cNvPr id="109571" name="Rectangle 2"/>
          <p:cNvSpPr>
            <a:spLocks noGrp="1" noRot="1" noChangeAspect="1" noTextEdit="1"/>
          </p:cNvSpPr>
          <p:nvPr>
            <p:ph type="sldImg"/>
          </p:nvPr>
        </p:nvSpPr>
        <p:spPr>
          <a:solidFill>
            <a:srgbClr val="FFFFFF">
              <a:alpha val="100000"/>
            </a:srgbClr>
          </a:solidFill>
          <a:ln/>
        </p:spPr>
      </p:sp>
      <p:sp>
        <p:nvSpPr>
          <p:cNvPr id="109572" name="Rectangle 3"/>
          <p:cNvSpPr>
            <a:spLocks noGrp="1"/>
          </p:cNvSpPr>
          <p:nvPr>
            <p:ph type="body" idx="1"/>
          </p:nvPr>
        </p:nvSpPr>
        <p:spPr>
          <a:xfrm>
            <a:off x="914400" y="4343400"/>
            <a:ext cx="5029200" cy="4114800"/>
          </a:xfrm>
          <a:solidFill>
            <a:srgbClr val="FFFFFF">
              <a:alpha val="100000"/>
            </a:srgbClr>
          </a:solidFill>
          <a:ln>
            <a:solidFill>
              <a:srgbClr val="000000">
                <a:alpha val="100000"/>
              </a:srgbClr>
            </a:solidFill>
            <a:miter/>
          </a:ln>
        </p:spPr>
        <p:txBody>
          <a:bodyPr wrap="square" lIns="91440" tIns="45720" rIns="91440" bIns="45720" anchor="t" anchorCtr="0"/>
          <a:p>
            <a:pPr lvl="0">
              <a:lnSpc>
                <a:spcPct val="90000"/>
              </a:lnSpc>
            </a:pPr>
            <a:r>
              <a:rPr lang="zh-CN" altLang="en-US" dirty="0"/>
              <a:t>       </a:t>
            </a:r>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9" name="标题 8"/>
          <p:cNvSpPr>
            <a:spLocks noGrp="1"/>
          </p:cNvSpPr>
          <p:nvPr>
            <p:ph type="ctrTitle"/>
          </p:nvPr>
        </p:nvSpPr>
        <p:spPr>
          <a:xfrm>
            <a:off x="531918" y="1369060"/>
            <a:ext cx="7829838" cy="1825413"/>
          </a:xfrm>
          <a:ln>
            <a:noFill/>
          </a:ln>
        </p:spPr>
        <p:txBody>
          <a:bodyPr tIns="0" rIns="18244">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zh-CN" altLang="en-US" smtClean="0"/>
              <a:t>单击此处编辑母版标题样式</a:t>
            </a:r>
            <a:endParaRPr lang="en-US"/>
          </a:p>
        </p:txBody>
      </p:sp>
      <p:sp>
        <p:nvSpPr>
          <p:cNvPr id="17" name="副标题 16"/>
          <p:cNvSpPr>
            <a:spLocks noGrp="1"/>
          </p:cNvSpPr>
          <p:nvPr>
            <p:ph type="subTitle" idx="1"/>
          </p:nvPr>
        </p:nvSpPr>
        <p:spPr>
          <a:xfrm>
            <a:off x="531919" y="3222557"/>
            <a:ext cx="7832877" cy="1749354"/>
          </a:xfrm>
        </p:spPr>
        <p:txBody>
          <a:bodyPr lIns="0" rIns="18244"/>
          <a:lstStyle>
            <a:lvl1pPr marL="0" marR="45720" indent="0" algn="r">
              <a:buNone/>
              <a:defRPr>
                <a:solidFill>
                  <a:schemeClr val="tx1"/>
                </a:solidFill>
              </a:defRPr>
            </a:lvl1pPr>
            <a:lvl2pPr marL="455930" indent="0" algn="ctr">
              <a:buNone/>
            </a:lvl2pPr>
            <a:lvl3pPr marL="912495" indent="0" algn="ctr">
              <a:buNone/>
            </a:lvl3pPr>
            <a:lvl4pPr marL="1368425" indent="0" algn="ctr">
              <a:buNone/>
            </a:lvl4pPr>
            <a:lvl5pPr marL="1824355" indent="0" algn="ctr">
              <a:buNone/>
            </a:lvl5pPr>
            <a:lvl6pPr marL="2280285" indent="0" algn="ctr">
              <a:buNone/>
            </a:lvl6pPr>
            <a:lvl7pPr marL="2736850" indent="0" algn="ctr">
              <a:buNone/>
            </a:lvl7pPr>
            <a:lvl8pPr marL="3192780" indent="0" algn="ctr">
              <a:buNone/>
            </a:lvl8pPr>
            <a:lvl9pPr marL="3648710" indent="0" algn="ctr">
              <a:buNone/>
            </a:lvl9pPr>
          </a:lstStyle>
          <a:p>
            <a:r>
              <a:rPr lang="zh-CN" altLang="en-US" smtClean="0"/>
              <a:t>单击此处编辑母版副标题样式</a:t>
            </a:r>
            <a:endParaRPr lang="en-US"/>
          </a:p>
        </p:txBody>
      </p:sp>
      <p:sp>
        <p:nvSpPr>
          <p:cNvPr id="14" name="日期占位符 29"/>
          <p:cNvSpPr>
            <a:spLocks noGrp="1"/>
          </p:cNvSpPr>
          <p:nvPr>
            <p:ph type="dt" sz="half" idx="2"/>
          </p:nvPr>
        </p:nvSpPr>
        <p:spPr>
          <a:xfrm>
            <a:off x="455613" y="6345238"/>
            <a:ext cx="2127250" cy="363538"/>
          </a:xfrm>
          <a:prstGeom prst="rect">
            <a:avLst/>
          </a:prstGeom>
        </p:spPr>
        <p:txBody>
          <a:bodyPr vert="horz" lIns="0" tIns="0" rIns="0" bIns="0"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15" name="页脚占位符 18"/>
          <p:cNvSpPr>
            <a:spLocks noGrp="1"/>
          </p:cNvSpPr>
          <p:nvPr>
            <p:ph type="ftr" sz="quarter" idx="3"/>
          </p:nvPr>
        </p:nvSpPr>
        <p:spPr>
          <a:xfrm>
            <a:off x="2659063" y="6345238"/>
            <a:ext cx="3343275" cy="363538"/>
          </a:xfrm>
          <a:prstGeom prst="rect">
            <a:avLst/>
          </a:prstGeom>
        </p:spPr>
        <p:txBody>
          <a:bodyPr vert="horz" lIns="0" tIns="0" rIns="0" bIns="0"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16" name="灯片编号占位符 26"/>
          <p:cNvSpPr>
            <a:spLocks noGrp="1"/>
          </p:cNvSpPr>
          <p:nvPr>
            <p:ph type="sldNum" sz="quarter" idx="4"/>
          </p:nvPr>
        </p:nvSpPr>
        <p:spPr>
          <a:xfrm>
            <a:off x="7902575" y="6345238"/>
            <a:ext cx="760413" cy="363538"/>
          </a:xfrm>
          <a:prstGeom prst="rect">
            <a:avLst/>
          </a:prstGeom>
        </p:spPr>
        <p:txBody>
          <a:bodyPr vert="horz" wrap="square" lIns="0" tIns="0" rIns="0" bIns="0" numCol="1" anchor="b" anchorCtr="0" compatLnSpc="1"/>
          <a:lstStyle>
            <a:lvl1pPr>
              <a:defRPr>
                <a:solidFill>
                  <a:srgbClr val="D1EAEE"/>
                </a:solidFill>
              </a:defRPr>
            </a:lvl1pPr>
          </a:lstStyle>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632D6200-60B4-42B0-9B50-BCE6D54B7C0B}" type="slidenum">
              <a:rPr kumimoji="0" lang="en-US" altLang="zh-CN" sz="1200" b="1" i="0" u="none" strike="noStrike" kern="1200" cap="none" spc="0" normalizeH="0" baseline="0" noProof="0">
                <a:ln>
                  <a:noFill/>
                </a:ln>
                <a:solidFill>
                  <a:srgbClr val="D1EAEE"/>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a:ln>
                <a:noFill/>
              </a:ln>
              <a:solidFill>
                <a:srgbClr val="D1EAEE"/>
              </a:solidFill>
              <a:effectLst/>
              <a:uLnTx/>
              <a:uFillTx/>
              <a:latin typeface="黑体" panose="02010609060101010101" pitchFamily="49" charset="-122"/>
              <a:ea typeface="黑体" panose="02010609060101010101" pitchFamily="49" charset="-122"/>
              <a:cs typeface="+mn-cs"/>
            </a:endParaRPr>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5" name="页脚占位符 4"/>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30147C15-9101-4F99-9914-07E42D0EF200}" type="slidenum">
              <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28879" y="1314298"/>
            <a:ext cx="7750810" cy="1359933"/>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zh-CN" altLang="en-US" smtClean="0"/>
              <a:t>单击此处编辑母版标题样式</a:t>
            </a:r>
            <a:endParaRPr lang="en-US"/>
          </a:p>
        </p:txBody>
      </p:sp>
      <p:sp>
        <p:nvSpPr>
          <p:cNvPr id="3" name="文本占位符 2"/>
          <p:cNvSpPr>
            <a:spLocks noGrp="1"/>
          </p:cNvSpPr>
          <p:nvPr>
            <p:ph type="body" idx="1"/>
          </p:nvPr>
        </p:nvSpPr>
        <p:spPr>
          <a:xfrm>
            <a:off x="528879" y="2699655"/>
            <a:ext cx="7750810" cy="1506916"/>
          </a:xfrm>
        </p:spPr>
        <p:txBody>
          <a:bodyPr lIns="45610" rIns="4561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smtClean="0"/>
              <a:t>单击此处编辑母版文本样式</a:t>
            </a:r>
            <a:endParaRPr lang="zh-CN" altLang="en-US" smtClean="0"/>
          </a:p>
        </p:txBody>
      </p:sp>
      <p:sp>
        <p:nvSpPr>
          <p:cNvPr id="14" name="日期占位符 3"/>
          <p:cNvSpPr>
            <a:spLocks noGrp="1"/>
          </p:cNvSpPr>
          <p:nvPr>
            <p:ph type="dt" sz="half" idx="2"/>
          </p:nvPr>
        </p:nvSpPr>
        <p:spPr>
          <a:xfrm>
            <a:off x="455613" y="6345238"/>
            <a:ext cx="2127250" cy="363538"/>
          </a:xfrm>
          <a:prstGeom prst="rect">
            <a:avLst/>
          </a:prstGeom>
        </p:spPr>
        <p:txBody>
          <a:bodyPr vert="horz" lIns="0" tIns="0" rIns="0" bIns="0"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15" name="页脚占位符 4"/>
          <p:cNvSpPr>
            <a:spLocks noGrp="1"/>
          </p:cNvSpPr>
          <p:nvPr>
            <p:ph type="ftr" sz="quarter" idx="3"/>
          </p:nvPr>
        </p:nvSpPr>
        <p:spPr>
          <a:xfrm>
            <a:off x="2659063" y="6345238"/>
            <a:ext cx="3343275" cy="363538"/>
          </a:xfrm>
          <a:prstGeom prst="rect">
            <a:avLst/>
          </a:prstGeom>
        </p:spPr>
        <p:txBody>
          <a:bodyPr vert="horz" lIns="0" tIns="0" rIns="0" bIns="0"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16" name="灯片编号占位符 5"/>
          <p:cNvSpPr>
            <a:spLocks noGrp="1"/>
          </p:cNvSpPr>
          <p:nvPr>
            <p:ph type="sldNum" sz="quarter" idx="4"/>
          </p:nvPr>
        </p:nvSpPr>
        <p:spPr>
          <a:xfrm>
            <a:off x="7902575" y="6345238"/>
            <a:ext cx="760413" cy="363538"/>
          </a:xfrm>
          <a:prstGeom prst="rect">
            <a:avLst/>
          </a:prstGeom>
        </p:spPr>
        <p:txBody>
          <a:bodyPr vert="horz" wrap="square" lIns="0" tIns="0" rIns="0" bIns="0" numCol="1" anchor="b" anchorCtr="0" compatLnSpc="1"/>
          <a:lstStyle>
            <a:lvl1pPr>
              <a:defRPr>
                <a:solidFill>
                  <a:srgbClr val="D1EAEE"/>
                </a:solidFill>
              </a:defRPr>
            </a:lvl1pPr>
          </a:lstStyle>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ACB7B4A4-91C6-4F9E-A36C-9E500A6D6F8C}" type="slidenum">
              <a:rPr kumimoji="0" lang="en-US" altLang="zh-CN" sz="1200" b="1" i="0" u="none" strike="noStrike" kern="1200" cap="none" spc="0" normalizeH="0" baseline="0" noProof="0">
                <a:ln>
                  <a:noFill/>
                </a:ln>
                <a:solidFill>
                  <a:srgbClr val="D1EAEE"/>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a:ln>
                <a:noFill/>
              </a:ln>
              <a:solidFill>
                <a:srgbClr val="D1EAEE"/>
              </a:solidFill>
              <a:effectLst/>
              <a:uLnTx/>
              <a:uFillTx/>
              <a:latin typeface="黑体" panose="02010609060101010101" pitchFamily="49" charset="-122"/>
              <a:ea typeface="黑体" panose="02010609060101010101" pitchFamily="49" charset="-122"/>
              <a:cs typeface="+mn-cs"/>
            </a:endParaRPr>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5930" y="702784"/>
            <a:ext cx="8206740" cy="1140883"/>
          </a:xfrm>
        </p:spPr>
        <p:txBody>
          <a:bodyPr/>
          <a:lstStyle/>
          <a:p>
            <a:r>
              <a:rPr lang="zh-CN" altLang="en-US" smtClean="0"/>
              <a:t>单击此处编辑母版标题样式</a:t>
            </a:r>
            <a:endParaRPr lang="en-US"/>
          </a:p>
        </p:txBody>
      </p:sp>
      <p:sp>
        <p:nvSpPr>
          <p:cNvPr id="3" name="内容占位符 2"/>
          <p:cNvSpPr>
            <a:spLocks noGrp="1"/>
          </p:cNvSpPr>
          <p:nvPr>
            <p:ph sz="half" idx="1"/>
          </p:nvPr>
        </p:nvSpPr>
        <p:spPr>
          <a:xfrm>
            <a:off x="455930" y="1916529"/>
            <a:ext cx="4027382" cy="4426627"/>
          </a:xfrm>
        </p:spPr>
        <p:txBody>
          <a:bodyPr/>
          <a:lstStyle>
            <a:lvl1pPr>
              <a:defRPr sz="2600"/>
            </a:lvl1pPr>
            <a:lvl2pPr>
              <a:defRPr sz="2400"/>
            </a:lvl2pPr>
            <a:lvl3pPr>
              <a:defRPr sz="2000"/>
            </a:lvl3pPr>
            <a:lvl4pPr>
              <a:defRPr sz="1800"/>
            </a:lvl4pPr>
            <a:lvl5pPr>
              <a:defRPr sz="1800"/>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内容占位符 3"/>
          <p:cNvSpPr>
            <a:spLocks noGrp="1"/>
          </p:cNvSpPr>
          <p:nvPr>
            <p:ph sz="half" idx="2"/>
          </p:nvPr>
        </p:nvSpPr>
        <p:spPr>
          <a:xfrm>
            <a:off x="4635288" y="1916529"/>
            <a:ext cx="4027382" cy="4426627"/>
          </a:xfrm>
        </p:spPr>
        <p:txBody>
          <a:bodyPr/>
          <a:lstStyle>
            <a:lvl1pPr>
              <a:defRPr sz="2600"/>
            </a:lvl1pPr>
            <a:lvl2pPr>
              <a:defRPr sz="2400"/>
            </a:lvl2pPr>
            <a:lvl3pPr>
              <a:defRPr sz="2000"/>
            </a:lvl3pPr>
            <a:lvl4pPr>
              <a:defRPr sz="1800"/>
            </a:lvl4pPr>
            <a:lvl5pPr>
              <a:defRPr sz="1800"/>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6" name="页脚占位符 5"/>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30147C15-9101-4F99-9914-07E42D0EF200}" type="slidenum">
              <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5930" y="702784"/>
            <a:ext cx="8206740" cy="1140883"/>
          </a:xfrm>
        </p:spPr>
        <p:txBody>
          <a:bodyPr/>
          <a:lstStyle>
            <a:lvl1pPr>
              <a:defRPr/>
            </a:lvl1pPr>
          </a:lstStyle>
          <a:p>
            <a:r>
              <a:rPr lang="zh-CN" altLang="en-US" smtClean="0"/>
              <a:t>单击此处编辑母版标题样式</a:t>
            </a:r>
            <a:endParaRPr lang="en-US"/>
          </a:p>
        </p:txBody>
      </p:sp>
      <p:sp>
        <p:nvSpPr>
          <p:cNvPr id="3" name="文本占位符 2"/>
          <p:cNvSpPr>
            <a:spLocks noGrp="1"/>
          </p:cNvSpPr>
          <p:nvPr>
            <p:ph type="body" idx="1"/>
          </p:nvPr>
        </p:nvSpPr>
        <p:spPr>
          <a:xfrm>
            <a:off x="455930" y="1851812"/>
            <a:ext cx="4028965" cy="658131"/>
          </a:xfrm>
        </p:spPr>
        <p:txBody>
          <a:bodyPr lIns="45610" tIns="0" rIns="4561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zh-CN" altLang="en-US" smtClean="0"/>
              <a:t>单击此处编辑母版文本样式</a:t>
            </a:r>
            <a:endParaRPr lang="zh-CN" altLang="en-US" smtClean="0"/>
          </a:p>
        </p:txBody>
      </p:sp>
      <p:sp>
        <p:nvSpPr>
          <p:cNvPr id="4" name="文本占位符 3"/>
          <p:cNvSpPr>
            <a:spLocks noGrp="1"/>
          </p:cNvSpPr>
          <p:nvPr>
            <p:ph type="body" sz="half" idx="3"/>
          </p:nvPr>
        </p:nvSpPr>
        <p:spPr>
          <a:xfrm>
            <a:off x="4632123" y="1856314"/>
            <a:ext cx="4030548" cy="653630"/>
          </a:xfrm>
        </p:spPr>
        <p:txBody>
          <a:bodyPr lIns="45610" tIns="0" rIns="4561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zh-CN" altLang="en-US" smtClean="0"/>
              <a:t>单击此处编辑母版文本样式</a:t>
            </a:r>
            <a:endParaRPr lang="zh-CN" altLang="en-US" smtClean="0"/>
          </a:p>
        </p:txBody>
      </p:sp>
      <p:sp>
        <p:nvSpPr>
          <p:cNvPr id="5" name="内容占位符 4"/>
          <p:cNvSpPr>
            <a:spLocks noGrp="1"/>
          </p:cNvSpPr>
          <p:nvPr>
            <p:ph sz="quarter" idx="2"/>
          </p:nvPr>
        </p:nvSpPr>
        <p:spPr>
          <a:xfrm>
            <a:off x="455930" y="2509943"/>
            <a:ext cx="4028965" cy="3838598"/>
          </a:xfrm>
        </p:spPr>
        <p:txBody>
          <a:bodyPr tIns="0"/>
          <a:lstStyle>
            <a:lvl1pPr>
              <a:defRPr sz="2200"/>
            </a:lvl1pPr>
            <a:lvl2pPr>
              <a:defRPr sz="2000"/>
            </a:lvl2pPr>
            <a:lvl3pPr>
              <a:defRPr sz="1800"/>
            </a:lvl3pPr>
            <a:lvl4pPr>
              <a:defRPr sz="1600"/>
            </a:lvl4pPr>
            <a:lvl5pPr>
              <a:defRPr sz="1600"/>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6" name="内容占位符 5"/>
          <p:cNvSpPr>
            <a:spLocks noGrp="1"/>
          </p:cNvSpPr>
          <p:nvPr>
            <p:ph sz="quarter" idx="4"/>
          </p:nvPr>
        </p:nvSpPr>
        <p:spPr>
          <a:xfrm>
            <a:off x="4632123" y="2509943"/>
            <a:ext cx="4030548" cy="3838598"/>
          </a:xfrm>
        </p:spPr>
        <p:txBody>
          <a:bodyPr tIns="0"/>
          <a:lstStyle>
            <a:lvl1pPr>
              <a:defRPr sz="2200"/>
            </a:lvl1pPr>
            <a:lvl2pPr>
              <a:defRPr sz="2000"/>
            </a:lvl2pPr>
            <a:lvl3pPr>
              <a:defRPr sz="1800"/>
            </a:lvl3pPr>
            <a:lvl4pPr>
              <a:defRPr sz="1600"/>
            </a:lvl4pPr>
            <a:lvl5pPr>
              <a:defRPr sz="1600"/>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8" name="页脚占位符 7"/>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30147C15-9101-4F99-9914-07E42D0EF200}" type="slidenum">
              <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5930" y="702784"/>
            <a:ext cx="8282728" cy="1140883"/>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zh-CN" altLang="en-US" smtClean="0"/>
              <a:t>单击此处编辑母版标题样式</a:t>
            </a:r>
            <a:endParaRPr 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4" name="页脚占位符 3"/>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30147C15-9101-4F99-9914-07E42D0EF200}" type="slidenum">
              <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3" name="页脚占位符 2"/>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30147C15-9101-4F99-9914-07E42D0EF200}" type="slidenum">
              <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83895" y="513400"/>
            <a:ext cx="2735580" cy="1159898"/>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zh-CN" altLang="en-US" smtClean="0"/>
              <a:t>单击此处编辑母版标题样式</a:t>
            </a:r>
            <a:endParaRPr lang="en-US"/>
          </a:p>
        </p:txBody>
      </p:sp>
      <p:sp>
        <p:nvSpPr>
          <p:cNvPr id="3" name="文本占位符 2"/>
          <p:cNvSpPr>
            <a:spLocks noGrp="1"/>
          </p:cNvSpPr>
          <p:nvPr>
            <p:ph type="body" idx="2"/>
          </p:nvPr>
        </p:nvSpPr>
        <p:spPr>
          <a:xfrm>
            <a:off x="683895" y="1673296"/>
            <a:ext cx="2735580" cy="4563533"/>
          </a:xfrm>
        </p:spPr>
        <p:txBody>
          <a:bodyPr lIns="18244" rIns="18244"/>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zh-CN" altLang="en-US" smtClean="0"/>
              <a:t>单击此处编辑母版文本样式</a:t>
            </a:r>
            <a:endParaRPr lang="zh-CN" altLang="en-US" smtClean="0"/>
          </a:p>
        </p:txBody>
      </p:sp>
      <p:sp>
        <p:nvSpPr>
          <p:cNvPr id="4" name="内容占位符 3"/>
          <p:cNvSpPr>
            <a:spLocks noGrp="1"/>
          </p:cNvSpPr>
          <p:nvPr>
            <p:ph sz="half" idx="1"/>
          </p:nvPr>
        </p:nvSpPr>
        <p:spPr>
          <a:xfrm>
            <a:off x="3565119" y="1673296"/>
            <a:ext cx="5097551" cy="4563533"/>
          </a:xfrm>
        </p:spPr>
        <p:txBody>
          <a:bodyPr tIns="0"/>
          <a:lstStyle>
            <a:lvl1pPr>
              <a:defRPr sz="2800"/>
            </a:lvl1pPr>
            <a:lvl2pPr>
              <a:defRPr sz="2600"/>
            </a:lvl2pPr>
            <a:lvl3pPr>
              <a:defRPr sz="2400"/>
            </a:lvl3pPr>
            <a:lvl4pPr>
              <a:defRPr sz="2000"/>
            </a:lvl4pPr>
            <a:lvl5pPr>
              <a:defRPr sz="1800"/>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6" name="页脚占位符 5"/>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30147C15-9101-4F99-9914-07E42D0EF200}" type="slidenum">
              <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图片与标题">
    <p:bg>
      <p:bgPr>
        <a:blipFill rotWithShape="0">
          <a:blip r:embed="rId2"/>
          <a:stretch>
            <a:fillRect/>
          </a:stretch>
        </a:blipFill>
        <a:effectLst/>
      </p:bgPr>
    </p:bg>
    <p:spTree>
      <p:nvGrpSpPr>
        <p:cNvPr id="1" name=""/>
        <p:cNvGrpSpPr/>
        <p:nvPr/>
      </p:nvGrpSpPr>
      <p:grpSpPr>
        <a:xfrm>
          <a:off x="0" y="0"/>
          <a:ext cx="0" cy="0"/>
          <a:chOff x="0" y="0"/>
          <a:chExt cx="0" cy="0"/>
        </a:xfrm>
      </p:grpSpPr>
      <p:sp>
        <p:nvSpPr>
          <p:cNvPr id="14" name="单圆角矩形 13"/>
          <p:cNvSpPr/>
          <p:nvPr/>
        </p:nvSpPr>
        <p:spPr>
          <a:xfrm rot="420000" flipV="1">
            <a:off x="3157538" y="1106488"/>
            <a:ext cx="5241925" cy="4106863"/>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lIns="91221" tIns="45610" rIns="91221" bIns="45610"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15" name="直角三角形 14"/>
          <p:cNvSpPr/>
          <p:nvPr/>
        </p:nvSpPr>
        <p:spPr>
          <a:xfrm rot="420000" flipV="1">
            <a:off x="7981950" y="5349875"/>
            <a:ext cx="155575"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lIns="91221" tIns="45610" rIns="91221" bIns="45610"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16" name="任意多边形 15"/>
          <p:cNvSpPr/>
          <p:nvPr/>
        </p:nvSpPr>
        <p:spPr bwMode="auto">
          <a:xfrm flipV="1">
            <a:off x="-9525" y="5805488"/>
            <a:ext cx="9137650" cy="1039813"/>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lIns="91221" tIns="45610" rIns="91221" bIns="45610"/>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2400" b="1" i="0" u="none" strike="noStrike" kern="1200" cap="none" spc="0" normalizeH="0" baseline="0" noProof="0">
              <a:ln>
                <a:noFill/>
              </a:ln>
              <a:solidFill>
                <a:schemeClr val="tx1"/>
              </a:solidFill>
              <a:effectLst/>
              <a:uLnTx/>
              <a:uFillTx/>
              <a:latin typeface="+mn-lt"/>
              <a:ea typeface="+mn-ea"/>
              <a:cs typeface="+mn-cs"/>
            </a:endParaRPr>
          </a:p>
        </p:txBody>
      </p:sp>
      <p:sp>
        <p:nvSpPr>
          <p:cNvPr id="17" name="任意多边形 16"/>
          <p:cNvSpPr/>
          <p:nvPr/>
        </p:nvSpPr>
        <p:spPr bwMode="auto">
          <a:xfrm flipV="1">
            <a:off x="4368800" y="6208713"/>
            <a:ext cx="4749800" cy="636588"/>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lIns="91221" tIns="45610" rIns="91221" bIns="45610"/>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2400" b="1" i="0" u="none" strike="noStrike" kern="1200" cap="none" spc="0" normalizeH="0" baseline="0" noProof="0">
              <a:ln>
                <a:noFill/>
              </a:ln>
              <a:solidFill>
                <a:schemeClr val="tx1"/>
              </a:solidFill>
              <a:effectLst/>
              <a:uLnTx/>
              <a:uFillTx/>
              <a:latin typeface="+mn-lt"/>
              <a:ea typeface="+mn-ea"/>
              <a:cs typeface="+mn-cs"/>
            </a:endParaRPr>
          </a:p>
        </p:txBody>
      </p:sp>
      <p:sp>
        <p:nvSpPr>
          <p:cNvPr id="2" name="标题 1"/>
          <p:cNvSpPr>
            <a:spLocks noGrp="1"/>
          </p:cNvSpPr>
          <p:nvPr>
            <p:ph type="title"/>
          </p:nvPr>
        </p:nvSpPr>
        <p:spPr>
          <a:xfrm>
            <a:off x="607907" y="1174817"/>
            <a:ext cx="2206701" cy="1579690"/>
          </a:xfrm>
        </p:spPr>
        <p:txBody>
          <a:bodyPr lIns="45610" rIns="45610" bIns="45610"/>
          <a:lstStyle>
            <a:lvl1pPr algn="l">
              <a:buNone/>
              <a:defRPr sz="2000" b="1">
                <a:solidFill>
                  <a:schemeClr val="tx2"/>
                </a:solidFill>
              </a:defRPr>
            </a:lvl1pPr>
          </a:lstStyle>
          <a:p>
            <a:r>
              <a:rPr lang="zh-CN" altLang="en-US" smtClean="0"/>
              <a:t>单击此处编辑母版标题样式</a:t>
            </a:r>
            <a:endParaRPr lang="en-US"/>
          </a:p>
        </p:txBody>
      </p:sp>
      <p:sp>
        <p:nvSpPr>
          <p:cNvPr id="4" name="文本占位符 3"/>
          <p:cNvSpPr>
            <a:spLocks noGrp="1"/>
          </p:cNvSpPr>
          <p:nvPr>
            <p:ph type="body" sz="half" idx="2"/>
          </p:nvPr>
        </p:nvSpPr>
        <p:spPr>
          <a:xfrm>
            <a:off x="607907" y="2823547"/>
            <a:ext cx="2203662" cy="2175284"/>
          </a:xfrm>
        </p:spPr>
        <p:txBody>
          <a:bodyPr lIns="63854" rIns="45610"/>
          <a:lstStyle>
            <a:lvl1pPr marL="0" indent="0" algn="l">
              <a:spcBef>
                <a:spcPts val="250"/>
              </a:spcBef>
              <a:buFontTx/>
              <a:buNone/>
              <a:defRPr sz="1300"/>
            </a:lvl1pPr>
            <a:lvl2pPr>
              <a:defRPr sz="1200"/>
            </a:lvl2pPr>
            <a:lvl3pPr>
              <a:defRPr sz="1000"/>
            </a:lvl3pPr>
            <a:lvl4pPr>
              <a:defRPr sz="900"/>
            </a:lvl4pPr>
            <a:lvl5pPr>
              <a:defRPr sz="900"/>
            </a:lvl5pPr>
          </a:lstStyle>
          <a:p>
            <a:pPr lvl="0"/>
            <a:r>
              <a:rPr lang="zh-CN" altLang="en-US" smtClean="0"/>
              <a:t>单击此处编辑母版文本样式</a:t>
            </a:r>
            <a:endParaRPr lang="zh-CN" altLang="en-US" smtClean="0"/>
          </a:p>
        </p:txBody>
      </p:sp>
      <p:sp>
        <p:nvSpPr>
          <p:cNvPr id="3" name="图片占位符 2"/>
          <p:cNvSpPr>
            <a:spLocks noGrp="1"/>
          </p:cNvSpPr>
          <p:nvPr>
            <p:ph type="pic" idx="1"/>
          </p:nvPr>
        </p:nvSpPr>
        <p:spPr>
          <a:xfrm rot="420000">
            <a:off x="3476110" y="1197296"/>
            <a:ext cx="4604893" cy="3924639"/>
          </a:xfrm>
          <a:prstGeom prst="rect">
            <a:avLst/>
          </a:prstGeom>
          <a:solidFill>
            <a:schemeClr val="bg2"/>
          </a:solidFill>
          <a:ln w="3000" cap="rnd">
            <a:solidFill>
              <a:srgbClr val="C0C0C0"/>
            </a:solidFill>
            <a:round/>
          </a:ln>
          <a:effectLst/>
        </p:spPr>
        <p:txBody>
          <a:bodyPr vert="horz" wrap="square" lIns="91221" tIns="45610" rIns="91221" bIns="45610" numCol="1" anchor="t" anchorCtr="0" compatLnSpc="1">
            <a:normAutofit/>
          </a:bodyPr>
          <a:lstStyle>
            <a:lvl1pPr marL="0" indent="0">
              <a:buNone/>
              <a:defRPr sz="3200"/>
            </a:lvl1pPr>
          </a:lstStyle>
          <a:p>
            <a:pPr marL="0" marR="0" lvl="0" indent="0" algn="l"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None/>
              <a:defRPr/>
            </a:pPr>
            <a:r>
              <a:rPr kumimoji="0" lang="zh-CN" altLang="en-US" sz="3200" b="0" i="0" u="none" strike="noStrike" kern="1200" cap="none" spc="0" normalizeH="0" baseline="0" noProof="0" smtClean="0">
                <a:ln>
                  <a:noFill/>
                </a:ln>
                <a:solidFill>
                  <a:schemeClr val="tx1"/>
                </a:solidFill>
                <a:effectLst/>
                <a:uLnTx/>
                <a:uFillTx/>
                <a:latin typeface="+mn-lt"/>
                <a:ea typeface="宋体" panose="02010600030101010101" pitchFamily="2" charset="-122"/>
                <a:cs typeface="+mn-cs"/>
              </a:rPr>
              <a:t>单击图标添加图片</a:t>
            </a:r>
            <a:endParaRPr kumimoji="0" lang="en-US" sz="32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p:txBody>
      </p:sp>
      <p:sp>
        <p:nvSpPr>
          <p:cNvPr id="19" name="日期占位符 4"/>
          <p:cNvSpPr>
            <a:spLocks noGrp="1"/>
          </p:cNvSpPr>
          <p:nvPr>
            <p:ph type="dt" sz="half" idx="12"/>
          </p:nvPr>
        </p:nvSpPr>
        <p:spPr>
          <a:xfrm>
            <a:off x="455613" y="6345238"/>
            <a:ext cx="2127250" cy="363538"/>
          </a:xfrm>
          <a:prstGeom prst="rect">
            <a:avLst/>
          </a:prstGeom>
        </p:spPr>
        <p:txBody>
          <a:bodyPr vert="horz" lIns="0" tIns="0" rIns="0" bIns="0"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20" name="页脚占位符 5"/>
          <p:cNvSpPr>
            <a:spLocks noGrp="1"/>
          </p:cNvSpPr>
          <p:nvPr>
            <p:ph type="ftr" sz="quarter" idx="3"/>
          </p:nvPr>
        </p:nvSpPr>
        <p:spPr>
          <a:xfrm>
            <a:off x="2659063" y="6345238"/>
            <a:ext cx="3343275" cy="363538"/>
          </a:xfrm>
          <a:prstGeom prst="rect">
            <a:avLst/>
          </a:prstGeom>
        </p:spPr>
        <p:txBody>
          <a:bodyPr vert="horz" lIns="0" tIns="0" rIns="0" bIns="0"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21" name="灯片编号占位符 6"/>
          <p:cNvSpPr>
            <a:spLocks noGrp="1"/>
          </p:cNvSpPr>
          <p:nvPr>
            <p:ph type="sldNum" sz="quarter" idx="4"/>
          </p:nvPr>
        </p:nvSpPr>
        <p:spPr>
          <a:xfrm>
            <a:off x="8054975" y="6345238"/>
            <a:ext cx="608013" cy="363538"/>
          </a:xfrm>
          <a:prstGeom prst="rect">
            <a:avLst/>
          </a:prstGeom>
        </p:spPr>
        <p:txBody>
          <a:bodyPr vert="horz" wrap="square" lIns="0" tIns="0" rIns="0" bIns="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D4437C6F-E425-43DB-9E74-460CD99E0D41}" type="slidenum">
              <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5" name="页脚占位符 4"/>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30147C15-9101-4F99-9914-07E42D0EF200}" type="slidenum">
              <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10985" y="912708"/>
            <a:ext cx="2051685" cy="5202112"/>
          </a:xfrm>
        </p:spPr>
        <p:txBody>
          <a:bodyPr vert="eaVert"/>
          <a:lstStyle/>
          <a:p>
            <a:r>
              <a:rPr lang="zh-CN" altLang="en-US" smtClean="0"/>
              <a:t>单击此处编辑母版标题样式</a:t>
            </a:r>
            <a:endParaRPr lang="en-US"/>
          </a:p>
        </p:txBody>
      </p:sp>
      <p:sp>
        <p:nvSpPr>
          <p:cNvPr id="3" name="竖排文字占位符 2"/>
          <p:cNvSpPr>
            <a:spLocks noGrp="1"/>
          </p:cNvSpPr>
          <p:nvPr>
            <p:ph type="body" orient="vert" idx="1"/>
          </p:nvPr>
        </p:nvSpPr>
        <p:spPr>
          <a:xfrm>
            <a:off x="455930" y="912708"/>
            <a:ext cx="6003078" cy="5202112"/>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5" name="页脚占位符 4"/>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30147C15-9101-4F99-9914-07E42D0EF200}" type="slidenum">
              <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300787" y="684530"/>
            <a:ext cx="8517026" cy="1140883"/>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303954" y="1977531"/>
            <a:ext cx="4182525" cy="387900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38455" y="1977531"/>
            <a:ext cx="4182525" cy="387900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14" name="日期占位符 9"/>
          <p:cNvSpPr>
            <a:spLocks noGrp="1"/>
          </p:cNvSpPr>
          <p:nvPr>
            <p:ph type="dt" sz="half" idx="12"/>
          </p:nvPr>
        </p:nvSpPr>
        <p:spPr>
          <a:xfrm>
            <a:off x="455613" y="6345238"/>
            <a:ext cx="2127250" cy="363538"/>
          </a:xfrm>
          <a:prstGeom prst="rect">
            <a:avLst/>
          </a:prstGeom>
        </p:spPr>
        <p:txBody>
          <a:bodyPr vert="horz" lIns="0" tIns="0" rIns="0" bIns="0"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15" name="页脚占位符 21"/>
          <p:cNvSpPr>
            <a:spLocks noGrp="1"/>
          </p:cNvSpPr>
          <p:nvPr>
            <p:ph type="ftr" sz="quarter" idx="3"/>
          </p:nvPr>
        </p:nvSpPr>
        <p:spPr>
          <a:xfrm>
            <a:off x="2659063" y="6345238"/>
            <a:ext cx="3343275" cy="363538"/>
          </a:xfrm>
          <a:prstGeom prst="rect">
            <a:avLst/>
          </a:prstGeom>
        </p:spPr>
        <p:txBody>
          <a:bodyPr vert="horz" lIns="0" tIns="0" rIns="0" bIns="0" anchor="b"/>
          <a:lstStyle>
            <a:lvl1pPr>
              <a:defRPr/>
            </a:lvl1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16" name="灯片编号占位符 17"/>
          <p:cNvSpPr>
            <a:spLocks noGrp="1"/>
          </p:cNvSpPr>
          <p:nvPr>
            <p:ph type="sldNum" sz="quarter" idx="4"/>
          </p:nvPr>
        </p:nvSpPr>
        <p:spPr>
          <a:xfrm>
            <a:off x="7902575" y="6345238"/>
            <a:ext cx="760413" cy="363538"/>
          </a:xfrm>
          <a:prstGeom prst="rect">
            <a:avLst/>
          </a:prstGeom>
        </p:spPr>
        <p:txBody>
          <a:bodyPr vert="horz" wrap="square" lIns="0" tIns="0" rIns="0" bIns="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9DD76104-F319-4311-80B3-4C0124EB21F2}" type="slidenum">
              <a:rPr kumimoji="0" lang="zh-CN" altLang="en-US"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transition>
    <p:pull dir="d"/>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3"/>
          <a:stretch>
            <a:fillRect/>
          </a:stretch>
        </a:blipFill>
        <a:effectLst/>
      </p:bgPr>
    </p:bg>
    <p:spTree>
      <p:nvGrpSpPr>
        <p:cNvPr id="1" name=""/>
        <p:cNvGrpSpPr/>
        <p:nvPr/>
      </p:nvGrpSpPr>
      <p:grpSpPr/>
      <p:sp>
        <p:nvSpPr>
          <p:cNvPr id="7" name="任意多边形 6"/>
          <p:cNvSpPr/>
          <p:nvPr/>
        </p:nvSpPr>
        <p:spPr bwMode="auto">
          <a:xfrm>
            <a:off x="-9525" y="-6350"/>
            <a:ext cx="9137650" cy="1038225"/>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lIns="91221" tIns="45610" rIns="91221" bIns="45610"/>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2400" b="1" i="0" u="none" strike="noStrike" kern="1200" cap="none" spc="0" normalizeH="0" baseline="0" noProof="0">
              <a:ln>
                <a:noFill/>
              </a:ln>
              <a:solidFill>
                <a:schemeClr val="tx1"/>
              </a:solidFill>
              <a:effectLst/>
              <a:uLnTx/>
              <a:uFillTx/>
              <a:latin typeface="+mn-lt"/>
              <a:ea typeface="+mn-ea"/>
              <a:cs typeface="+mn-cs"/>
            </a:endParaRPr>
          </a:p>
        </p:txBody>
      </p:sp>
      <p:sp>
        <p:nvSpPr>
          <p:cNvPr id="8" name="任意多边形 7"/>
          <p:cNvSpPr/>
          <p:nvPr/>
        </p:nvSpPr>
        <p:spPr bwMode="auto">
          <a:xfrm>
            <a:off x="4368800" y="-6350"/>
            <a:ext cx="4749800" cy="636588"/>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lIns="91221" tIns="45610" rIns="91221" bIns="45610"/>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2400" b="1" i="0" u="none" strike="noStrike" kern="1200" cap="none" spc="0" normalizeH="0" baseline="0" noProof="0">
              <a:ln>
                <a:noFill/>
              </a:ln>
              <a:solidFill>
                <a:schemeClr val="tx1"/>
              </a:solidFill>
              <a:effectLst/>
              <a:uLnTx/>
              <a:uFillTx/>
              <a:latin typeface="+mn-lt"/>
              <a:ea typeface="+mn-ea"/>
              <a:cs typeface="+mn-cs"/>
            </a:endParaRPr>
          </a:p>
        </p:txBody>
      </p:sp>
      <p:sp>
        <p:nvSpPr>
          <p:cNvPr id="1028" name="标题占位符 8"/>
          <p:cNvSpPr>
            <a:spLocks noGrp="1"/>
          </p:cNvSpPr>
          <p:nvPr>
            <p:ph type="title"/>
          </p:nvPr>
        </p:nvSpPr>
        <p:spPr>
          <a:xfrm>
            <a:off x="455613" y="703263"/>
            <a:ext cx="8207375" cy="1139825"/>
          </a:xfrm>
          <a:prstGeom prst="rect">
            <a:avLst/>
          </a:prstGeom>
          <a:noFill/>
          <a:ln w="9525">
            <a:noFill/>
          </a:ln>
        </p:spPr>
        <p:txBody>
          <a:bodyPr lIns="0" tIns="45610" rIns="0" bIns="0" anchor="b" anchorCtr="0"/>
          <a:p>
            <a:pPr lvl="0"/>
            <a:r>
              <a:rPr lang="zh-CN" altLang="en-US" dirty="0"/>
              <a:t>单击此处编辑母版标题样式</a:t>
            </a:r>
            <a:endParaRPr lang="en-US" altLang="zh-CN" dirty="0"/>
          </a:p>
        </p:txBody>
      </p:sp>
      <p:sp>
        <p:nvSpPr>
          <p:cNvPr id="1029" name="文本占位符 29"/>
          <p:cNvSpPr>
            <a:spLocks noGrp="1"/>
          </p:cNvSpPr>
          <p:nvPr>
            <p:ph type="body" idx="1"/>
          </p:nvPr>
        </p:nvSpPr>
        <p:spPr>
          <a:xfrm>
            <a:off x="455613" y="1931988"/>
            <a:ext cx="8207375" cy="4381500"/>
          </a:xfrm>
          <a:prstGeom prst="rect">
            <a:avLst/>
          </a:prstGeom>
          <a:noFill/>
          <a:ln w="9525">
            <a:noFill/>
          </a:ln>
        </p:spPr>
        <p:txBody>
          <a:bodyPr lIns="91221" tIns="45610" rIns="91221" bIns="45610"/>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altLang="zh-CN" dirty="0"/>
          </a:p>
        </p:txBody>
      </p:sp>
      <p:sp>
        <p:nvSpPr>
          <p:cNvPr id="10" name="日期占位符 9"/>
          <p:cNvSpPr>
            <a:spLocks noGrp="1"/>
          </p:cNvSpPr>
          <p:nvPr>
            <p:ph type="dt" sz="half" idx="2"/>
          </p:nvPr>
        </p:nvSpPr>
        <p:spPr>
          <a:xfrm>
            <a:off x="455613" y="6345238"/>
            <a:ext cx="2127250" cy="363538"/>
          </a:xfrm>
          <a:prstGeom prst="rect">
            <a:avLst/>
          </a:prstGeom>
        </p:spPr>
        <p:txBody>
          <a:bodyPr vert="horz" lIns="0" tIns="0" rIns="0" bIns="0" anchor="b"/>
          <a:lstStyle>
            <a:lvl1pPr algn="l" eaLnBrk="1" latinLnBrk="0" hangingPunct="1">
              <a:buFont typeface="Wingdings" panose="05000000000000000000" pitchFamily="2" charset="2"/>
              <a:buNone/>
              <a:defRPr kumimoji="0" sz="1200">
                <a:solidFill>
                  <a:schemeClr val="tx2">
                    <a:shade val="90000"/>
                  </a:schemeClr>
                </a:solidFill>
                <a:latin typeface="黑体" panose="02010609060101010101" pitchFamily="49" charset="-122"/>
                <a:ea typeface="黑体" panose="02010609060101010101" pitchFamily="49" charset="-122"/>
              </a:defRPr>
            </a:lvl1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altLang="zh-CN"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22" name="页脚占位符 21"/>
          <p:cNvSpPr>
            <a:spLocks noGrp="1"/>
          </p:cNvSpPr>
          <p:nvPr>
            <p:ph type="ftr" sz="quarter" idx="3"/>
          </p:nvPr>
        </p:nvSpPr>
        <p:spPr>
          <a:xfrm>
            <a:off x="2659063" y="6345238"/>
            <a:ext cx="3343275" cy="363538"/>
          </a:xfrm>
          <a:prstGeom prst="rect">
            <a:avLst/>
          </a:prstGeom>
        </p:spPr>
        <p:txBody>
          <a:bodyPr vert="horz" lIns="0" tIns="0" rIns="0" bIns="0" anchor="b"/>
          <a:lstStyle>
            <a:lvl1pPr algn="l" eaLnBrk="1" latinLnBrk="0" hangingPunct="1">
              <a:buFont typeface="Wingdings" panose="05000000000000000000" pitchFamily="2" charset="2"/>
              <a:buNone/>
              <a:defRPr kumimoji="0" sz="1200">
                <a:solidFill>
                  <a:schemeClr val="tx2">
                    <a:shade val="90000"/>
                  </a:schemeClr>
                </a:solidFill>
                <a:latin typeface="黑体" panose="02010609060101010101" pitchFamily="49" charset="-122"/>
                <a:ea typeface="黑体" panose="02010609060101010101" pitchFamily="49" charset="-122"/>
              </a:defRPr>
            </a:lvl1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1200" b="1" i="0" u="none" strike="noStrike" kern="1200" cap="none" spc="0" normalizeH="0" baseline="0" noProof="0">
              <a:ln>
                <a:noFill/>
              </a:ln>
              <a:solidFill>
                <a:schemeClr val="tx2">
                  <a:shade val="90000"/>
                </a:schemeClr>
              </a:solidFill>
              <a:effectLst/>
              <a:uLnTx/>
              <a:uFillTx/>
              <a:latin typeface="黑体" panose="02010609060101010101" pitchFamily="49" charset="-122"/>
              <a:ea typeface="黑体" panose="02010609060101010101" pitchFamily="49" charset="-122"/>
              <a:cs typeface="+mn-cs"/>
            </a:endParaRPr>
          </a:p>
        </p:txBody>
      </p:sp>
      <p:sp>
        <p:nvSpPr>
          <p:cNvPr id="18" name="灯片编号占位符 17"/>
          <p:cNvSpPr>
            <a:spLocks noGrp="1"/>
          </p:cNvSpPr>
          <p:nvPr>
            <p:ph type="sldNum" sz="quarter" idx="4"/>
          </p:nvPr>
        </p:nvSpPr>
        <p:spPr>
          <a:xfrm>
            <a:off x="7902575" y="6345238"/>
            <a:ext cx="760413" cy="363538"/>
          </a:xfrm>
          <a:prstGeom prst="rect">
            <a:avLst/>
          </a:prstGeom>
        </p:spPr>
        <p:txBody>
          <a:bodyPr vert="horz" wrap="square" lIns="0" tIns="0" rIns="0" bIns="0" numCol="1" anchor="b" anchorCtr="0" compatLnSpc="1"/>
          <a:lstStyle>
            <a:lvl1pPr algn="r" eaLnBrk="1" hangingPunct="1">
              <a:buFont typeface="Wingdings" panose="05000000000000000000" pitchFamily="2" charset="2"/>
              <a:buNone/>
              <a:defRPr kumimoji="0" sz="1200">
                <a:solidFill>
                  <a:srgbClr val="045C75"/>
                </a:solidFill>
              </a:defRPr>
            </a:lvl1pPr>
          </a:lstStyle>
          <a:p>
            <a:pPr marL="0" marR="0" lvl="0" indent="0" algn="r" defTabSz="914400" rtl="0" eaLnBrk="1" fontAlgn="base" latinLnBrk="0" hangingPunct="1">
              <a:lnSpc>
                <a:spcPct val="100000"/>
              </a:lnSpc>
              <a:spcBef>
                <a:spcPct val="0"/>
              </a:spcBef>
              <a:spcAft>
                <a:spcPct val="0"/>
              </a:spcAft>
              <a:buClrTx/>
              <a:buSzTx/>
              <a:buFont typeface="Wingdings" panose="05000000000000000000" pitchFamily="2" charset="2"/>
              <a:buNone/>
              <a:defRPr/>
            </a:pPr>
            <a:fld id="{30147C15-9101-4F99-9914-07E42D0EF200}" type="slidenum">
              <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rPr>
            </a:fld>
            <a:endParaRPr kumimoji="0" lang="en-US" altLang="zh-CN" sz="1200" b="1" i="0" u="none" strike="noStrike" kern="1200" cap="none" spc="0" normalizeH="0" baseline="0" noProof="0">
              <a:ln>
                <a:noFill/>
              </a:ln>
              <a:solidFill>
                <a:srgbClr val="045C75"/>
              </a:solidFill>
              <a:effectLst/>
              <a:uLnTx/>
              <a:uFillTx/>
              <a:latin typeface="黑体" panose="02010609060101010101" pitchFamily="49" charset="-122"/>
              <a:ea typeface="黑体" panose="02010609060101010101" pitchFamily="49" charset="-122"/>
              <a:cs typeface="+mn-cs"/>
            </a:endParaRPr>
          </a:p>
        </p:txBody>
      </p:sp>
      <p:grpSp>
        <p:nvGrpSpPr>
          <p:cNvPr id="1033" name="组合 1"/>
          <p:cNvGrpSpPr/>
          <p:nvPr/>
        </p:nvGrpSpPr>
        <p:grpSpPr>
          <a:xfrm>
            <a:off x="-19050" y="201613"/>
            <a:ext cx="9155113" cy="647700"/>
            <a:chOff x="-19045" y="216550"/>
            <a:chExt cx="9180548" cy="649224"/>
          </a:xfrm>
        </p:grpSpPr>
        <p:sp>
          <p:nvSpPr>
            <p:cNvPr id="12" name="任意多边形 11"/>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2400" b="1" i="0" u="none" strike="noStrike" kern="1200" cap="none" spc="0" normalizeH="0" baseline="0" noProof="0">
                <a:ln>
                  <a:noFill/>
                </a:ln>
                <a:solidFill>
                  <a:schemeClr val="tx1"/>
                </a:solidFill>
                <a:effectLst/>
                <a:uLnTx/>
                <a:uFillTx/>
                <a:latin typeface="黑体" panose="02010609060101010101" pitchFamily="49" charset="-122"/>
                <a:ea typeface="黑体" panose="02010609060101010101" pitchFamily="49" charset="-122"/>
                <a:cs typeface="+mn-cs"/>
              </a:endParaRPr>
            </a:p>
          </p:txBody>
        </p:sp>
        <p:sp>
          <p:nvSpPr>
            <p:cNvPr id="13" name="任意多边形 12"/>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en-US" sz="2400" b="1" i="0" u="none" strike="noStrike" kern="1200" cap="none" spc="0" normalizeH="0" baseline="0" noProof="0">
                <a:ln>
                  <a:noFill/>
                </a:ln>
                <a:solidFill>
                  <a:schemeClr val="tx1"/>
                </a:solidFill>
                <a:effectLst/>
                <a:uLnTx/>
                <a:uFillTx/>
                <a:latin typeface="黑体" panose="02010609060101010101" pitchFamily="49" charset="-122"/>
                <a:ea typeface="黑体" panose="02010609060101010101" pitchFamily="49" charset="-122"/>
                <a:cs typeface="+mn-cs"/>
              </a:endParaRP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rtl="0" eaLnBrk="0" fontAlgn="base" hangingPunct="0">
        <a:spcBef>
          <a:spcPct val="0"/>
        </a:spcBef>
        <a:spcAft>
          <a:spcPct val="0"/>
        </a:spcAft>
        <a:defRPr sz="5000" kern="1200">
          <a:solidFill>
            <a:schemeClr val="tx2"/>
          </a:solidFill>
          <a:latin typeface="+mj-lt"/>
          <a:ea typeface="+mj-ea"/>
          <a:cs typeface="隶书" panose="02010509060101010101" pitchFamily="49" charset="-122"/>
        </a:defRPr>
      </a:lvl1pPr>
      <a:lvl2pPr algn="l" rtl="0" eaLnBrk="0" fontAlgn="base" hangingPunct="0">
        <a:spcBef>
          <a:spcPct val="0"/>
        </a:spcBef>
        <a:spcAft>
          <a:spcPct val="0"/>
        </a:spcAft>
        <a:defRPr sz="5000">
          <a:solidFill>
            <a:schemeClr val="tx2"/>
          </a:solidFill>
          <a:latin typeface="Calibri" panose="020F0502020204030204" pitchFamily="34" charset="0"/>
          <a:ea typeface="隶书" panose="02010509060101010101" pitchFamily="49" charset="-122"/>
          <a:cs typeface="隶书" panose="02010509060101010101" pitchFamily="49" charset="-122"/>
        </a:defRPr>
      </a:lvl2pPr>
      <a:lvl3pPr algn="l" rtl="0" eaLnBrk="0" fontAlgn="base" hangingPunct="0">
        <a:spcBef>
          <a:spcPct val="0"/>
        </a:spcBef>
        <a:spcAft>
          <a:spcPct val="0"/>
        </a:spcAft>
        <a:defRPr sz="5000">
          <a:solidFill>
            <a:schemeClr val="tx2"/>
          </a:solidFill>
          <a:latin typeface="Calibri" panose="020F0502020204030204" pitchFamily="34" charset="0"/>
          <a:ea typeface="隶书" panose="02010509060101010101" pitchFamily="49" charset="-122"/>
          <a:cs typeface="隶书" panose="02010509060101010101" pitchFamily="49" charset="-122"/>
        </a:defRPr>
      </a:lvl3pPr>
      <a:lvl4pPr algn="l" rtl="0" eaLnBrk="0" fontAlgn="base" hangingPunct="0">
        <a:spcBef>
          <a:spcPct val="0"/>
        </a:spcBef>
        <a:spcAft>
          <a:spcPct val="0"/>
        </a:spcAft>
        <a:defRPr sz="5000">
          <a:solidFill>
            <a:schemeClr val="tx2"/>
          </a:solidFill>
          <a:latin typeface="Calibri" panose="020F0502020204030204" pitchFamily="34" charset="0"/>
          <a:ea typeface="隶书" panose="02010509060101010101" pitchFamily="49" charset="-122"/>
          <a:cs typeface="隶书" panose="02010509060101010101" pitchFamily="49" charset="-122"/>
        </a:defRPr>
      </a:lvl4pPr>
      <a:lvl5pPr algn="l" rtl="0" eaLnBrk="0" fontAlgn="base" hangingPunct="0">
        <a:spcBef>
          <a:spcPct val="0"/>
        </a:spcBef>
        <a:spcAft>
          <a:spcPct val="0"/>
        </a:spcAft>
        <a:defRPr sz="5000">
          <a:solidFill>
            <a:schemeClr val="tx2"/>
          </a:solidFill>
          <a:latin typeface="Calibri" panose="020F0502020204030204" pitchFamily="34" charset="0"/>
          <a:ea typeface="隶书" panose="02010509060101010101" pitchFamily="49" charset="-122"/>
          <a:cs typeface="隶书" panose="02010509060101010101" pitchFamily="49" charset="-122"/>
        </a:defRPr>
      </a:lvl5pPr>
      <a:lvl6pPr marL="4572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6pPr>
      <a:lvl7pPr marL="9144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7pPr>
      <a:lvl8pPr marL="13716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8pPr>
      <a:lvl9pPr marL="18288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9pPr>
    </p:titleStyle>
    <p:body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vl6pPr marL="1732915" indent="-209550"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15795" indent="-182245"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89480" indent="-182245"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3165" indent="-182245"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5930" algn="l" rtl="0" eaLnBrk="1" latinLnBrk="0" hangingPunct="1">
        <a:defRPr kumimoji="0" kern="1200">
          <a:solidFill>
            <a:schemeClr val="tx1"/>
          </a:solidFill>
          <a:latin typeface="+mn-lt"/>
          <a:ea typeface="+mn-ea"/>
          <a:cs typeface="+mn-cs"/>
        </a:defRPr>
      </a:lvl2pPr>
      <a:lvl3pPr marL="912495" algn="l" rtl="0" eaLnBrk="1" latinLnBrk="0" hangingPunct="1">
        <a:defRPr kumimoji="0" kern="1200">
          <a:solidFill>
            <a:schemeClr val="tx1"/>
          </a:solidFill>
          <a:latin typeface="+mn-lt"/>
          <a:ea typeface="+mn-ea"/>
          <a:cs typeface="+mn-cs"/>
        </a:defRPr>
      </a:lvl3pPr>
      <a:lvl4pPr marL="1368425" algn="l" rtl="0" eaLnBrk="1" latinLnBrk="0" hangingPunct="1">
        <a:defRPr kumimoji="0" kern="1200">
          <a:solidFill>
            <a:schemeClr val="tx1"/>
          </a:solidFill>
          <a:latin typeface="+mn-lt"/>
          <a:ea typeface="+mn-ea"/>
          <a:cs typeface="+mn-cs"/>
        </a:defRPr>
      </a:lvl4pPr>
      <a:lvl5pPr marL="1824355" algn="l" rtl="0" eaLnBrk="1" latinLnBrk="0" hangingPunct="1">
        <a:defRPr kumimoji="0" kern="1200">
          <a:solidFill>
            <a:schemeClr val="tx1"/>
          </a:solidFill>
          <a:latin typeface="+mn-lt"/>
          <a:ea typeface="+mn-ea"/>
          <a:cs typeface="+mn-cs"/>
        </a:defRPr>
      </a:lvl5pPr>
      <a:lvl6pPr marL="2280285" algn="l" rtl="0" eaLnBrk="1" latinLnBrk="0" hangingPunct="1">
        <a:defRPr kumimoji="0" kern="1200">
          <a:solidFill>
            <a:schemeClr val="tx1"/>
          </a:solidFill>
          <a:latin typeface="+mn-lt"/>
          <a:ea typeface="+mn-ea"/>
          <a:cs typeface="+mn-cs"/>
        </a:defRPr>
      </a:lvl6pPr>
      <a:lvl7pPr marL="2736850" algn="l" rtl="0" eaLnBrk="1" latinLnBrk="0" hangingPunct="1">
        <a:defRPr kumimoji="0" kern="1200">
          <a:solidFill>
            <a:schemeClr val="tx1"/>
          </a:solidFill>
          <a:latin typeface="+mn-lt"/>
          <a:ea typeface="+mn-ea"/>
          <a:cs typeface="+mn-cs"/>
        </a:defRPr>
      </a:lvl7pPr>
      <a:lvl8pPr marL="3192780" algn="l" rtl="0" eaLnBrk="1" latinLnBrk="0" hangingPunct="1">
        <a:defRPr kumimoji="0" kern="1200">
          <a:solidFill>
            <a:schemeClr val="tx1"/>
          </a:solidFill>
          <a:latin typeface="+mn-lt"/>
          <a:ea typeface="+mn-ea"/>
          <a:cs typeface="+mn-cs"/>
        </a:defRPr>
      </a:lvl8pPr>
      <a:lvl9pPr marL="364871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5.emf"/><Relationship Id="rId1" Type="http://schemas.openxmlformats.org/officeDocument/2006/relationships/oleObject" Target="../embeddings/oleObject1.bin"/></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w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wmf"/><Relationship Id="rId1" Type="http://schemas.openxmlformats.org/officeDocument/2006/relationships/image" Target="../media/image7.png"/></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image" Target="../media/image8.wmf"/><Relationship Id="rId1" Type="http://schemas.openxmlformats.org/officeDocument/2006/relationships/image" Target="../media/image7.png"/></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0.png"/><Relationship Id="rId2" Type="http://schemas.openxmlformats.org/officeDocument/2006/relationships/image" Target="../media/image8.wmf"/><Relationship Id="rId1" Type="http://schemas.openxmlformats.org/officeDocument/2006/relationships/image" Target="../media/image7.png"/></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png"/><Relationship Id="rId2" Type="http://schemas.openxmlformats.org/officeDocument/2006/relationships/image" Target="../media/image8.wmf"/><Relationship Id="rId1" Type="http://schemas.openxmlformats.org/officeDocument/2006/relationships/image" Target="../media/image7.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16.emf"/><Relationship Id="rId1" Type="http://schemas.openxmlformats.org/officeDocument/2006/relationships/oleObject" Target="../embeddings/oleObject2.bin"/></Relationships>
</file>

<file path=ppt/slides/_rels/slide36.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17.emf"/><Relationship Id="rId1" Type="http://schemas.openxmlformats.org/officeDocument/2006/relationships/oleObject" Target="../embeddings/oleObject3.bin"/></Relationships>
</file>

<file path=ppt/slides/_rels/slide37.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18.emf"/><Relationship Id="rId1" Type="http://schemas.openxmlformats.org/officeDocument/2006/relationships/oleObject" Target="../embeddings/oleObject4.bin"/></Relationships>
</file>

<file path=ppt/slides/_rels/slide38.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19.emf"/><Relationship Id="rId1" Type="http://schemas.openxmlformats.org/officeDocument/2006/relationships/oleObject" Target="../embeddings/oleObject5.bin"/></Relationships>
</file>

<file path=ppt/slides/_rels/slide39.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5.emf"/><Relationship Id="rId1" Type="http://schemas.openxmlformats.org/officeDocument/2006/relationships/oleObject" Target="../embeddings/oleObject6.bin"/></Relationships>
</file>

<file path=ppt/slides/_rels/slide40.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2.xml"/><Relationship Id="rId2" Type="http://schemas.openxmlformats.org/officeDocument/2006/relationships/image" Target="../media/image20.emf"/><Relationship Id="rId1" Type="http://schemas.openxmlformats.org/officeDocument/2006/relationships/oleObject" Target="../embeddings/oleObject7.bin"/></Relationships>
</file>

<file path=ppt/slides/_rels/slide41.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2.xml"/><Relationship Id="rId2" Type="http://schemas.openxmlformats.org/officeDocument/2006/relationships/image" Target="../media/image20.emf"/><Relationship Id="rId1" Type="http://schemas.openxmlformats.org/officeDocument/2006/relationships/oleObject" Target="../embeddings/oleObject8.bin"/></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1.jpe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jpe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jpeg"/></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image" Target="../media/image31.png"/></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7.xml"/><Relationship Id="rId2" Type="http://schemas.openxmlformats.org/officeDocument/2006/relationships/image" Target="../media/image33.png"/><Relationship Id="rId1" Type="http://schemas.openxmlformats.org/officeDocument/2006/relationships/image" Target="../media/image32.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6.png"/><Relationship Id="rId1" Type="http://schemas.openxmlformats.org/officeDocument/2006/relationships/image" Target="../media/image35.png"/></Relationships>
</file>

<file path=ppt/slides/_rels/slide9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8.png"/><Relationship Id="rId1" Type="http://schemas.openxmlformats.org/officeDocument/2006/relationships/image" Target="../media/image37.png"/></Relationships>
</file>

<file path=ppt/slides/_rels/slide9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0.png"/><Relationship Id="rId1" Type="http://schemas.openxmlformats.org/officeDocument/2006/relationships/image" Target="../media/image39.png"/></Relationships>
</file>

<file path=ppt/slides/_rels/slide9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2.png"/><Relationship Id="rId1" Type="http://schemas.openxmlformats.org/officeDocument/2006/relationships/image" Target="../media/image41.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3.png"/></Relationships>
</file>

<file path=ppt/slides/_rels/slide10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4.png"/></Relationships>
</file>

<file path=ppt/slides/_rels/slide10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5.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Rectangle 2"/>
          <p:cNvSpPr>
            <a:spLocks noGrp="1" noRot="1" noChangeArrowheads="1"/>
          </p:cNvSpPr>
          <p:nvPr>
            <p:ph type="ctrTitle"/>
          </p:nvPr>
        </p:nvSpPr>
        <p:spPr bwMode="auto">
          <a:xfrm>
            <a:off x="531918" y="1064825"/>
            <a:ext cx="7750810" cy="1459380"/>
          </a:xfrm>
          <a:ln>
            <a:miter lim="800000"/>
          </a:ln>
          <a:effectLst/>
          <a:sp3d prstMaterial="plastic"/>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18244" bIns="0" numCol="1" anchor="b" anchorCtr="0" compatLnSpc="1">
            <a:normAutofit/>
            <a:scene3d>
              <a:camera prst="orthographicFront"/>
              <a:lightRig rig="freezing" dir="t">
                <a:rot lat="0" lon="0" rev="5640000"/>
              </a:lightRig>
            </a:scene3d>
            <a:sp3d prstMaterial="flat">
              <a:bevelT w="38100" h="38100"/>
              <a:contourClr>
                <a:schemeClr val="tx2"/>
              </a:contourClr>
            </a:sp3d>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en-US" sz="5400" b="1" i="0" u="none" strike="noStrike" kern="1200" cap="none" spc="0" normalizeH="0" baseline="0" noProof="0" dirty="0" smtClean="0">
                <a:ln>
                  <a:noFill/>
                </a:ln>
                <a:solidFill>
                  <a:schemeClr val="accent3">
                    <a:tint val="90000"/>
                    <a:satMod val="120000"/>
                  </a:schemeClr>
                </a:solidFill>
                <a:effectLst>
                  <a:outerShdw blurRad="38100" dist="25400" dir="5400000" algn="tl" rotWithShape="0">
                    <a:srgbClr val="000000">
                      <a:alpha val="43000"/>
                    </a:srgbClr>
                  </a:outerShdw>
                </a:effectLst>
                <a:uLnTx/>
                <a:uFillTx/>
                <a:latin typeface="微软雅黑" panose="020B0503020204020204" pitchFamily="34" charset="-122"/>
                <a:ea typeface="微软雅黑" panose="020B0503020204020204" pitchFamily="34" charset="-122"/>
                <a:cs typeface="+mj-cs"/>
              </a:rPr>
              <a:t>软 件 工 程 导 论</a:t>
            </a:r>
            <a:endParaRPr kumimoji="0" lang="zh-CN" altLang="en-US" sz="5400" b="1" i="0" u="none" strike="noStrike" kern="1200" cap="none" spc="0" normalizeH="0" baseline="0" noProof="0" dirty="0" smtClean="0">
              <a:ln>
                <a:noFill/>
              </a:ln>
              <a:solidFill>
                <a:schemeClr val="accent3">
                  <a:tint val="90000"/>
                  <a:satMod val="120000"/>
                </a:schemeClr>
              </a:solidFill>
              <a:effectLst>
                <a:outerShdw blurRad="38100" dist="25400" dir="5400000" algn="tl" rotWithShape="0">
                  <a:srgbClr val="000000">
                    <a:alpha val="43000"/>
                  </a:srgbClr>
                </a:outerShdw>
              </a:effectLst>
              <a:uLnTx/>
              <a:uFillTx/>
              <a:latin typeface="微软雅黑" panose="020B0503020204020204" pitchFamily="34" charset="-122"/>
              <a:ea typeface="微软雅黑" panose="020B0503020204020204" pitchFamily="34" charset="-122"/>
              <a:cs typeface="+mj-cs"/>
            </a:endParaRPr>
          </a:p>
        </p:txBody>
      </p:sp>
      <p:sp>
        <p:nvSpPr>
          <p:cNvPr id="7171" name="Rectangle 3"/>
          <p:cNvSpPr>
            <a:spLocks noGrp="1" noRot="1"/>
          </p:cNvSpPr>
          <p:nvPr>
            <p:ph type="subTitle" idx="1"/>
          </p:nvPr>
        </p:nvSpPr>
        <p:spPr>
          <a:xfrm>
            <a:off x="1389063" y="3228975"/>
            <a:ext cx="6381750" cy="2551113"/>
          </a:xfrm>
          <a:ln/>
        </p:spPr>
        <p:txBody>
          <a:bodyPr vert="horz" wrap="square" lIns="0" tIns="45610" rIns="18244" bIns="45610" anchor="t" anchorCtr="0"/>
          <a:p>
            <a:pPr marR="0" algn="ctr" eaLnBrk="1" hangingPunct="1">
              <a:lnSpc>
                <a:spcPct val="90000"/>
              </a:lnSpc>
              <a:buClr>
                <a:srgbClr val="0BD0D9"/>
              </a:buClr>
              <a:buSzPct val="95000"/>
            </a:pPr>
            <a:endParaRPr lang="zh-CN" altLang="en-US" sz="2800" b="1" kern="1200" dirty="0">
              <a:latin typeface="楷体_GB2312" pitchFamily="49" charset="-122"/>
              <a:ea typeface="楷体_GB2312" pitchFamily="49" charset="-122"/>
              <a:cs typeface="+mn-cs"/>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Rectangle 2"/>
          <p:cNvSpPr>
            <a:spLocks noGrp="1"/>
          </p:cNvSpPr>
          <p:nvPr>
            <p:ph type="title"/>
          </p:nvPr>
        </p:nvSpPr>
        <p:spPr>
          <a:xfrm>
            <a:off x="393700" y="1123950"/>
            <a:ext cx="8340725" cy="1139825"/>
          </a:xfrm>
          <a:ln/>
        </p:spPr>
        <p:txBody>
          <a:bodyPr vert="horz" wrap="square" lIns="0" tIns="45610" rIns="0" bIns="0" anchor="b" anchorCtr="0"/>
          <a:p>
            <a:pPr eaLnBrk="1" hangingPunct="1"/>
            <a:r>
              <a:rPr lang="zh-CN" altLang="en-US" b="1" dirty="0">
                <a:latin typeface="微软雅黑" panose="020B0503020204020204" pitchFamily="34" charset="-122"/>
                <a:ea typeface="微软雅黑" panose="020B0503020204020204" pitchFamily="34" charset="-122"/>
              </a:rPr>
              <a:t>面向过程（结构化）的软件开发方法</a:t>
            </a:r>
            <a:endParaRPr lang="zh-CN" altLang="en-US" b="1" dirty="0">
              <a:latin typeface="微软雅黑" panose="020B0503020204020204" pitchFamily="34" charset="-122"/>
              <a:ea typeface="微软雅黑" panose="020B0503020204020204" pitchFamily="34" charset="-122"/>
            </a:endParaRPr>
          </a:p>
        </p:txBody>
      </p:sp>
      <p:sp>
        <p:nvSpPr>
          <p:cNvPr id="8195" name="Rectangle 3"/>
          <p:cNvSpPr>
            <a:spLocks noGrp="1"/>
          </p:cNvSpPr>
          <p:nvPr>
            <p:ph idx="1"/>
          </p:nvPr>
        </p:nvSpPr>
        <p:spPr>
          <a:xfrm>
            <a:off x="455613" y="2635250"/>
            <a:ext cx="8207375" cy="3949700"/>
          </a:xfrm>
          <a:ln/>
        </p:spPr>
        <p:txBody>
          <a:bodyPr vert="horz" wrap="square" lIns="91221" tIns="45610" rIns="91221" bIns="45610" anchor="t" anchorCtr="0"/>
          <a:p>
            <a:pPr eaLnBrk="1" hangingPunct="1">
              <a:buFont typeface="Wingdings" panose="05000000000000000000" pitchFamily="2" charset="2"/>
              <a:buChar char="p"/>
            </a:pPr>
            <a:r>
              <a:rPr lang="zh-CN" altLang="en-US" sz="3200" dirty="0"/>
              <a:t>一种</a:t>
            </a:r>
            <a:r>
              <a:rPr lang="zh-CN" altLang="en-US" sz="3200" b="1" dirty="0">
                <a:solidFill>
                  <a:srgbClr val="FF0000"/>
                </a:solidFill>
              </a:rPr>
              <a:t>面向数据流</a:t>
            </a:r>
            <a:r>
              <a:rPr lang="zh-CN" altLang="en-US" sz="3200" dirty="0"/>
              <a:t>的传统软件开发方法</a:t>
            </a:r>
            <a:endParaRPr lang="zh-CN" altLang="en-US" sz="3200" dirty="0"/>
          </a:p>
          <a:p>
            <a:pPr eaLnBrk="1" hangingPunct="1">
              <a:buFont typeface="Wingdings" panose="05000000000000000000" pitchFamily="2" charset="2"/>
              <a:buChar char="p"/>
            </a:pPr>
            <a:r>
              <a:rPr lang="zh-CN" altLang="en-US" sz="3200" dirty="0"/>
              <a:t>以</a:t>
            </a:r>
            <a:r>
              <a:rPr lang="zh-CN" altLang="en-US" sz="3200" b="1" dirty="0">
                <a:solidFill>
                  <a:srgbClr val="FF0000"/>
                </a:solidFill>
              </a:rPr>
              <a:t>数据流</a:t>
            </a:r>
            <a:r>
              <a:rPr lang="zh-CN" altLang="en-US" sz="3200" dirty="0"/>
              <a:t>为中心、构建软件的分析模型和设计模型</a:t>
            </a:r>
            <a:endParaRPr lang="zh-CN" altLang="en-US" sz="3200" dirty="0"/>
          </a:p>
          <a:p>
            <a:pPr eaLnBrk="1" hangingPunct="1">
              <a:buFont typeface="Wingdings" panose="05000000000000000000" pitchFamily="2" charset="2"/>
              <a:buChar char="p"/>
            </a:pPr>
            <a:r>
              <a:rPr lang="zh-CN" altLang="en-US" sz="3200" dirty="0"/>
              <a:t>分为：</a:t>
            </a:r>
            <a:endParaRPr lang="zh-CN" altLang="en-US" sz="3200" dirty="0"/>
          </a:p>
          <a:p>
            <a:pPr lvl="1" eaLnBrk="1" hangingPunct="1">
              <a:buFont typeface="Wingdings" panose="05000000000000000000" pitchFamily="2" charset="2"/>
              <a:buChar char="ü"/>
            </a:pPr>
            <a:r>
              <a:rPr lang="zh-CN" altLang="en-US" dirty="0"/>
              <a:t>结构化分析</a:t>
            </a:r>
            <a:r>
              <a:rPr lang="en-US" altLang="zh-CN" dirty="0"/>
              <a:t>(Structured Analysis </a:t>
            </a:r>
            <a:r>
              <a:rPr lang="zh-CN" altLang="en-US" dirty="0"/>
              <a:t>简称</a:t>
            </a:r>
            <a:r>
              <a:rPr lang="en-US" altLang="zh-CN" dirty="0"/>
              <a:t>SA)</a:t>
            </a:r>
            <a:endParaRPr lang="en-US" altLang="zh-CN" dirty="0"/>
          </a:p>
          <a:p>
            <a:pPr lvl="1" eaLnBrk="1" hangingPunct="1">
              <a:buFont typeface="Wingdings" panose="05000000000000000000" pitchFamily="2" charset="2"/>
              <a:buChar char="ü"/>
            </a:pPr>
            <a:r>
              <a:rPr lang="zh-CN" altLang="en-US" dirty="0"/>
              <a:t>结构化设计</a:t>
            </a:r>
            <a:r>
              <a:rPr lang="en-US" altLang="zh-CN" dirty="0"/>
              <a:t>(Structuresd Design </a:t>
            </a:r>
            <a:r>
              <a:rPr lang="zh-CN" altLang="en-US" dirty="0"/>
              <a:t>简称</a:t>
            </a:r>
            <a:r>
              <a:rPr lang="en-US" altLang="zh-CN" dirty="0"/>
              <a:t>SD)</a:t>
            </a:r>
            <a:endParaRPr lang="en-US" altLang="zh-CN" dirty="0"/>
          </a:p>
          <a:p>
            <a:pPr lvl="1" eaLnBrk="1" hangingPunct="1">
              <a:buFont typeface="Wingdings" panose="05000000000000000000" pitchFamily="2" charset="2"/>
              <a:buChar char="ü"/>
            </a:pPr>
            <a:r>
              <a:rPr lang="zh-CN" altLang="en-US" dirty="0"/>
              <a:t>结构化程序设计</a:t>
            </a:r>
            <a:r>
              <a:rPr lang="en-US" altLang="zh-CN" dirty="0"/>
              <a:t>(Structured Programmin </a:t>
            </a:r>
            <a:r>
              <a:rPr lang="zh-CN" altLang="en-US" dirty="0"/>
              <a:t>简称</a:t>
            </a:r>
            <a:r>
              <a:rPr lang="en-US" altLang="zh-CN" dirty="0"/>
              <a:t>SP)</a:t>
            </a:r>
            <a:endParaRPr lang="en-US" altLang="zh-CN" dirty="0"/>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Rectangle 2"/>
          <p:cNvSpPr>
            <a:spLocks noGrp="1"/>
          </p:cNvSpPr>
          <p:nvPr>
            <p:ph type="title"/>
          </p:nvPr>
        </p:nvSpPr>
        <p:spPr>
          <a:ln/>
        </p:spPr>
        <p:txBody>
          <a:bodyPr vert="horz" wrap="square" lIns="0" tIns="45610" rIns="0" bIns="0" anchor="b" anchorCtr="0"/>
          <a:p>
            <a:pPr eaLnBrk="1" hangingPunct="1"/>
            <a:r>
              <a:rPr lang="zh-CN" altLang="zh-CN" b="1" dirty="0">
                <a:latin typeface="微软雅黑" panose="020B0503020204020204" pitchFamily="34" charset="-122"/>
                <a:ea typeface="微软雅黑" panose="020B0503020204020204" pitchFamily="34" charset="-122"/>
              </a:rPr>
              <a:t>结构化分析</a:t>
            </a:r>
            <a:r>
              <a:rPr lang="zh-CN" altLang="en-US" b="1" dirty="0">
                <a:latin typeface="微软雅黑" panose="020B0503020204020204" pitchFamily="34" charset="-122"/>
                <a:ea typeface="微软雅黑" panose="020B0503020204020204" pitchFamily="34" charset="-122"/>
              </a:rPr>
              <a:t>概述</a:t>
            </a:r>
            <a:endParaRPr lang="zh-CN" altLang="en-US" b="1" dirty="0">
              <a:latin typeface="微软雅黑" panose="020B0503020204020204" pitchFamily="34" charset="-122"/>
              <a:ea typeface="微软雅黑" panose="020B0503020204020204" pitchFamily="34" charset="-122"/>
            </a:endParaRPr>
          </a:p>
        </p:txBody>
      </p:sp>
      <p:sp>
        <p:nvSpPr>
          <p:cNvPr id="10243" name="Rectangle 3"/>
          <p:cNvSpPr>
            <a:spLocks noGrp="1"/>
          </p:cNvSpPr>
          <p:nvPr>
            <p:ph idx="1"/>
          </p:nvPr>
        </p:nvSpPr>
        <p:spPr>
          <a:xfrm>
            <a:off x="466725" y="2130425"/>
            <a:ext cx="8207375" cy="4379913"/>
          </a:xfrm>
          <a:ln/>
        </p:spPr>
        <p:txBody>
          <a:bodyPr vert="horz" wrap="square" lIns="91221" tIns="45610" rIns="91221" bIns="45610" anchor="t" anchorCtr="0"/>
          <a:p>
            <a:pPr marL="392430" lvl="1" indent="-635" eaLnBrk="1" hangingPunct="1">
              <a:buNone/>
            </a:pPr>
            <a:r>
              <a:rPr lang="zh-CN" altLang="en-US" sz="4000" b="1" dirty="0"/>
              <a:t>主要任务：</a:t>
            </a:r>
            <a:endParaRPr lang="en-US" altLang="zh-CN" sz="4000" b="1" dirty="0"/>
          </a:p>
          <a:p>
            <a:pPr marL="392430" lvl="1" indent="-635" eaLnBrk="1" hangingPunct="1">
              <a:buNone/>
            </a:pPr>
            <a:r>
              <a:rPr lang="en-US" altLang="zh-CN" sz="2800" dirty="0"/>
              <a:t>         </a:t>
            </a:r>
            <a:r>
              <a:rPr lang="zh-CN" altLang="en-US" sz="2800" dirty="0"/>
              <a:t>以</a:t>
            </a:r>
            <a:r>
              <a:rPr lang="zh-CN" altLang="en-US" sz="2800" b="1" dirty="0">
                <a:solidFill>
                  <a:srgbClr val="FF0000"/>
                </a:solidFill>
              </a:rPr>
              <a:t>抽象和分解</a:t>
            </a:r>
            <a:r>
              <a:rPr lang="zh-CN" altLang="en-US" sz="2800" dirty="0"/>
              <a:t>为主要手段，建立描述软件系统运行过程的</a:t>
            </a:r>
            <a:r>
              <a:rPr lang="zh-CN" altLang="en-US" sz="2800" b="1" dirty="0">
                <a:solidFill>
                  <a:srgbClr val="FF0000"/>
                </a:solidFill>
              </a:rPr>
              <a:t>分层数据流图</a:t>
            </a:r>
            <a:endParaRPr lang="zh-CN" altLang="en-US" sz="2800" b="1" dirty="0">
              <a:solidFill>
                <a:srgbClr val="FF0000"/>
              </a:solidFill>
            </a:endParaRPr>
          </a:p>
        </p:txBody>
      </p:sp>
      <p:grpSp>
        <p:nvGrpSpPr>
          <p:cNvPr id="10244" name="Group 7"/>
          <p:cNvGrpSpPr/>
          <p:nvPr/>
        </p:nvGrpSpPr>
        <p:grpSpPr>
          <a:xfrm>
            <a:off x="4116388" y="5997575"/>
            <a:ext cx="1876425" cy="731838"/>
            <a:chOff x="4696" y="7395"/>
            <a:chExt cx="2964" cy="1155"/>
          </a:xfrm>
        </p:grpSpPr>
        <p:sp>
          <p:nvSpPr>
            <p:cNvPr id="10298" name="AutoShape 8"/>
            <p:cNvSpPr/>
            <p:nvPr/>
          </p:nvSpPr>
          <p:spPr>
            <a:xfrm>
              <a:off x="4696" y="7395"/>
              <a:ext cx="2964" cy="1155"/>
            </a:xfrm>
            <a:prstGeom prst="parallelogram">
              <a:avLst>
                <a:gd name="adj" fmla="val 64155"/>
              </a:avLst>
            </a:prstGeom>
            <a:noFill/>
            <a:ln w="9525" cap="flat" cmpd="sng">
              <a:solidFill>
                <a:srgbClr val="000000"/>
              </a:solidFill>
              <a:prstDash val="solid"/>
              <a:miter/>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nvGrpSpPr>
            <p:cNvPr id="10299" name="Group 9"/>
            <p:cNvGrpSpPr/>
            <p:nvPr/>
          </p:nvGrpSpPr>
          <p:grpSpPr>
            <a:xfrm>
              <a:off x="5349" y="7455"/>
              <a:ext cx="1667" cy="1050"/>
              <a:chOff x="5349" y="7455"/>
              <a:chExt cx="1667" cy="1050"/>
            </a:xfrm>
          </p:grpSpPr>
          <p:grpSp>
            <p:nvGrpSpPr>
              <p:cNvPr id="10300" name="Group 10"/>
              <p:cNvGrpSpPr/>
              <p:nvPr/>
            </p:nvGrpSpPr>
            <p:grpSpPr>
              <a:xfrm>
                <a:off x="5349" y="8025"/>
                <a:ext cx="1549" cy="480"/>
                <a:chOff x="5349" y="8025"/>
                <a:chExt cx="1549" cy="480"/>
              </a:xfrm>
            </p:grpSpPr>
            <p:grpSp>
              <p:nvGrpSpPr>
                <p:cNvPr id="10312" name="Group 11"/>
                <p:cNvGrpSpPr/>
                <p:nvPr/>
              </p:nvGrpSpPr>
              <p:grpSpPr>
                <a:xfrm>
                  <a:off x="6115" y="8025"/>
                  <a:ext cx="540" cy="465"/>
                  <a:chOff x="7872" y="5655"/>
                  <a:chExt cx="540" cy="465"/>
                </a:xfrm>
              </p:grpSpPr>
              <p:sp>
                <p:nvSpPr>
                  <p:cNvPr id="10318" name="Rectangle 12"/>
                  <p:cNvSpPr/>
                  <p:nvPr/>
                </p:nvSpPr>
                <p:spPr>
                  <a:xfrm>
                    <a:off x="7872" y="5655"/>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spcBef>
                        <a:spcPct val="0"/>
                      </a:spcBef>
                      <a:buClrTx/>
                      <a:buSzTx/>
                      <a:buFontTx/>
                      <a:buNone/>
                    </a:pPr>
                    <a:r>
                      <a:rPr lang="en-US" altLang="zh-CN" sz="700" b="1" dirty="0">
                        <a:latin typeface="Times New Roman" panose="02020603050405020304" pitchFamily="18" charset="0"/>
                        <a:ea typeface="黑体" panose="02010609060101010101" pitchFamily="49" charset="-122"/>
                      </a:rPr>
                      <a:t>2.4</a:t>
                    </a:r>
                    <a:endParaRPr lang="en-US" altLang="zh-CN" sz="1600" b="1" dirty="0">
                      <a:latin typeface="Comic Sans MS" panose="030F0702030302020204" pitchFamily="66" charset="0"/>
                      <a:ea typeface="黑体" panose="02010609060101010101" pitchFamily="49" charset="-122"/>
                    </a:endParaRPr>
                  </a:p>
                </p:txBody>
              </p:sp>
              <p:sp>
                <p:nvSpPr>
                  <p:cNvPr id="10319" name="Oval 13"/>
                  <p:cNvSpPr/>
                  <p:nvPr/>
                </p:nvSpPr>
                <p:spPr>
                  <a:xfrm>
                    <a:off x="7924" y="5694"/>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grpSp>
              <p:nvGrpSpPr>
                <p:cNvPr id="10313" name="Group 14"/>
                <p:cNvGrpSpPr/>
                <p:nvPr/>
              </p:nvGrpSpPr>
              <p:grpSpPr>
                <a:xfrm>
                  <a:off x="5349" y="8040"/>
                  <a:ext cx="540" cy="465"/>
                  <a:chOff x="6972" y="5640"/>
                  <a:chExt cx="540" cy="465"/>
                </a:xfrm>
              </p:grpSpPr>
              <p:sp>
                <p:nvSpPr>
                  <p:cNvPr id="10316" name="Rectangle 15"/>
                  <p:cNvSpPr/>
                  <p:nvPr/>
                </p:nvSpPr>
                <p:spPr>
                  <a:xfrm>
                    <a:off x="6972" y="5640"/>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spcBef>
                        <a:spcPct val="0"/>
                      </a:spcBef>
                      <a:buClrTx/>
                      <a:buSzTx/>
                      <a:buFontTx/>
                      <a:buNone/>
                    </a:pPr>
                    <a:r>
                      <a:rPr lang="en-US" altLang="zh-CN" sz="700" b="1" dirty="0">
                        <a:latin typeface="Times New Roman" panose="02020603050405020304" pitchFamily="18" charset="0"/>
                        <a:ea typeface="黑体" panose="02010609060101010101" pitchFamily="49" charset="-122"/>
                      </a:rPr>
                      <a:t>2.3</a:t>
                    </a:r>
                    <a:endParaRPr lang="en-US" altLang="zh-CN" sz="1600" b="1" dirty="0">
                      <a:latin typeface="Comic Sans MS" panose="030F0702030302020204" pitchFamily="66" charset="0"/>
                      <a:ea typeface="黑体" panose="02010609060101010101" pitchFamily="49" charset="-122"/>
                    </a:endParaRPr>
                  </a:p>
                </p:txBody>
              </p:sp>
              <p:sp>
                <p:nvSpPr>
                  <p:cNvPr id="10317" name="Oval 16"/>
                  <p:cNvSpPr/>
                  <p:nvPr/>
                </p:nvSpPr>
                <p:spPr>
                  <a:xfrm>
                    <a:off x="7016" y="5670"/>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sp>
              <p:nvSpPr>
                <p:cNvPr id="10314" name="Line 17"/>
                <p:cNvSpPr/>
                <p:nvPr/>
              </p:nvSpPr>
              <p:spPr>
                <a:xfrm>
                  <a:off x="5802" y="8250"/>
                  <a:ext cx="362" cy="0"/>
                </a:xfrm>
                <a:prstGeom prst="line">
                  <a:avLst/>
                </a:prstGeom>
                <a:ln w="9525" cap="flat" cmpd="sng">
                  <a:solidFill>
                    <a:srgbClr val="000000"/>
                  </a:solidFill>
                  <a:prstDash val="solid"/>
                  <a:headEnd type="none" w="med" len="med"/>
                  <a:tailEnd type="triangle" w="sm" len="med"/>
                </a:ln>
              </p:spPr>
            </p:sp>
            <p:sp>
              <p:nvSpPr>
                <p:cNvPr id="10315" name="Line 18"/>
                <p:cNvSpPr/>
                <p:nvPr/>
              </p:nvSpPr>
              <p:spPr>
                <a:xfrm>
                  <a:off x="6582" y="8265"/>
                  <a:ext cx="316" cy="15"/>
                </a:xfrm>
                <a:prstGeom prst="line">
                  <a:avLst/>
                </a:prstGeom>
                <a:ln w="9525" cap="flat" cmpd="sng">
                  <a:solidFill>
                    <a:srgbClr val="000000"/>
                  </a:solidFill>
                  <a:prstDash val="solid"/>
                  <a:headEnd type="none" w="med" len="med"/>
                  <a:tailEnd type="triangle" w="sm" len="med"/>
                </a:ln>
              </p:spPr>
            </p:sp>
          </p:grpSp>
          <p:grpSp>
            <p:nvGrpSpPr>
              <p:cNvPr id="10301" name="Group 19"/>
              <p:cNvGrpSpPr/>
              <p:nvPr/>
            </p:nvGrpSpPr>
            <p:grpSpPr>
              <a:xfrm>
                <a:off x="5426" y="7455"/>
                <a:ext cx="1590" cy="480"/>
                <a:chOff x="5382" y="7440"/>
                <a:chExt cx="1590" cy="480"/>
              </a:xfrm>
            </p:grpSpPr>
            <p:grpSp>
              <p:nvGrpSpPr>
                <p:cNvPr id="10304" name="Group 20"/>
                <p:cNvGrpSpPr/>
                <p:nvPr/>
              </p:nvGrpSpPr>
              <p:grpSpPr>
                <a:xfrm>
                  <a:off x="6432" y="7440"/>
                  <a:ext cx="540" cy="465"/>
                  <a:chOff x="7872" y="5655"/>
                  <a:chExt cx="540" cy="465"/>
                </a:xfrm>
              </p:grpSpPr>
              <p:sp>
                <p:nvSpPr>
                  <p:cNvPr id="10310" name="Rectangle 21"/>
                  <p:cNvSpPr/>
                  <p:nvPr/>
                </p:nvSpPr>
                <p:spPr>
                  <a:xfrm>
                    <a:off x="7872" y="5655"/>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spcBef>
                        <a:spcPct val="0"/>
                      </a:spcBef>
                      <a:buClrTx/>
                      <a:buSzTx/>
                      <a:buFontTx/>
                      <a:buNone/>
                    </a:pPr>
                    <a:r>
                      <a:rPr lang="en-US" altLang="zh-CN" sz="700" b="1" dirty="0">
                        <a:latin typeface="Times New Roman" panose="02020603050405020304" pitchFamily="18" charset="0"/>
                        <a:ea typeface="黑体" panose="02010609060101010101" pitchFamily="49" charset="-122"/>
                      </a:rPr>
                      <a:t>2.2</a:t>
                    </a:r>
                    <a:endParaRPr lang="en-US" altLang="zh-CN" sz="1600" b="1" dirty="0">
                      <a:latin typeface="Comic Sans MS" panose="030F0702030302020204" pitchFamily="66" charset="0"/>
                      <a:ea typeface="黑体" panose="02010609060101010101" pitchFamily="49" charset="-122"/>
                    </a:endParaRPr>
                  </a:p>
                </p:txBody>
              </p:sp>
              <p:sp>
                <p:nvSpPr>
                  <p:cNvPr id="10311" name="Oval 22"/>
                  <p:cNvSpPr/>
                  <p:nvPr/>
                </p:nvSpPr>
                <p:spPr>
                  <a:xfrm>
                    <a:off x="7924" y="5694"/>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grpSp>
              <p:nvGrpSpPr>
                <p:cNvPr id="10305" name="Group 23"/>
                <p:cNvGrpSpPr/>
                <p:nvPr/>
              </p:nvGrpSpPr>
              <p:grpSpPr>
                <a:xfrm>
                  <a:off x="5666" y="7455"/>
                  <a:ext cx="540" cy="465"/>
                  <a:chOff x="6972" y="5640"/>
                  <a:chExt cx="540" cy="465"/>
                </a:xfrm>
              </p:grpSpPr>
              <p:sp>
                <p:nvSpPr>
                  <p:cNvPr id="10308" name="Rectangle 24"/>
                  <p:cNvSpPr/>
                  <p:nvPr/>
                </p:nvSpPr>
                <p:spPr>
                  <a:xfrm>
                    <a:off x="6972" y="5640"/>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spcBef>
                        <a:spcPct val="0"/>
                      </a:spcBef>
                      <a:buClrTx/>
                      <a:buSzTx/>
                      <a:buFontTx/>
                      <a:buNone/>
                    </a:pPr>
                    <a:r>
                      <a:rPr lang="en-US" altLang="zh-CN" sz="700" b="1" dirty="0">
                        <a:latin typeface="Times New Roman" panose="02020603050405020304" pitchFamily="18" charset="0"/>
                        <a:ea typeface="黑体" panose="02010609060101010101" pitchFamily="49" charset="-122"/>
                      </a:rPr>
                      <a:t>2.1</a:t>
                    </a:r>
                    <a:endParaRPr lang="en-US" altLang="zh-CN" sz="1600" b="1" dirty="0">
                      <a:latin typeface="Comic Sans MS" panose="030F0702030302020204" pitchFamily="66" charset="0"/>
                      <a:ea typeface="黑体" panose="02010609060101010101" pitchFamily="49" charset="-122"/>
                    </a:endParaRPr>
                  </a:p>
                </p:txBody>
              </p:sp>
              <p:sp>
                <p:nvSpPr>
                  <p:cNvPr id="10309" name="Oval 25"/>
                  <p:cNvSpPr/>
                  <p:nvPr/>
                </p:nvSpPr>
                <p:spPr>
                  <a:xfrm>
                    <a:off x="7016" y="5670"/>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sp>
              <p:nvSpPr>
                <p:cNvPr id="10306" name="Line 26"/>
                <p:cNvSpPr/>
                <p:nvPr/>
              </p:nvSpPr>
              <p:spPr>
                <a:xfrm>
                  <a:off x="6104" y="7665"/>
                  <a:ext cx="374" cy="0"/>
                </a:xfrm>
                <a:prstGeom prst="line">
                  <a:avLst/>
                </a:prstGeom>
                <a:ln w="9525" cap="flat" cmpd="sng">
                  <a:solidFill>
                    <a:srgbClr val="000000"/>
                  </a:solidFill>
                  <a:prstDash val="solid"/>
                  <a:headEnd type="none" w="med" len="med"/>
                  <a:tailEnd type="triangle" w="sm" len="med"/>
                </a:ln>
              </p:spPr>
            </p:sp>
            <p:sp>
              <p:nvSpPr>
                <p:cNvPr id="10307" name="Line 27"/>
                <p:cNvSpPr/>
                <p:nvPr/>
              </p:nvSpPr>
              <p:spPr>
                <a:xfrm>
                  <a:off x="5382" y="7680"/>
                  <a:ext cx="332" cy="0"/>
                </a:xfrm>
                <a:prstGeom prst="line">
                  <a:avLst/>
                </a:prstGeom>
                <a:ln w="9525" cap="flat" cmpd="sng">
                  <a:solidFill>
                    <a:srgbClr val="000000"/>
                  </a:solidFill>
                  <a:prstDash val="solid"/>
                  <a:headEnd type="none" w="med" len="med"/>
                  <a:tailEnd type="triangle" w="sm" len="med"/>
                </a:ln>
              </p:spPr>
            </p:sp>
          </p:grpSp>
          <p:sp>
            <p:nvSpPr>
              <p:cNvPr id="10302" name="Line 28"/>
              <p:cNvSpPr/>
              <p:nvPr/>
            </p:nvSpPr>
            <p:spPr>
              <a:xfrm flipH="1">
                <a:off x="5698" y="7875"/>
                <a:ext cx="136" cy="225"/>
              </a:xfrm>
              <a:prstGeom prst="line">
                <a:avLst/>
              </a:prstGeom>
              <a:ln w="9525" cap="flat" cmpd="sng">
                <a:solidFill>
                  <a:srgbClr val="000000"/>
                </a:solidFill>
                <a:prstDash val="solid"/>
                <a:headEnd type="none" w="med" len="med"/>
                <a:tailEnd type="triangle" w="sm" len="med"/>
              </a:ln>
            </p:spPr>
          </p:sp>
          <p:sp>
            <p:nvSpPr>
              <p:cNvPr id="10303" name="Line 29"/>
              <p:cNvSpPr/>
              <p:nvPr/>
            </p:nvSpPr>
            <p:spPr>
              <a:xfrm flipH="1">
                <a:off x="6480" y="7890"/>
                <a:ext cx="150" cy="225"/>
              </a:xfrm>
              <a:prstGeom prst="line">
                <a:avLst/>
              </a:prstGeom>
              <a:ln w="9525" cap="flat" cmpd="sng">
                <a:solidFill>
                  <a:srgbClr val="000000"/>
                </a:solidFill>
                <a:prstDash val="solid"/>
                <a:headEnd type="none" w="med" len="med"/>
                <a:tailEnd type="triangle" w="sm" len="med"/>
              </a:ln>
            </p:spPr>
          </p:sp>
        </p:grpSp>
      </p:grpSp>
      <p:grpSp>
        <p:nvGrpSpPr>
          <p:cNvPr id="10245" name="Group 30"/>
          <p:cNvGrpSpPr/>
          <p:nvPr/>
        </p:nvGrpSpPr>
        <p:grpSpPr>
          <a:xfrm>
            <a:off x="3652838" y="4951413"/>
            <a:ext cx="1874837" cy="731837"/>
            <a:chOff x="1756" y="7515"/>
            <a:chExt cx="2964" cy="1155"/>
          </a:xfrm>
        </p:grpSpPr>
        <p:sp>
          <p:nvSpPr>
            <p:cNvPr id="10278" name="AutoShape 31"/>
            <p:cNvSpPr/>
            <p:nvPr/>
          </p:nvSpPr>
          <p:spPr>
            <a:xfrm>
              <a:off x="1756" y="7515"/>
              <a:ext cx="2964" cy="1155"/>
            </a:xfrm>
            <a:prstGeom prst="parallelogram">
              <a:avLst>
                <a:gd name="adj" fmla="val 64155"/>
              </a:avLst>
            </a:prstGeom>
            <a:noFill/>
            <a:ln w="9525" cap="flat" cmpd="sng">
              <a:solidFill>
                <a:srgbClr val="000000"/>
              </a:solidFill>
              <a:prstDash val="solid"/>
              <a:miter/>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nvGrpSpPr>
            <p:cNvPr id="10279" name="Group 32"/>
            <p:cNvGrpSpPr/>
            <p:nvPr/>
          </p:nvGrpSpPr>
          <p:grpSpPr>
            <a:xfrm>
              <a:off x="2409" y="7575"/>
              <a:ext cx="1953" cy="1050"/>
              <a:chOff x="2409" y="7575"/>
              <a:chExt cx="1953" cy="1050"/>
            </a:xfrm>
          </p:grpSpPr>
          <p:grpSp>
            <p:nvGrpSpPr>
              <p:cNvPr id="10280" name="Group 33"/>
              <p:cNvGrpSpPr/>
              <p:nvPr/>
            </p:nvGrpSpPr>
            <p:grpSpPr>
              <a:xfrm>
                <a:off x="3175" y="8145"/>
                <a:ext cx="540" cy="465"/>
                <a:chOff x="7872" y="5655"/>
                <a:chExt cx="540" cy="465"/>
              </a:xfrm>
            </p:grpSpPr>
            <p:sp>
              <p:nvSpPr>
                <p:cNvPr id="10296" name="Rectangle 34"/>
                <p:cNvSpPr/>
                <p:nvPr/>
              </p:nvSpPr>
              <p:spPr>
                <a:xfrm>
                  <a:off x="7872" y="5655"/>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en-US" altLang="zh-CN" sz="700" b="1" dirty="0">
                      <a:latin typeface="Times New Roman" panose="02020603050405020304" pitchFamily="18" charset="0"/>
                      <a:ea typeface="黑体" panose="02010609060101010101" pitchFamily="49" charset="-122"/>
                    </a:rPr>
                    <a:t>2</a:t>
                  </a:r>
                  <a:endParaRPr lang="en-US" altLang="zh-CN" sz="1600" b="1" dirty="0">
                    <a:latin typeface="Comic Sans MS" panose="030F0702030302020204" pitchFamily="66" charset="0"/>
                    <a:ea typeface="黑体" panose="02010609060101010101" pitchFamily="49" charset="-122"/>
                  </a:endParaRPr>
                </a:p>
              </p:txBody>
            </p:sp>
            <p:sp>
              <p:nvSpPr>
                <p:cNvPr id="10297" name="Oval 35"/>
                <p:cNvSpPr/>
                <p:nvPr/>
              </p:nvSpPr>
              <p:spPr>
                <a:xfrm>
                  <a:off x="7924" y="5694"/>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grpSp>
            <p:nvGrpSpPr>
              <p:cNvPr id="10281" name="Group 36"/>
              <p:cNvGrpSpPr/>
              <p:nvPr/>
            </p:nvGrpSpPr>
            <p:grpSpPr>
              <a:xfrm>
                <a:off x="2409" y="8160"/>
                <a:ext cx="540" cy="465"/>
                <a:chOff x="6972" y="5640"/>
                <a:chExt cx="540" cy="465"/>
              </a:xfrm>
            </p:grpSpPr>
            <p:sp>
              <p:nvSpPr>
                <p:cNvPr id="10294" name="Rectangle 37"/>
                <p:cNvSpPr/>
                <p:nvPr/>
              </p:nvSpPr>
              <p:spPr>
                <a:xfrm>
                  <a:off x="6972" y="5640"/>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en-US" altLang="zh-CN" sz="700" b="1" dirty="0">
                      <a:latin typeface="Times New Roman" panose="02020603050405020304" pitchFamily="18" charset="0"/>
                      <a:ea typeface="黑体" panose="02010609060101010101" pitchFamily="49" charset="-122"/>
                    </a:rPr>
                    <a:t>1</a:t>
                  </a:r>
                  <a:endParaRPr lang="en-US" altLang="zh-CN" sz="1600" b="1" dirty="0">
                    <a:latin typeface="Comic Sans MS" panose="030F0702030302020204" pitchFamily="66" charset="0"/>
                    <a:ea typeface="黑体" panose="02010609060101010101" pitchFamily="49" charset="-122"/>
                  </a:endParaRPr>
                </a:p>
              </p:txBody>
            </p:sp>
            <p:sp>
              <p:nvSpPr>
                <p:cNvPr id="10295" name="Oval 38"/>
                <p:cNvSpPr/>
                <p:nvPr/>
              </p:nvSpPr>
              <p:spPr>
                <a:xfrm>
                  <a:off x="7016" y="5670"/>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sp>
            <p:nvSpPr>
              <p:cNvPr id="10282" name="Line 39"/>
              <p:cNvSpPr/>
              <p:nvPr/>
            </p:nvSpPr>
            <p:spPr>
              <a:xfrm>
                <a:off x="2862" y="8370"/>
                <a:ext cx="362" cy="0"/>
              </a:xfrm>
              <a:prstGeom prst="line">
                <a:avLst/>
              </a:prstGeom>
              <a:ln w="9525" cap="flat" cmpd="sng">
                <a:solidFill>
                  <a:srgbClr val="000000"/>
                </a:solidFill>
                <a:prstDash val="solid"/>
                <a:headEnd type="none" w="med" len="med"/>
                <a:tailEnd type="triangle" w="sm" len="med"/>
              </a:ln>
            </p:spPr>
          </p:sp>
          <p:sp>
            <p:nvSpPr>
              <p:cNvPr id="10283" name="Line 40"/>
              <p:cNvSpPr/>
              <p:nvPr/>
            </p:nvSpPr>
            <p:spPr>
              <a:xfrm>
                <a:off x="3642" y="8385"/>
                <a:ext cx="316" cy="15"/>
              </a:xfrm>
              <a:prstGeom prst="line">
                <a:avLst/>
              </a:prstGeom>
              <a:ln w="9525" cap="flat" cmpd="sng">
                <a:solidFill>
                  <a:srgbClr val="000000"/>
                </a:solidFill>
                <a:prstDash val="solid"/>
                <a:headEnd type="none" w="med" len="med"/>
                <a:tailEnd type="triangle" w="sm" len="med"/>
              </a:ln>
            </p:spPr>
          </p:sp>
          <p:grpSp>
            <p:nvGrpSpPr>
              <p:cNvPr id="10284" name="Group 41"/>
              <p:cNvGrpSpPr/>
              <p:nvPr/>
            </p:nvGrpSpPr>
            <p:grpSpPr>
              <a:xfrm>
                <a:off x="3536" y="7575"/>
                <a:ext cx="540" cy="465"/>
                <a:chOff x="7872" y="5655"/>
                <a:chExt cx="540" cy="465"/>
              </a:xfrm>
            </p:grpSpPr>
            <p:sp>
              <p:nvSpPr>
                <p:cNvPr id="10292" name="Rectangle 42"/>
                <p:cNvSpPr/>
                <p:nvPr/>
              </p:nvSpPr>
              <p:spPr>
                <a:xfrm>
                  <a:off x="7872" y="5655"/>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en-US" altLang="zh-CN" sz="700" b="1" dirty="0">
                      <a:latin typeface="Times New Roman" panose="02020603050405020304" pitchFamily="18" charset="0"/>
                      <a:ea typeface="黑体" panose="02010609060101010101" pitchFamily="49" charset="-122"/>
                    </a:rPr>
                    <a:t>4</a:t>
                  </a:r>
                  <a:endParaRPr lang="en-US" altLang="zh-CN" sz="1600" b="1" dirty="0">
                    <a:latin typeface="Comic Sans MS" panose="030F0702030302020204" pitchFamily="66" charset="0"/>
                    <a:ea typeface="黑体" panose="02010609060101010101" pitchFamily="49" charset="-122"/>
                  </a:endParaRPr>
                </a:p>
              </p:txBody>
            </p:sp>
            <p:sp>
              <p:nvSpPr>
                <p:cNvPr id="10293" name="Oval 43"/>
                <p:cNvSpPr/>
                <p:nvPr/>
              </p:nvSpPr>
              <p:spPr>
                <a:xfrm>
                  <a:off x="7924" y="5694"/>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grpSp>
            <p:nvGrpSpPr>
              <p:cNvPr id="10285" name="Group 44"/>
              <p:cNvGrpSpPr/>
              <p:nvPr/>
            </p:nvGrpSpPr>
            <p:grpSpPr>
              <a:xfrm>
                <a:off x="2770" y="7590"/>
                <a:ext cx="540" cy="465"/>
                <a:chOff x="6972" y="5640"/>
                <a:chExt cx="540" cy="465"/>
              </a:xfrm>
            </p:grpSpPr>
            <p:sp>
              <p:nvSpPr>
                <p:cNvPr id="10290" name="Rectangle 45"/>
                <p:cNvSpPr/>
                <p:nvPr/>
              </p:nvSpPr>
              <p:spPr>
                <a:xfrm>
                  <a:off x="6972" y="5640"/>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en-US" altLang="zh-CN" sz="700" b="1" dirty="0">
                      <a:latin typeface="Times New Roman" panose="02020603050405020304" pitchFamily="18" charset="0"/>
                      <a:ea typeface="黑体" panose="02010609060101010101" pitchFamily="49" charset="-122"/>
                    </a:rPr>
                    <a:t>3</a:t>
                  </a:r>
                  <a:endParaRPr lang="en-US" altLang="zh-CN" sz="1600" b="1" dirty="0">
                    <a:latin typeface="Comic Sans MS" panose="030F0702030302020204" pitchFamily="66" charset="0"/>
                    <a:ea typeface="黑体" panose="02010609060101010101" pitchFamily="49" charset="-122"/>
                  </a:endParaRPr>
                </a:p>
              </p:txBody>
            </p:sp>
            <p:sp>
              <p:nvSpPr>
                <p:cNvPr id="10291" name="Oval 46"/>
                <p:cNvSpPr/>
                <p:nvPr/>
              </p:nvSpPr>
              <p:spPr>
                <a:xfrm>
                  <a:off x="7016" y="5670"/>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sp>
            <p:nvSpPr>
              <p:cNvPr id="10286" name="Line 47"/>
              <p:cNvSpPr/>
              <p:nvPr/>
            </p:nvSpPr>
            <p:spPr>
              <a:xfrm>
                <a:off x="3988" y="7830"/>
                <a:ext cx="374" cy="0"/>
              </a:xfrm>
              <a:prstGeom prst="line">
                <a:avLst/>
              </a:prstGeom>
              <a:ln w="9525" cap="flat" cmpd="sng">
                <a:solidFill>
                  <a:srgbClr val="000000"/>
                </a:solidFill>
                <a:prstDash val="solid"/>
                <a:headEnd type="none" w="med" len="med"/>
                <a:tailEnd type="triangle" w="sm" len="med"/>
              </a:ln>
            </p:spPr>
          </p:sp>
          <p:sp>
            <p:nvSpPr>
              <p:cNvPr id="10287" name="Line 48"/>
              <p:cNvSpPr/>
              <p:nvPr/>
            </p:nvSpPr>
            <p:spPr>
              <a:xfrm>
                <a:off x="2486" y="7815"/>
                <a:ext cx="332" cy="0"/>
              </a:xfrm>
              <a:prstGeom prst="line">
                <a:avLst/>
              </a:prstGeom>
              <a:ln w="9525" cap="flat" cmpd="sng">
                <a:solidFill>
                  <a:srgbClr val="000000"/>
                </a:solidFill>
                <a:prstDash val="solid"/>
                <a:headEnd type="none" w="med" len="med"/>
                <a:tailEnd type="triangle" w="sm" len="med"/>
              </a:ln>
            </p:spPr>
          </p:sp>
          <p:sp>
            <p:nvSpPr>
              <p:cNvPr id="10288" name="Line 49"/>
              <p:cNvSpPr/>
              <p:nvPr/>
            </p:nvSpPr>
            <p:spPr>
              <a:xfrm flipH="1">
                <a:off x="2758" y="7995"/>
                <a:ext cx="136" cy="225"/>
              </a:xfrm>
              <a:prstGeom prst="line">
                <a:avLst/>
              </a:prstGeom>
              <a:ln w="9525" cap="flat" cmpd="sng">
                <a:solidFill>
                  <a:srgbClr val="000000"/>
                </a:solidFill>
                <a:prstDash val="solid"/>
                <a:headEnd type="none" w="med" len="med"/>
                <a:tailEnd type="triangle" w="sm" len="med"/>
              </a:ln>
            </p:spPr>
          </p:sp>
          <p:sp>
            <p:nvSpPr>
              <p:cNvPr id="10289" name="Line 50"/>
              <p:cNvSpPr/>
              <p:nvPr/>
            </p:nvSpPr>
            <p:spPr>
              <a:xfrm flipH="1">
                <a:off x="2804" y="7905"/>
                <a:ext cx="796" cy="375"/>
              </a:xfrm>
              <a:prstGeom prst="line">
                <a:avLst/>
              </a:prstGeom>
              <a:ln w="9525" cap="flat" cmpd="sng">
                <a:solidFill>
                  <a:srgbClr val="000000"/>
                </a:solidFill>
                <a:prstDash val="solid"/>
                <a:headEnd type="triangle" w="sm" len="med"/>
                <a:tailEnd type="none" w="sm" len="med"/>
              </a:ln>
            </p:spPr>
          </p:sp>
        </p:grpSp>
      </p:grpSp>
      <p:grpSp>
        <p:nvGrpSpPr>
          <p:cNvPr id="10246" name="Group 51"/>
          <p:cNvGrpSpPr/>
          <p:nvPr/>
        </p:nvGrpSpPr>
        <p:grpSpPr>
          <a:xfrm>
            <a:off x="2273300" y="5997575"/>
            <a:ext cx="1878013" cy="731838"/>
            <a:chOff x="1966" y="9000"/>
            <a:chExt cx="2964" cy="1155"/>
          </a:xfrm>
        </p:grpSpPr>
        <p:sp>
          <p:nvSpPr>
            <p:cNvPr id="10262" name="AutoShape 52"/>
            <p:cNvSpPr/>
            <p:nvPr/>
          </p:nvSpPr>
          <p:spPr>
            <a:xfrm>
              <a:off x="1966" y="9000"/>
              <a:ext cx="2964" cy="1155"/>
            </a:xfrm>
            <a:prstGeom prst="parallelogram">
              <a:avLst>
                <a:gd name="adj" fmla="val 64155"/>
              </a:avLst>
            </a:prstGeom>
            <a:noFill/>
            <a:ln w="9525" cap="flat" cmpd="sng">
              <a:solidFill>
                <a:srgbClr val="000000"/>
              </a:solidFill>
              <a:prstDash val="solid"/>
              <a:miter/>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nvGrpSpPr>
            <p:cNvPr id="10263" name="Group 53"/>
            <p:cNvGrpSpPr/>
            <p:nvPr/>
          </p:nvGrpSpPr>
          <p:grpSpPr>
            <a:xfrm>
              <a:off x="2619" y="9075"/>
              <a:ext cx="1789" cy="1035"/>
              <a:chOff x="2619" y="9075"/>
              <a:chExt cx="1789" cy="1035"/>
            </a:xfrm>
          </p:grpSpPr>
          <p:grpSp>
            <p:nvGrpSpPr>
              <p:cNvPr id="10264" name="Group 54"/>
              <p:cNvGrpSpPr/>
              <p:nvPr/>
            </p:nvGrpSpPr>
            <p:grpSpPr>
              <a:xfrm>
                <a:off x="3385" y="9630"/>
                <a:ext cx="540" cy="465"/>
                <a:chOff x="7872" y="5655"/>
                <a:chExt cx="540" cy="465"/>
              </a:xfrm>
            </p:grpSpPr>
            <p:sp>
              <p:nvSpPr>
                <p:cNvPr id="10276" name="Rectangle 55"/>
                <p:cNvSpPr/>
                <p:nvPr/>
              </p:nvSpPr>
              <p:spPr>
                <a:xfrm>
                  <a:off x="7872" y="5655"/>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spcBef>
                      <a:spcPct val="0"/>
                    </a:spcBef>
                    <a:buClrTx/>
                    <a:buSzTx/>
                    <a:buFontTx/>
                    <a:buNone/>
                  </a:pPr>
                  <a:r>
                    <a:rPr lang="en-US" altLang="zh-CN" sz="700" b="1" dirty="0">
                      <a:latin typeface="Times New Roman" panose="02020603050405020304" pitchFamily="18" charset="0"/>
                      <a:ea typeface="黑体" panose="02010609060101010101" pitchFamily="49" charset="-122"/>
                    </a:rPr>
                    <a:t>1.3</a:t>
                  </a:r>
                  <a:endParaRPr lang="en-US" altLang="zh-CN" sz="1600" b="1" dirty="0">
                    <a:latin typeface="Comic Sans MS" panose="030F0702030302020204" pitchFamily="66" charset="0"/>
                    <a:ea typeface="黑体" panose="02010609060101010101" pitchFamily="49" charset="-122"/>
                  </a:endParaRPr>
                </a:p>
              </p:txBody>
            </p:sp>
            <p:sp>
              <p:nvSpPr>
                <p:cNvPr id="10277" name="Oval 56"/>
                <p:cNvSpPr/>
                <p:nvPr/>
              </p:nvSpPr>
              <p:spPr>
                <a:xfrm>
                  <a:off x="7924" y="5694"/>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grpSp>
            <p:nvGrpSpPr>
              <p:cNvPr id="10265" name="Group 57"/>
              <p:cNvGrpSpPr/>
              <p:nvPr/>
            </p:nvGrpSpPr>
            <p:grpSpPr>
              <a:xfrm>
                <a:off x="2619" y="9645"/>
                <a:ext cx="540" cy="465"/>
                <a:chOff x="6972" y="5640"/>
                <a:chExt cx="540" cy="465"/>
              </a:xfrm>
            </p:grpSpPr>
            <p:sp>
              <p:nvSpPr>
                <p:cNvPr id="10274" name="Rectangle 58"/>
                <p:cNvSpPr/>
                <p:nvPr/>
              </p:nvSpPr>
              <p:spPr>
                <a:xfrm>
                  <a:off x="6972" y="5640"/>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spcBef>
                      <a:spcPct val="0"/>
                    </a:spcBef>
                    <a:buClrTx/>
                    <a:buSzTx/>
                    <a:buFontTx/>
                    <a:buNone/>
                  </a:pPr>
                  <a:r>
                    <a:rPr lang="en-US" altLang="zh-CN" sz="700" b="1" dirty="0">
                      <a:latin typeface="Times New Roman" panose="02020603050405020304" pitchFamily="18" charset="0"/>
                      <a:ea typeface="黑体" panose="02010609060101010101" pitchFamily="49" charset="-122"/>
                    </a:rPr>
                    <a:t>1.2</a:t>
                  </a:r>
                  <a:endParaRPr lang="en-US" altLang="zh-CN" sz="1600" b="1" dirty="0">
                    <a:latin typeface="Comic Sans MS" panose="030F0702030302020204" pitchFamily="66" charset="0"/>
                    <a:ea typeface="黑体" panose="02010609060101010101" pitchFamily="49" charset="-122"/>
                  </a:endParaRPr>
                </a:p>
              </p:txBody>
            </p:sp>
            <p:sp>
              <p:nvSpPr>
                <p:cNvPr id="10275" name="Oval 59"/>
                <p:cNvSpPr/>
                <p:nvPr/>
              </p:nvSpPr>
              <p:spPr>
                <a:xfrm>
                  <a:off x="7016" y="5670"/>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sp>
            <p:nvSpPr>
              <p:cNvPr id="10266" name="Line 60"/>
              <p:cNvSpPr/>
              <p:nvPr/>
            </p:nvSpPr>
            <p:spPr>
              <a:xfrm>
                <a:off x="3072" y="9855"/>
                <a:ext cx="362" cy="0"/>
              </a:xfrm>
              <a:prstGeom prst="line">
                <a:avLst/>
              </a:prstGeom>
              <a:ln w="9525" cap="flat" cmpd="sng">
                <a:solidFill>
                  <a:srgbClr val="000000"/>
                </a:solidFill>
                <a:prstDash val="solid"/>
                <a:headEnd type="none" w="med" len="med"/>
                <a:tailEnd type="triangle" w="sm" len="med"/>
              </a:ln>
            </p:spPr>
          </p:sp>
          <p:sp>
            <p:nvSpPr>
              <p:cNvPr id="10267" name="Line 61"/>
              <p:cNvSpPr/>
              <p:nvPr/>
            </p:nvSpPr>
            <p:spPr>
              <a:xfrm>
                <a:off x="3852" y="9870"/>
                <a:ext cx="316" cy="15"/>
              </a:xfrm>
              <a:prstGeom prst="line">
                <a:avLst/>
              </a:prstGeom>
              <a:ln w="9525" cap="flat" cmpd="sng">
                <a:solidFill>
                  <a:srgbClr val="000000"/>
                </a:solidFill>
                <a:prstDash val="solid"/>
                <a:headEnd type="none" w="med" len="med"/>
                <a:tailEnd type="triangle" w="sm" len="med"/>
              </a:ln>
            </p:spPr>
          </p:sp>
          <p:grpSp>
            <p:nvGrpSpPr>
              <p:cNvPr id="10268" name="Group 62"/>
              <p:cNvGrpSpPr/>
              <p:nvPr/>
            </p:nvGrpSpPr>
            <p:grpSpPr>
              <a:xfrm>
                <a:off x="2980" y="9075"/>
                <a:ext cx="540" cy="465"/>
                <a:chOff x="6972" y="5640"/>
                <a:chExt cx="540" cy="465"/>
              </a:xfrm>
            </p:grpSpPr>
            <p:sp>
              <p:nvSpPr>
                <p:cNvPr id="10272" name="Rectangle 63"/>
                <p:cNvSpPr/>
                <p:nvPr/>
              </p:nvSpPr>
              <p:spPr>
                <a:xfrm>
                  <a:off x="6972" y="5640"/>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spcBef>
                      <a:spcPct val="0"/>
                    </a:spcBef>
                    <a:buClrTx/>
                    <a:buSzTx/>
                    <a:buFontTx/>
                    <a:buNone/>
                  </a:pPr>
                  <a:r>
                    <a:rPr lang="en-US" altLang="zh-CN" sz="700" b="1" dirty="0">
                      <a:latin typeface="Times New Roman" panose="02020603050405020304" pitchFamily="18" charset="0"/>
                      <a:ea typeface="黑体" panose="02010609060101010101" pitchFamily="49" charset="-122"/>
                    </a:rPr>
                    <a:t>1.1</a:t>
                  </a:r>
                  <a:endParaRPr lang="en-US" altLang="zh-CN" sz="1600" b="1" dirty="0">
                    <a:latin typeface="Comic Sans MS" panose="030F0702030302020204" pitchFamily="66" charset="0"/>
                    <a:ea typeface="黑体" panose="02010609060101010101" pitchFamily="49" charset="-122"/>
                  </a:endParaRPr>
                </a:p>
              </p:txBody>
            </p:sp>
            <p:sp>
              <p:nvSpPr>
                <p:cNvPr id="10273" name="Oval 64"/>
                <p:cNvSpPr/>
                <p:nvPr/>
              </p:nvSpPr>
              <p:spPr>
                <a:xfrm>
                  <a:off x="7016" y="5670"/>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sp>
            <p:nvSpPr>
              <p:cNvPr id="10269" name="Line 65"/>
              <p:cNvSpPr/>
              <p:nvPr/>
            </p:nvSpPr>
            <p:spPr>
              <a:xfrm flipV="1">
                <a:off x="3418" y="9285"/>
                <a:ext cx="990" cy="0"/>
              </a:xfrm>
              <a:prstGeom prst="line">
                <a:avLst/>
              </a:prstGeom>
              <a:ln w="9525" cap="flat" cmpd="sng">
                <a:solidFill>
                  <a:srgbClr val="000000"/>
                </a:solidFill>
                <a:prstDash val="solid"/>
                <a:headEnd type="none" w="med" len="med"/>
                <a:tailEnd type="triangle" w="sm" len="med"/>
              </a:ln>
            </p:spPr>
          </p:sp>
          <p:sp>
            <p:nvSpPr>
              <p:cNvPr id="10270" name="Line 66"/>
              <p:cNvSpPr/>
              <p:nvPr/>
            </p:nvSpPr>
            <p:spPr>
              <a:xfrm>
                <a:off x="2696" y="9300"/>
                <a:ext cx="332" cy="0"/>
              </a:xfrm>
              <a:prstGeom prst="line">
                <a:avLst/>
              </a:prstGeom>
              <a:ln w="9525" cap="flat" cmpd="sng">
                <a:solidFill>
                  <a:srgbClr val="000000"/>
                </a:solidFill>
                <a:prstDash val="solid"/>
                <a:headEnd type="none" w="med" len="med"/>
                <a:tailEnd type="triangle" w="sm" len="med"/>
              </a:ln>
            </p:spPr>
          </p:sp>
          <p:sp>
            <p:nvSpPr>
              <p:cNvPr id="10271" name="Line 67"/>
              <p:cNvSpPr/>
              <p:nvPr/>
            </p:nvSpPr>
            <p:spPr>
              <a:xfrm flipH="1">
                <a:off x="2968" y="9480"/>
                <a:ext cx="136" cy="225"/>
              </a:xfrm>
              <a:prstGeom prst="line">
                <a:avLst/>
              </a:prstGeom>
              <a:ln w="9525" cap="flat" cmpd="sng">
                <a:solidFill>
                  <a:srgbClr val="000000"/>
                </a:solidFill>
                <a:prstDash val="solid"/>
                <a:headEnd type="none" w="med" len="med"/>
                <a:tailEnd type="triangle" w="sm" len="med"/>
              </a:ln>
            </p:spPr>
          </p:sp>
        </p:grpSp>
      </p:grpSp>
      <p:grpSp>
        <p:nvGrpSpPr>
          <p:cNvPr id="10247" name="Group 68"/>
          <p:cNvGrpSpPr/>
          <p:nvPr/>
        </p:nvGrpSpPr>
        <p:grpSpPr>
          <a:xfrm>
            <a:off x="3660775" y="3943350"/>
            <a:ext cx="1876425" cy="733425"/>
            <a:chOff x="5236" y="8460"/>
            <a:chExt cx="2964" cy="1155"/>
          </a:xfrm>
        </p:grpSpPr>
        <p:sp>
          <p:nvSpPr>
            <p:cNvPr id="10254" name="AutoShape 69"/>
            <p:cNvSpPr/>
            <p:nvPr/>
          </p:nvSpPr>
          <p:spPr>
            <a:xfrm>
              <a:off x="5236" y="8460"/>
              <a:ext cx="2964" cy="1155"/>
            </a:xfrm>
            <a:prstGeom prst="parallelogram">
              <a:avLst>
                <a:gd name="adj" fmla="val 64155"/>
              </a:avLst>
            </a:prstGeom>
            <a:noFill/>
            <a:ln w="9525" cap="flat" cmpd="sng">
              <a:solidFill>
                <a:srgbClr val="000000"/>
              </a:solidFill>
              <a:prstDash val="solid"/>
              <a:miter/>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nvGrpSpPr>
            <p:cNvPr id="10255" name="Group 70"/>
            <p:cNvGrpSpPr/>
            <p:nvPr/>
          </p:nvGrpSpPr>
          <p:grpSpPr>
            <a:xfrm>
              <a:off x="5934" y="8850"/>
              <a:ext cx="1356" cy="555"/>
              <a:chOff x="5934" y="8850"/>
              <a:chExt cx="1356" cy="555"/>
            </a:xfrm>
          </p:grpSpPr>
          <p:grpSp>
            <p:nvGrpSpPr>
              <p:cNvPr id="10256" name="Group 71"/>
              <p:cNvGrpSpPr/>
              <p:nvPr/>
            </p:nvGrpSpPr>
            <p:grpSpPr>
              <a:xfrm>
                <a:off x="6354" y="8850"/>
                <a:ext cx="540" cy="465"/>
                <a:chOff x="6354" y="8850"/>
                <a:chExt cx="540" cy="465"/>
              </a:xfrm>
            </p:grpSpPr>
            <p:sp>
              <p:nvSpPr>
                <p:cNvPr id="10260" name="Rectangle 72"/>
                <p:cNvSpPr/>
                <p:nvPr/>
              </p:nvSpPr>
              <p:spPr>
                <a:xfrm>
                  <a:off x="6354" y="8850"/>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en-US" altLang="zh-CN" sz="700" b="1" dirty="0">
                      <a:latin typeface="Times New Roman" panose="02020603050405020304" pitchFamily="18" charset="0"/>
                      <a:ea typeface="黑体" panose="02010609060101010101" pitchFamily="49" charset="-122"/>
                    </a:rPr>
                    <a:t>X</a:t>
                  </a:r>
                  <a:endParaRPr lang="en-US" altLang="zh-CN" sz="1600" b="1" dirty="0">
                    <a:latin typeface="Comic Sans MS" panose="030F0702030302020204" pitchFamily="66" charset="0"/>
                    <a:ea typeface="黑体" panose="02010609060101010101" pitchFamily="49" charset="-122"/>
                  </a:endParaRPr>
                </a:p>
              </p:txBody>
            </p:sp>
            <p:sp>
              <p:nvSpPr>
                <p:cNvPr id="10261" name="Oval 73"/>
                <p:cNvSpPr/>
                <p:nvPr/>
              </p:nvSpPr>
              <p:spPr>
                <a:xfrm>
                  <a:off x="6442" y="8880"/>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sp>
            <p:nvSpPr>
              <p:cNvPr id="10257" name="Line 74"/>
              <p:cNvSpPr/>
              <p:nvPr/>
            </p:nvSpPr>
            <p:spPr>
              <a:xfrm>
                <a:off x="6776" y="9210"/>
                <a:ext cx="452" cy="195"/>
              </a:xfrm>
              <a:prstGeom prst="line">
                <a:avLst/>
              </a:prstGeom>
              <a:ln w="9525" cap="flat" cmpd="sng">
                <a:solidFill>
                  <a:srgbClr val="000000"/>
                </a:solidFill>
                <a:prstDash val="solid"/>
                <a:headEnd type="none" w="med" len="med"/>
                <a:tailEnd type="triangle" w="sm" len="med"/>
              </a:ln>
            </p:spPr>
          </p:sp>
          <p:sp>
            <p:nvSpPr>
              <p:cNvPr id="10258" name="Line 75"/>
              <p:cNvSpPr/>
              <p:nvPr/>
            </p:nvSpPr>
            <p:spPr>
              <a:xfrm>
                <a:off x="5934" y="9075"/>
                <a:ext cx="483" cy="0"/>
              </a:xfrm>
              <a:prstGeom prst="line">
                <a:avLst/>
              </a:prstGeom>
              <a:ln w="9525" cap="flat" cmpd="sng">
                <a:solidFill>
                  <a:srgbClr val="000000"/>
                </a:solidFill>
                <a:prstDash val="solid"/>
                <a:headEnd type="none" w="med" len="med"/>
                <a:tailEnd type="triangle" w="sm" len="med"/>
              </a:ln>
            </p:spPr>
          </p:sp>
          <p:sp>
            <p:nvSpPr>
              <p:cNvPr id="10259" name="Line 76"/>
              <p:cNvSpPr/>
              <p:nvPr/>
            </p:nvSpPr>
            <p:spPr>
              <a:xfrm flipH="1">
                <a:off x="6808" y="8850"/>
                <a:ext cx="482" cy="120"/>
              </a:xfrm>
              <a:prstGeom prst="line">
                <a:avLst/>
              </a:prstGeom>
              <a:ln w="9525" cap="flat" cmpd="sng">
                <a:solidFill>
                  <a:srgbClr val="000000"/>
                </a:solidFill>
                <a:prstDash val="solid"/>
                <a:headEnd type="triangle" w="sm" len="med"/>
                <a:tailEnd type="none" w="sm" len="med"/>
              </a:ln>
            </p:spPr>
          </p:sp>
        </p:grpSp>
      </p:grpSp>
      <p:sp>
        <p:nvSpPr>
          <p:cNvPr id="10248" name="Line 78"/>
          <p:cNvSpPr/>
          <p:nvPr/>
        </p:nvSpPr>
        <p:spPr>
          <a:xfrm flipH="1">
            <a:off x="4133850" y="4419600"/>
            <a:ext cx="314325" cy="522288"/>
          </a:xfrm>
          <a:prstGeom prst="line">
            <a:avLst/>
          </a:prstGeom>
          <a:ln w="9525" cap="flat" cmpd="sng">
            <a:solidFill>
              <a:srgbClr val="000000"/>
            </a:solidFill>
            <a:prstDash val="dash"/>
            <a:headEnd type="none" w="med" len="med"/>
            <a:tailEnd type="none" w="med" len="med"/>
          </a:ln>
        </p:spPr>
      </p:sp>
      <p:sp>
        <p:nvSpPr>
          <p:cNvPr id="10249" name="Line 79"/>
          <p:cNvSpPr/>
          <p:nvPr/>
        </p:nvSpPr>
        <p:spPr>
          <a:xfrm>
            <a:off x="4608513" y="4438650"/>
            <a:ext cx="912812" cy="503238"/>
          </a:xfrm>
          <a:prstGeom prst="line">
            <a:avLst/>
          </a:prstGeom>
          <a:ln w="9525" cap="flat" cmpd="sng">
            <a:solidFill>
              <a:srgbClr val="000000"/>
            </a:solidFill>
            <a:prstDash val="dash"/>
            <a:headEnd type="none" w="med" len="med"/>
            <a:tailEnd type="none" w="med" len="med"/>
          </a:ln>
        </p:spPr>
      </p:sp>
      <p:sp>
        <p:nvSpPr>
          <p:cNvPr id="10250" name="Line 80"/>
          <p:cNvSpPr/>
          <p:nvPr/>
        </p:nvSpPr>
        <p:spPr>
          <a:xfrm flipH="1">
            <a:off x="2727325" y="5551488"/>
            <a:ext cx="1379538" cy="455612"/>
          </a:xfrm>
          <a:prstGeom prst="line">
            <a:avLst/>
          </a:prstGeom>
          <a:ln w="9525" cap="flat" cmpd="sng">
            <a:solidFill>
              <a:srgbClr val="000000"/>
            </a:solidFill>
            <a:prstDash val="dash"/>
            <a:headEnd type="none" w="med" len="med"/>
            <a:tailEnd type="none" w="med" len="med"/>
          </a:ln>
        </p:spPr>
      </p:sp>
      <p:sp>
        <p:nvSpPr>
          <p:cNvPr id="10251" name="Line 81"/>
          <p:cNvSpPr/>
          <p:nvPr/>
        </p:nvSpPr>
        <p:spPr>
          <a:xfrm flipH="1">
            <a:off x="4152900" y="5635625"/>
            <a:ext cx="68263" cy="352425"/>
          </a:xfrm>
          <a:prstGeom prst="line">
            <a:avLst/>
          </a:prstGeom>
          <a:ln w="9525" cap="flat" cmpd="sng">
            <a:solidFill>
              <a:srgbClr val="000000"/>
            </a:solidFill>
            <a:prstDash val="dash"/>
            <a:headEnd type="none" w="med" len="med"/>
            <a:tailEnd type="none" w="med" len="med"/>
          </a:ln>
        </p:spPr>
      </p:sp>
      <p:sp>
        <p:nvSpPr>
          <p:cNvPr id="10252" name="Line 82"/>
          <p:cNvSpPr/>
          <p:nvPr/>
        </p:nvSpPr>
        <p:spPr>
          <a:xfrm flipH="1">
            <a:off x="4581525" y="5616575"/>
            <a:ext cx="84138" cy="371475"/>
          </a:xfrm>
          <a:prstGeom prst="line">
            <a:avLst/>
          </a:prstGeom>
          <a:ln w="9525" cap="flat" cmpd="sng">
            <a:solidFill>
              <a:srgbClr val="000000"/>
            </a:solidFill>
            <a:prstDash val="dash"/>
            <a:headEnd type="none" w="med" len="med"/>
            <a:tailEnd type="none" w="med" len="med"/>
          </a:ln>
        </p:spPr>
      </p:sp>
      <p:sp>
        <p:nvSpPr>
          <p:cNvPr id="10253" name="Line 83"/>
          <p:cNvSpPr/>
          <p:nvPr/>
        </p:nvSpPr>
        <p:spPr>
          <a:xfrm>
            <a:off x="4799013" y="5597525"/>
            <a:ext cx="1187450" cy="400050"/>
          </a:xfrm>
          <a:prstGeom prst="line">
            <a:avLst/>
          </a:prstGeom>
          <a:ln w="9525" cap="flat" cmpd="sng">
            <a:solidFill>
              <a:srgbClr val="000000"/>
            </a:solidFill>
            <a:prstDash val="dash"/>
            <a:headEnd type="none" w="med" len="med"/>
            <a:tailEnd type="none" w="med" len="med"/>
          </a:ln>
        </p:spPr>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Rectangle 2"/>
          <p:cNvSpPr>
            <a:spLocks noGrp="1"/>
          </p:cNvSpPr>
          <p:nvPr>
            <p:ph type="title"/>
          </p:nvPr>
        </p:nvSpPr>
        <p:spPr>
          <a:xfrm>
            <a:off x="455613" y="703263"/>
            <a:ext cx="8662987" cy="1141412"/>
          </a:xfrm>
          <a:ln/>
        </p:spPr>
        <p:txBody>
          <a:bodyPr vert="horz" wrap="square" lIns="0" tIns="45610" rIns="0" bIns="0" anchor="b" anchorCtr="0"/>
          <a:p>
            <a:pPr eaLnBrk="1" hangingPunct="1"/>
            <a:r>
              <a:rPr lang="zh-CN" altLang="en-US" b="1" dirty="0">
                <a:latin typeface="微软雅黑" panose="020B0503020204020204" pitchFamily="34" charset="-122"/>
                <a:ea typeface="微软雅黑" panose="020B0503020204020204" pitchFamily="34" charset="-122"/>
              </a:rPr>
              <a:t>数据流图：图书订购系统</a:t>
            </a:r>
            <a:endParaRPr lang="en-US" altLang="zh-CN" b="1" dirty="0">
              <a:latin typeface="微软雅黑" panose="020B0503020204020204" pitchFamily="34" charset="-122"/>
              <a:ea typeface="微软雅黑" panose="020B0503020204020204" pitchFamily="34" charset="-122"/>
            </a:endParaRPr>
          </a:p>
        </p:txBody>
      </p:sp>
      <p:grpSp>
        <p:nvGrpSpPr>
          <p:cNvPr id="12291" name="Group 8"/>
          <p:cNvGrpSpPr/>
          <p:nvPr/>
        </p:nvGrpSpPr>
        <p:grpSpPr>
          <a:xfrm>
            <a:off x="4586288" y="4279900"/>
            <a:ext cx="1243012" cy="501650"/>
            <a:chOff x="5010" y="11520"/>
            <a:chExt cx="1228" cy="450"/>
          </a:xfrm>
        </p:grpSpPr>
        <p:grpSp>
          <p:nvGrpSpPr>
            <p:cNvPr id="12346" name="Group 9"/>
            <p:cNvGrpSpPr/>
            <p:nvPr/>
          </p:nvGrpSpPr>
          <p:grpSpPr>
            <a:xfrm>
              <a:off x="5170" y="11580"/>
              <a:ext cx="886" cy="360"/>
              <a:chOff x="1884" y="6360"/>
              <a:chExt cx="1306" cy="360"/>
            </a:xfrm>
          </p:grpSpPr>
          <p:sp>
            <p:nvSpPr>
              <p:cNvPr id="12348" name="Line 10"/>
              <p:cNvSpPr/>
              <p:nvPr/>
            </p:nvSpPr>
            <p:spPr>
              <a:xfrm>
                <a:off x="1884" y="6360"/>
                <a:ext cx="1290" cy="0"/>
              </a:xfrm>
              <a:prstGeom prst="line">
                <a:avLst/>
              </a:prstGeom>
              <a:ln w="9525" cap="flat" cmpd="sng">
                <a:solidFill>
                  <a:srgbClr val="000000"/>
                </a:solidFill>
                <a:prstDash val="solid"/>
                <a:headEnd type="none" w="sm" len="med"/>
                <a:tailEnd type="none" w="sm" len="med"/>
              </a:ln>
            </p:spPr>
          </p:sp>
          <p:sp>
            <p:nvSpPr>
              <p:cNvPr id="12349" name="Line 11"/>
              <p:cNvSpPr/>
              <p:nvPr/>
            </p:nvSpPr>
            <p:spPr>
              <a:xfrm>
                <a:off x="1900" y="6720"/>
                <a:ext cx="1290" cy="0"/>
              </a:xfrm>
              <a:prstGeom prst="line">
                <a:avLst/>
              </a:prstGeom>
              <a:ln w="9525" cap="flat" cmpd="sng">
                <a:solidFill>
                  <a:srgbClr val="000000"/>
                </a:solidFill>
                <a:prstDash val="solid"/>
                <a:headEnd type="none" w="sm" len="med"/>
                <a:tailEnd type="none" w="sm" len="med"/>
              </a:ln>
            </p:spPr>
          </p:sp>
        </p:grpSp>
        <p:sp>
          <p:nvSpPr>
            <p:cNvPr id="12347" name="Rectangle 12"/>
            <p:cNvSpPr/>
            <p:nvPr/>
          </p:nvSpPr>
          <p:spPr>
            <a:xfrm>
              <a:off x="5010" y="11520"/>
              <a:ext cx="1228" cy="450"/>
            </a:xfrm>
            <a:prstGeom prst="rect">
              <a:avLst/>
            </a:prstGeom>
            <a:noFill/>
            <a:ln w="9525">
              <a:noFill/>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10000"/>
                </a:lnSpc>
                <a:spcBef>
                  <a:spcPct val="0"/>
                </a:spcBef>
                <a:buClrTx/>
                <a:buSzTx/>
                <a:buFontTx/>
                <a:buNone/>
              </a:pPr>
              <a:r>
                <a:rPr lang="zh-CN" altLang="en-US" sz="1800" b="1" dirty="0">
                  <a:latin typeface="Times New Roman" panose="02020603050405020304" pitchFamily="18" charset="0"/>
                  <a:ea typeface="黑体" panose="02010609060101010101" pitchFamily="49" charset="-122"/>
                </a:rPr>
                <a:t>图书库存</a:t>
              </a:r>
              <a:endParaRPr lang="zh-CN" altLang="en-US" sz="1800" b="1" dirty="0">
                <a:latin typeface="Comic Sans MS" panose="030F0702030302020204" pitchFamily="66" charset="0"/>
                <a:ea typeface="黑体" panose="02010609060101010101" pitchFamily="49" charset="-122"/>
              </a:endParaRPr>
            </a:p>
          </p:txBody>
        </p:sp>
      </p:grpSp>
      <p:grpSp>
        <p:nvGrpSpPr>
          <p:cNvPr id="12292" name="Group 14"/>
          <p:cNvGrpSpPr/>
          <p:nvPr/>
        </p:nvGrpSpPr>
        <p:grpSpPr>
          <a:xfrm>
            <a:off x="6383338" y="5184775"/>
            <a:ext cx="2009775" cy="669925"/>
            <a:chOff x="7926" y="12435"/>
            <a:chExt cx="1988" cy="600"/>
          </a:xfrm>
        </p:grpSpPr>
        <p:grpSp>
          <p:nvGrpSpPr>
            <p:cNvPr id="12340" name="Group 15"/>
            <p:cNvGrpSpPr/>
            <p:nvPr/>
          </p:nvGrpSpPr>
          <p:grpSpPr>
            <a:xfrm>
              <a:off x="7926" y="12435"/>
              <a:ext cx="984" cy="465"/>
              <a:chOff x="9126" y="13845"/>
              <a:chExt cx="984" cy="465"/>
            </a:xfrm>
          </p:grpSpPr>
          <p:sp>
            <p:nvSpPr>
              <p:cNvPr id="12344" name="Line 16"/>
              <p:cNvSpPr/>
              <p:nvPr/>
            </p:nvSpPr>
            <p:spPr>
              <a:xfrm flipV="1">
                <a:off x="9148" y="14238"/>
                <a:ext cx="962" cy="0"/>
              </a:xfrm>
              <a:prstGeom prst="line">
                <a:avLst/>
              </a:prstGeom>
              <a:ln w="9525" cap="flat" cmpd="sng">
                <a:solidFill>
                  <a:srgbClr val="000000"/>
                </a:solidFill>
                <a:prstDash val="solid"/>
                <a:headEnd type="triangle" w="sm" len="med"/>
                <a:tailEnd type="none" w="sm" len="med"/>
              </a:ln>
            </p:spPr>
          </p:sp>
          <p:sp>
            <p:nvSpPr>
              <p:cNvPr id="12345" name="Rectangle 17"/>
              <p:cNvSpPr/>
              <p:nvPr/>
            </p:nvSpPr>
            <p:spPr>
              <a:xfrm>
                <a:off x="9126" y="13845"/>
                <a:ext cx="958" cy="465"/>
              </a:xfrm>
              <a:prstGeom prst="rect">
                <a:avLst/>
              </a:prstGeom>
              <a:noFill/>
              <a:ln w="9525">
                <a:noFill/>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10000"/>
                  </a:lnSpc>
                  <a:spcBef>
                    <a:spcPct val="0"/>
                  </a:spcBef>
                  <a:buClrTx/>
                  <a:buSzTx/>
                  <a:buFontTx/>
                  <a:buNone/>
                </a:pPr>
                <a:r>
                  <a:rPr lang="zh-CN" altLang="en-US" sz="1800" b="1" dirty="0">
                    <a:latin typeface="Times New Roman" panose="02020603050405020304" pitchFamily="18" charset="0"/>
                    <a:ea typeface="黑体" panose="02010609060101010101" pitchFamily="49" charset="-122"/>
                  </a:rPr>
                  <a:t>入库单</a:t>
                </a:r>
                <a:endParaRPr lang="zh-CN" altLang="en-US" sz="1800" b="1" dirty="0">
                  <a:latin typeface="Comic Sans MS" panose="030F0702030302020204" pitchFamily="66" charset="0"/>
                  <a:ea typeface="黑体" panose="02010609060101010101" pitchFamily="49" charset="-122"/>
                </a:endParaRPr>
              </a:p>
            </p:txBody>
          </p:sp>
        </p:grpSp>
        <p:grpSp>
          <p:nvGrpSpPr>
            <p:cNvPr id="12341" name="Group 18"/>
            <p:cNvGrpSpPr/>
            <p:nvPr/>
          </p:nvGrpSpPr>
          <p:grpSpPr>
            <a:xfrm>
              <a:off x="8804" y="12552"/>
              <a:ext cx="1110" cy="483"/>
              <a:chOff x="7574" y="11367"/>
              <a:chExt cx="1110" cy="483"/>
            </a:xfrm>
          </p:grpSpPr>
          <p:sp>
            <p:nvSpPr>
              <p:cNvPr id="12342" name="Rectangle 19"/>
              <p:cNvSpPr/>
              <p:nvPr/>
            </p:nvSpPr>
            <p:spPr>
              <a:xfrm>
                <a:off x="7574" y="11370"/>
                <a:ext cx="1110" cy="480"/>
              </a:xfrm>
              <a:prstGeom prst="rect">
                <a:avLst/>
              </a:prstGeom>
              <a:noFill/>
              <a:ln w="9525">
                <a:noFill/>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10000"/>
                  </a:lnSpc>
                  <a:spcBef>
                    <a:spcPct val="0"/>
                  </a:spcBef>
                  <a:buClrTx/>
                  <a:buSzTx/>
                  <a:buFontTx/>
                  <a:buNone/>
                </a:pPr>
                <a:r>
                  <a:rPr lang="zh-CN" altLang="en-US" sz="1800" b="1" dirty="0">
                    <a:latin typeface="Times New Roman" panose="02020603050405020304" pitchFamily="18" charset="0"/>
                    <a:ea typeface="黑体" panose="02010609060101010101" pitchFamily="49" charset="-122"/>
                  </a:rPr>
                  <a:t>图书代理商</a:t>
                </a:r>
                <a:endParaRPr lang="zh-CN" altLang="en-US" sz="1800" b="1" dirty="0">
                  <a:latin typeface="Comic Sans MS" panose="030F0702030302020204" pitchFamily="66" charset="0"/>
                  <a:ea typeface="黑体" panose="02010609060101010101" pitchFamily="49" charset="-122"/>
                </a:endParaRPr>
              </a:p>
            </p:txBody>
          </p:sp>
          <p:sp>
            <p:nvSpPr>
              <p:cNvPr id="12343" name="Rectangle 20"/>
              <p:cNvSpPr/>
              <p:nvPr/>
            </p:nvSpPr>
            <p:spPr>
              <a:xfrm>
                <a:off x="7664" y="11367"/>
                <a:ext cx="916" cy="480"/>
              </a:xfrm>
              <a:prstGeom prst="rect">
                <a:avLst/>
              </a:prstGeom>
              <a:noFill/>
              <a:ln w="9525" cap="flat" cmpd="sng">
                <a:solidFill>
                  <a:srgbClr val="000000"/>
                </a:solidFill>
                <a:prstDash val="solid"/>
                <a:miter/>
                <a:headEnd type="none" w="med" len="med"/>
                <a:tailEnd type="none" w="med" len="med"/>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lnSpc>
                    <a:spcPct val="110000"/>
                  </a:lnSpc>
                  <a:spcBef>
                    <a:spcPct val="0"/>
                  </a:spcBef>
                  <a:buClrTx/>
                  <a:buSzTx/>
                  <a:buFontTx/>
                  <a:buNone/>
                </a:pPr>
                <a:endParaRPr lang="zh-CN" altLang="zh-CN" sz="1800" b="1" dirty="0">
                  <a:latin typeface="Comic Sans MS" panose="030F0702030302020204" pitchFamily="66" charset="0"/>
                  <a:ea typeface="黑体" panose="02010609060101010101" pitchFamily="49" charset="-122"/>
                </a:endParaRPr>
              </a:p>
            </p:txBody>
          </p:sp>
        </p:grpSp>
      </p:grpSp>
      <p:grpSp>
        <p:nvGrpSpPr>
          <p:cNvPr id="12293" name="Group 21"/>
          <p:cNvGrpSpPr/>
          <p:nvPr/>
        </p:nvGrpSpPr>
        <p:grpSpPr>
          <a:xfrm>
            <a:off x="5276850" y="4772025"/>
            <a:ext cx="1200150" cy="1312863"/>
            <a:chOff x="6682" y="12066"/>
            <a:chExt cx="1186" cy="1174"/>
          </a:xfrm>
        </p:grpSpPr>
        <p:grpSp>
          <p:nvGrpSpPr>
            <p:cNvPr id="12336" name="Group 22"/>
            <p:cNvGrpSpPr/>
            <p:nvPr/>
          </p:nvGrpSpPr>
          <p:grpSpPr>
            <a:xfrm>
              <a:off x="6894" y="12390"/>
              <a:ext cx="974" cy="850"/>
              <a:chOff x="4154" y="12570"/>
              <a:chExt cx="974" cy="850"/>
            </a:xfrm>
          </p:grpSpPr>
          <p:sp>
            <p:nvSpPr>
              <p:cNvPr id="12338" name="Oval 23"/>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sp>
            <p:nvSpPr>
              <p:cNvPr id="12339" name="Rectangle 24"/>
              <p:cNvSpPr/>
              <p:nvPr/>
            </p:nvSpPr>
            <p:spPr>
              <a:xfrm>
                <a:off x="4154" y="12630"/>
                <a:ext cx="974" cy="780"/>
              </a:xfrm>
              <a:prstGeom prst="rect">
                <a:avLst/>
              </a:prstGeom>
              <a:noFill/>
              <a:ln w="9525">
                <a:noFill/>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10000"/>
                  </a:lnSpc>
                  <a:spcBef>
                    <a:spcPct val="0"/>
                  </a:spcBef>
                  <a:buClrTx/>
                  <a:buSzTx/>
                  <a:buFontTx/>
                  <a:buNone/>
                </a:pPr>
                <a:r>
                  <a:rPr lang="zh-CN" altLang="en-US" sz="1800" b="1" dirty="0">
                    <a:latin typeface="Times New Roman" panose="02020603050405020304" pitchFamily="18" charset="0"/>
                    <a:ea typeface="黑体" panose="02010609060101010101" pitchFamily="49" charset="-122"/>
                  </a:rPr>
                  <a:t>书库</a:t>
                </a:r>
                <a:endParaRPr lang="zh-CN" altLang="en-US" sz="1800" b="1" dirty="0">
                  <a:latin typeface="Times New Roman" panose="02020603050405020304" pitchFamily="18" charset="0"/>
                  <a:ea typeface="黑体" panose="02010609060101010101" pitchFamily="49" charset="-122"/>
                </a:endParaRPr>
              </a:p>
              <a:p>
                <a:pPr marL="0" lvl="0" indent="0" algn="ctr" eaLnBrk="1" hangingPunct="1">
                  <a:lnSpc>
                    <a:spcPct val="110000"/>
                  </a:lnSpc>
                  <a:spcBef>
                    <a:spcPct val="0"/>
                  </a:spcBef>
                  <a:buClrTx/>
                  <a:buSzTx/>
                  <a:buFontTx/>
                  <a:buNone/>
                </a:pPr>
                <a:r>
                  <a:rPr lang="zh-CN" altLang="en-US" sz="1800" b="1" dirty="0">
                    <a:latin typeface="Times New Roman" panose="02020603050405020304" pitchFamily="18" charset="0"/>
                    <a:ea typeface="黑体" panose="02010609060101010101" pitchFamily="49" charset="-122"/>
                  </a:rPr>
                  <a:t>管理</a:t>
                </a:r>
                <a:endParaRPr lang="zh-CN" altLang="en-US" sz="1800" b="1" dirty="0">
                  <a:latin typeface="Comic Sans MS" panose="030F0702030302020204" pitchFamily="66" charset="0"/>
                  <a:ea typeface="黑体" panose="02010609060101010101" pitchFamily="49" charset="-122"/>
                </a:endParaRPr>
              </a:p>
            </p:txBody>
          </p:sp>
        </p:grpSp>
        <p:sp>
          <p:nvSpPr>
            <p:cNvPr id="12337" name="Arc 25"/>
            <p:cNvSpPr/>
            <p:nvPr/>
          </p:nvSpPr>
          <p:spPr>
            <a:xfrm rot="-5400000" flipH="1">
              <a:off x="6590" y="12157"/>
              <a:ext cx="536" cy="353"/>
            </a:xfrm>
            <a:custGeom>
              <a:avLst/>
              <a:gdLst/>
              <a:ahLst/>
              <a:cxnLst>
                <a:cxn ang="0">
                  <a:pos x="0" y="0"/>
                </a:cxn>
                <a:cxn ang="0">
                  <a:pos x="0" y="0"/>
                </a:cxn>
                <a:cxn ang="0">
                  <a:pos x="0" y="0"/>
                </a:cxn>
              </a:cxnLst>
              <a:pathLst>
                <a:path w="27842" h="21600" fill="none">
                  <a:moveTo>
                    <a:pt x="0" y="921"/>
                  </a:moveTo>
                  <a:cubicBezTo>
                    <a:pt x="2024" y="310"/>
                    <a:pt x="4127" y="-1"/>
                    <a:pt x="6242" y="0"/>
                  </a:cubicBezTo>
                  <a:cubicBezTo>
                    <a:pt x="18171" y="0"/>
                    <a:pt x="27842" y="9670"/>
                    <a:pt x="27842" y="21600"/>
                  </a:cubicBezTo>
                </a:path>
                <a:path w="27842" h="21600" stroke="0">
                  <a:moveTo>
                    <a:pt x="0" y="921"/>
                  </a:moveTo>
                  <a:cubicBezTo>
                    <a:pt x="2024" y="310"/>
                    <a:pt x="4127" y="-1"/>
                    <a:pt x="6242" y="0"/>
                  </a:cubicBezTo>
                  <a:cubicBezTo>
                    <a:pt x="18171" y="0"/>
                    <a:pt x="27842" y="9670"/>
                    <a:pt x="27842" y="21600"/>
                  </a:cubicBezTo>
                  <a:lnTo>
                    <a:pt x="6242" y="21600"/>
                  </a:lnTo>
                  <a:lnTo>
                    <a:pt x="0" y="921"/>
                  </a:lnTo>
                  <a:close/>
                </a:path>
              </a:pathLst>
            </a:custGeom>
            <a:noFill/>
            <a:ln w="9525" cap="flat" cmpd="sng">
              <a:solidFill>
                <a:srgbClr val="000000">
                  <a:alpha val="100000"/>
                </a:srgbClr>
              </a:solidFill>
              <a:prstDash val="solid"/>
              <a:round/>
              <a:headEnd type="triangle" w="sm" len="med"/>
              <a:tailEnd type="none" w="sm" len="med"/>
            </a:ln>
          </p:spPr>
          <p:txBody>
            <a:bodyPr/>
            <a:p>
              <a:endParaRPr lang="zh-CN" altLang="en-US"/>
            </a:p>
          </p:txBody>
        </p:sp>
      </p:grpSp>
      <p:grpSp>
        <p:nvGrpSpPr>
          <p:cNvPr id="12294" name="Group 27"/>
          <p:cNvGrpSpPr/>
          <p:nvPr/>
        </p:nvGrpSpPr>
        <p:grpSpPr>
          <a:xfrm>
            <a:off x="3295650" y="4060825"/>
            <a:ext cx="984250" cy="950913"/>
            <a:chOff x="4154" y="12570"/>
            <a:chExt cx="974" cy="850"/>
          </a:xfrm>
        </p:grpSpPr>
        <p:sp>
          <p:nvSpPr>
            <p:cNvPr id="12334" name="Oval 28"/>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sp>
          <p:nvSpPr>
            <p:cNvPr id="12335" name="Rectangle 29"/>
            <p:cNvSpPr/>
            <p:nvPr/>
          </p:nvSpPr>
          <p:spPr>
            <a:xfrm>
              <a:off x="4154" y="12630"/>
              <a:ext cx="974" cy="780"/>
            </a:xfrm>
            <a:prstGeom prst="rect">
              <a:avLst/>
            </a:prstGeom>
            <a:noFill/>
            <a:ln w="9525">
              <a:noFill/>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10000"/>
                </a:lnSpc>
                <a:spcBef>
                  <a:spcPct val="0"/>
                </a:spcBef>
                <a:buClrTx/>
                <a:buSzTx/>
                <a:buFontTx/>
                <a:buNone/>
              </a:pPr>
              <a:r>
                <a:rPr lang="zh-CN" altLang="en-US" sz="1800" b="1" dirty="0">
                  <a:latin typeface="Times New Roman" panose="02020603050405020304" pitchFamily="18" charset="0"/>
                  <a:ea typeface="黑体" panose="02010609060101010101" pitchFamily="49" charset="-122"/>
                </a:rPr>
                <a:t>收费</a:t>
              </a:r>
              <a:endParaRPr lang="zh-CN" altLang="en-US" sz="1800" b="1" dirty="0">
                <a:latin typeface="Comic Sans MS" panose="030F0702030302020204" pitchFamily="66" charset="0"/>
                <a:ea typeface="黑体" panose="02010609060101010101" pitchFamily="49" charset="-122"/>
              </a:endParaRPr>
            </a:p>
          </p:txBody>
        </p:sp>
      </p:grpSp>
      <p:grpSp>
        <p:nvGrpSpPr>
          <p:cNvPr id="12295" name="Group 30"/>
          <p:cNvGrpSpPr/>
          <p:nvPr/>
        </p:nvGrpSpPr>
        <p:grpSpPr>
          <a:xfrm>
            <a:off x="2051050" y="4060825"/>
            <a:ext cx="985838" cy="950913"/>
            <a:chOff x="4154" y="12570"/>
            <a:chExt cx="974" cy="850"/>
          </a:xfrm>
        </p:grpSpPr>
        <p:sp>
          <p:nvSpPr>
            <p:cNvPr id="12332" name="Oval 31"/>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sp>
          <p:nvSpPr>
            <p:cNvPr id="12333" name="Rectangle 32"/>
            <p:cNvSpPr/>
            <p:nvPr/>
          </p:nvSpPr>
          <p:spPr>
            <a:xfrm>
              <a:off x="4154" y="12630"/>
              <a:ext cx="974" cy="780"/>
            </a:xfrm>
            <a:prstGeom prst="rect">
              <a:avLst/>
            </a:prstGeom>
            <a:noFill/>
            <a:ln w="9525">
              <a:noFill/>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10000"/>
                </a:lnSpc>
                <a:spcBef>
                  <a:spcPct val="0"/>
                </a:spcBef>
                <a:buClrTx/>
                <a:buSzTx/>
                <a:buFontTx/>
                <a:buNone/>
              </a:pPr>
              <a:r>
                <a:rPr lang="zh-CN" altLang="en-US" sz="1800" b="1" dirty="0">
                  <a:latin typeface="Times New Roman" panose="02020603050405020304" pitchFamily="18" charset="0"/>
                  <a:ea typeface="黑体" panose="02010609060101010101" pitchFamily="49" charset="-122"/>
                </a:rPr>
                <a:t>制作</a:t>
              </a:r>
              <a:endParaRPr lang="zh-CN" altLang="en-US" sz="1800" b="1" dirty="0">
                <a:latin typeface="Times New Roman" panose="02020603050405020304" pitchFamily="18" charset="0"/>
                <a:ea typeface="黑体" panose="02010609060101010101" pitchFamily="49" charset="-122"/>
              </a:endParaRPr>
            </a:p>
            <a:p>
              <a:pPr marL="0" lvl="0" indent="0" algn="ctr" eaLnBrk="1" hangingPunct="1">
                <a:lnSpc>
                  <a:spcPct val="110000"/>
                </a:lnSpc>
                <a:spcBef>
                  <a:spcPct val="0"/>
                </a:spcBef>
                <a:buClrTx/>
                <a:buSzTx/>
                <a:buFontTx/>
                <a:buNone/>
              </a:pPr>
              <a:r>
                <a:rPr lang="zh-CN" altLang="en-US" sz="1800" b="1" dirty="0">
                  <a:latin typeface="Times New Roman" panose="02020603050405020304" pitchFamily="18" charset="0"/>
                  <a:ea typeface="黑体" panose="02010609060101010101" pitchFamily="49" charset="-122"/>
                </a:rPr>
                <a:t>财务报表</a:t>
              </a:r>
              <a:endParaRPr lang="zh-CN" altLang="en-US" sz="1800" b="1" dirty="0">
                <a:latin typeface="Comic Sans MS" panose="030F0702030302020204" pitchFamily="66" charset="0"/>
                <a:ea typeface="黑体" panose="02010609060101010101" pitchFamily="49" charset="-122"/>
              </a:endParaRPr>
            </a:p>
          </p:txBody>
        </p:sp>
      </p:grpSp>
      <p:sp>
        <p:nvSpPr>
          <p:cNvPr id="12296" name="Line 34"/>
          <p:cNvSpPr/>
          <p:nvPr/>
        </p:nvSpPr>
        <p:spPr>
          <a:xfrm flipV="1">
            <a:off x="1158875" y="4565650"/>
            <a:ext cx="941388" cy="0"/>
          </a:xfrm>
          <a:prstGeom prst="line">
            <a:avLst/>
          </a:prstGeom>
          <a:ln w="9525" cap="flat" cmpd="sng">
            <a:solidFill>
              <a:srgbClr val="000000"/>
            </a:solidFill>
            <a:prstDash val="solid"/>
            <a:headEnd type="triangle" w="sm" len="med"/>
            <a:tailEnd type="none" w="sm" len="med"/>
          </a:ln>
        </p:spPr>
      </p:sp>
      <p:sp>
        <p:nvSpPr>
          <p:cNvPr id="12297" name="Rectangle 35"/>
          <p:cNvSpPr/>
          <p:nvPr/>
        </p:nvSpPr>
        <p:spPr>
          <a:xfrm>
            <a:off x="1055688" y="4124325"/>
            <a:ext cx="1223962" cy="520700"/>
          </a:xfrm>
          <a:prstGeom prst="rect">
            <a:avLst/>
          </a:prstGeom>
          <a:noFill/>
          <a:ln w="9525">
            <a:noFill/>
          </a:ln>
        </p:spPr>
        <p:txBody>
          <a:bodyPr lIns="91221" tIns="45610" rIns="91221" bIns="45610"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10000"/>
              </a:lnSpc>
              <a:spcBef>
                <a:spcPct val="0"/>
              </a:spcBef>
              <a:buClrTx/>
              <a:buSzTx/>
              <a:buFontTx/>
              <a:buNone/>
            </a:pPr>
            <a:r>
              <a:rPr lang="zh-CN" altLang="en-US" sz="1800" b="1" dirty="0">
                <a:latin typeface="Times New Roman" panose="02020603050405020304" pitchFamily="18" charset="0"/>
                <a:ea typeface="黑体" panose="02010609060101010101" pitchFamily="49" charset="-122"/>
              </a:rPr>
              <a:t>财务报表</a:t>
            </a:r>
            <a:endParaRPr lang="zh-CN" altLang="en-US" sz="1800" b="1" dirty="0">
              <a:latin typeface="Comic Sans MS" panose="030F0702030302020204" pitchFamily="66" charset="0"/>
              <a:ea typeface="黑体" panose="02010609060101010101" pitchFamily="49" charset="-122"/>
            </a:endParaRPr>
          </a:p>
        </p:txBody>
      </p:sp>
      <p:sp>
        <p:nvSpPr>
          <p:cNvPr id="12298" name="Rectangle 36"/>
          <p:cNvSpPr/>
          <p:nvPr/>
        </p:nvSpPr>
        <p:spPr>
          <a:xfrm>
            <a:off x="228600" y="4292600"/>
            <a:ext cx="925513" cy="536575"/>
          </a:xfrm>
          <a:prstGeom prst="rect">
            <a:avLst/>
          </a:prstGeom>
          <a:noFill/>
          <a:ln w="9525" cap="flat" cmpd="sng">
            <a:solidFill>
              <a:srgbClr val="000000"/>
            </a:solidFill>
            <a:prstDash val="solid"/>
            <a:miter/>
            <a:headEnd type="none" w="med" len="med"/>
            <a:tailEnd type="none" w="med" len="med"/>
          </a:ln>
        </p:spPr>
        <p:txBody>
          <a:bodyPr lIns="91221" tIns="45610" rIns="91221" bIns="45610"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10000"/>
              </a:lnSpc>
              <a:spcBef>
                <a:spcPct val="0"/>
              </a:spcBef>
              <a:buClrTx/>
              <a:buSzTx/>
              <a:buFontTx/>
              <a:buNone/>
            </a:pPr>
            <a:r>
              <a:rPr lang="zh-CN" altLang="en-US" sz="1800" b="1" dirty="0">
                <a:latin typeface="Times New Roman" panose="02020603050405020304" pitchFamily="18" charset="0"/>
                <a:ea typeface="黑体" panose="02010609060101010101" pitchFamily="49" charset="-122"/>
              </a:rPr>
              <a:t>经理</a:t>
            </a:r>
            <a:endParaRPr lang="zh-CN" altLang="en-US" sz="1800" b="1" dirty="0">
              <a:latin typeface="Comic Sans MS" panose="030F0702030302020204" pitchFamily="66" charset="0"/>
              <a:ea typeface="黑体" panose="02010609060101010101" pitchFamily="49" charset="-122"/>
            </a:endParaRPr>
          </a:p>
        </p:txBody>
      </p:sp>
      <p:grpSp>
        <p:nvGrpSpPr>
          <p:cNvPr id="12299" name="Group 39"/>
          <p:cNvGrpSpPr/>
          <p:nvPr/>
        </p:nvGrpSpPr>
        <p:grpSpPr>
          <a:xfrm>
            <a:off x="2652713" y="5603875"/>
            <a:ext cx="898525" cy="403225"/>
            <a:chOff x="1884" y="6360"/>
            <a:chExt cx="1306" cy="360"/>
          </a:xfrm>
        </p:grpSpPr>
        <p:sp>
          <p:nvSpPr>
            <p:cNvPr id="12330" name="Line 40"/>
            <p:cNvSpPr/>
            <p:nvPr/>
          </p:nvSpPr>
          <p:spPr>
            <a:xfrm>
              <a:off x="1884" y="6360"/>
              <a:ext cx="1290" cy="0"/>
            </a:xfrm>
            <a:prstGeom prst="line">
              <a:avLst/>
            </a:prstGeom>
            <a:ln w="9525" cap="flat" cmpd="sng">
              <a:solidFill>
                <a:srgbClr val="000000"/>
              </a:solidFill>
              <a:prstDash val="solid"/>
              <a:headEnd type="none" w="sm" len="med"/>
              <a:tailEnd type="none" w="sm" len="med"/>
            </a:ln>
          </p:spPr>
        </p:sp>
        <p:sp>
          <p:nvSpPr>
            <p:cNvPr id="12331" name="Line 41"/>
            <p:cNvSpPr/>
            <p:nvPr/>
          </p:nvSpPr>
          <p:spPr>
            <a:xfrm>
              <a:off x="1900" y="6720"/>
              <a:ext cx="1290" cy="0"/>
            </a:xfrm>
            <a:prstGeom prst="line">
              <a:avLst/>
            </a:prstGeom>
            <a:ln w="9525" cap="flat" cmpd="sng">
              <a:solidFill>
                <a:srgbClr val="000000"/>
              </a:solidFill>
              <a:prstDash val="solid"/>
              <a:headEnd type="none" w="sm" len="med"/>
              <a:tailEnd type="none" w="sm" len="med"/>
            </a:ln>
          </p:spPr>
        </p:sp>
      </p:grpSp>
      <p:sp>
        <p:nvSpPr>
          <p:cNvPr id="12300" name="Rectangle 42"/>
          <p:cNvSpPr/>
          <p:nvPr/>
        </p:nvSpPr>
        <p:spPr>
          <a:xfrm>
            <a:off x="2355850" y="5538788"/>
            <a:ext cx="1611313" cy="501650"/>
          </a:xfrm>
          <a:prstGeom prst="rect">
            <a:avLst/>
          </a:prstGeom>
          <a:noFill/>
          <a:ln w="9525">
            <a:noFill/>
          </a:ln>
        </p:spPr>
        <p:txBody>
          <a:bodyPr lIns="91221" tIns="45610" rIns="91221" bIns="45610"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10000"/>
              </a:lnSpc>
              <a:spcBef>
                <a:spcPct val="0"/>
              </a:spcBef>
              <a:buClrTx/>
              <a:buSzTx/>
              <a:buFontTx/>
              <a:buNone/>
            </a:pPr>
            <a:r>
              <a:rPr lang="zh-CN" altLang="en-US" sz="1800" b="1" dirty="0">
                <a:latin typeface="Times New Roman" panose="02020603050405020304" pitchFamily="18" charset="0"/>
                <a:ea typeface="黑体" panose="02010609060101010101" pitchFamily="49" charset="-122"/>
              </a:rPr>
              <a:t>帐务数据库</a:t>
            </a:r>
            <a:endParaRPr lang="zh-CN" altLang="en-US" sz="1800" b="1" dirty="0">
              <a:latin typeface="Comic Sans MS" panose="030F0702030302020204" pitchFamily="66" charset="0"/>
              <a:ea typeface="黑体" panose="02010609060101010101" pitchFamily="49" charset="-122"/>
            </a:endParaRPr>
          </a:p>
        </p:txBody>
      </p:sp>
      <p:sp>
        <p:nvSpPr>
          <p:cNvPr id="12301" name="Arc 43"/>
          <p:cNvSpPr/>
          <p:nvPr/>
        </p:nvSpPr>
        <p:spPr>
          <a:xfrm rot="5400000" flipH="1">
            <a:off x="2544763" y="5143500"/>
            <a:ext cx="598487" cy="358775"/>
          </a:xfrm>
          <a:custGeom>
            <a:avLst/>
            <a:gdLst/>
            <a:ahLst/>
            <a:cxnLst>
              <a:cxn ang="0">
                <a:pos x="0" y="2147483646"/>
              </a:cxn>
              <a:cxn ang="0">
                <a:pos x="2147483646" y="2147483646"/>
              </a:cxn>
              <a:cxn ang="0">
                <a:pos x="2147483646" y="2147483646"/>
              </a:cxn>
            </a:cxnLst>
            <a:pathLst>
              <a:path w="27842" h="21600" fill="none">
                <a:moveTo>
                  <a:pt x="0" y="921"/>
                </a:moveTo>
                <a:cubicBezTo>
                  <a:pt x="2024" y="310"/>
                  <a:pt x="4127" y="-1"/>
                  <a:pt x="6242" y="0"/>
                </a:cubicBezTo>
                <a:cubicBezTo>
                  <a:pt x="18171" y="0"/>
                  <a:pt x="27842" y="9670"/>
                  <a:pt x="27842" y="21600"/>
                </a:cubicBezTo>
              </a:path>
              <a:path w="27842" h="21600" stroke="0">
                <a:moveTo>
                  <a:pt x="0" y="921"/>
                </a:moveTo>
                <a:cubicBezTo>
                  <a:pt x="2024" y="310"/>
                  <a:pt x="4127" y="-1"/>
                  <a:pt x="6242" y="0"/>
                </a:cubicBezTo>
                <a:cubicBezTo>
                  <a:pt x="18171" y="0"/>
                  <a:pt x="27842" y="9670"/>
                  <a:pt x="27842" y="21600"/>
                </a:cubicBezTo>
                <a:lnTo>
                  <a:pt x="6242" y="21600"/>
                </a:lnTo>
                <a:lnTo>
                  <a:pt x="0" y="921"/>
                </a:lnTo>
                <a:close/>
              </a:path>
            </a:pathLst>
          </a:custGeom>
          <a:noFill/>
          <a:ln w="9525" cap="flat" cmpd="sng">
            <a:solidFill>
              <a:srgbClr val="000000">
                <a:alpha val="100000"/>
              </a:srgbClr>
            </a:solidFill>
            <a:prstDash val="solid"/>
            <a:round/>
            <a:headEnd type="none" w="sm" len="med"/>
            <a:tailEnd type="triangle" w="sm" len="med"/>
          </a:ln>
        </p:spPr>
        <p:txBody>
          <a:bodyPr/>
          <a:p>
            <a:endParaRPr lang="zh-CN" altLang="en-US"/>
          </a:p>
        </p:txBody>
      </p:sp>
      <p:sp>
        <p:nvSpPr>
          <p:cNvPr id="12302" name="Arc 44"/>
          <p:cNvSpPr/>
          <p:nvPr/>
        </p:nvSpPr>
        <p:spPr>
          <a:xfrm rot="5400000" flipH="1" flipV="1">
            <a:off x="3152775" y="5145088"/>
            <a:ext cx="598488" cy="357187"/>
          </a:xfrm>
          <a:custGeom>
            <a:avLst/>
            <a:gdLst/>
            <a:ahLst/>
            <a:cxnLst>
              <a:cxn ang="0">
                <a:pos x="0" y="2147483646"/>
              </a:cxn>
              <a:cxn ang="0">
                <a:pos x="2147483646" y="2147483646"/>
              </a:cxn>
              <a:cxn ang="0">
                <a:pos x="2147483646" y="2147483646"/>
              </a:cxn>
            </a:cxnLst>
            <a:pathLst>
              <a:path w="27842" h="21600" fill="none">
                <a:moveTo>
                  <a:pt x="0" y="921"/>
                </a:moveTo>
                <a:cubicBezTo>
                  <a:pt x="2024" y="310"/>
                  <a:pt x="4127" y="-1"/>
                  <a:pt x="6242" y="0"/>
                </a:cubicBezTo>
                <a:cubicBezTo>
                  <a:pt x="18171" y="0"/>
                  <a:pt x="27842" y="9670"/>
                  <a:pt x="27842" y="21600"/>
                </a:cubicBezTo>
              </a:path>
              <a:path w="27842" h="21600" stroke="0">
                <a:moveTo>
                  <a:pt x="0" y="921"/>
                </a:moveTo>
                <a:cubicBezTo>
                  <a:pt x="2024" y="310"/>
                  <a:pt x="4127" y="-1"/>
                  <a:pt x="6242" y="0"/>
                </a:cubicBezTo>
                <a:cubicBezTo>
                  <a:pt x="18171" y="0"/>
                  <a:pt x="27842" y="9670"/>
                  <a:pt x="27842" y="21600"/>
                </a:cubicBezTo>
                <a:lnTo>
                  <a:pt x="6242" y="21600"/>
                </a:lnTo>
                <a:lnTo>
                  <a:pt x="0" y="921"/>
                </a:lnTo>
                <a:close/>
              </a:path>
            </a:pathLst>
          </a:custGeom>
          <a:noFill/>
          <a:ln w="9525" cap="flat" cmpd="sng">
            <a:solidFill>
              <a:srgbClr val="000000">
                <a:alpha val="100000"/>
              </a:srgbClr>
            </a:solidFill>
            <a:prstDash val="solid"/>
            <a:round/>
            <a:headEnd type="triangle" w="sm" len="med"/>
            <a:tailEnd type="none" w="sm" len="med"/>
          </a:ln>
        </p:spPr>
        <p:txBody>
          <a:bodyPr/>
          <a:p>
            <a:endParaRPr lang="zh-CN" altLang="en-US"/>
          </a:p>
        </p:txBody>
      </p:sp>
      <p:grpSp>
        <p:nvGrpSpPr>
          <p:cNvPr id="12303" name="Group 45"/>
          <p:cNvGrpSpPr/>
          <p:nvPr/>
        </p:nvGrpSpPr>
        <p:grpSpPr>
          <a:xfrm>
            <a:off x="1719263" y="2370138"/>
            <a:ext cx="6542087" cy="1974850"/>
            <a:chOff x="3234" y="10968"/>
            <a:chExt cx="6466" cy="1766"/>
          </a:xfrm>
        </p:grpSpPr>
        <p:grpSp>
          <p:nvGrpSpPr>
            <p:cNvPr id="12304" name="Group 46"/>
            <p:cNvGrpSpPr/>
            <p:nvPr/>
          </p:nvGrpSpPr>
          <p:grpSpPr>
            <a:xfrm>
              <a:off x="3234" y="10968"/>
              <a:ext cx="6466" cy="937"/>
              <a:chOff x="3016" y="9948"/>
              <a:chExt cx="6466" cy="937"/>
            </a:xfrm>
          </p:grpSpPr>
          <p:grpSp>
            <p:nvGrpSpPr>
              <p:cNvPr id="12313" name="Group 47"/>
              <p:cNvGrpSpPr/>
              <p:nvPr/>
            </p:nvGrpSpPr>
            <p:grpSpPr>
              <a:xfrm>
                <a:off x="6850" y="10020"/>
                <a:ext cx="974" cy="850"/>
                <a:chOff x="4154" y="12570"/>
                <a:chExt cx="974" cy="850"/>
              </a:xfrm>
            </p:grpSpPr>
            <p:sp>
              <p:nvSpPr>
                <p:cNvPr id="12328" name="Oval 48"/>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sp>
              <p:nvSpPr>
                <p:cNvPr id="12329" name="Rectangle 49"/>
                <p:cNvSpPr/>
                <p:nvPr/>
              </p:nvSpPr>
              <p:spPr>
                <a:xfrm>
                  <a:off x="4154" y="12630"/>
                  <a:ext cx="974" cy="780"/>
                </a:xfrm>
                <a:prstGeom prst="rect">
                  <a:avLst/>
                </a:prstGeom>
                <a:noFill/>
                <a:ln w="9525">
                  <a:noFill/>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10000"/>
                    </a:lnSpc>
                    <a:spcBef>
                      <a:spcPct val="0"/>
                    </a:spcBef>
                    <a:buClrTx/>
                    <a:buSzTx/>
                    <a:buFontTx/>
                    <a:buNone/>
                  </a:pPr>
                  <a:r>
                    <a:rPr lang="zh-CN" altLang="en-US" sz="1800" b="1" dirty="0">
                      <a:latin typeface="Times New Roman" panose="02020603050405020304" pitchFamily="18" charset="0"/>
                      <a:ea typeface="黑体" panose="02010609060101010101" pitchFamily="49" charset="-122"/>
                    </a:rPr>
                    <a:t>制作</a:t>
                  </a:r>
                  <a:endParaRPr lang="zh-CN" altLang="en-US" sz="1800" b="1" dirty="0">
                    <a:latin typeface="Times New Roman" panose="02020603050405020304" pitchFamily="18" charset="0"/>
                    <a:ea typeface="黑体" panose="02010609060101010101" pitchFamily="49" charset="-122"/>
                  </a:endParaRPr>
                </a:p>
                <a:p>
                  <a:pPr marL="0" lvl="0" indent="0" algn="ctr" eaLnBrk="1" hangingPunct="1">
                    <a:lnSpc>
                      <a:spcPct val="110000"/>
                    </a:lnSpc>
                    <a:spcBef>
                      <a:spcPct val="0"/>
                    </a:spcBef>
                    <a:buClrTx/>
                    <a:buSzTx/>
                    <a:buFontTx/>
                    <a:buNone/>
                  </a:pPr>
                  <a:r>
                    <a:rPr lang="zh-CN" altLang="en-US" sz="1800" b="1" dirty="0">
                      <a:latin typeface="Times New Roman" panose="02020603050405020304" pitchFamily="18" charset="0"/>
                      <a:ea typeface="黑体" panose="02010609060101010101" pitchFamily="49" charset="-122"/>
                    </a:rPr>
                    <a:t>发书单</a:t>
                  </a:r>
                  <a:endParaRPr lang="zh-CN" altLang="en-US" sz="1800" b="1" dirty="0">
                    <a:latin typeface="Comic Sans MS" panose="030F0702030302020204" pitchFamily="66" charset="0"/>
                    <a:ea typeface="黑体" panose="02010609060101010101" pitchFamily="49" charset="-122"/>
                  </a:endParaRPr>
                </a:p>
              </p:txBody>
            </p:sp>
          </p:grpSp>
          <p:grpSp>
            <p:nvGrpSpPr>
              <p:cNvPr id="12314" name="Group 50"/>
              <p:cNvGrpSpPr/>
              <p:nvPr/>
            </p:nvGrpSpPr>
            <p:grpSpPr>
              <a:xfrm>
                <a:off x="4704" y="10035"/>
                <a:ext cx="974" cy="850"/>
                <a:chOff x="4154" y="12570"/>
                <a:chExt cx="974" cy="850"/>
              </a:xfrm>
            </p:grpSpPr>
            <p:sp>
              <p:nvSpPr>
                <p:cNvPr id="12326" name="Oval 51"/>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sp>
              <p:nvSpPr>
                <p:cNvPr id="12327" name="Rectangle 52"/>
                <p:cNvSpPr/>
                <p:nvPr/>
              </p:nvSpPr>
              <p:spPr>
                <a:xfrm>
                  <a:off x="4154" y="12630"/>
                  <a:ext cx="974" cy="780"/>
                </a:xfrm>
                <a:prstGeom prst="rect">
                  <a:avLst/>
                </a:prstGeom>
                <a:noFill/>
                <a:ln w="9525">
                  <a:noFill/>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10000"/>
                    </a:lnSpc>
                    <a:spcBef>
                      <a:spcPct val="0"/>
                    </a:spcBef>
                    <a:buClrTx/>
                    <a:buSzTx/>
                    <a:buFontTx/>
                    <a:buNone/>
                  </a:pPr>
                  <a:r>
                    <a:rPr lang="zh-CN" altLang="en-US" sz="1800" b="1" dirty="0">
                      <a:latin typeface="Times New Roman" panose="02020603050405020304" pitchFamily="18" charset="0"/>
                      <a:ea typeface="黑体" panose="02010609060101010101" pitchFamily="49" charset="-122"/>
                    </a:rPr>
                    <a:t>图书</a:t>
                  </a:r>
                  <a:endParaRPr lang="zh-CN" altLang="en-US" sz="1800" b="1" dirty="0">
                    <a:latin typeface="Times New Roman" panose="02020603050405020304" pitchFamily="18" charset="0"/>
                    <a:ea typeface="黑体" panose="02010609060101010101" pitchFamily="49" charset="-122"/>
                  </a:endParaRPr>
                </a:p>
                <a:p>
                  <a:pPr marL="0" lvl="0" indent="0" algn="ctr" eaLnBrk="1" hangingPunct="1">
                    <a:lnSpc>
                      <a:spcPct val="110000"/>
                    </a:lnSpc>
                    <a:spcBef>
                      <a:spcPct val="0"/>
                    </a:spcBef>
                    <a:buClrTx/>
                    <a:buSzTx/>
                    <a:buFontTx/>
                    <a:buNone/>
                  </a:pPr>
                  <a:r>
                    <a:rPr lang="zh-CN" altLang="en-US" sz="1800" b="1" dirty="0">
                      <a:latin typeface="Times New Roman" panose="02020603050405020304" pitchFamily="18" charset="0"/>
                      <a:ea typeface="黑体" panose="02010609060101010101" pitchFamily="49" charset="-122"/>
                    </a:rPr>
                    <a:t>订购</a:t>
                  </a:r>
                  <a:endParaRPr lang="zh-CN" altLang="en-US" sz="1800" b="1" dirty="0">
                    <a:latin typeface="Comic Sans MS" panose="030F0702030302020204" pitchFamily="66" charset="0"/>
                    <a:ea typeface="黑体" panose="02010609060101010101" pitchFamily="49" charset="-122"/>
                  </a:endParaRPr>
                </a:p>
              </p:txBody>
            </p:sp>
          </p:grpSp>
          <p:grpSp>
            <p:nvGrpSpPr>
              <p:cNvPr id="12315" name="Group 53"/>
              <p:cNvGrpSpPr/>
              <p:nvPr/>
            </p:nvGrpSpPr>
            <p:grpSpPr>
              <a:xfrm>
                <a:off x="5620" y="9948"/>
                <a:ext cx="1290" cy="507"/>
                <a:chOff x="5620" y="9948"/>
                <a:chExt cx="1290" cy="507"/>
              </a:xfrm>
            </p:grpSpPr>
            <p:sp>
              <p:nvSpPr>
                <p:cNvPr id="12324" name="Line 54"/>
                <p:cNvSpPr/>
                <p:nvPr/>
              </p:nvSpPr>
              <p:spPr>
                <a:xfrm>
                  <a:off x="5634" y="10455"/>
                  <a:ext cx="1276" cy="0"/>
                </a:xfrm>
                <a:prstGeom prst="line">
                  <a:avLst/>
                </a:prstGeom>
                <a:ln w="9525" cap="flat" cmpd="sng">
                  <a:solidFill>
                    <a:srgbClr val="000000"/>
                  </a:solidFill>
                  <a:prstDash val="solid"/>
                  <a:headEnd type="none" w="sm" len="med"/>
                  <a:tailEnd type="triangle" w="sm" len="med"/>
                </a:ln>
              </p:spPr>
            </p:sp>
            <p:sp>
              <p:nvSpPr>
                <p:cNvPr id="12325" name="Rectangle 55"/>
                <p:cNvSpPr/>
                <p:nvPr/>
              </p:nvSpPr>
              <p:spPr>
                <a:xfrm>
                  <a:off x="5620" y="9948"/>
                  <a:ext cx="1214" cy="465"/>
                </a:xfrm>
                <a:prstGeom prst="rect">
                  <a:avLst/>
                </a:prstGeom>
                <a:noFill/>
                <a:ln w="9525">
                  <a:noFill/>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10000"/>
                    </a:lnSpc>
                    <a:spcBef>
                      <a:spcPct val="0"/>
                    </a:spcBef>
                    <a:buClrTx/>
                    <a:buSzTx/>
                    <a:buFontTx/>
                    <a:buNone/>
                  </a:pPr>
                  <a:r>
                    <a:rPr lang="zh-CN" altLang="en-US" sz="1800" b="1" dirty="0">
                      <a:latin typeface="Times New Roman" panose="02020603050405020304" pitchFamily="18" charset="0"/>
                      <a:ea typeface="黑体" panose="02010609060101010101" pitchFamily="49" charset="-122"/>
                    </a:rPr>
                    <a:t>核准的订购单</a:t>
                  </a:r>
                  <a:endParaRPr lang="zh-CN" altLang="en-US" sz="1800" b="1" dirty="0">
                    <a:latin typeface="Comic Sans MS" panose="030F0702030302020204" pitchFamily="66" charset="0"/>
                    <a:ea typeface="黑体" panose="02010609060101010101" pitchFamily="49" charset="-122"/>
                  </a:endParaRPr>
                </a:p>
              </p:txBody>
            </p:sp>
          </p:grpSp>
          <p:grpSp>
            <p:nvGrpSpPr>
              <p:cNvPr id="12316" name="Group 56"/>
              <p:cNvGrpSpPr/>
              <p:nvPr/>
            </p:nvGrpSpPr>
            <p:grpSpPr>
              <a:xfrm>
                <a:off x="7660" y="10095"/>
                <a:ext cx="1038" cy="465"/>
                <a:chOff x="7944" y="10095"/>
                <a:chExt cx="1038" cy="465"/>
              </a:xfrm>
            </p:grpSpPr>
            <p:sp>
              <p:nvSpPr>
                <p:cNvPr id="12322" name="Line 57"/>
                <p:cNvSpPr/>
                <p:nvPr/>
              </p:nvSpPr>
              <p:spPr>
                <a:xfrm flipV="1">
                  <a:off x="8034" y="10455"/>
                  <a:ext cx="810" cy="0"/>
                </a:xfrm>
                <a:prstGeom prst="line">
                  <a:avLst/>
                </a:prstGeom>
                <a:ln w="9525" cap="flat" cmpd="sng">
                  <a:solidFill>
                    <a:srgbClr val="000000"/>
                  </a:solidFill>
                  <a:prstDash val="solid"/>
                  <a:headEnd type="none" w="sm" len="med"/>
                  <a:tailEnd type="triangle" w="sm" len="med"/>
                </a:ln>
              </p:spPr>
            </p:sp>
            <p:sp>
              <p:nvSpPr>
                <p:cNvPr id="12323" name="Rectangle 58"/>
                <p:cNvSpPr/>
                <p:nvPr/>
              </p:nvSpPr>
              <p:spPr>
                <a:xfrm>
                  <a:off x="7944" y="10095"/>
                  <a:ext cx="1038" cy="465"/>
                </a:xfrm>
                <a:prstGeom prst="rect">
                  <a:avLst/>
                </a:prstGeom>
                <a:noFill/>
                <a:ln w="9525">
                  <a:noFill/>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10000"/>
                    </a:lnSpc>
                    <a:spcBef>
                      <a:spcPct val="0"/>
                    </a:spcBef>
                    <a:buClrTx/>
                    <a:buSzTx/>
                    <a:buFontTx/>
                    <a:buNone/>
                  </a:pPr>
                  <a:r>
                    <a:rPr lang="zh-CN" altLang="en-US" sz="1800" b="1" dirty="0">
                      <a:latin typeface="Times New Roman" panose="02020603050405020304" pitchFamily="18" charset="0"/>
                      <a:ea typeface="黑体" panose="02010609060101010101" pitchFamily="49" charset="-122"/>
                    </a:rPr>
                    <a:t>发书单</a:t>
                  </a:r>
                  <a:endParaRPr lang="zh-CN" altLang="en-US" sz="1800" b="1" dirty="0">
                    <a:latin typeface="Comic Sans MS" panose="030F0702030302020204" pitchFamily="66" charset="0"/>
                    <a:ea typeface="黑体" panose="02010609060101010101" pitchFamily="49" charset="-122"/>
                  </a:endParaRPr>
                </a:p>
              </p:txBody>
            </p:sp>
          </p:grpSp>
          <p:grpSp>
            <p:nvGrpSpPr>
              <p:cNvPr id="12317" name="Group 59"/>
              <p:cNvGrpSpPr/>
              <p:nvPr/>
            </p:nvGrpSpPr>
            <p:grpSpPr>
              <a:xfrm>
                <a:off x="3884" y="10080"/>
                <a:ext cx="983" cy="465"/>
                <a:chOff x="3884" y="10080"/>
                <a:chExt cx="983" cy="465"/>
              </a:xfrm>
            </p:grpSpPr>
            <p:sp>
              <p:nvSpPr>
                <p:cNvPr id="12320" name="Line 60"/>
                <p:cNvSpPr/>
                <p:nvPr/>
              </p:nvSpPr>
              <p:spPr>
                <a:xfrm>
                  <a:off x="3924" y="10455"/>
                  <a:ext cx="872" cy="0"/>
                </a:xfrm>
                <a:prstGeom prst="line">
                  <a:avLst/>
                </a:prstGeom>
                <a:ln w="9525" cap="flat" cmpd="sng">
                  <a:solidFill>
                    <a:srgbClr val="000000"/>
                  </a:solidFill>
                  <a:prstDash val="solid"/>
                  <a:headEnd type="none" w="sm" len="med"/>
                  <a:tailEnd type="triangle" w="sm" len="med"/>
                </a:ln>
              </p:spPr>
            </p:sp>
            <p:sp>
              <p:nvSpPr>
                <p:cNvPr id="12321" name="Rectangle 61"/>
                <p:cNvSpPr/>
                <p:nvPr/>
              </p:nvSpPr>
              <p:spPr>
                <a:xfrm>
                  <a:off x="3884" y="10080"/>
                  <a:ext cx="983" cy="465"/>
                </a:xfrm>
                <a:prstGeom prst="rect">
                  <a:avLst/>
                </a:prstGeom>
                <a:noFill/>
                <a:ln w="9525">
                  <a:noFill/>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10000"/>
                    </a:lnSpc>
                    <a:spcBef>
                      <a:spcPct val="0"/>
                    </a:spcBef>
                    <a:buClrTx/>
                    <a:buSzTx/>
                    <a:buFontTx/>
                    <a:buNone/>
                  </a:pPr>
                  <a:r>
                    <a:rPr lang="zh-CN" altLang="en-US" sz="1800" b="1" dirty="0">
                      <a:latin typeface="Times New Roman" panose="02020603050405020304" pitchFamily="18" charset="0"/>
                      <a:ea typeface="黑体" panose="02010609060101010101" pitchFamily="49" charset="-122"/>
                    </a:rPr>
                    <a:t>订购单</a:t>
                  </a:r>
                  <a:endParaRPr lang="zh-CN" altLang="en-US" sz="1800" b="1" dirty="0">
                    <a:latin typeface="Comic Sans MS" panose="030F0702030302020204" pitchFamily="66" charset="0"/>
                    <a:ea typeface="黑体" panose="02010609060101010101" pitchFamily="49" charset="-122"/>
                  </a:endParaRPr>
                </a:p>
              </p:txBody>
            </p:sp>
          </p:grpSp>
          <p:sp>
            <p:nvSpPr>
              <p:cNvPr id="12318" name="Rectangle 62"/>
              <p:cNvSpPr/>
              <p:nvPr/>
            </p:nvSpPr>
            <p:spPr>
              <a:xfrm>
                <a:off x="8566" y="10212"/>
                <a:ext cx="916" cy="480"/>
              </a:xfrm>
              <a:prstGeom prst="rect">
                <a:avLst/>
              </a:prstGeom>
              <a:noFill/>
              <a:ln w="9525" cap="flat" cmpd="sng">
                <a:solidFill>
                  <a:srgbClr val="000000"/>
                </a:solidFill>
                <a:prstDash val="solid"/>
                <a:miter/>
                <a:headEnd type="none" w="med" len="med"/>
                <a:tailEnd type="none" w="med" len="med"/>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10000"/>
                  </a:lnSpc>
                  <a:spcBef>
                    <a:spcPct val="0"/>
                  </a:spcBef>
                  <a:buClrTx/>
                  <a:buSzTx/>
                  <a:buFontTx/>
                  <a:buNone/>
                </a:pPr>
                <a:r>
                  <a:rPr lang="zh-CN" altLang="en-US" sz="1800" b="1" dirty="0">
                    <a:latin typeface="Times New Roman" panose="02020603050405020304" pitchFamily="18" charset="0"/>
                    <a:ea typeface="黑体" panose="02010609060101010101" pitchFamily="49" charset="-122"/>
                  </a:rPr>
                  <a:t>顾客</a:t>
                </a:r>
                <a:endParaRPr lang="zh-CN" altLang="en-US" sz="1800" b="1" dirty="0">
                  <a:latin typeface="Comic Sans MS" panose="030F0702030302020204" pitchFamily="66" charset="0"/>
                  <a:ea typeface="黑体" panose="02010609060101010101" pitchFamily="49" charset="-122"/>
                </a:endParaRPr>
              </a:p>
            </p:txBody>
          </p:sp>
          <p:sp>
            <p:nvSpPr>
              <p:cNvPr id="12319" name="Rectangle 63"/>
              <p:cNvSpPr/>
              <p:nvPr/>
            </p:nvSpPr>
            <p:spPr>
              <a:xfrm>
                <a:off x="3016" y="10227"/>
                <a:ext cx="916" cy="480"/>
              </a:xfrm>
              <a:prstGeom prst="rect">
                <a:avLst/>
              </a:prstGeom>
              <a:noFill/>
              <a:ln w="9525" cap="flat" cmpd="sng">
                <a:solidFill>
                  <a:srgbClr val="000000"/>
                </a:solidFill>
                <a:prstDash val="solid"/>
                <a:miter/>
                <a:headEnd type="none" w="med" len="med"/>
                <a:tailEnd type="none" w="med" len="med"/>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10000"/>
                  </a:lnSpc>
                  <a:spcBef>
                    <a:spcPct val="0"/>
                  </a:spcBef>
                  <a:buClrTx/>
                  <a:buSzTx/>
                  <a:buFontTx/>
                  <a:buNone/>
                </a:pPr>
                <a:r>
                  <a:rPr lang="zh-CN" altLang="en-US" sz="1800" b="1" dirty="0">
                    <a:latin typeface="Times New Roman" panose="02020603050405020304" pitchFamily="18" charset="0"/>
                    <a:ea typeface="黑体" panose="02010609060101010101" pitchFamily="49" charset="-122"/>
                  </a:rPr>
                  <a:t>顾客</a:t>
                </a:r>
                <a:endParaRPr lang="zh-CN" altLang="en-US" sz="1800" b="1" dirty="0">
                  <a:latin typeface="Comic Sans MS" panose="030F0702030302020204" pitchFamily="66" charset="0"/>
                  <a:ea typeface="黑体" panose="02010609060101010101" pitchFamily="49" charset="-122"/>
                </a:endParaRPr>
              </a:p>
            </p:txBody>
          </p:sp>
        </p:grpSp>
        <p:grpSp>
          <p:nvGrpSpPr>
            <p:cNvPr id="12305" name="Group 64"/>
            <p:cNvGrpSpPr/>
            <p:nvPr/>
          </p:nvGrpSpPr>
          <p:grpSpPr>
            <a:xfrm>
              <a:off x="3966" y="11655"/>
              <a:ext cx="2472" cy="1079"/>
              <a:chOff x="3966" y="11655"/>
              <a:chExt cx="2472" cy="1079"/>
            </a:xfrm>
          </p:grpSpPr>
          <p:sp>
            <p:nvSpPr>
              <p:cNvPr id="12306" name="Arc 65"/>
              <p:cNvSpPr/>
              <p:nvPr/>
            </p:nvSpPr>
            <p:spPr>
              <a:xfrm>
                <a:off x="5506" y="11766"/>
                <a:ext cx="932" cy="968"/>
              </a:xfrm>
              <a:custGeom>
                <a:avLst/>
                <a:gdLst/>
                <a:ahLst/>
                <a:cxnLst>
                  <a:cxn ang="0">
                    <a:pos x="0" y="0"/>
                  </a:cxn>
                  <a:cxn ang="0">
                    <a:pos x="0" y="0"/>
                  </a:cxn>
                  <a:cxn ang="0">
                    <a:pos x="0" y="0"/>
                  </a:cxn>
                </a:cxnLst>
                <a:pathLst>
                  <a:path w="21600" h="21182" fill="none">
                    <a:moveTo>
                      <a:pt x="4229" y="0"/>
                    </a:moveTo>
                    <a:cubicBezTo>
                      <a:pt x="14329" y="2017"/>
                      <a:pt x="21600" y="10883"/>
                      <a:pt x="21600" y="21182"/>
                    </a:cubicBezTo>
                  </a:path>
                  <a:path w="21600" h="21182" stroke="0">
                    <a:moveTo>
                      <a:pt x="4229" y="0"/>
                    </a:moveTo>
                    <a:cubicBezTo>
                      <a:pt x="14329" y="2017"/>
                      <a:pt x="21600" y="10883"/>
                      <a:pt x="21600" y="21182"/>
                    </a:cubicBezTo>
                    <a:lnTo>
                      <a:pt x="0" y="21182"/>
                    </a:lnTo>
                    <a:lnTo>
                      <a:pt x="4229" y="0"/>
                    </a:lnTo>
                    <a:close/>
                  </a:path>
                </a:pathLst>
              </a:custGeom>
              <a:noFill/>
              <a:ln w="9525" cap="flat" cmpd="sng">
                <a:solidFill>
                  <a:srgbClr val="000000">
                    <a:alpha val="100000"/>
                  </a:srgbClr>
                </a:solidFill>
                <a:prstDash val="solid"/>
                <a:round/>
                <a:headEnd type="triangle" w="sm" len="med"/>
                <a:tailEnd type="triangle" w="sm" len="med"/>
              </a:ln>
            </p:spPr>
            <p:txBody>
              <a:bodyPr/>
              <a:p>
                <a:endParaRPr lang="zh-CN" altLang="en-US"/>
              </a:p>
            </p:txBody>
          </p:sp>
          <p:grpSp>
            <p:nvGrpSpPr>
              <p:cNvPr id="12307" name="Group 66"/>
              <p:cNvGrpSpPr/>
              <p:nvPr/>
            </p:nvGrpSpPr>
            <p:grpSpPr>
              <a:xfrm>
                <a:off x="4908" y="11850"/>
                <a:ext cx="720" cy="666"/>
                <a:chOff x="4908" y="11850"/>
                <a:chExt cx="720" cy="666"/>
              </a:xfrm>
            </p:grpSpPr>
            <p:sp>
              <p:nvSpPr>
                <p:cNvPr id="12311" name="Rectangle 67"/>
                <p:cNvSpPr/>
                <p:nvPr/>
              </p:nvSpPr>
              <p:spPr>
                <a:xfrm>
                  <a:off x="4915" y="11928"/>
                  <a:ext cx="713" cy="525"/>
                </a:xfrm>
                <a:prstGeom prst="rect">
                  <a:avLst/>
                </a:prstGeom>
                <a:noFill/>
                <a:ln w="9525">
                  <a:noFill/>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10000"/>
                    </a:lnSpc>
                    <a:spcBef>
                      <a:spcPct val="0"/>
                    </a:spcBef>
                    <a:buClrTx/>
                    <a:buSzTx/>
                    <a:buFontTx/>
                    <a:buNone/>
                  </a:pPr>
                  <a:r>
                    <a:rPr lang="zh-CN" altLang="en-US" sz="1800" b="1" dirty="0">
                      <a:latin typeface="Times New Roman" panose="02020603050405020304" pitchFamily="18" charset="0"/>
                      <a:ea typeface="黑体" panose="02010609060101010101" pitchFamily="49" charset="-122"/>
                    </a:rPr>
                    <a:t>收费数据</a:t>
                  </a:r>
                  <a:endParaRPr lang="zh-CN" altLang="en-US" sz="1800" b="1" dirty="0">
                    <a:latin typeface="Comic Sans MS" panose="030F0702030302020204" pitchFamily="66" charset="0"/>
                    <a:ea typeface="黑体" panose="02010609060101010101" pitchFamily="49" charset="-122"/>
                  </a:endParaRPr>
                </a:p>
              </p:txBody>
            </p:sp>
            <p:sp>
              <p:nvSpPr>
                <p:cNvPr id="12312" name="Arc 68"/>
                <p:cNvSpPr/>
                <p:nvPr/>
              </p:nvSpPr>
              <p:spPr>
                <a:xfrm rot="4158750" flipH="1" flipV="1">
                  <a:off x="4752" y="12006"/>
                  <a:ext cx="666" cy="354"/>
                </a:xfrm>
                <a:custGeom>
                  <a:avLst/>
                  <a:gdLst/>
                  <a:ahLst/>
                  <a:cxnLst>
                    <a:cxn ang="0">
                      <a:pos x="0" y="0"/>
                    </a:cxn>
                    <a:cxn ang="0">
                      <a:pos x="0" y="0"/>
                    </a:cxn>
                    <a:cxn ang="0">
                      <a:pos x="0" y="0"/>
                    </a:cxn>
                  </a:cxnLst>
                  <a:pathLst>
                    <a:path w="27842" h="21600" fill="none">
                      <a:moveTo>
                        <a:pt x="0" y="921"/>
                      </a:moveTo>
                      <a:cubicBezTo>
                        <a:pt x="2024" y="310"/>
                        <a:pt x="4127" y="-1"/>
                        <a:pt x="6242" y="0"/>
                      </a:cubicBezTo>
                      <a:cubicBezTo>
                        <a:pt x="18171" y="0"/>
                        <a:pt x="27842" y="9670"/>
                        <a:pt x="27842" y="21600"/>
                      </a:cubicBezTo>
                    </a:path>
                    <a:path w="27842" h="21600" stroke="0">
                      <a:moveTo>
                        <a:pt x="0" y="921"/>
                      </a:moveTo>
                      <a:cubicBezTo>
                        <a:pt x="2024" y="310"/>
                        <a:pt x="4127" y="-1"/>
                        <a:pt x="6242" y="0"/>
                      </a:cubicBezTo>
                      <a:cubicBezTo>
                        <a:pt x="18171" y="0"/>
                        <a:pt x="27842" y="9670"/>
                        <a:pt x="27842" y="21600"/>
                      </a:cubicBezTo>
                      <a:lnTo>
                        <a:pt x="6242" y="21600"/>
                      </a:lnTo>
                      <a:lnTo>
                        <a:pt x="0" y="921"/>
                      </a:lnTo>
                      <a:close/>
                    </a:path>
                  </a:pathLst>
                </a:custGeom>
                <a:noFill/>
                <a:ln w="9525" cap="flat" cmpd="sng">
                  <a:solidFill>
                    <a:srgbClr val="000000">
                      <a:alpha val="100000"/>
                    </a:srgbClr>
                  </a:solidFill>
                  <a:prstDash val="solid"/>
                  <a:round/>
                  <a:headEnd type="triangle" w="sm" len="med"/>
                  <a:tailEnd type="none" w="sm" len="med"/>
                </a:ln>
              </p:spPr>
              <p:txBody>
                <a:bodyPr/>
                <a:p>
                  <a:endParaRPr lang="zh-CN" altLang="en-US"/>
                </a:p>
              </p:txBody>
            </p:sp>
          </p:grpSp>
          <p:grpSp>
            <p:nvGrpSpPr>
              <p:cNvPr id="12308" name="Group 69"/>
              <p:cNvGrpSpPr/>
              <p:nvPr/>
            </p:nvGrpSpPr>
            <p:grpSpPr>
              <a:xfrm>
                <a:off x="3966" y="11655"/>
                <a:ext cx="492" cy="817"/>
                <a:chOff x="3966" y="11655"/>
                <a:chExt cx="492" cy="817"/>
              </a:xfrm>
            </p:grpSpPr>
            <p:sp>
              <p:nvSpPr>
                <p:cNvPr id="12309" name="Arc 70"/>
                <p:cNvSpPr/>
                <p:nvPr/>
              </p:nvSpPr>
              <p:spPr>
                <a:xfrm rot="6771294" flipH="1">
                  <a:off x="3770" y="11850"/>
                  <a:ext cx="817" cy="426"/>
                </a:xfrm>
                <a:custGeom>
                  <a:avLst/>
                  <a:gdLst/>
                  <a:ahLst/>
                  <a:cxnLst>
                    <a:cxn ang="0">
                      <a:pos x="0" y="0"/>
                    </a:cxn>
                    <a:cxn ang="0">
                      <a:pos x="0" y="0"/>
                    </a:cxn>
                    <a:cxn ang="0">
                      <a:pos x="0" y="0"/>
                    </a:cxn>
                  </a:cxnLst>
                  <a:pathLst>
                    <a:path w="27842" h="21600" fill="none">
                      <a:moveTo>
                        <a:pt x="0" y="921"/>
                      </a:moveTo>
                      <a:cubicBezTo>
                        <a:pt x="2024" y="310"/>
                        <a:pt x="4127" y="-1"/>
                        <a:pt x="6242" y="0"/>
                      </a:cubicBezTo>
                      <a:cubicBezTo>
                        <a:pt x="18171" y="0"/>
                        <a:pt x="27842" y="9670"/>
                        <a:pt x="27842" y="21600"/>
                      </a:cubicBezTo>
                    </a:path>
                    <a:path w="27842" h="21600" stroke="0">
                      <a:moveTo>
                        <a:pt x="0" y="921"/>
                      </a:moveTo>
                      <a:cubicBezTo>
                        <a:pt x="2024" y="310"/>
                        <a:pt x="4127" y="-1"/>
                        <a:pt x="6242" y="0"/>
                      </a:cubicBezTo>
                      <a:cubicBezTo>
                        <a:pt x="18171" y="0"/>
                        <a:pt x="27842" y="9670"/>
                        <a:pt x="27842" y="21600"/>
                      </a:cubicBezTo>
                      <a:lnTo>
                        <a:pt x="6242" y="21600"/>
                      </a:lnTo>
                      <a:lnTo>
                        <a:pt x="0" y="921"/>
                      </a:lnTo>
                      <a:close/>
                    </a:path>
                  </a:pathLst>
                </a:custGeom>
                <a:noFill/>
                <a:ln w="9525" cap="flat" cmpd="sng">
                  <a:solidFill>
                    <a:srgbClr val="000000">
                      <a:alpha val="100000"/>
                    </a:srgbClr>
                  </a:solidFill>
                  <a:prstDash val="solid"/>
                  <a:round/>
                  <a:headEnd type="none" w="sm" len="med"/>
                  <a:tailEnd type="triangle" w="sm" len="med"/>
                </a:ln>
              </p:spPr>
              <p:txBody>
                <a:bodyPr/>
                <a:p>
                  <a:endParaRPr lang="zh-CN" altLang="en-US"/>
                </a:p>
              </p:txBody>
            </p:sp>
            <p:sp>
              <p:nvSpPr>
                <p:cNvPr id="12310" name="Rectangle 71"/>
                <p:cNvSpPr/>
                <p:nvPr/>
              </p:nvSpPr>
              <p:spPr>
                <a:xfrm>
                  <a:off x="3980" y="11760"/>
                  <a:ext cx="478" cy="615"/>
                </a:xfrm>
                <a:prstGeom prst="rect">
                  <a:avLst/>
                </a:prstGeom>
                <a:noFill/>
                <a:ln w="9525">
                  <a:noFill/>
                </a:ln>
              </p:spPr>
              <p:txBody>
                <a:bodyPr vert="eaVert"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10000"/>
                    </a:lnSpc>
                    <a:spcBef>
                      <a:spcPct val="0"/>
                    </a:spcBef>
                    <a:buClrTx/>
                    <a:buSzTx/>
                    <a:buFontTx/>
                    <a:buNone/>
                  </a:pPr>
                  <a:r>
                    <a:rPr lang="zh-CN" altLang="en-US" sz="1800" b="1" dirty="0">
                      <a:latin typeface="Times New Roman" panose="02020603050405020304" pitchFamily="18" charset="0"/>
                      <a:ea typeface="黑体" panose="02010609060101010101" pitchFamily="49" charset="-122"/>
                    </a:rPr>
                    <a:t>帐单</a:t>
                  </a:r>
                  <a:endParaRPr lang="zh-CN" altLang="en-US" sz="1800" b="1" dirty="0">
                    <a:latin typeface="Comic Sans MS" panose="030F0702030302020204" pitchFamily="66" charset="0"/>
                    <a:ea typeface="黑体" panose="02010609060101010101" pitchFamily="49" charset="-122"/>
                  </a:endParaRPr>
                </a:p>
              </p:txBody>
            </p:sp>
          </p:grpSp>
        </p:grpSp>
      </p:gr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Rectangle 2"/>
          <p:cNvSpPr>
            <a:spLocks noGrp="1"/>
          </p:cNvSpPr>
          <p:nvPr>
            <p:ph type="title"/>
          </p:nvPr>
        </p:nvSpPr>
        <p:spPr>
          <a:ln/>
        </p:spPr>
        <p:txBody>
          <a:bodyPr vert="horz" wrap="square" lIns="0" tIns="45610" rIns="0" bIns="0" anchor="b" anchorCtr="0"/>
          <a:p>
            <a:pPr eaLnBrk="1" hangingPunct="1"/>
            <a:r>
              <a:rPr lang="zh-CN" altLang="en-US" b="1" dirty="0">
                <a:latin typeface="微软雅黑" panose="020B0503020204020204" pitchFamily="34" charset="-122"/>
                <a:ea typeface="微软雅黑" panose="020B0503020204020204" pitchFamily="34" charset="-122"/>
              </a:rPr>
              <a:t>数据流图的各个层次</a:t>
            </a:r>
            <a:endParaRPr lang="zh-CN" altLang="en-US" b="1" dirty="0">
              <a:latin typeface="微软雅黑" panose="020B0503020204020204" pitchFamily="34" charset="-122"/>
              <a:ea typeface="微软雅黑" panose="020B0503020204020204" pitchFamily="34" charset="-122"/>
            </a:endParaRPr>
          </a:p>
        </p:txBody>
      </p:sp>
      <p:grpSp>
        <p:nvGrpSpPr>
          <p:cNvPr id="14339" name="Group 7"/>
          <p:cNvGrpSpPr/>
          <p:nvPr/>
        </p:nvGrpSpPr>
        <p:grpSpPr>
          <a:xfrm>
            <a:off x="4405313" y="4714875"/>
            <a:ext cx="1878012" cy="733425"/>
            <a:chOff x="4696" y="7395"/>
            <a:chExt cx="2964" cy="1155"/>
          </a:xfrm>
        </p:grpSpPr>
        <p:sp>
          <p:nvSpPr>
            <p:cNvPr id="14396" name="AutoShape 8"/>
            <p:cNvSpPr/>
            <p:nvPr/>
          </p:nvSpPr>
          <p:spPr>
            <a:xfrm>
              <a:off x="4696" y="7395"/>
              <a:ext cx="2964" cy="1155"/>
            </a:xfrm>
            <a:prstGeom prst="parallelogram">
              <a:avLst>
                <a:gd name="adj" fmla="val 64155"/>
              </a:avLst>
            </a:prstGeom>
            <a:noFill/>
            <a:ln w="9525" cap="flat" cmpd="sng">
              <a:solidFill>
                <a:srgbClr val="000000"/>
              </a:solidFill>
              <a:prstDash val="solid"/>
              <a:miter/>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nvGrpSpPr>
            <p:cNvPr id="14397" name="Group 9"/>
            <p:cNvGrpSpPr/>
            <p:nvPr/>
          </p:nvGrpSpPr>
          <p:grpSpPr>
            <a:xfrm>
              <a:off x="5349" y="7455"/>
              <a:ext cx="1667" cy="1050"/>
              <a:chOff x="5349" y="7455"/>
              <a:chExt cx="1667" cy="1050"/>
            </a:xfrm>
          </p:grpSpPr>
          <p:grpSp>
            <p:nvGrpSpPr>
              <p:cNvPr id="14398" name="Group 10"/>
              <p:cNvGrpSpPr/>
              <p:nvPr/>
            </p:nvGrpSpPr>
            <p:grpSpPr>
              <a:xfrm>
                <a:off x="5349" y="8025"/>
                <a:ext cx="1549" cy="480"/>
                <a:chOff x="5349" y="8025"/>
                <a:chExt cx="1549" cy="480"/>
              </a:xfrm>
            </p:grpSpPr>
            <p:grpSp>
              <p:nvGrpSpPr>
                <p:cNvPr id="14410" name="Group 11"/>
                <p:cNvGrpSpPr/>
                <p:nvPr/>
              </p:nvGrpSpPr>
              <p:grpSpPr>
                <a:xfrm>
                  <a:off x="6115" y="8025"/>
                  <a:ext cx="540" cy="465"/>
                  <a:chOff x="7872" y="5655"/>
                  <a:chExt cx="540" cy="465"/>
                </a:xfrm>
              </p:grpSpPr>
              <p:sp>
                <p:nvSpPr>
                  <p:cNvPr id="14416" name="Rectangle 12"/>
                  <p:cNvSpPr/>
                  <p:nvPr/>
                </p:nvSpPr>
                <p:spPr>
                  <a:xfrm>
                    <a:off x="7872" y="5655"/>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spcBef>
                        <a:spcPct val="0"/>
                      </a:spcBef>
                      <a:buClrTx/>
                      <a:buSzTx/>
                      <a:buFontTx/>
                      <a:buNone/>
                    </a:pPr>
                    <a:r>
                      <a:rPr lang="en-US" altLang="zh-CN" sz="700" b="1" dirty="0">
                        <a:latin typeface="Times New Roman" panose="02020603050405020304" pitchFamily="18" charset="0"/>
                        <a:ea typeface="黑体" panose="02010609060101010101" pitchFamily="49" charset="-122"/>
                      </a:rPr>
                      <a:t>2.4</a:t>
                    </a:r>
                    <a:endParaRPr lang="en-US" altLang="zh-CN" sz="1600" b="1" dirty="0">
                      <a:latin typeface="Comic Sans MS" panose="030F0702030302020204" pitchFamily="66" charset="0"/>
                      <a:ea typeface="黑体" panose="02010609060101010101" pitchFamily="49" charset="-122"/>
                    </a:endParaRPr>
                  </a:p>
                </p:txBody>
              </p:sp>
              <p:sp>
                <p:nvSpPr>
                  <p:cNvPr id="14417" name="Oval 13"/>
                  <p:cNvSpPr/>
                  <p:nvPr/>
                </p:nvSpPr>
                <p:spPr>
                  <a:xfrm>
                    <a:off x="7924" y="5694"/>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grpSp>
              <p:nvGrpSpPr>
                <p:cNvPr id="14411" name="Group 14"/>
                <p:cNvGrpSpPr/>
                <p:nvPr/>
              </p:nvGrpSpPr>
              <p:grpSpPr>
                <a:xfrm>
                  <a:off x="5349" y="8040"/>
                  <a:ext cx="540" cy="465"/>
                  <a:chOff x="6972" y="5640"/>
                  <a:chExt cx="540" cy="465"/>
                </a:xfrm>
              </p:grpSpPr>
              <p:sp>
                <p:nvSpPr>
                  <p:cNvPr id="14414" name="Rectangle 15"/>
                  <p:cNvSpPr/>
                  <p:nvPr/>
                </p:nvSpPr>
                <p:spPr>
                  <a:xfrm>
                    <a:off x="6972" y="5640"/>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spcBef>
                        <a:spcPct val="0"/>
                      </a:spcBef>
                      <a:buClrTx/>
                      <a:buSzTx/>
                      <a:buFontTx/>
                      <a:buNone/>
                    </a:pPr>
                    <a:r>
                      <a:rPr lang="en-US" altLang="zh-CN" sz="700" b="1" dirty="0">
                        <a:latin typeface="Times New Roman" panose="02020603050405020304" pitchFamily="18" charset="0"/>
                        <a:ea typeface="黑体" panose="02010609060101010101" pitchFamily="49" charset="-122"/>
                      </a:rPr>
                      <a:t>2.3</a:t>
                    </a:r>
                    <a:endParaRPr lang="en-US" altLang="zh-CN" sz="1600" b="1" dirty="0">
                      <a:latin typeface="Comic Sans MS" panose="030F0702030302020204" pitchFamily="66" charset="0"/>
                      <a:ea typeface="黑体" panose="02010609060101010101" pitchFamily="49" charset="-122"/>
                    </a:endParaRPr>
                  </a:p>
                </p:txBody>
              </p:sp>
              <p:sp>
                <p:nvSpPr>
                  <p:cNvPr id="14415" name="Oval 16"/>
                  <p:cNvSpPr/>
                  <p:nvPr/>
                </p:nvSpPr>
                <p:spPr>
                  <a:xfrm>
                    <a:off x="7016" y="5670"/>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sp>
              <p:nvSpPr>
                <p:cNvPr id="14412" name="Line 17"/>
                <p:cNvSpPr/>
                <p:nvPr/>
              </p:nvSpPr>
              <p:spPr>
                <a:xfrm>
                  <a:off x="5802" y="8250"/>
                  <a:ext cx="362" cy="0"/>
                </a:xfrm>
                <a:prstGeom prst="line">
                  <a:avLst/>
                </a:prstGeom>
                <a:ln w="9525" cap="flat" cmpd="sng">
                  <a:solidFill>
                    <a:srgbClr val="000000"/>
                  </a:solidFill>
                  <a:prstDash val="solid"/>
                  <a:headEnd type="none" w="med" len="med"/>
                  <a:tailEnd type="triangle" w="sm" len="med"/>
                </a:ln>
              </p:spPr>
            </p:sp>
            <p:sp>
              <p:nvSpPr>
                <p:cNvPr id="14413" name="Line 18"/>
                <p:cNvSpPr/>
                <p:nvPr/>
              </p:nvSpPr>
              <p:spPr>
                <a:xfrm>
                  <a:off x="6582" y="8265"/>
                  <a:ext cx="316" cy="15"/>
                </a:xfrm>
                <a:prstGeom prst="line">
                  <a:avLst/>
                </a:prstGeom>
                <a:ln w="9525" cap="flat" cmpd="sng">
                  <a:solidFill>
                    <a:srgbClr val="000000"/>
                  </a:solidFill>
                  <a:prstDash val="solid"/>
                  <a:headEnd type="none" w="med" len="med"/>
                  <a:tailEnd type="triangle" w="sm" len="med"/>
                </a:ln>
              </p:spPr>
            </p:sp>
          </p:grpSp>
          <p:grpSp>
            <p:nvGrpSpPr>
              <p:cNvPr id="14399" name="Group 19"/>
              <p:cNvGrpSpPr/>
              <p:nvPr/>
            </p:nvGrpSpPr>
            <p:grpSpPr>
              <a:xfrm>
                <a:off x="5426" y="7455"/>
                <a:ext cx="1590" cy="480"/>
                <a:chOff x="5382" y="7440"/>
                <a:chExt cx="1590" cy="480"/>
              </a:xfrm>
            </p:grpSpPr>
            <p:grpSp>
              <p:nvGrpSpPr>
                <p:cNvPr id="14402" name="Group 20"/>
                <p:cNvGrpSpPr/>
                <p:nvPr/>
              </p:nvGrpSpPr>
              <p:grpSpPr>
                <a:xfrm>
                  <a:off x="6432" y="7440"/>
                  <a:ext cx="540" cy="465"/>
                  <a:chOff x="7872" y="5655"/>
                  <a:chExt cx="540" cy="465"/>
                </a:xfrm>
              </p:grpSpPr>
              <p:sp>
                <p:nvSpPr>
                  <p:cNvPr id="14408" name="Rectangle 21"/>
                  <p:cNvSpPr/>
                  <p:nvPr/>
                </p:nvSpPr>
                <p:spPr>
                  <a:xfrm>
                    <a:off x="7872" y="5655"/>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spcBef>
                        <a:spcPct val="0"/>
                      </a:spcBef>
                      <a:buClrTx/>
                      <a:buSzTx/>
                      <a:buFontTx/>
                      <a:buNone/>
                    </a:pPr>
                    <a:r>
                      <a:rPr lang="en-US" altLang="zh-CN" sz="700" b="1" dirty="0">
                        <a:latin typeface="Times New Roman" panose="02020603050405020304" pitchFamily="18" charset="0"/>
                        <a:ea typeface="黑体" panose="02010609060101010101" pitchFamily="49" charset="-122"/>
                      </a:rPr>
                      <a:t>2.2</a:t>
                    </a:r>
                    <a:endParaRPr lang="en-US" altLang="zh-CN" sz="1600" b="1" dirty="0">
                      <a:latin typeface="Comic Sans MS" panose="030F0702030302020204" pitchFamily="66" charset="0"/>
                      <a:ea typeface="黑体" panose="02010609060101010101" pitchFamily="49" charset="-122"/>
                    </a:endParaRPr>
                  </a:p>
                </p:txBody>
              </p:sp>
              <p:sp>
                <p:nvSpPr>
                  <p:cNvPr id="14409" name="Oval 22"/>
                  <p:cNvSpPr/>
                  <p:nvPr/>
                </p:nvSpPr>
                <p:spPr>
                  <a:xfrm>
                    <a:off x="7924" y="5694"/>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grpSp>
              <p:nvGrpSpPr>
                <p:cNvPr id="14403" name="Group 23"/>
                <p:cNvGrpSpPr/>
                <p:nvPr/>
              </p:nvGrpSpPr>
              <p:grpSpPr>
                <a:xfrm>
                  <a:off x="5666" y="7455"/>
                  <a:ext cx="540" cy="465"/>
                  <a:chOff x="6972" y="5640"/>
                  <a:chExt cx="540" cy="465"/>
                </a:xfrm>
              </p:grpSpPr>
              <p:sp>
                <p:nvSpPr>
                  <p:cNvPr id="14406" name="Rectangle 24"/>
                  <p:cNvSpPr/>
                  <p:nvPr/>
                </p:nvSpPr>
                <p:spPr>
                  <a:xfrm>
                    <a:off x="6972" y="5640"/>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spcBef>
                        <a:spcPct val="0"/>
                      </a:spcBef>
                      <a:buClrTx/>
                      <a:buSzTx/>
                      <a:buFontTx/>
                      <a:buNone/>
                    </a:pPr>
                    <a:r>
                      <a:rPr lang="en-US" altLang="zh-CN" sz="700" b="1" dirty="0">
                        <a:latin typeface="Times New Roman" panose="02020603050405020304" pitchFamily="18" charset="0"/>
                        <a:ea typeface="黑体" panose="02010609060101010101" pitchFamily="49" charset="-122"/>
                      </a:rPr>
                      <a:t>2.1</a:t>
                    </a:r>
                    <a:endParaRPr lang="en-US" altLang="zh-CN" sz="1600" b="1" dirty="0">
                      <a:latin typeface="Comic Sans MS" panose="030F0702030302020204" pitchFamily="66" charset="0"/>
                      <a:ea typeface="黑体" panose="02010609060101010101" pitchFamily="49" charset="-122"/>
                    </a:endParaRPr>
                  </a:p>
                </p:txBody>
              </p:sp>
              <p:sp>
                <p:nvSpPr>
                  <p:cNvPr id="14407" name="Oval 25"/>
                  <p:cNvSpPr/>
                  <p:nvPr/>
                </p:nvSpPr>
                <p:spPr>
                  <a:xfrm>
                    <a:off x="7016" y="5670"/>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sp>
              <p:nvSpPr>
                <p:cNvPr id="14404" name="Line 26"/>
                <p:cNvSpPr/>
                <p:nvPr/>
              </p:nvSpPr>
              <p:spPr>
                <a:xfrm>
                  <a:off x="6104" y="7665"/>
                  <a:ext cx="374" cy="0"/>
                </a:xfrm>
                <a:prstGeom prst="line">
                  <a:avLst/>
                </a:prstGeom>
                <a:ln w="9525" cap="flat" cmpd="sng">
                  <a:solidFill>
                    <a:srgbClr val="000000"/>
                  </a:solidFill>
                  <a:prstDash val="solid"/>
                  <a:headEnd type="none" w="med" len="med"/>
                  <a:tailEnd type="triangle" w="sm" len="med"/>
                </a:ln>
              </p:spPr>
            </p:sp>
            <p:sp>
              <p:nvSpPr>
                <p:cNvPr id="14405" name="Line 27"/>
                <p:cNvSpPr/>
                <p:nvPr/>
              </p:nvSpPr>
              <p:spPr>
                <a:xfrm>
                  <a:off x="5382" y="7680"/>
                  <a:ext cx="332" cy="0"/>
                </a:xfrm>
                <a:prstGeom prst="line">
                  <a:avLst/>
                </a:prstGeom>
                <a:ln w="9525" cap="flat" cmpd="sng">
                  <a:solidFill>
                    <a:srgbClr val="000000"/>
                  </a:solidFill>
                  <a:prstDash val="solid"/>
                  <a:headEnd type="none" w="med" len="med"/>
                  <a:tailEnd type="triangle" w="sm" len="med"/>
                </a:ln>
              </p:spPr>
            </p:sp>
          </p:grpSp>
          <p:sp>
            <p:nvSpPr>
              <p:cNvPr id="14400" name="Line 28"/>
              <p:cNvSpPr/>
              <p:nvPr/>
            </p:nvSpPr>
            <p:spPr>
              <a:xfrm flipH="1">
                <a:off x="5698" y="7875"/>
                <a:ext cx="136" cy="225"/>
              </a:xfrm>
              <a:prstGeom prst="line">
                <a:avLst/>
              </a:prstGeom>
              <a:ln w="9525" cap="flat" cmpd="sng">
                <a:solidFill>
                  <a:srgbClr val="000000"/>
                </a:solidFill>
                <a:prstDash val="solid"/>
                <a:headEnd type="none" w="med" len="med"/>
                <a:tailEnd type="triangle" w="sm" len="med"/>
              </a:ln>
            </p:spPr>
          </p:sp>
          <p:sp>
            <p:nvSpPr>
              <p:cNvPr id="14401" name="Line 29"/>
              <p:cNvSpPr/>
              <p:nvPr/>
            </p:nvSpPr>
            <p:spPr>
              <a:xfrm flipH="1">
                <a:off x="6480" y="7890"/>
                <a:ext cx="150" cy="225"/>
              </a:xfrm>
              <a:prstGeom prst="line">
                <a:avLst/>
              </a:prstGeom>
              <a:ln w="9525" cap="flat" cmpd="sng">
                <a:solidFill>
                  <a:srgbClr val="000000"/>
                </a:solidFill>
                <a:prstDash val="solid"/>
                <a:headEnd type="none" w="med" len="med"/>
                <a:tailEnd type="triangle" w="sm" len="med"/>
              </a:ln>
            </p:spPr>
          </p:sp>
        </p:grpSp>
      </p:grpSp>
      <p:grpSp>
        <p:nvGrpSpPr>
          <p:cNvPr id="14340" name="Group 30"/>
          <p:cNvGrpSpPr/>
          <p:nvPr/>
        </p:nvGrpSpPr>
        <p:grpSpPr>
          <a:xfrm>
            <a:off x="3941763" y="3670300"/>
            <a:ext cx="1876425" cy="731838"/>
            <a:chOff x="1756" y="7515"/>
            <a:chExt cx="2964" cy="1155"/>
          </a:xfrm>
        </p:grpSpPr>
        <p:sp>
          <p:nvSpPr>
            <p:cNvPr id="14376" name="AutoShape 31"/>
            <p:cNvSpPr/>
            <p:nvPr/>
          </p:nvSpPr>
          <p:spPr>
            <a:xfrm>
              <a:off x="1756" y="7515"/>
              <a:ext cx="2964" cy="1155"/>
            </a:xfrm>
            <a:prstGeom prst="parallelogram">
              <a:avLst>
                <a:gd name="adj" fmla="val 64155"/>
              </a:avLst>
            </a:prstGeom>
            <a:noFill/>
            <a:ln w="9525" cap="flat" cmpd="sng">
              <a:solidFill>
                <a:srgbClr val="000000"/>
              </a:solidFill>
              <a:prstDash val="solid"/>
              <a:miter/>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nvGrpSpPr>
            <p:cNvPr id="14377" name="Group 32"/>
            <p:cNvGrpSpPr/>
            <p:nvPr/>
          </p:nvGrpSpPr>
          <p:grpSpPr>
            <a:xfrm>
              <a:off x="2409" y="7575"/>
              <a:ext cx="1953" cy="1050"/>
              <a:chOff x="2409" y="7575"/>
              <a:chExt cx="1953" cy="1050"/>
            </a:xfrm>
          </p:grpSpPr>
          <p:grpSp>
            <p:nvGrpSpPr>
              <p:cNvPr id="14378" name="Group 33"/>
              <p:cNvGrpSpPr/>
              <p:nvPr/>
            </p:nvGrpSpPr>
            <p:grpSpPr>
              <a:xfrm>
                <a:off x="3175" y="8145"/>
                <a:ext cx="540" cy="465"/>
                <a:chOff x="7872" y="5655"/>
                <a:chExt cx="540" cy="465"/>
              </a:xfrm>
            </p:grpSpPr>
            <p:sp>
              <p:nvSpPr>
                <p:cNvPr id="14394" name="Rectangle 34"/>
                <p:cNvSpPr/>
                <p:nvPr/>
              </p:nvSpPr>
              <p:spPr>
                <a:xfrm>
                  <a:off x="7872" y="5655"/>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en-US" altLang="zh-CN" sz="700" b="1" dirty="0">
                      <a:latin typeface="Times New Roman" panose="02020603050405020304" pitchFamily="18" charset="0"/>
                      <a:ea typeface="黑体" panose="02010609060101010101" pitchFamily="49" charset="-122"/>
                    </a:rPr>
                    <a:t>2</a:t>
                  </a:r>
                  <a:endParaRPr lang="en-US" altLang="zh-CN" sz="1600" b="1" dirty="0">
                    <a:latin typeface="Comic Sans MS" panose="030F0702030302020204" pitchFamily="66" charset="0"/>
                    <a:ea typeface="黑体" panose="02010609060101010101" pitchFamily="49" charset="-122"/>
                  </a:endParaRPr>
                </a:p>
              </p:txBody>
            </p:sp>
            <p:sp>
              <p:nvSpPr>
                <p:cNvPr id="14395" name="Oval 35"/>
                <p:cNvSpPr/>
                <p:nvPr/>
              </p:nvSpPr>
              <p:spPr>
                <a:xfrm>
                  <a:off x="7924" y="5694"/>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grpSp>
            <p:nvGrpSpPr>
              <p:cNvPr id="14379" name="Group 36"/>
              <p:cNvGrpSpPr/>
              <p:nvPr/>
            </p:nvGrpSpPr>
            <p:grpSpPr>
              <a:xfrm>
                <a:off x="2409" y="8160"/>
                <a:ext cx="540" cy="465"/>
                <a:chOff x="6972" y="5640"/>
                <a:chExt cx="540" cy="465"/>
              </a:xfrm>
            </p:grpSpPr>
            <p:sp>
              <p:nvSpPr>
                <p:cNvPr id="14392" name="Rectangle 37"/>
                <p:cNvSpPr/>
                <p:nvPr/>
              </p:nvSpPr>
              <p:spPr>
                <a:xfrm>
                  <a:off x="6972" y="5640"/>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en-US" altLang="zh-CN" sz="700" b="1" dirty="0">
                      <a:latin typeface="Times New Roman" panose="02020603050405020304" pitchFamily="18" charset="0"/>
                      <a:ea typeface="黑体" panose="02010609060101010101" pitchFamily="49" charset="-122"/>
                    </a:rPr>
                    <a:t>1</a:t>
                  </a:r>
                  <a:endParaRPr lang="en-US" altLang="zh-CN" sz="1600" b="1" dirty="0">
                    <a:latin typeface="Comic Sans MS" panose="030F0702030302020204" pitchFamily="66" charset="0"/>
                    <a:ea typeface="黑体" panose="02010609060101010101" pitchFamily="49" charset="-122"/>
                  </a:endParaRPr>
                </a:p>
              </p:txBody>
            </p:sp>
            <p:sp>
              <p:nvSpPr>
                <p:cNvPr id="14393" name="Oval 38"/>
                <p:cNvSpPr/>
                <p:nvPr/>
              </p:nvSpPr>
              <p:spPr>
                <a:xfrm>
                  <a:off x="7016" y="5670"/>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sp>
            <p:nvSpPr>
              <p:cNvPr id="14380" name="Line 39"/>
              <p:cNvSpPr/>
              <p:nvPr/>
            </p:nvSpPr>
            <p:spPr>
              <a:xfrm>
                <a:off x="2862" y="8370"/>
                <a:ext cx="362" cy="0"/>
              </a:xfrm>
              <a:prstGeom prst="line">
                <a:avLst/>
              </a:prstGeom>
              <a:ln w="9525" cap="flat" cmpd="sng">
                <a:solidFill>
                  <a:srgbClr val="000000"/>
                </a:solidFill>
                <a:prstDash val="solid"/>
                <a:headEnd type="none" w="med" len="med"/>
                <a:tailEnd type="triangle" w="sm" len="med"/>
              </a:ln>
            </p:spPr>
          </p:sp>
          <p:sp>
            <p:nvSpPr>
              <p:cNvPr id="14381" name="Line 40"/>
              <p:cNvSpPr/>
              <p:nvPr/>
            </p:nvSpPr>
            <p:spPr>
              <a:xfrm>
                <a:off x="3642" y="8385"/>
                <a:ext cx="316" cy="15"/>
              </a:xfrm>
              <a:prstGeom prst="line">
                <a:avLst/>
              </a:prstGeom>
              <a:ln w="9525" cap="flat" cmpd="sng">
                <a:solidFill>
                  <a:srgbClr val="000000"/>
                </a:solidFill>
                <a:prstDash val="solid"/>
                <a:headEnd type="none" w="med" len="med"/>
                <a:tailEnd type="triangle" w="sm" len="med"/>
              </a:ln>
            </p:spPr>
          </p:sp>
          <p:grpSp>
            <p:nvGrpSpPr>
              <p:cNvPr id="14382" name="Group 41"/>
              <p:cNvGrpSpPr/>
              <p:nvPr/>
            </p:nvGrpSpPr>
            <p:grpSpPr>
              <a:xfrm>
                <a:off x="3536" y="7575"/>
                <a:ext cx="540" cy="465"/>
                <a:chOff x="7872" y="5655"/>
                <a:chExt cx="540" cy="465"/>
              </a:xfrm>
            </p:grpSpPr>
            <p:sp>
              <p:nvSpPr>
                <p:cNvPr id="14390" name="Rectangle 42"/>
                <p:cNvSpPr/>
                <p:nvPr/>
              </p:nvSpPr>
              <p:spPr>
                <a:xfrm>
                  <a:off x="7872" y="5655"/>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en-US" altLang="zh-CN" sz="700" b="1" dirty="0">
                      <a:latin typeface="Times New Roman" panose="02020603050405020304" pitchFamily="18" charset="0"/>
                      <a:ea typeface="黑体" panose="02010609060101010101" pitchFamily="49" charset="-122"/>
                    </a:rPr>
                    <a:t>4</a:t>
                  </a:r>
                  <a:endParaRPr lang="en-US" altLang="zh-CN" sz="1600" b="1" dirty="0">
                    <a:latin typeface="Comic Sans MS" panose="030F0702030302020204" pitchFamily="66" charset="0"/>
                    <a:ea typeface="黑体" panose="02010609060101010101" pitchFamily="49" charset="-122"/>
                  </a:endParaRPr>
                </a:p>
              </p:txBody>
            </p:sp>
            <p:sp>
              <p:nvSpPr>
                <p:cNvPr id="14391" name="Oval 43"/>
                <p:cNvSpPr/>
                <p:nvPr/>
              </p:nvSpPr>
              <p:spPr>
                <a:xfrm>
                  <a:off x="7924" y="5694"/>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grpSp>
            <p:nvGrpSpPr>
              <p:cNvPr id="14383" name="Group 44"/>
              <p:cNvGrpSpPr/>
              <p:nvPr/>
            </p:nvGrpSpPr>
            <p:grpSpPr>
              <a:xfrm>
                <a:off x="2770" y="7590"/>
                <a:ext cx="540" cy="465"/>
                <a:chOff x="6972" y="5640"/>
                <a:chExt cx="540" cy="465"/>
              </a:xfrm>
            </p:grpSpPr>
            <p:sp>
              <p:nvSpPr>
                <p:cNvPr id="14388" name="Rectangle 45"/>
                <p:cNvSpPr/>
                <p:nvPr/>
              </p:nvSpPr>
              <p:spPr>
                <a:xfrm>
                  <a:off x="6972" y="5640"/>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en-US" altLang="zh-CN" sz="700" b="1" dirty="0">
                      <a:latin typeface="Times New Roman" panose="02020603050405020304" pitchFamily="18" charset="0"/>
                      <a:ea typeface="黑体" panose="02010609060101010101" pitchFamily="49" charset="-122"/>
                    </a:rPr>
                    <a:t>3</a:t>
                  </a:r>
                  <a:endParaRPr lang="en-US" altLang="zh-CN" sz="1600" b="1" dirty="0">
                    <a:latin typeface="Comic Sans MS" panose="030F0702030302020204" pitchFamily="66" charset="0"/>
                    <a:ea typeface="黑体" panose="02010609060101010101" pitchFamily="49" charset="-122"/>
                  </a:endParaRPr>
                </a:p>
              </p:txBody>
            </p:sp>
            <p:sp>
              <p:nvSpPr>
                <p:cNvPr id="14389" name="Oval 46"/>
                <p:cNvSpPr/>
                <p:nvPr/>
              </p:nvSpPr>
              <p:spPr>
                <a:xfrm>
                  <a:off x="7016" y="5670"/>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sp>
            <p:nvSpPr>
              <p:cNvPr id="14384" name="Line 47"/>
              <p:cNvSpPr/>
              <p:nvPr/>
            </p:nvSpPr>
            <p:spPr>
              <a:xfrm>
                <a:off x="3988" y="7830"/>
                <a:ext cx="374" cy="0"/>
              </a:xfrm>
              <a:prstGeom prst="line">
                <a:avLst/>
              </a:prstGeom>
              <a:ln w="9525" cap="flat" cmpd="sng">
                <a:solidFill>
                  <a:srgbClr val="000000"/>
                </a:solidFill>
                <a:prstDash val="solid"/>
                <a:headEnd type="none" w="med" len="med"/>
                <a:tailEnd type="triangle" w="sm" len="med"/>
              </a:ln>
            </p:spPr>
          </p:sp>
          <p:sp>
            <p:nvSpPr>
              <p:cNvPr id="14385" name="Line 48"/>
              <p:cNvSpPr/>
              <p:nvPr/>
            </p:nvSpPr>
            <p:spPr>
              <a:xfrm>
                <a:off x="2486" y="7815"/>
                <a:ext cx="332" cy="0"/>
              </a:xfrm>
              <a:prstGeom prst="line">
                <a:avLst/>
              </a:prstGeom>
              <a:ln w="9525" cap="flat" cmpd="sng">
                <a:solidFill>
                  <a:srgbClr val="000000"/>
                </a:solidFill>
                <a:prstDash val="solid"/>
                <a:headEnd type="none" w="med" len="med"/>
                <a:tailEnd type="triangle" w="sm" len="med"/>
              </a:ln>
            </p:spPr>
          </p:sp>
          <p:sp>
            <p:nvSpPr>
              <p:cNvPr id="14386" name="Line 49"/>
              <p:cNvSpPr/>
              <p:nvPr/>
            </p:nvSpPr>
            <p:spPr>
              <a:xfrm flipH="1">
                <a:off x="2758" y="7995"/>
                <a:ext cx="136" cy="225"/>
              </a:xfrm>
              <a:prstGeom prst="line">
                <a:avLst/>
              </a:prstGeom>
              <a:ln w="9525" cap="flat" cmpd="sng">
                <a:solidFill>
                  <a:srgbClr val="000000"/>
                </a:solidFill>
                <a:prstDash val="solid"/>
                <a:headEnd type="none" w="med" len="med"/>
                <a:tailEnd type="triangle" w="sm" len="med"/>
              </a:ln>
            </p:spPr>
          </p:sp>
          <p:sp>
            <p:nvSpPr>
              <p:cNvPr id="14387" name="Line 50"/>
              <p:cNvSpPr/>
              <p:nvPr/>
            </p:nvSpPr>
            <p:spPr>
              <a:xfrm flipH="1">
                <a:off x="2804" y="7905"/>
                <a:ext cx="796" cy="375"/>
              </a:xfrm>
              <a:prstGeom prst="line">
                <a:avLst/>
              </a:prstGeom>
              <a:ln w="9525" cap="flat" cmpd="sng">
                <a:solidFill>
                  <a:srgbClr val="000000"/>
                </a:solidFill>
                <a:prstDash val="solid"/>
                <a:headEnd type="triangle" w="sm" len="med"/>
                <a:tailEnd type="none" w="sm" len="med"/>
              </a:ln>
            </p:spPr>
          </p:sp>
        </p:grpSp>
      </p:grpSp>
      <p:grpSp>
        <p:nvGrpSpPr>
          <p:cNvPr id="14341" name="Group 51"/>
          <p:cNvGrpSpPr/>
          <p:nvPr/>
        </p:nvGrpSpPr>
        <p:grpSpPr>
          <a:xfrm>
            <a:off x="2563813" y="4714875"/>
            <a:ext cx="1876425" cy="733425"/>
            <a:chOff x="1966" y="9000"/>
            <a:chExt cx="2964" cy="1155"/>
          </a:xfrm>
        </p:grpSpPr>
        <p:sp>
          <p:nvSpPr>
            <p:cNvPr id="14360" name="AutoShape 52"/>
            <p:cNvSpPr/>
            <p:nvPr/>
          </p:nvSpPr>
          <p:spPr>
            <a:xfrm>
              <a:off x="1966" y="9000"/>
              <a:ext cx="2964" cy="1155"/>
            </a:xfrm>
            <a:prstGeom prst="parallelogram">
              <a:avLst>
                <a:gd name="adj" fmla="val 64155"/>
              </a:avLst>
            </a:prstGeom>
            <a:noFill/>
            <a:ln w="9525" cap="flat" cmpd="sng">
              <a:solidFill>
                <a:srgbClr val="000000"/>
              </a:solidFill>
              <a:prstDash val="solid"/>
              <a:miter/>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nvGrpSpPr>
            <p:cNvPr id="14361" name="Group 53"/>
            <p:cNvGrpSpPr/>
            <p:nvPr/>
          </p:nvGrpSpPr>
          <p:grpSpPr>
            <a:xfrm>
              <a:off x="2619" y="9075"/>
              <a:ext cx="1789" cy="1035"/>
              <a:chOff x="2619" y="9075"/>
              <a:chExt cx="1789" cy="1035"/>
            </a:xfrm>
          </p:grpSpPr>
          <p:grpSp>
            <p:nvGrpSpPr>
              <p:cNvPr id="14362" name="Group 54"/>
              <p:cNvGrpSpPr/>
              <p:nvPr/>
            </p:nvGrpSpPr>
            <p:grpSpPr>
              <a:xfrm>
                <a:off x="3385" y="9630"/>
                <a:ext cx="540" cy="465"/>
                <a:chOff x="7872" y="5655"/>
                <a:chExt cx="540" cy="465"/>
              </a:xfrm>
            </p:grpSpPr>
            <p:sp>
              <p:nvSpPr>
                <p:cNvPr id="14374" name="Rectangle 55"/>
                <p:cNvSpPr/>
                <p:nvPr/>
              </p:nvSpPr>
              <p:spPr>
                <a:xfrm>
                  <a:off x="7872" y="5655"/>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spcBef>
                      <a:spcPct val="0"/>
                    </a:spcBef>
                    <a:buClrTx/>
                    <a:buSzTx/>
                    <a:buFontTx/>
                    <a:buNone/>
                  </a:pPr>
                  <a:r>
                    <a:rPr lang="en-US" altLang="zh-CN" sz="700" b="1" dirty="0">
                      <a:latin typeface="Times New Roman" panose="02020603050405020304" pitchFamily="18" charset="0"/>
                      <a:ea typeface="黑体" panose="02010609060101010101" pitchFamily="49" charset="-122"/>
                    </a:rPr>
                    <a:t>1.3</a:t>
                  </a:r>
                  <a:endParaRPr lang="en-US" altLang="zh-CN" sz="1600" b="1" dirty="0">
                    <a:latin typeface="Comic Sans MS" panose="030F0702030302020204" pitchFamily="66" charset="0"/>
                    <a:ea typeface="黑体" panose="02010609060101010101" pitchFamily="49" charset="-122"/>
                  </a:endParaRPr>
                </a:p>
              </p:txBody>
            </p:sp>
            <p:sp>
              <p:nvSpPr>
                <p:cNvPr id="14375" name="Oval 56"/>
                <p:cNvSpPr/>
                <p:nvPr/>
              </p:nvSpPr>
              <p:spPr>
                <a:xfrm>
                  <a:off x="7924" y="5694"/>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grpSp>
            <p:nvGrpSpPr>
              <p:cNvPr id="14363" name="Group 57"/>
              <p:cNvGrpSpPr/>
              <p:nvPr/>
            </p:nvGrpSpPr>
            <p:grpSpPr>
              <a:xfrm>
                <a:off x="2619" y="9645"/>
                <a:ext cx="540" cy="465"/>
                <a:chOff x="6972" y="5640"/>
                <a:chExt cx="540" cy="465"/>
              </a:xfrm>
            </p:grpSpPr>
            <p:sp>
              <p:nvSpPr>
                <p:cNvPr id="14372" name="Rectangle 58"/>
                <p:cNvSpPr/>
                <p:nvPr/>
              </p:nvSpPr>
              <p:spPr>
                <a:xfrm>
                  <a:off x="6972" y="5640"/>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spcBef>
                      <a:spcPct val="0"/>
                    </a:spcBef>
                    <a:buClrTx/>
                    <a:buSzTx/>
                    <a:buFontTx/>
                    <a:buNone/>
                  </a:pPr>
                  <a:r>
                    <a:rPr lang="en-US" altLang="zh-CN" sz="700" b="1" dirty="0">
                      <a:latin typeface="Times New Roman" panose="02020603050405020304" pitchFamily="18" charset="0"/>
                      <a:ea typeface="黑体" panose="02010609060101010101" pitchFamily="49" charset="-122"/>
                    </a:rPr>
                    <a:t>1.2</a:t>
                  </a:r>
                  <a:endParaRPr lang="en-US" altLang="zh-CN" sz="1600" b="1" dirty="0">
                    <a:latin typeface="Comic Sans MS" panose="030F0702030302020204" pitchFamily="66" charset="0"/>
                    <a:ea typeface="黑体" panose="02010609060101010101" pitchFamily="49" charset="-122"/>
                  </a:endParaRPr>
                </a:p>
              </p:txBody>
            </p:sp>
            <p:sp>
              <p:nvSpPr>
                <p:cNvPr id="14373" name="Oval 59"/>
                <p:cNvSpPr/>
                <p:nvPr/>
              </p:nvSpPr>
              <p:spPr>
                <a:xfrm>
                  <a:off x="7016" y="5670"/>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sp>
            <p:nvSpPr>
              <p:cNvPr id="14364" name="Line 60"/>
              <p:cNvSpPr/>
              <p:nvPr/>
            </p:nvSpPr>
            <p:spPr>
              <a:xfrm>
                <a:off x="3072" y="9855"/>
                <a:ext cx="362" cy="0"/>
              </a:xfrm>
              <a:prstGeom prst="line">
                <a:avLst/>
              </a:prstGeom>
              <a:ln w="9525" cap="flat" cmpd="sng">
                <a:solidFill>
                  <a:srgbClr val="000000"/>
                </a:solidFill>
                <a:prstDash val="solid"/>
                <a:headEnd type="none" w="med" len="med"/>
                <a:tailEnd type="triangle" w="sm" len="med"/>
              </a:ln>
            </p:spPr>
          </p:sp>
          <p:sp>
            <p:nvSpPr>
              <p:cNvPr id="14365" name="Line 61"/>
              <p:cNvSpPr/>
              <p:nvPr/>
            </p:nvSpPr>
            <p:spPr>
              <a:xfrm>
                <a:off x="3852" y="9870"/>
                <a:ext cx="316" cy="15"/>
              </a:xfrm>
              <a:prstGeom prst="line">
                <a:avLst/>
              </a:prstGeom>
              <a:ln w="9525" cap="flat" cmpd="sng">
                <a:solidFill>
                  <a:srgbClr val="000000"/>
                </a:solidFill>
                <a:prstDash val="solid"/>
                <a:headEnd type="none" w="med" len="med"/>
                <a:tailEnd type="triangle" w="sm" len="med"/>
              </a:ln>
            </p:spPr>
          </p:sp>
          <p:grpSp>
            <p:nvGrpSpPr>
              <p:cNvPr id="14366" name="Group 62"/>
              <p:cNvGrpSpPr/>
              <p:nvPr/>
            </p:nvGrpSpPr>
            <p:grpSpPr>
              <a:xfrm>
                <a:off x="2980" y="9075"/>
                <a:ext cx="540" cy="465"/>
                <a:chOff x="6972" y="5640"/>
                <a:chExt cx="540" cy="465"/>
              </a:xfrm>
            </p:grpSpPr>
            <p:sp>
              <p:nvSpPr>
                <p:cNvPr id="14370" name="Rectangle 63"/>
                <p:cNvSpPr/>
                <p:nvPr/>
              </p:nvSpPr>
              <p:spPr>
                <a:xfrm>
                  <a:off x="6972" y="5640"/>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spcBef>
                      <a:spcPct val="0"/>
                    </a:spcBef>
                    <a:buClrTx/>
                    <a:buSzTx/>
                    <a:buFontTx/>
                    <a:buNone/>
                  </a:pPr>
                  <a:r>
                    <a:rPr lang="en-US" altLang="zh-CN" sz="700" b="1" dirty="0">
                      <a:latin typeface="Times New Roman" panose="02020603050405020304" pitchFamily="18" charset="0"/>
                      <a:ea typeface="黑体" panose="02010609060101010101" pitchFamily="49" charset="-122"/>
                    </a:rPr>
                    <a:t>1.1</a:t>
                  </a:r>
                  <a:endParaRPr lang="en-US" altLang="zh-CN" sz="1600" b="1" dirty="0">
                    <a:latin typeface="Comic Sans MS" panose="030F0702030302020204" pitchFamily="66" charset="0"/>
                    <a:ea typeface="黑体" panose="02010609060101010101" pitchFamily="49" charset="-122"/>
                  </a:endParaRPr>
                </a:p>
              </p:txBody>
            </p:sp>
            <p:sp>
              <p:nvSpPr>
                <p:cNvPr id="14371" name="Oval 64"/>
                <p:cNvSpPr/>
                <p:nvPr/>
              </p:nvSpPr>
              <p:spPr>
                <a:xfrm>
                  <a:off x="7016" y="5670"/>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sp>
            <p:nvSpPr>
              <p:cNvPr id="14367" name="Line 65"/>
              <p:cNvSpPr/>
              <p:nvPr/>
            </p:nvSpPr>
            <p:spPr>
              <a:xfrm flipV="1">
                <a:off x="3418" y="9285"/>
                <a:ext cx="990" cy="0"/>
              </a:xfrm>
              <a:prstGeom prst="line">
                <a:avLst/>
              </a:prstGeom>
              <a:ln w="9525" cap="flat" cmpd="sng">
                <a:solidFill>
                  <a:srgbClr val="000000"/>
                </a:solidFill>
                <a:prstDash val="solid"/>
                <a:headEnd type="none" w="med" len="med"/>
                <a:tailEnd type="triangle" w="sm" len="med"/>
              </a:ln>
            </p:spPr>
          </p:sp>
          <p:sp>
            <p:nvSpPr>
              <p:cNvPr id="14368" name="Line 66"/>
              <p:cNvSpPr/>
              <p:nvPr/>
            </p:nvSpPr>
            <p:spPr>
              <a:xfrm>
                <a:off x="2696" y="9300"/>
                <a:ext cx="332" cy="0"/>
              </a:xfrm>
              <a:prstGeom prst="line">
                <a:avLst/>
              </a:prstGeom>
              <a:ln w="9525" cap="flat" cmpd="sng">
                <a:solidFill>
                  <a:srgbClr val="000000"/>
                </a:solidFill>
                <a:prstDash val="solid"/>
                <a:headEnd type="none" w="med" len="med"/>
                <a:tailEnd type="triangle" w="sm" len="med"/>
              </a:ln>
            </p:spPr>
          </p:sp>
          <p:sp>
            <p:nvSpPr>
              <p:cNvPr id="14369" name="Line 67"/>
              <p:cNvSpPr/>
              <p:nvPr/>
            </p:nvSpPr>
            <p:spPr>
              <a:xfrm flipH="1">
                <a:off x="2968" y="9480"/>
                <a:ext cx="136" cy="225"/>
              </a:xfrm>
              <a:prstGeom prst="line">
                <a:avLst/>
              </a:prstGeom>
              <a:ln w="9525" cap="flat" cmpd="sng">
                <a:solidFill>
                  <a:srgbClr val="000000"/>
                </a:solidFill>
                <a:prstDash val="solid"/>
                <a:headEnd type="none" w="med" len="med"/>
                <a:tailEnd type="triangle" w="sm" len="med"/>
              </a:ln>
            </p:spPr>
          </p:sp>
        </p:grpSp>
      </p:grpSp>
      <p:grpSp>
        <p:nvGrpSpPr>
          <p:cNvPr id="14342" name="Group 68"/>
          <p:cNvGrpSpPr/>
          <p:nvPr/>
        </p:nvGrpSpPr>
        <p:grpSpPr>
          <a:xfrm>
            <a:off x="3949700" y="2662238"/>
            <a:ext cx="1878013" cy="731837"/>
            <a:chOff x="5236" y="8460"/>
            <a:chExt cx="2964" cy="1155"/>
          </a:xfrm>
        </p:grpSpPr>
        <p:sp>
          <p:nvSpPr>
            <p:cNvPr id="14352" name="AutoShape 69"/>
            <p:cNvSpPr/>
            <p:nvPr/>
          </p:nvSpPr>
          <p:spPr>
            <a:xfrm>
              <a:off x="5236" y="8460"/>
              <a:ext cx="2964" cy="1155"/>
            </a:xfrm>
            <a:prstGeom prst="parallelogram">
              <a:avLst>
                <a:gd name="adj" fmla="val 64155"/>
              </a:avLst>
            </a:prstGeom>
            <a:noFill/>
            <a:ln w="9525" cap="flat" cmpd="sng">
              <a:solidFill>
                <a:srgbClr val="000000"/>
              </a:solidFill>
              <a:prstDash val="solid"/>
              <a:miter/>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nvGrpSpPr>
            <p:cNvPr id="14353" name="Group 70"/>
            <p:cNvGrpSpPr/>
            <p:nvPr/>
          </p:nvGrpSpPr>
          <p:grpSpPr>
            <a:xfrm>
              <a:off x="5934" y="8850"/>
              <a:ext cx="1356" cy="555"/>
              <a:chOff x="5934" y="8850"/>
              <a:chExt cx="1356" cy="555"/>
            </a:xfrm>
          </p:grpSpPr>
          <p:grpSp>
            <p:nvGrpSpPr>
              <p:cNvPr id="14354" name="Group 71"/>
              <p:cNvGrpSpPr/>
              <p:nvPr/>
            </p:nvGrpSpPr>
            <p:grpSpPr>
              <a:xfrm>
                <a:off x="6354" y="8850"/>
                <a:ext cx="540" cy="465"/>
                <a:chOff x="6354" y="8850"/>
                <a:chExt cx="540" cy="465"/>
              </a:xfrm>
            </p:grpSpPr>
            <p:sp>
              <p:nvSpPr>
                <p:cNvPr id="14358" name="Rectangle 72"/>
                <p:cNvSpPr/>
                <p:nvPr/>
              </p:nvSpPr>
              <p:spPr>
                <a:xfrm>
                  <a:off x="6354" y="8850"/>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en-US" altLang="zh-CN" sz="700" b="1" dirty="0">
                      <a:latin typeface="Times New Roman" panose="02020603050405020304" pitchFamily="18" charset="0"/>
                      <a:ea typeface="黑体" panose="02010609060101010101" pitchFamily="49" charset="-122"/>
                    </a:rPr>
                    <a:t>X</a:t>
                  </a:r>
                  <a:endParaRPr lang="en-US" altLang="zh-CN" sz="1600" b="1" dirty="0">
                    <a:latin typeface="Comic Sans MS" panose="030F0702030302020204" pitchFamily="66" charset="0"/>
                    <a:ea typeface="黑体" panose="02010609060101010101" pitchFamily="49" charset="-122"/>
                  </a:endParaRPr>
                </a:p>
              </p:txBody>
            </p:sp>
            <p:sp>
              <p:nvSpPr>
                <p:cNvPr id="14359" name="Oval 73"/>
                <p:cNvSpPr/>
                <p:nvPr/>
              </p:nvSpPr>
              <p:spPr>
                <a:xfrm>
                  <a:off x="6442" y="8880"/>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grpSp>
          <p:sp>
            <p:nvSpPr>
              <p:cNvPr id="14355" name="Line 74"/>
              <p:cNvSpPr/>
              <p:nvPr/>
            </p:nvSpPr>
            <p:spPr>
              <a:xfrm>
                <a:off x="6776" y="9210"/>
                <a:ext cx="452" cy="195"/>
              </a:xfrm>
              <a:prstGeom prst="line">
                <a:avLst/>
              </a:prstGeom>
              <a:ln w="9525" cap="flat" cmpd="sng">
                <a:solidFill>
                  <a:srgbClr val="000000"/>
                </a:solidFill>
                <a:prstDash val="solid"/>
                <a:headEnd type="none" w="med" len="med"/>
                <a:tailEnd type="triangle" w="sm" len="med"/>
              </a:ln>
            </p:spPr>
          </p:sp>
          <p:sp>
            <p:nvSpPr>
              <p:cNvPr id="14356" name="Line 75"/>
              <p:cNvSpPr/>
              <p:nvPr/>
            </p:nvSpPr>
            <p:spPr>
              <a:xfrm>
                <a:off x="5934" y="9075"/>
                <a:ext cx="483" cy="0"/>
              </a:xfrm>
              <a:prstGeom prst="line">
                <a:avLst/>
              </a:prstGeom>
              <a:ln w="9525" cap="flat" cmpd="sng">
                <a:solidFill>
                  <a:srgbClr val="000000"/>
                </a:solidFill>
                <a:prstDash val="solid"/>
                <a:headEnd type="none" w="med" len="med"/>
                <a:tailEnd type="triangle" w="sm" len="med"/>
              </a:ln>
            </p:spPr>
          </p:sp>
          <p:sp>
            <p:nvSpPr>
              <p:cNvPr id="14357" name="Line 76"/>
              <p:cNvSpPr/>
              <p:nvPr/>
            </p:nvSpPr>
            <p:spPr>
              <a:xfrm flipH="1">
                <a:off x="6808" y="8850"/>
                <a:ext cx="482" cy="120"/>
              </a:xfrm>
              <a:prstGeom prst="line">
                <a:avLst/>
              </a:prstGeom>
              <a:ln w="9525" cap="flat" cmpd="sng">
                <a:solidFill>
                  <a:srgbClr val="000000"/>
                </a:solidFill>
                <a:prstDash val="solid"/>
                <a:headEnd type="triangle" w="sm" len="med"/>
                <a:tailEnd type="none" w="sm" len="med"/>
              </a:ln>
            </p:spPr>
          </p:sp>
        </p:grpSp>
      </p:grpSp>
      <p:sp>
        <p:nvSpPr>
          <p:cNvPr id="14343" name="Line 78"/>
          <p:cNvSpPr/>
          <p:nvPr/>
        </p:nvSpPr>
        <p:spPr>
          <a:xfrm flipH="1">
            <a:off x="4422775" y="3136900"/>
            <a:ext cx="315913" cy="523875"/>
          </a:xfrm>
          <a:prstGeom prst="line">
            <a:avLst/>
          </a:prstGeom>
          <a:ln w="9525" cap="flat" cmpd="sng">
            <a:solidFill>
              <a:srgbClr val="000000"/>
            </a:solidFill>
            <a:prstDash val="dash"/>
            <a:headEnd type="none" w="med" len="med"/>
            <a:tailEnd type="none" w="med" len="med"/>
          </a:ln>
        </p:spPr>
      </p:sp>
      <p:sp>
        <p:nvSpPr>
          <p:cNvPr id="14344" name="Line 79"/>
          <p:cNvSpPr/>
          <p:nvPr/>
        </p:nvSpPr>
        <p:spPr>
          <a:xfrm>
            <a:off x="4897438" y="3155950"/>
            <a:ext cx="914400" cy="504825"/>
          </a:xfrm>
          <a:prstGeom prst="line">
            <a:avLst/>
          </a:prstGeom>
          <a:ln w="9525" cap="flat" cmpd="sng">
            <a:solidFill>
              <a:srgbClr val="000000"/>
            </a:solidFill>
            <a:prstDash val="dash"/>
            <a:headEnd type="none" w="med" len="med"/>
            <a:tailEnd type="none" w="med" len="med"/>
          </a:ln>
        </p:spPr>
      </p:sp>
      <p:sp>
        <p:nvSpPr>
          <p:cNvPr id="14345" name="Line 80"/>
          <p:cNvSpPr/>
          <p:nvPr/>
        </p:nvSpPr>
        <p:spPr>
          <a:xfrm flipH="1">
            <a:off x="3017838" y="4268788"/>
            <a:ext cx="1377950" cy="455612"/>
          </a:xfrm>
          <a:prstGeom prst="line">
            <a:avLst/>
          </a:prstGeom>
          <a:ln w="9525" cap="flat" cmpd="sng">
            <a:solidFill>
              <a:srgbClr val="000000"/>
            </a:solidFill>
            <a:prstDash val="dash"/>
            <a:headEnd type="none" w="med" len="med"/>
            <a:tailEnd type="none" w="med" len="med"/>
          </a:ln>
        </p:spPr>
      </p:sp>
      <p:sp>
        <p:nvSpPr>
          <p:cNvPr id="14346" name="Line 81"/>
          <p:cNvSpPr/>
          <p:nvPr/>
        </p:nvSpPr>
        <p:spPr>
          <a:xfrm flipH="1">
            <a:off x="4441825" y="4354513"/>
            <a:ext cx="68263" cy="352425"/>
          </a:xfrm>
          <a:prstGeom prst="line">
            <a:avLst/>
          </a:prstGeom>
          <a:ln w="9525" cap="flat" cmpd="sng">
            <a:solidFill>
              <a:srgbClr val="000000"/>
            </a:solidFill>
            <a:prstDash val="dash"/>
            <a:headEnd type="none" w="med" len="med"/>
            <a:tailEnd type="none" w="med" len="med"/>
          </a:ln>
        </p:spPr>
      </p:sp>
      <p:sp>
        <p:nvSpPr>
          <p:cNvPr id="14347" name="Line 82"/>
          <p:cNvSpPr/>
          <p:nvPr/>
        </p:nvSpPr>
        <p:spPr>
          <a:xfrm flipH="1">
            <a:off x="4870450" y="4335463"/>
            <a:ext cx="84138" cy="371475"/>
          </a:xfrm>
          <a:prstGeom prst="line">
            <a:avLst/>
          </a:prstGeom>
          <a:ln w="9525" cap="flat" cmpd="sng">
            <a:solidFill>
              <a:srgbClr val="000000"/>
            </a:solidFill>
            <a:prstDash val="dash"/>
            <a:headEnd type="none" w="med" len="med"/>
            <a:tailEnd type="none" w="med" len="med"/>
          </a:ln>
        </p:spPr>
      </p:sp>
      <p:sp>
        <p:nvSpPr>
          <p:cNvPr id="14348" name="Line 83"/>
          <p:cNvSpPr/>
          <p:nvPr/>
        </p:nvSpPr>
        <p:spPr>
          <a:xfrm>
            <a:off x="5087938" y="4316413"/>
            <a:ext cx="1189037" cy="398462"/>
          </a:xfrm>
          <a:prstGeom prst="line">
            <a:avLst/>
          </a:prstGeom>
          <a:ln w="9525" cap="flat" cmpd="sng">
            <a:solidFill>
              <a:srgbClr val="000000"/>
            </a:solidFill>
            <a:prstDash val="dash"/>
            <a:headEnd type="none" w="med" len="med"/>
            <a:tailEnd type="none" w="med" len="med"/>
          </a:ln>
        </p:spPr>
      </p:sp>
      <p:sp>
        <p:nvSpPr>
          <p:cNvPr id="14349" name="TextBox 2"/>
          <p:cNvSpPr txBox="1"/>
          <p:nvPr/>
        </p:nvSpPr>
        <p:spPr>
          <a:xfrm>
            <a:off x="608013" y="2662238"/>
            <a:ext cx="2060575" cy="522287"/>
          </a:xfrm>
          <a:prstGeom prst="rect">
            <a:avLst/>
          </a:prstGeom>
          <a:noFill/>
          <a:ln w="9525">
            <a:noFill/>
          </a:ln>
        </p:spPr>
        <p:txBody>
          <a:bodyPr lIns="91221" tIns="45610" rIns="91221" bIns="4561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r>
              <a:rPr lang="en-US" altLang="zh-CN" sz="2800" b="1" dirty="0">
                <a:solidFill>
                  <a:srgbClr val="FF0000"/>
                </a:solidFill>
                <a:latin typeface="Comic Sans MS" panose="030F0702030302020204" pitchFamily="66" charset="0"/>
                <a:ea typeface="黑体" panose="02010609060101010101" pitchFamily="49" charset="-122"/>
              </a:rPr>
              <a:t>0</a:t>
            </a:r>
            <a:r>
              <a:rPr lang="zh-CN" altLang="en-US" sz="2800" b="1" dirty="0">
                <a:solidFill>
                  <a:srgbClr val="FF0000"/>
                </a:solidFill>
                <a:latin typeface="Comic Sans MS" panose="030F0702030302020204" pitchFamily="66" charset="0"/>
                <a:ea typeface="黑体" panose="02010609060101010101" pitchFamily="49" charset="-122"/>
              </a:rPr>
              <a:t>层图：</a:t>
            </a:r>
            <a:endParaRPr lang="zh-CN" altLang="en-US" sz="2800" b="1" dirty="0">
              <a:solidFill>
                <a:srgbClr val="FF0000"/>
              </a:solidFill>
              <a:latin typeface="Comic Sans MS" panose="030F0702030302020204" pitchFamily="66" charset="0"/>
              <a:ea typeface="黑体" panose="02010609060101010101" pitchFamily="49" charset="-122"/>
            </a:endParaRPr>
          </a:p>
        </p:txBody>
      </p:sp>
      <p:sp>
        <p:nvSpPr>
          <p:cNvPr id="14350" name="TextBox 81"/>
          <p:cNvSpPr txBox="1"/>
          <p:nvPr/>
        </p:nvSpPr>
        <p:spPr>
          <a:xfrm>
            <a:off x="684213" y="3722688"/>
            <a:ext cx="2060575" cy="522287"/>
          </a:xfrm>
          <a:prstGeom prst="rect">
            <a:avLst/>
          </a:prstGeom>
          <a:noFill/>
          <a:ln w="9525">
            <a:noFill/>
          </a:ln>
        </p:spPr>
        <p:txBody>
          <a:bodyPr lIns="91221" tIns="45610" rIns="91221" bIns="4561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r>
              <a:rPr lang="en-US" altLang="zh-CN" sz="2800" b="1" dirty="0">
                <a:solidFill>
                  <a:srgbClr val="FF0000"/>
                </a:solidFill>
                <a:latin typeface="Comic Sans MS" panose="030F0702030302020204" pitchFamily="66" charset="0"/>
                <a:ea typeface="黑体" panose="02010609060101010101" pitchFamily="49" charset="-122"/>
              </a:rPr>
              <a:t>1</a:t>
            </a:r>
            <a:r>
              <a:rPr lang="zh-CN" altLang="en-US" sz="2800" b="1" dirty="0">
                <a:solidFill>
                  <a:srgbClr val="FF0000"/>
                </a:solidFill>
                <a:latin typeface="Comic Sans MS" panose="030F0702030302020204" pitchFamily="66" charset="0"/>
                <a:ea typeface="黑体" panose="02010609060101010101" pitchFamily="49" charset="-122"/>
              </a:rPr>
              <a:t>层图：</a:t>
            </a:r>
            <a:endParaRPr lang="zh-CN" altLang="en-US" sz="2800" b="1" dirty="0">
              <a:solidFill>
                <a:srgbClr val="FF0000"/>
              </a:solidFill>
              <a:latin typeface="Comic Sans MS" panose="030F0702030302020204" pitchFamily="66" charset="0"/>
              <a:ea typeface="黑体" panose="02010609060101010101" pitchFamily="49" charset="-122"/>
            </a:endParaRPr>
          </a:p>
        </p:txBody>
      </p:sp>
      <p:sp>
        <p:nvSpPr>
          <p:cNvPr id="14351" name="TextBox 82"/>
          <p:cNvSpPr txBox="1"/>
          <p:nvPr/>
        </p:nvSpPr>
        <p:spPr>
          <a:xfrm>
            <a:off x="684213" y="4714875"/>
            <a:ext cx="2060575" cy="523875"/>
          </a:xfrm>
          <a:prstGeom prst="rect">
            <a:avLst/>
          </a:prstGeom>
          <a:noFill/>
          <a:ln w="9525">
            <a:noFill/>
          </a:ln>
        </p:spPr>
        <p:txBody>
          <a:bodyPr lIns="91221" tIns="45610" rIns="91221" bIns="4561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r>
              <a:rPr lang="zh-CN" altLang="en-US" sz="2800" b="1" dirty="0">
                <a:solidFill>
                  <a:srgbClr val="FF0000"/>
                </a:solidFill>
                <a:latin typeface="Comic Sans MS" panose="030F0702030302020204" pitchFamily="66" charset="0"/>
                <a:ea typeface="黑体" panose="02010609060101010101" pitchFamily="49" charset="-122"/>
              </a:rPr>
              <a:t>中间层图：</a:t>
            </a:r>
            <a:endParaRPr lang="zh-CN" altLang="en-US" sz="2800" b="1" dirty="0">
              <a:solidFill>
                <a:srgbClr val="FF0000"/>
              </a:solidFill>
              <a:latin typeface="Comic Sans MS" panose="030F0702030302020204" pitchFamily="66" charset="0"/>
              <a:ea typeface="黑体" panose="02010609060101010101" pitchFamily="49" charset="-122"/>
            </a:endParaRPr>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Rectangle 2"/>
          <p:cNvSpPr>
            <a:spLocks noGrp="1"/>
          </p:cNvSpPr>
          <p:nvPr>
            <p:ph type="title"/>
          </p:nvPr>
        </p:nvSpPr>
        <p:spPr>
          <a:xfrm>
            <a:off x="455613" y="381000"/>
            <a:ext cx="8207375" cy="1139825"/>
          </a:xfrm>
          <a:ln/>
        </p:spPr>
        <p:txBody>
          <a:bodyPr vert="horz" wrap="square" lIns="0" tIns="45610" rIns="0" bIns="0" anchor="b" anchorCtr="0"/>
          <a:p>
            <a:pPr marL="758825" indent="-758825" eaLnBrk="1" hangingPunct="1"/>
            <a:r>
              <a:rPr lang="zh-CN" altLang="en-US" b="1" dirty="0">
                <a:latin typeface="微软雅黑" panose="020B0503020204020204" pitchFamily="34" charset="-122"/>
                <a:ea typeface="微软雅黑" panose="020B0503020204020204" pitchFamily="34" charset="-122"/>
              </a:rPr>
              <a:t>考务处理系统</a:t>
            </a:r>
            <a:r>
              <a:rPr lang="en-US" altLang="zh-CN" b="1" dirty="0">
                <a:latin typeface="微软雅黑" panose="020B0503020204020204" pitchFamily="34" charset="-122"/>
                <a:ea typeface="微软雅黑" panose="020B0503020204020204" pitchFamily="34" charset="-122"/>
              </a:rPr>
              <a:t>0</a:t>
            </a:r>
            <a:r>
              <a:rPr lang="zh-CN" altLang="en-US" b="1" dirty="0">
                <a:latin typeface="微软雅黑" panose="020B0503020204020204" pitchFamily="34" charset="-122"/>
                <a:ea typeface="微软雅黑" panose="020B0503020204020204" pitchFamily="34" charset="-122"/>
              </a:rPr>
              <a:t>层图</a:t>
            </a:r>
            <a:endParaRPr lang="zh-CN" altLang="en-US" b="1" dirty="0">
              <a:latin typeface="微软雅黑" panose="020B0503020204020204" pitchFamily="34" charset="-122"/>
              <a:ea typeface="微软雅黑" panose="020B0503020204020204" pitchFamily="34" charset="-122"/>
            </a:endParaRPr>
          </a:p>
        </p:txBody>
      </p:sp>
      <p:grpSp>
        <p:nvGrpSpPr>
          <p:cNvPr id="16387" name="Group 7"/>
          <p:cNvGrpSpPr/>
          <p:nvPr/>
        </p:nvGrpSpPr>
        <p:grpSpPr>
          <a:xfrm>
            <a:off x="3851275" y="2924175"/>
            <a:ext cx="1143000" cy="1101725"/>
            <a:chOff x="4154" y="12570"/>
            <a:chExt cx="974" cy="850"/>
          </a:xfrm>
        </p:grpSpPr>
        <p:sp>
          <p:nvSpPr>
            <p:cNvPr id="16415" name="Oval 8"/>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sp>
          <p:nvSpPr>
            <p:cNvPr id="16416" name="Rectangle 9"/>
            <p:cNvSpPr/>
            <p:nvPr/>
          </p:nvSpPr>
          <p:spPr>
            <a:xfrm>
              <a:off x="4154" y="12630"/>
              <a:ext cx="974" cy="78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05000"/>
                </a:lnSpc>
                <a:spcBef>
                  <a:spcPct val="0"/>
                </a:spcBef>
                <a:buClrTx/>
                <a:buSzTx/>
                <a:buFontTx/>
                <a:buNone/>
              </a:pPr>
              <a:r>
                <a:rPr lang="zh-CN" altLang="en-US" sz="2000" b="1" dirty="0">
                  <a:latin typeface="Times New Roman" panose="02020603050405020304" pitchFamily="18" charset="0"/>
                  <a:ea typeface="黑体" panose="02010609060101010101" pitchFamily="49" charset="-122"/>
                </a:rPr>
                <a:t>考务</a:t>
              </a:r>
              <a:endParaRPr lang="zh-CN" altLang="en-US" sz="2000" b="1" dirty="0">
                <a:latin typeface="Times New Roman" panose="02020603050405020304" pitchFamily="18" charset="0"/>
                <a:ea typeface="黑体" panose="02010609060101010101" pitchFamily="49" charset="-122"/>
              </a:endParaRPr>
            </a:p>
            <a:p>
              <a:pPr marL="0" lvl="0" indent="0" algn="ctr" eaLnBrk="1" hangingPunct="1">
                <a:lnSpc>
                  <a:spcPct val="105000"/>
                </a:lnSpc>
                <a:spcBef>
                  <a:spcPct val="0"/>
                </a:spcBef>
                <a:buClrTx/>
                <a:buSzTx/>
                <a:buFontTx/>
                <a:buNone/>
              </a:pPr>
              <a:r>
                <a:rPr lang="zh-CN" altLang="en-US" sz="2000" b="1" dirty="0">
                  <a:latin typeface="Times New Roman" panose="02020603050405020304" pitchFamily="18" charset="0"/>
                  <a:ea typeface="黑体" panose="02010609060101010101" pitchFamily="49" charset="-122"/>
                </a:rPr>
                <a:t>处理系统</a:t>
              </a:r>
              <a:endParaRPr lang="zh-CN" altLang="en-US" sz="2000" b="1" dirty="0">
                <a:latin typeface="Comic Sans MS" panose="030F0702030302020204" pitchFamily="66" charset="0"/>
                <a:ea typeface="黑体" panose="02010609060101010101" pitchFamily="49" charset="-122"/>
              </a:endParaRPr>
            </a:p>
          </p:txBody>
        </p:sp>
      </p:grpSp>
      <p:sp>
        <p:nvSpPr>
          <p:cNvPr id="16388" name="Rectangle 10"/>
          <p:cNvSpPr/>
          <p:nvPr/>
        </p:nvSpPr>
        <p:spPr>
          <a:xfrm>
            <a:off x="6610350" y="3246438"/>
            <a:ext cx="1531938" cy="449262"/>
          </a:xfrm>
          <a:prstGeom prst="rect">
            <a:avLst/>
          </a:prstGeom>
          <a:noFill/>
          <a:ln w="9525" cap="flat" cmpd="sng">
            <a:solidFill>
              <a:srgbClr val="000000"/>
            </a:solidFill>
            <a:prstDash val="solid"/>
            <a:miter/>
            <a:headEnd type="none" w="med" len="med"/>
            <a:tailEnd type="none" w="med" len="med"/>
          </a:ln>
        </p:spPr>
        <p:txBody>
          <a:bodyPr lIns="91221" tIns="45610" rIns="91221" bIns="4561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05000"/>
              </a:lnSpc>
              <a:spcBef>
                <a:spcPct val="0"/>
              </a:spcBef>
              <a:buClrTx/>
              <a:buSzTx/>
              <a:buFontTx/>
              <a:buNone/>
            </a:pPr>
            <a:r>
              <a:rPr lang="zh-CN" altLang="en-US" sz="2000" b="1" dirty="0">
                <a:latin typeface="Times New Roman" panose="02020603050405020304" pitchFamily="18" charset="0"/>
                <a:ea typeface="黑体" panose="02010609060101010101" pitchFamily="49" charset="-122"/>
              </a:rPr>
              <a:t>考试中心</a:t>
            </a:r>
            <a:endParaRPr lang="zh-CN" altLang="en-US" sz="2000" b="1" dirty="0">
              <a:latin typeface="Comic Sans MS" panose="030F0702030302020204" pitchFamily="66" charset="0"/>
              <a:ea typeface="黑体" panose="02010609060101010101" pitchFamily="49" charset="-122"/>
            </a:endParaRPr>
          </a:p>
        </p:txBody>
      </p:sp>
      <p:sp>
        <p:nvSpPr>
          <p:cNvPr id="16389" name="Rectangle 11"/>
          <p:cNvSpPr/>
          <p:nvPr/>
        </p:nvSpPr>
        <p:spPr>
          <a:xfrm>
            <a:off x="904875" y="3155950"/>
            <a:ext cx="1076325" cy="635000"/>
          </a:xfrm>
          <a:prstGeom prst="rect">
            <a:avLst/>
          </a:prstGeom>
          <a:noFill/>
          <a:ln w="9525" cap="flat" cmpd="sng">
            <a:solidFill>
              <a:srgbClr val="000000"/>
            </a:solidFill>
            <a:prstDash val="solid"/>
            <a:miter/>
            <a:headEnd type="none" w="med" len="med"/>
            <a:tailEnd type="none" w="med" len="med"/>
          </a:ln>
        </p:spPr>
        <p:txBody>
          <a:bodyPr lIns="91221" tIns="45610" rIns="91221" bIns="4561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05000"/>
              </a:lnSpc>
              <a:spcBef>
                <a:spcPct val="0"/>
              </a:spcBef>
              <a:buClrTx/>
              <a:buSzTx/>
              <a:buFontTx/>
              <a:buNone/>
            </a:pPr>
            <a:r>
              <a:rPr lang="zh-CN" altLang="en-US" sz="2000" b="1" dirty="0">
                <a:latin typeface="Times New Roman" panose="02020603050405020304" pitchFamily="18" charset="0"/>
                <a:ea typeface="黑体" panose="02010609060101010101" pitchFamily="49" charset="-122"/>
              </a:rPr>
              <a:t>考生</a:t>
            </a:r>
            <a:endParaRPr lang="zh-CN" altLang="en-US" sz="2000" b="1" dirty="0">
              <a:latin typeface="Comic Sans MS" panose="030F0702030302020204" pitchFamily="66" charset="0"/>
              <a:ea typeface="黑体" panose="02010609060101010101" pitchFamily="49" charset="-122"/>
            </a:endParaRPr>
          </a:p>
        </p:txBody>
      </p:sp>
      <p:sp>
        <p:nvSpPr>
          <p:cNvPr id="16390" name="Rectangle 13"/>
          <p:cNvSpPr/>
          <p:nvPr/>
        </p:nvSpPr>
        <p:spPr>
          <a:xfrm>
            <a:off x="1824038" y="2181225"/>
            <a:ext cx="1951037" cy="614363"/>
          </a:xfrm>
          <a:prstGeom prst="rect">
            <a:avLst/>
          </a:prstGeom>
          <a:noFill/>
          <a:ln w="9525">
            <a:noFill/>
          </a:ln>
        </p:spPr>
        <p:txBody>
          <a:bodyPr lIns="91221" tIns="45610" rIns="91221" bIns="4561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05000"/>
              </a:lnSpc>
              <a:spcBef>
                <a:spcPct val="0"/>
              </a:spcBef>
              <a:buClrTx/>
              <a:buSzTx/>
              <a:buFontTx/>
              <a:buNone/>
            </a:pPr>
            <a:r>
              <a:rPr lang="zh-CN" altLang="en-US" sz="2000" b="1" dirty="0">
                <a:latin typeface="Times New Roman" panose="02020603050405020304" pitchFamily="18" charset="0"/>
                <a:ea typeface="黑体" panose="02010609060101010101" pitchFamily="49" charset="-122"/>
              </a:rPr>
              <a:t>不合格报名单</a:t>
            </a:r>
            <a:endParaRPr lang="zh-CN" altLang="en-US" sz="2000" b="1" dirty="0">
              <a:latin typeface="Comic Sans MS" panose="030F0702030302020204" pitchFamily="66" charset="0"/>
              <a:ea typeface="黑体" panose="02010609060101010101" pitchFamily="49" charset="-122"/>
            </a:endParaRPr>
          </a:p>
        </p:txBody>
      </p:sp>
      <p:sp>
        <p:nvSpPr>
          <p:cNvPr id="16391" name="Arc 14"/>
          <p:cNvSpPr/>
          <p:nvPr/>
        </p:nvSpPr>
        <p:spPr>
          <a:xfrm rot="-2689286">
            <a:off x="1854200" y="2257425"/>
            <a:ext cx="1717675" cy="1901825"/>
          </a:xfrm>
          <a:custGeom>
            <a:avLst/>
            <a:gdLst/>
            <a:ahLst/>
            <a:cxnLst>
              <a:cxn ang="0">
                <a:pos x="0" y="0"/>
              </a:cxn>
              <a:cxn ang="0">
                <a:pos x="2147483646" y="2147483646"/>
              </a:cxn>
              <a:cxn ang="0">
                <a:pos x="0" y="2147483646"/>
              </a:cxn>
            </a:cxnLst>
            <a:pathLst>
              <a:path w="21599" h="21600" fill="none">
                <a:moveTo>
                  <a:pt x="-1" y="0"/>
                </a:moveTo>
                <a:cubicBezTo>
                  <a:pt x="11855" y="0"/>
                  <a:pt x="21495" y="9555"/>
                  <a:pt x="21599" y="21410"/>
                </a:cubicBezTo>
              </a:path>
              <a:path w="21599" h="21600" stroke="0">
                <a:moveTo>
                  <a:pt x="-1" y="0"/>
                </a:moveTo>
                <a:cubicBezTo>
                  <a:pt x="11855" y="0"/>
                  <a:pt x="21495" y="9555"/>
                  <a:pt x="21599" y="21410"/>
                </a:cubicBezTo>
                <a:lnTo>
                  <a:pt x="0" y="21600"/>
                </a:lnTo>
                <a:lnTo>
                  <a:pt x="-1" y="0"/>
                </a:lnTo>
                <a:close/>
              </a:path>
            </a:pathLst>
          </a:custGeom>
          <a:noFill/>
          <a:ln w="9525" cap="flat" cmpd="sng">
            <a:solidFill>
              <a:srgbClr val="000000">
                <a:alpha val="100000"/>
              </a:srgbClr>
            </a:solidFill>
            <a:prstDash val="solid"/>
            <a:round/>
            <a:headEnd type="triangle" w="sm" len="med"/>
            <a:tailEnd type="none" w="med" len="med"/>
          </a:ln>
        </p:spPr>
        <p:txBody>
          <a:bodyPr/>
          <a:p>
            <a:endParaRPr lang="zh-CN" altLang="en-US"/>
          </a:p>
        </p:txBody>
      </p:sp>
      <p:sp>
        <p:nvSpPr>
          <p:cNvPr id="16392" name="Rectangle 15"/>
          <p:cNvSpPr/>
          <p:nvPr/>
        </p:nvSpPr>
        <p:spPr>
          <a:xfrm>
            <a:off x="3876675" y="5830888"/>
            <a:ext cx="1074738" cy="633412"/>
          </a:xfrm>
          <a:prstGeom prst="rect">
            <a:avLst/>
          </a:prstGeom>
          <a:noFill/>
          <a:ln w="9525" cap="flat" cmpd="sng">
            <a:solidFill>
              <a:srgbClr val="000000"/>
            </a:solidFill>
            <a:prstDash val="solid"/>
            <a:miter/>
            <a:headEnd type="none" w="med" len="med"/>
            <a:tailEnd type="none" w="med" len="med"/>
          </a:ln>
        </p:spPr>
        <p:txBody>
          <a:bodyPr lIns="91221" tIns="45610" rIns="91221" bIns="4561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05000"/>
              </a:lnSpc>
              <a:spcBef>
                <a:spcPct val="0"/>
              </a:spcBef>
              <a:buClrTx/>
              <a:buSzTx/>
              <a:buFontTx/>
              <a:buNone/>
            </a:pPr>
            <a:r>
              <a:rPr lang="zh-CN" altLang="en-US" sz="2000" b="1" dirty="0">
                <a:latin typeface="Times New Roman" panose="02020603050405020304" pitchFamily="18" charset="0"/>
                <a:ea typeface="黑体" panose="02010609060101010101" pitchFamily="49" charset="-122"/>
              </a:rPr>
              <a:t>阅卷站</a:t>
            </a:r>
            <a:endParaRPr lang="zh-CN" altLang="en-US" sz="2000" b="1" dirty="0">
              <a:latin typeface="Comic Sans MS" panose="030F0702030302020204" pitchFamily="66" charset="0"/>
              <a:ea typeface="黑体" panose="02010609060101010101" pitchFamily="49" charset="-122"/>
            </a:endParaRPr>
          </a:p>
        </p:txBody>
      </p:sp>
      <p:grpSp>
        <p:nvGrpSpPr>
          <p:cNvPr id="16393" name="Group 16"/>
          <p:cNvGrpSpPr/>
          <p:nvPr/>
        </p:nvGrpSpPr>
        <p:grpSpPr>
          <a:xfrm>
            <a:off x="4171950" y="4130675"/>
            <a:ext cx="1300163" cy="1822450"/>
            <a:chOff x="6552" y="2505"/>
            <a:chExt cx="1110" cy="1380"/>
          </a:xfrm>
        </p:grpSpPr>
        <p:sp>
          <p:nvSpPr>
            <p:cNvPr id="16413" name="Rectangle 17"/>
            <p:cNvSpPr/>
            <p:nvPr/>
          </p:nvSpPr>
          <p:spPr>
            <a:xfrm>
              <a:off x="7168" y="2505"/>
              <a:ext cx="494" cy="1380"/>
            </a:xfrm>
            <a:prstGeom prst="rect">
              <a:avLst/>
            </a:prstGeom>
            <a:noFill/>
            <a:ln w="9525">
              <a:noFill/>
            </a:ln>
          </p:spPr>
          <p:txBody>
            <a:bodyPr vert="eaVert"/>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05000"/>
                </a:lnSpc>
                <a:spcBef>
                  <a:spcPct val="0"/>
                </a:spcBef>
                <a:buClrTx/>
                <a:buSzTx/>
                <a:buFontTx/>
                <a:buNone/>
              </a:pPr>
              <a:r>
                <a:rPr lang="zh-CN" altLang="en-US" sz="2000" b="1" dirty="0">
                  <a:latin typeface="Times New Roman" panose="02020603050405020304" pitchFamily="18" charset="0"/>
                  <a:ea typeface="黑体" panose="02010609060101010101" pitchFamily="49" charset="-122"/>
                </a:rPr>
                <a:t>错误成绩清单</a:t>
              </a:r>
              <a:endParaRPr lang="zh-CN" altLang="en-US" sz="2000" b="1" dirty="0">
                <a:latin typeface="Comic Sans MS" panose="030F0702030302020204" pitchFamily="66" charset="0"/>
                <a:ea typeface="黑体" panose="02010609060101010101" pitchFamily="49" charset="-122"/>
              </a:endParaRPr>
            </a:p>
          </p:txBody>
        </p:sp>
        <p:sp>
          <p:nvSpPr>
            <p:cNvPr id="16414" name="Arc 18"/>
            <p:cNvSpPr/>
            <p:nvPr/>
          </p:nvSpPr>
          <p:spPr>
            <a:xfrm rot="2285899">
              <a:off x="6552" y="2532"/>
              <a:ext cx="900" cy="1101"/>
            </a:xfrm>
            <a:custGeom>
              <a:avLst/>
              <a:gdLst/>
              <a:ahLst/>
              <a:cxnLst>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none" w="med" len="med"/>
              <a:tailEnd type="triangle" w="sm" len="med"/>
            </a:ln>
          </p:spPr>
          <p:txBody>
            <a:bodyPr/>
            <a:p>
              <a:endParaRPr lang="zh-CN" altLang="en-US"/>
            </a:p>
          </p:txBody>
        </p:sp>
      </p:grpSp>
      <p:grpSp>
        <p:nvGrpSpPr>
          <p:cNvPr id="16394" name="Group 19"/>
          <p:cNvGrpSpPr/>
          <p:nvPr/>
        </p:nvGrpSpPr>
        <p:grpSpPr>
          <a:xfrm>
            <a:off x="4278313" y="4032250"/>
            <a:ext cx="579437" cy="1801813"/>
            <a:chOff x="6644" y="2430"/>
            <a:chExt cx="494" cy="1365"/>
          </a:xfrm>
        </p:grpSpPr>
        <p:sp>
          <p:nvSpPr>
            <p:cNvPr id="16411" name="Line 20"/>
            <p:cNvSpPr/>
            <p:nvPr/>
          </p:nvSpPr>
          <p:spPr>
            <a:xfrm flipH="1" flipV="1">
              <a:off x="6760" y="2430"/>
              <a:ext cx="2" cy="1365"/>
            </a:xfrm>
            <a:prstGeom prst="line">
              <a:avLst/>
            </a:prstGeom>
            <a:ln w="9525" cap="flat" cmpd="sng">
              <a:solidFill>
                <a:srgbClr val="000000"/>
              </a:solidFill>
              <a:prstDash val="solid"/>
              <a:headEnd type="none" w="med" len="med"/>
              <a:tailEnd type="triangle" w="sm" len="med"/>
            </a:ln>
          </p:spPr>
        </p:sp>
        <p:sp>
          <p:nvSpPr>
            <p:cNvPr id="16412" name="Rectangle 21"/>
            <p:cNvSpPr/>
            <p:nvPr/>
          </p:nvSpPr>
          <p:spPr>
            <a:xfrm>
              <a:off x="6644" y="2610"/>
              <a:ext cx="494" cy="900"/>
            </a:xfrm>
            <a:prstGeom prst="rect">
              <a:avLst/>
            </a:prstGeom>
            <a:noFill/>
            <a:ln w="9525">
              <a:noFill/>
            </a:ln>
          </p:spPr>
          <p:txBody>
            <a:bodyPr vert="eaVert"/>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05000"/>
                </a:lnSpc>
                <a:spcBef>
                  <a:spcPct val="0"/>
                </a:spcBef>
                <a:buClrTx/>
                <a:buSzTx/>
                <a:buFontTx/>
                <a:buNone/>
              </a:pPr>
              <a:r>
                <a:rPr lang="zh-CN" altLang="en-US" sz="2000" b="1" dirty="0">
                  <a:latin typeface="Times New Roman" panose="02020603050405020304" pitchFamily="18" charset="0"/>
                  <a:ea typeface="黑体" panose="02010609060101010101" pitchFamily="49" charset="-122"/>
                </a:rPr>
                <a:t>成绩清单</a:t>
              </a:r>
              <a:endParaRPr lang="zh-CN" altLang="en-US" sz="2000" b="1" dirty="0">
                <a:latin typeface="Comic Sans MS" panose="030F0702030302020204" pitchFamily="66" charset="0"/>
                <a:ea typeface="黑体" panose="02010609060101010101" pitchFamily="49" charset="-122"/>
              </a:endParaRPr>
            </a:p>
          </p:txBody>
        </p:sp>
      </p:grpSp>
      <p:grpSp>
        <p:nvGrpSpPr>
          <p:cNvPr id="16395" name="Group 22"/>
          <p:cNvGrpSpPr/>
          <p:nvPr/>
        </p:nvGrpSpPr>
        <p:grpSpPr>
          <a:xfrm>
            <a:off x="3611563" y="4167188"/>
            <a:ext cx="1054100" cy="1452562"/>
            <a:chOff x="6074" y="2532"/>
            <a:chExt cx="900" cy="1101"/>
          </a:xfrm>
        </p:grpSpPr>
        <p:sp>
          <p:nvSpPr>
            <p:cNvPr id="16409" name="Arc 23"/>
            <p:cNvSpPr/>
            <p:nvPr/>
          </p:nvSpPr>
          <p:spPr>
            <a:xfrm rot="-2285899" flipH="1">
              <a:off x="6074" y="2532"/>
              <a:ext cx="900" cy="1101"/>
            </a:xfrm>
            <a:custGeom>
              <a:avLst/>
              <a:gdLst/>
              <a:ahLst/>
              <a:cxnLst>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none" w="med" len="med"/>
              <a:tailEnd type="triangle" w="sm" len="med"/>
            </a:ln>
          </p:spPr>
          <p:txBody>
            <a:bodyPr/>
            <a:p>
              <a:endParaRPr lang="zh-CN" altLang="en-US"/>
            </a:p>
          </p:txBody>
        </p:sp>
        <p:sp>
          <p:nvSpPr>
            <p:cNvPr id="16410" name="Rectangle 24"/>
            <p:cNvSpPr/>
            <p:nvPr/>
          </p:nvSpPr>
          <p:spPr>
            <a:xfrm>
              <a:off x="6148" y="2595"/>
              <a:ext cx="494" cy="930"/>
            </a:xfrm>
            <a:prstGeom prst="rect">
              <a:avLst/>
            </a:prstGeom>
            <a:noFill/>
            <a:ln w="9525">
              <a:noFill/>
            </a:ln>
          </p:spPr>
          <p:txBody>
            <a:bodyPr vert="eaVert"/>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05000"/>
                </a:lnSpc>
                <a:spcBef>
                  <a:spcPct val="0"/>
                </a:spcBef>
                <a:buClrTx/>
                <a:buSzTx/>
                <a:buFontTx/>
                <a:buNone/>
              </a:pPr>
              <a:r>
                <a:rPr lang="zh-CN" altLang="en-US" sz="2000" b="1" dirty="0">
                  <a:latin typeface="Times New Roman" panose="02020603050405020304" pitchFamily="18" charset="0"/>
                  <a:ea typeface="黑体" panose="02010609060101010101" pitchFamily="49" charset="-122"/>
                </a:rPr>
                <a:t>考生名单</a:t>
              </a:r>
              <a:endParaRPr lang="zh-CN" altLang="en-US" sz="2000" b="1" dirty="0">
                <a:latin typeface="Comic Sans MS" panose="030F0702030302020204" pitchFamily="66" charset="0"/>
                <a:ea typeface="黑体" panose="02010609060101010101" pitchFamily="49" charset="-122"/>
              </a:endParaRPr>
            </a:p>
          </p:txBody>
        </p:sp>
      </p:grpSp>
      <p:grpSp>
        <p:nvGrpSpPr>
          <p:cNvPr id="16396" name="Group 25"/>
          <p:cNvGrpSpPr/>
          <p:nvPr/>
        </p:nvGrpSpPr>
        <p:grpSpPr>
          <a:xfrm>
            <a:off x="5170488" y="2800350"/>
            <a:ext cx="1755775" cy="1901825"/>
            <a:chOff x="7404" y="1497"/>
            <a:chExt cx="1497" cy="1440"/>
          </a:xfrm>
        </p:grpSpPr>
        <p:sp>
          <p:nvSpPr>
            <p:cNvPr id="16407" name="Arc 26"/>
            <p:cNvSpPr/>
            <p:nvPr/>
          </p:nvSpPr>
          <p:spPr>
            <a:xfrm rot="2689286" flipV="1">
              <a:off x="7404" y="1497"/>
              <a:ext cx="1497" cy="1440"/>
            </a:xfrm>
            <a:custGeom>
              <a:avLst/>
              <a:gdLst/>
              <a:ahLst/>
              <a:cxnLst>
                <a:cxn ang="0">
                  <a:pos x="0" y="0"/>
                </a:cxn>
                <a:cxn ang="0">
                  <a:pos x="0" y="0"/>
                </a:cxn>
                <a:cxn ang="0">
                  <a:pos x="0" y="0"/>
                </a:cxn>
              </a:cxnLst>
              <a:pathLst>
                <a:path w="22094" h="21600" fill="none">
                  <a:moveTo>
                    <a:pt x="-1" y="5"/>
                  </a:moveTo>
                  <a:cubicBezTo>
                    <a:pt x="164" y="1"/>
                    <a:pt x="329" y="-1"/>
                    <a:pt x="494" y="0"/>
                  </a:cubicBezTo>
                  <a:cubicBezTo>
                    <a:pt x="12423" y="0"/>
                    <a:pt x="22094" y="9670"/>
                    <a:pt x="22094" y="21600"/>
                  </a:cubicBezTo>
                </a:path>
                <a:path w="22094" h="21600" stroke="0">
                  <a:moveTo>
                    <a:pt x="-1" y="5"/>
                  </a:moveTo>
                  <a:cubicBezTo>
                    <a:pt x="164" y="1"/>
                    <a:pt x="329" y="-1"/>
                    <a:pt x="494" y="0"/>
                  </a:cubicBezTo>
                  <a:cubicBezTo>
                    <a:pt x="12423" y="0"/>
                    <a:pt x="22094" y="9670"/>
                    <a:pt x="22094" y="21600"/>
                  </a:cubicBezTo>
                  <a:lnTo>
                    <a:pt x="494" y="21600"/>
                  </a:lnTo>
                  <a:lnTo>
                    <a:pt x="-1" y="5"/>
                  </a:lnTo>
                  <a:close/>
                </a:path>
              </a:pathLst>
            </a:custGeom>
            <a:noFill/>
            <a:ln w="9525" cap="flat" cmpd="sng">
              <a:solidFill>
                <a:srgbClr val="000000">
                  <a:alpha val="100000"/>
                </a:srgbClr>
              </a:solidFill>
              <a:prstDash val="solid"/>
              <a:round/>
              <a:headEnd type="triangle" w="sm" len="med"/>
              <a:tailEnd type="none" w="med" len="med"/>
            </a:ln>
          </p:spPr>
          <p:txBody>
            <a:bodyPr/>
            <a:p>
              <a:endParaRPr lang="zh-CN" altLang="en-US"/>
            </a:p>
          </p:txBody>
        </p:sp>
        <p:sp>
          <p:nvSpPr>
            <p:cNvPr id="16408" name="Rectangle 27"/>
            <p:cNvSpPr/>
            <p:nvPr/>
          </p:nvSpPr>
          <p:spPr>
            <a:xfrm>
              <a:off x="7588" y="2250"/>
              <a:ext cx="121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05000"/>
                </a:lnSpc>
                <a:spcBef>
                  <a:spcPct val="0"/>
                </a:spcBef>
                <a:buClrTx/>
                <a:buSzTx/>
                <a:buFontTx/>
                <a:buNone/>
              </a:pPr>
              <a:r>
                <a:rPr lang="zh-CN" altLang="en-US" sz="2000" b="1" dirty="0">
                  <a:latin typeface="Times New Roman" panose="02020603050405020304" pitchFamily="18" charset="0"/>
                  <a:ea typeface="黑体" panose="02010609060101010101" pitchFamily="49" charset="-122"/>
                </a:rPr>
                <a:t>合格标准</a:t>
              </a:r>
              <a:endParaRPr lang="zh-CN" altLang="en-US" sz="2000" b="1" dirty="0">
                <a:latin typeface="Comic Sans MS" panose="030F0702030302020204" pitchFamily="66" charset="0"/>
                <a:ea typeface="黑体" panose="02010609060101010101" pitchFamily="49" charset="-122"/>
              </a:endParaRPr>
            </a:p>
          </p:txBody>
        </p:sp>
      </p:grpSp>
      <p:grpSp>
        <p:nvGrpSpPr>
          <p:cNvPr id="16397" name="Group 28"/>
          <p:cNvGrpSpPr/>
          <p:nvPr/>
        </p:nvGrpSpPr>
        <p:grpSpPr>
          <a:xfrm>
            <a:off x="2039938" y="2936875"/>
            <a:ext cx="1824037" cy="1069975"/>
            <a:chOff x="4736" y="1572"/>
            <a:chExt cx="1555" cy="811"/>
          </a:xfrm>
        </p:grpSpPr>
        <p:sp>
          <p:nvSpPr>
            <p:cNvPr id="16405" name="Arc 29"/>
            <p:cNvSpPr/>
            <p:nvPr/>
          </p:nvSpPr>
          <p:spPr>
            <a:xfrm rot="-4022007">
              <a:off x="5108" y="1200"/>
              <a:ext cx="811" cy="1555"/>
            </a:xfrm>
            <a:custGeom>
              <a:avLst/>
              <a:gdLst/>
              <a:ahLst/>
              <a:cxnLst>
                <a:cxn ang="0">
                  <a:pos x="0" y="0"/>
                </a:cxn>
                <a:cxn ang="0">
                  <a:pos x="0" y="0"/>
                </a:cxn>
                <a:cxn ang="0">
                  <a:pos x="0" y="0"/>
                </a:cxn>
              </a:cxnLst>
              <a:pathLst>
                <a:path w="21600" h="21182" fill="none">
                  <a:moveTo>
                    <a:pt x="4229" y="0"/>
                  </a:moveTo>
                  <a:cubicBezTo>
                    <a:pt x="14329" y="2017"/>
                    <a:pt x="21600" y="10883"/>
                    <a:pt x="21600" y="21182"/>
                  </a:cubicBezTo>
                </a:path>
                <a:path w="21600" h="21182" stroke="0">
                  <a:moveTo>
                    <a:pt x="4229" y="0"/>
                  </a:moveTo>
                  <a:cubicBezTo>
                    <a:pt x="14329" y="2017"/>
                    <a:pt x="21600" y="10883"/>
                    <a:pt x="21600" y="21182"/>
                  </a:cubicBezTo>
                  <a:lnTo>
                    <a:pt x="0" y="21182"/>
                  </a:lnTo>
                  <a:lnTo>
                    <a:pt x="4229" y="0"/>
                  </a:lnTo>
                  <a:close/>
                </a:path>
              </a:pathLst>
            </a:custGeom>
            <a:noFill/>
            <a:ln w="9525" cap="flat" cmpd="sng">
              <a:solidFill>
                <a:srgbClr val="000000">
                  <a:alpha val="100000"/>
                </a:srgbClr>
              </a:solidFill>
              <a:prstDash val="solid"/>
              <a:round/>
              <a:headEnd type="none" w="med" len="med"/>
              <a:tailEnd type="triangle" w="sm" len="med"/>
            </a:ln>
          </p:spPr>
          <p:txBody>
            <a:bodyPr/>
            <a:p>
              <a:endParaRPr lang="zh-CN" altLang="en-US"/>
            </a:p>
          </p:txBody>
        </p:sp>
        <p:sp>
          <p:nvSpPr>
            <p:cNvPr id="16406" name="Rectangle 30"/>
            <p:cNvSpPr/>
            <p:nvPr/>
          </p:nvSpPr>
          <p:spPr>
            <a:xfrm>
              <a:off x="4962" y="1590"/>
              <a:ext cx="91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05000"/>
                </a:lnSpc>
                <a:spcBef>
                  <a:spcPct val="0"/>
                </a:spcBef>
                <a:buClrTx/>
                <a:buSzTx/>
                <a:buFontTx/>
                <a:buNone/>
              </a:pPr>
              <a:r>
                <a:rPr lang="zh-CN" altLang="en-US" sz="2000" b="1" dirty="0">
                  <a:latin typeface="Times New Roman" panose="02020603050405020304" pitchFamily="18" charset="0"/>
                  <a:ea typeface="黑体" panose="02010609060101010101" pitchFamily="49" charset="-122"/>
                </a:rPr>
                <a:t>报名单</a:t>
              </a:r>
              <a:endParaRPr lang="zh-CN" altLang="en-US" sz="2000" b="1" dirty="0">
                <a:latin typeface="Comic Sans MS" panose="030F0702030302020204" pitchFamily="66" charset="0"/>
                <a:ea typeface="黑体" panose="02010609060101010101" pitchFamily="49" charset="-122"/>
              </a:endParaRPr>
            </a:p>
          </p:txBody>
        </p:sp>
      </p:grpSp>
      <p:grpSp>
        <p:nvGrpSpPr>
          <p:cNvPr id="16398" name="Group 31"/>
          <p:cNvGrpSpPr/>
          <p:nvPr/>
        </p:nvGrpSpPr>
        <p:grpSpPr>
          <a:xfrm>
            <a:off x="2005013" y="3017838"/>
            <a:ext cx="1824037" cy="1071562"/>
            <a:chOff x="4706" y="1662"/>
            <a:chExt cx="1555" cy="811"/>
          </a:xfrm>
        </p:grpSpPr>
        <p:sp>
          <p:nvSpPr>
            <p:cNvPr id="16403" name="Arc 32"/>
            <p:cNvSpPr/>
            <p:nvPr/>
          </p:nvSpPr>
          <p:spPr>
            <a:xfrm rot="4022007" flipV="1">
              <a:off x="5078" y="1290"/>
              <a:ext cx="811" cy="1555"/>
            </a:xfrm>
            <a:custGeom>
              <a:avLst/>
              <a:gdLst/>
              <a:ahLst/>
              <a:cxnLst>
                <a:cxn ang="0">
                  <a:pos x="0" y="0"/>
                </a:cxn>
                <a:cxn ang="0">
                  <a:pos x="0" y="0"/>
                </a:cxn>
                <a:cxn ang="0">
                  <a:pos x="0" y="0"/>
                </a:cxn>
              </a:cxnLst>
              <a:pathLst>
                <a:path w="21600" h="21182" fill="none">
                  <a:moveTo>
                    <a:pt x="4229" y="0"/>
                  </a:moveTo>
                  <a:cubicBezTo>
                    <a:pt x="14329" y="2017"/>
                    <a:pt x="21600" y="10883"/>
                    <a:pt x="21600" y="21182"/>
                  </a:cubicBezTo>
                </a:path>
                <a:path w="21600" h="21182" stroke="0">
                  <a:moveTo>
                    <a:pt x="4229" y="0"/>
                  </a:moveTo>
                  <a:cubicBezTo>
                    <a:pt x="14329" y="2017"/>
                    <a:pt x="21600" y="10883"/>
                    <a:pt x="21600" y="21182"/>
                  </a:cubicBezTo>
                  <a:lnTo>
                    <a:pt x="0" y="21182"/>
                  </a:lnTo>
                  <a:lnTo>
                    <a:pt x="4229" y="0"/>
                  </a:lnTo>
                  <a:close/>
                </a:path>
              </a:pathLst>
            </a:custGeom>
            <a:noFill/>
            <a:ln w="9525" cap="flat" cmpd="sng">
              <a:solidFill>
                <a:srgbClr val="000000">
                  <a:alpha val="100000"/>
                </a:srgbClr>
              </a:solidFill>
              <a:prstDash val="solid"/>
              <a:round/>
              <a:headEnd type="triangle" w="sm" len="med"/>
              <a:tailEnd type="none" w="sm" len="med"/>
            </a:ln>
          </p:spPr>
          <p:txBody>
            <a:bodyPr/>
            <a:p>
              <a:endParaRPr lang="zh-CN" altLang="en-US"/>
            </a:p>
          </p:txBody>
        </p:sp>
        <p:sp>
          <p:nvSpPr>
            <p:cNvPr id="16404" name="Rectangle 33"/>
            <p:cNvSpPr/>
            <p:nvPr/>
          </p:nvSpPr>
          <p:spPr>
            <a:xfrm>
              <a:off x="4828" y="1980"/>
              <a:ext cx="121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05000"/>
                </a:lnSpc>
                <a:spcBef>
                  <a:spcPct val="0"/>
                </a:spcBef>
                <a:buClrTx/>
                <a:buSzTx/>
                <a:buFontTx/>
                <a:buNone/>
              </a:pPr>
              <a:r>
                <a:rPr lang="zh-CN" altLang="en-US" sz="2000" b="1" dirty="0">
                  <a:latin typeface="Times New Roman" panose="02020603050405020304" pitchFamily="18" charset="0"/>
                  <a:ea typeface="黑体" panose="02010609060101010101" pitchFamily="49" charset="-122"/>
                </a:rPr>
                <a:t>准考证</a:t>
              </a:r>
              <a:endParaRPr lang="zh-CN" altLang="en-US" sz="2000" b="1" dirty="0">
                <a:latin typeface="Comic Sans MS" panose="030F0702030302020204" pitchFamily="66" charset="0"/>
                <a:ea typeface="黑体" panose="02010609060101010101" pitchFamily="49" charset="-122"/>
              </a:endParaRPr>
            </a:p>
          </p:txBody>
        </p:sp>
      </p:grpSp>
      <p:sp>
        <p:nvSpPr>
          <p:cNvPr id="16399" name="Arc 35"/>
          <p:cNvSpPr/>
          <p:nvPr/>
        </p:nvSpPr>
        <p:spPr>
          <a:xfrm rot="2689286" flipV="1">
            <a:off x="1933575" y="2860675"/>
            <a:ext cx="1755775" cy="1901825"/>
          </a:xfrm>
          <a:custGeom>
            <a:avLst/>
            <a:gdLst/>
            <a:ahLst/>
            <a:cxnLst>
              <a:cxn ang="0">
                <a:pos x="0" y="2147483646"/>
              </a:cxn>
              <a:cxn ang="0">
                <a:pos x="2147483646" y="2147483646"/>
              </a:cxn>
              <a:cxn ang="0">
                <a:pos x="2147483646" y="2147483646"/>
              </a:cxn>
            </a:cxnLst>
            <a:pathLst>
              <a:path w="22086" h="21600" fill="none">
                <a:moveTo>
                  <a:pt x="-1" y="5"/>
                </a:moveTo>
                <a:cubicBezTo>
                  <a:pt x="164" y="1"/>
                  <a:pt x="329" y="-1"/>
                  <a:pt x="494" y="0"/>
                </a:cubicBezTo>
                <a:cubicBezTo>
                  <a:pt x="12191" y="0"/>
                  <a:pt x="21763" y="9311"/>
                  <a:pt x="22085" y="21004"/>
                </a:cubicBezTo>
              </a:path>
              <a:path w="22086" h="21600" stroke="0">
                <a:moveTo>
                  <a:pt x="-1" y="5"/>
                </a:moveTo>
                <a:cubicBezTo>
                  <a:pt x="164" y="1"/>
                  <a:pt x="329" y="-1"/>
                  <a:pt x="494" y="0"/>
                </a:cubicBezTo>
                <a:cubicBezTo>
                  <a:pt x="12191" y="0"/>
                  <a:pt x="21763" y="9311"/>
                  <a:pt x="22085" y="21004"/>
                </a:cubicBezTo>
                <a:lnTo>
                  <a:pt x="494" y="21600"/>
                </a:lnTo>
                <a:lnTo>
                  <a:pt x="-1" y="5"/>
                </a:lnTo>
                <a:close/>
              </a:path>
            </a:pathLst>
          </a:custGeom>
          <a:noFill/>
          <a:ln w="9525" cap="flat" cmpd="sng">
            <a:solidFill>
              <a:srgbClr val="000000">
                <a:alpha val="100000"/>
              </a:srgbClr>
            </a:solidFill>
            <a:prstDash val="solid"/>
            <a:round/>
            <a:headEnd type="triangle" w="sm" len="med"/>
            <a:tailEnd type="none" w="med" len="med"/>
          </a:ln>
        </p:spPr>
        <p:txBody>
          <a:bodyPr/>
          <a:p>
            <a:endParaRPr lang="zh-CN" altLang="en-US"/>
          </a:p>
        </p:txBody>
      </p:sp>
      <p:sp>
        <p:nvSpPr>
          <p:cNvPr id="16400" name="Rectangle 36"/>
          <p:cNvSpPr/>
          <p:nvPr/>
        </p:nvSpPr>
        <p:spPr>
          <a:xfrm>
            <a:off x="1824038" y="3924300"/>
            <a:ext cx="1749425" cy="615950"/>
          </a:xfrm>
          <a:prstGeom prst="rect">
            <a:avLst/>
          </a:prstGeom>
          <a:noFill/>
          <a:ln w="9525">
            <a:noFill/>
          </a:ln>
        </p:spPr>
        <p:txBody>
          <a:bodyPr lIns="91221" tIns="45610" rIns="91221" bIns="4561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05000"/>
              </a:lnSpc>
              <a:spcBef>
                <a:spcPct val="0"/>
              </a:spcBef>
              <a:buClrTx/>
              <a:buSzTx/>
              <a:buFontTx/>
              <a:buNone/>
            </a:pPr>
            <a:r>
              <a:rPr lang="zh-CN" altLang="en-US" sz="2000" b="1" dirty="0">
                <a:latin typeface="Times New Roman" panose="02020603050405020304" pitchFamily="18" charset="0"/>
                <a:ea typeface="黑体" panose="02010609060101010101" pitchFamily="49" charset="-122"/>
              </a:rPr>
              <a:t>考生通知单</a:t>
            </a:r>
            <a:endParaRPr lang="zh-CN" altLang="en-US" sz="2000" b="1" dirty="0">
              <a:latin typeface="Comic Sans MS" panose="030F0702030302020204" pitchFamily="66" charset="0"/>
              <a:ea typeface="黑体" panose="02010609060101010101" pitchFamily="49" charset="-122"/>
            </a:endParaRPr>
          </a:p>
        </p:txBody>
      </p:sp>
      <p:sp>
        <p:nvSpPr>
          <p:cNvPr id="16401" name="Arc 38"/>
          <p:cNvSpPr/>
          <p:nvPr/>
        </p:nvSpPr>
        <p:spPr>
          <a:xfrm rot="-2689286">
            <a:off x="5151438" y="2201863"/>
            <a:ext cx="1717675" cy="1901825"/>
          </a:xfrm>
          <a:custGeom>
            <a:avLst/>
            <a:gdLst/>
            <a:ahLst/>
            <a:cxnLst>
              <a:cxn ang="0">
                <a:pos x="0" y="0"/>
              </a:cxn>
              <a:cxn ang="0">
                <a:pos x="2147483646" y="2147483646"/>
              </a:cxn>
              <a:cxn ang="0">
                <a:pos x="0" y="2147483646"/>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none" w="sm" len="med"/>
            <a:tailEnd type="triangle" w="sm" len="med"/>
          </a:ln>
        </p:spPr>
        <p:txBody>
          <a:bodyPr/>
          <a:p>
            <a:endParaRPr lang="zh-CN" altLang="en-US"/>
          </a:p>
        </p:txBody>
      </p:sp>
      <p:sp>
        <p:nvSpPr>
          <p:cNvPr id="16402" name="Rectangle 39"/>
          <p:cNvSpPr/>
          <p:nvPr/>
        </p:nvSpPr>
        <p:spPr>
          <a:xfrm>
            <a:off x="5167313" y="2181225"/>
            <a:ext cx="1866900" cy="614363"/>
          </a:xfrm>
          <a:prstGeom prst="rect">
            <a:avLst/>
          </a:prstGeom>
          <a:noFill/>
          <a:ln w="9525">
            <a:noFill/>
          </a:ln>
        </p:spPr>
        <p:txBody>
          <a:bodyPr lIns="91221" tIns="45610" rIns="91221" bIns="4561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105000"/>
              </a:lnSpc>
              <a:spcBef>
                <a:spcPct val="0"/>
              </a:spcBef>
              <a:buClrTx/>
              <a:buSzTx/>
              <a:buFontTx/>
              <a:buNone/>
            </a:pPr>
            <a:r>
              <a:rPr lang="zh-CN" altLang="en-US" sz="2000" b="1" dirty="0">
                <a:latin typeface="Times New Roman" panose="02020603050405020304" pitchFamily="18" charset="0"/>
                <a:ea typeface="黑体" panose="02010609060101010101" pitchFamily="49" charset="-122"/>
              </a:rPr>
              <a:t>统计分析表</a:t>
            </a:r>
            <a:endParaRPr lang="zh-CN" altLang="en-US" sz="2000" b="1" dirty="0">
              <a:latin typeface="Comic Sans MS" panose="030F0702030302020204" pitchFamily="66" charset="0"/>
              <a:ea typeface="黑体" panose="02010609060101010101" pitchFamily="49" charset="-122"/>
            </a:endParaRPr>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2"/>
          <p:cNvSpPr>
            <a:spLocks noGrp="1"/>
          </p:cNvSpPr>
          <p:nvPr>
            <p:ph type="title"/>
          </p:nvPr>
        </p:nvSpPr>
        <p:spPr>
          <a:xfrm>
            <a:off x="455613" y="304800"/>
            <a:ext cx="8207375" cy="1139825"/>
          </a:xfrm>
          <a:ln/>
        </p:spPr>
        <p:txBody>
          <a:bodyPr vert="horz" wrap="square" lIns="0" tIns="45610" rIns="0" bIns="0" anchor="b" anchorCtr="0"/>
          <a:p>
            <a:pPr eaLnBrk="1" hangingPunct="1"/>
            <a:r>
              <a:rPr lang="zh-CN" altLang="en-US" b="1" dirty="0">
                <a:latin typeface="微软雅黑" panose="020B0503020204020204" pitchFamily="34" charset="-122"/>
                <a:ea typeface="微软雅黑" panose="020B0503020204020204" pitchFamily="34" charset="-122"/>
              </a:rPr>
              <a:t>考务处理系统</a:t>
            </a: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层图</a:t>
            </a:r>
            <a:endParaRPr lang="zh-CN" altLang="en-US" b="1" dirty="0">
              <a:latin typeface="微软雅黑" panose="020B0503020204020204" pitchFamily="34" charset="-122"/>
              <a:ea typeface="微软雅黑" panose="020B0503020204020204" pitchFamily="34" charset="-122"/>
            </a:endParaRPr>
          </a:p>
        </p:txBody>
      </p:sp>
      <p:grpSp>
        <p:nvGrpSpPr>
          <p:cNvPr id="18435" name="Group 9"/>
          <p:cNvGrpSpPr/>
          <p:nvPr/>
        </p:nvGrpSpPr>
        <p:grpSpPr>
          <a:xfrm>
            <a:off x="3627438" y="5005388"/>
            <a:ext cx="1196975" cy="574675"/>
            <a:chOff x="4596" y="3735"/>
            <a:chExt cx="1306" cy="360"/>
          </a:xfrm>
        </p:grpSpPr>
        <p:sp>
          <p:nvSpPr>
            <p:cNvPr id="18470" name="Line 10"/>
            <p:cNvSpPr/>
            <p:nvPr/>
          </p:nvSpPr>
          <p:spPr>
            <a:xfrm>
              <a:off x="4596" y="3735"/>
              <a:ext cx="1290" cy="0"/>
            </a:xfrm>
            <a:prstGeom prst="line">
              <a:avLst/>
            </a:prstGeom>
            <a:ln w="9525" cap="flat" cmpd="sng">
              <a:solidFill>
                <a:srgbClr val="000000"/>
              </a:solidFill>
              <a:prstDash val="solid"/>
              <a:headEnd type="none" w="med" len="med"/>
              <a:tailEnd type="none" w="med" len="med"/>
            </a:ln>
          </p:spPr>
        </p:sp>
        <p:sp>
          <p:nvSpPr>
            <p:cNvPr id="18471" name="Line 11"/>
            <p:cNvSpPr/>
            <p:nvPr/>
          </p:nvSpPr>
          <p:spPr>
            <a:xfrm>
              <a:off x="4612" y="4095"/>
              <a:ext cx="1290" cy="0"/>
            </a:xfrm>
            <a:prstGeom prst="line">
              <a:avLst/>
            </a:prstGeom>
            <a:ln w="9525" cap="flat" cmpd="sng">
              <a:solidFill>
                <a:srgbClr val="000000"/>
              </a:solidFill>
              <a:prstDash val="solid"/>
              <a:headEnd type="none" w="med" len="med"/>
              <a:tailEnd type="none" w="med" len="med"/>
            </a:ln>
          </p:spPr>
        </p:sp>
      </p:grpSp>
      <p:sp>
        <p:nvSpPr>
          <p:cNvPr id="18436" name="Rectangle 12"/>
          <p:cNvSpPr/>
          <p:nvPr/>
        </p:nvSpPr>
        <p:spPr>
          <a:xfrm>
            <a:off x="3611563" y="5060950"/>
            <a:ext cx="1212850" cy="719138"/>
          </a:xfrm>
          <a:prstGeom prst="rect">
            <a:avLst/>
          </a:prstGeom>
          <a:noFill/>
          <a:ln w="9525">
            <a:noFill/>
          </a:ln>
        </p:spPr>
        <p:txBody>
          <a:bodyPr lIns="91221" tIns="45610" rIns="91221" bIns="4561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zh-CN" altLang="en-US" sz="1800" b="1" dirty="0">
                <a:latin typeface="黑体" panose="02010609060101010101" pitchFamily="49" charset="-122"/>
                <a:ea typeface="黑体" panose="02010609060101010101" pitchFamily="49" charset="-122"/>
              </a:rPr>
              <a:t>考生名册</a:t>
            </a:r>
            <a:endParaRPr lang="zh-CN" altLang="en-US" sz="1800" b="1" dirty="0">
              <a:latin typeface="黑体" panose="02010609060101010101" pitchFamily="49" charset="-122"/>
              <a:ea typeface="黑体" panose="02010609060101010101" pitchFamily="49" charset="-122"/>
            </a:endParaRPr>
          </a:p>
        </p:txBody>
      </p:sp>
      <p:sp>
        <p:nvSpPr>
          <p:cNvPr id="18437" name="Arc 13"/>
          <p:cNvSpPr/>
          <p:nvPr/>
        </p:nvSpPr>
        <p:spPr>
          <a:xfrm rot="10800000" flipH="1" flipV="1">
            <a:off x="3354388" y="3949700"/>
            <a:ext cx="623887" cy="1055688"/>
          </a:xfrm>
          <a:custGeom>
            <a:avLst/>
            <a:gdLst/>
            <a:ahLst/>
            <a:cxnLst>
              <a:cxn ang="0">
                <a:pos x="0" y="0"/>
              </a:cxn>
              <a:cxn ang="0">
                <a:pos x="2147483646" y="2147483646"/>
              </a:cxn>
              <a:cxn ang="0">
                <a:pos x="0" y="2147483646"/>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none" w="med" len="med"/>
            <a:tailEnd type="triangle" w="sm" len="med"/>
          </a:ln>
        </p:spPr>
        <p:txBody>
          <a:bodyPr/>
          <a:p>
            <a:endParaRPr lang="zh-CN" altLang="en-US"/>
          </a:p>
        </p:txBody>
      </p:sp>
      <p:sp>
        <p:nvSpPr>
          <p:cNvPr id="18438" name="Arc 14"/>
          <p:cNvSpPr/>
          <p:nvPr/>
        </p:nvSpPr>
        <p:spPr>
          <a:xfrm rot="-10800000" flipV="1">
            <a:off x="4532313" y="3954463"/>
            <a:ext cx="623887" cy="1055687"/>
          </a:xfrm>
          <a:custGeom>
            <a:avLst/>
            <a:gdLst/>
            <a:ahLst/>
            <a:cxnLst>
              <a:cxn ang="0">
                <a:pos x="0" y="0"/>
              </a:cxn>
              <a:cxn ang="0">
                <a:pos x="2147483646" y="2147483646"/>
              </a:cxn>
              <a:cxn ang="0">
                <a:pos x="0" y="2147483646"/>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triangle" w="sm" len="med"/>
            <a:tailEnd type="none" w="med" len="med"/>
          </a:ln>
        </p:spPr>
        <p:txBody>
          <a:bodyPr/>
          <a:p>
            <a:endParaRPr lang="zh-CN" altLang="en-US"/>
          </a:p>
        </p:txBody>
      </p:sp>
      <p:grpSp>
        <p:nvGrpSpPr>
          <p:cNvPr id="18439" name="Group 16"/>
          <p:cNvGrpSpPr/>
          <p:nvPr/>
        </p:nvGrpSpPr>
        <p:grpSpPr>
          <a:xfrm>
            <a:off x="2355850" y="2813050"/>
            <a:ext cx="1235075" cy="1358900"/>
            <a:chOff x="4154" y="12570"/>
            <a:chExt cx="974" cy="850"/>
          </a:xfrm>
        </p:grpSpPr>
        <p:sp>
          <p:nvSpPr>
            <p:cNvPr id="18468" name="Oval 17"/>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sp>
          <p:nvSpPr>
            <p:cNvPr id="18469" name="Rectangle 18"/>
            <p:cNvSpPr/>
            <p:nvPr/>
          </p:nvSpPr>
          <p:spPr>
            <a:xfrm>
              <a:off x="4154" y="12630"/>
              <a:ext cx="974" cy="78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en-US" altLang="zh-CN" sz="1800" b="1" dirty="0">
                  <a:latin typeface="黑体" panose="02010609060101010101" pitchFamily="49" charset="-122"/>
                  <a:ea typeface="黑体" panose="02010609060101010101" pitchFamily="49" charset="-122"/>
                </a:rPr>
                <a:t>1</a:t>
              </a:r>
              <a:endParaRPr lang="en-US" altLang="zh-CN" sz="1800" b="1" dirty="0">
                <a:latin typeface="黑体" panose="02010609060101010101" pitchFamily="49" charset="-122"/>
                <a:ea typeface="黑体" panose="02010609060101010101" pitchFamily="49" charset="-122"/>
              </a:endParaRPr>
            </a:p>
            <a:p>
              <a:pPr marL="0" lvl="0" indent="0" algn="ctr" eaLnBrk="1" hangingPunct="1">
                <a:spcBef>
                  <a:spcPct val="0"/>
                </a:spcBef>
                <a:buClrTx/>
                <a:buSzTx/>
                <a:buFontTx/>
                <a:buNone/>
              </a:pPr>
              <a:r>
                <a:rPr lang="zh-CN" altLang="en-US" sz="1800" b="1" dirty="0">
                  <a:latin typeface="黑体" panose="02010609060101010101" pitchFamily="49" charset="-122"/>
                  <a:ea typeface="黑体" panose="02010609060101010101" pitchFamily="49" charset="-122"/>
                </a:rPr>
                <a:t>考试</a:t>
              </a:r>
              <a:endParaRPr lang="zh-CN" altLang="en-US" sz="1800" b="1" dirty="0">
                <a:latin typeface="黑体" panose="02010609060101010101" pitchFamily="49" charset="-122"/>
                <a:ea typeface="黑体" panose="02010609060101010101" pitchFamily="49" charset="-122"/>
              </a:endParaRPr>
            </a:p>
            <a:p>
              <a:pPr marL="0" lvl="0" indent="0" algn="ctr" eaLnBrk="1" hangingPunct="1">
                <a:spcBef>
                  <a:spcPct val="0"/>
                </a:spcBef>
                <a:buClrTx/>
                <a:buSzTx/>
                <a:buFontTx/>
                <a:buNone/>
              </a:pPr>
              <a:r>
                <a:rPr lang="zh-CN" altLang="en-US" sz="1800" b="1" dirty="0">
                  <a:latin typeface="黑体" panose="02010609060101010101" pitchFamily="49" charset="-122"/>
                  <a:ea typeface="黑体" panose="02010609060101010101" pitchFamily="49" charset="-122"/>
                </a:rPr>
                <a:t>报名</a:t>
              </a:r>
              <a:endParaRPr lang="zh-CN" altLang="en-US" sz="1800" b="1" dirty="0">
                <a:latin typeface="黑体" panose="02010609060101010101" pitchFamily="49" charset="-122"/>
                <a:ea typeface="黑体" panose="02010609060101010101" pitchFamily="49" charset="-122"/>
              </a:endParaRPr>
            </a:p>
          </p:txBody>
        </p:sp>
      </p:grpSp>
      <p:grpSp>
        <p:nvGrpSpPr>
          <p:cNvPr id="18440" name="Group 19"/>
          <p:cNvGrpSpPr/>
          <p:nvPr/>
        </p:nvGrpSpPr>
        <p:grpSpPr>
          <a:xfrm>
            <a:off x="776288" y="2890838"/>
            <a:ext cx="1655762" cy="744537"/>
            <a:chOff x="3292" y="10215"/>
            <a:chExt cx="1308" cy="465"/>
          </a:xfrm>
        </p:grpSpPr>
        <p:sp>
          <p:nvSpPr>
            <p:cNvPr id="18466" name="Line 20"/>
            <p:cNvSpPr/>
            <p:nvPr/>
          </p:nvSpPr>
          <p:spPr>
            <a:xfrm flipV="1">
              <a:off x="3292" y="10575"/>
              <a:ext cx="1308" cy="0"/>
            </a:xfrm>
            <a:prstGeom prst="line">
              <a:avLst/>
            </a:prstGeom>
            <a:ln w="9525" cap="flat" cmpd="sng">
              <a:solidFill>
                <a:srgbClr val="000000"/>
              </a:solidFill>
              <a:prstDash val="solid"/>
              <a:headEnd type="none" w="sm" len="med"/>
              <a:tailEnd type="triangle" w="sm" len="med"/>
            </a:ln>
          </p:spPr>
        </p:sp>
        <p:sp>
          <p:nvSpPr>
            <p:cNvPr id="18467" name="Rectangle 21"/>
            <p:cNvSpPr/>
            <p:nvPr/>
          </p:nvSpPr>
          <p:spPr>
            <a:xfrm>
              <a:off x="3444" y="10215"/>
              <a:ext cx="94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zh-CN" altLang="en-US" sz="1800" b="1" dirty="0">
                  <a:latin typeface="黑体" panose="02010609060101010101" pitchFamily="49" charset="-122"/>
                  <a:ea typeface="黑体" panose="02010609060101010101" pitchFamily="49" charset="-122"/>
                </a:rPr>
                <a:t>报名单</a:t>
              </a:r>
              <a:endParaRPr lang="zh-CN" altLang="en-US" sz="1800" b="1" dirty="0">
                <a:latin typeface="黑体" panose="02010609060101010101" pitchFamily="49" charset="-122"/>
                <a:ea typeface="黑体" panose="02010609060101010101" pitchFamily="49" charset="-122"/>
              </a:endParaRPr>
            </a:p>
          </p:txBody>
        </p:sp>
      </p:grpSp>
      <p:grpSp>
        <p:nvGrpSpPr>
          <p:cNvPr id="18441" name="Group 22"/>
          <p:cNvGrpSpPr/>
          <p:nvPr/>
        </p:nvGrpSpPr>
        <p:grpSpPr>
          <a:xfrm>
            <a:off x="2733675" y="4179888"/>
            <a:ext cx="763588" cy="1679575"/>
            <a:chOff x="2454" y="2850"/>
            <a:chExt cx="602" cy="1050"/>
          </a:xfrm>
        </p:grpSpPr>
        <p:sp>
          <p:nvSpPr>
            <p:cNvPr id="18464" name="Line 23"/>
            <p:cNvSpPr/>
            <p:nvPr/>
          </p:nvSpPr>
          <p:spPr>
            <a:xfrm flipH="1">
              <a:off x="2636" y="2850"/>
              <a:ext cx="2" cy="1050"/>
            </a:xfrm>
            <a:prstGeom prst="line">
              <a:avLst/>
            </a:prstGeom>
            <a:ln w="9525" cap="flat" cmpd="sng">
              <a:solidFill>
                <a:srgbClr val="000000"/>
              </a:solidFill>
              <a:prstDash val="solid"/>
              <a:headEnd type="none" w="sm" len="med"/>
              <a:tailEnd type="triangle" w="sm" len="med"/>
            </a:ln>
          </p:spPr>
        </p:sp>
        <p:sp>
          <p:nvSpPr>
            <p:cNvPr id="18465" name="Rectangle 24"/>
            <p:cNvSpPr/>
            <p:nvPr/>
          </p:nvSpPr>
          <p:spPr>
            <a:xfrm>
              <a:off x="2454" y="2850"/>
              <a:ext cx="602" cy="1008"/>
            </a:xfrm>
            <a:prstGeom prst="rect">
              <a:avLst/>
            </a:prstGeom>
            <a:noFill/>
            <a:ln w="9525">
              <a:noFill/>
            </a:ln>
          </p:spPr>
          <p:txBody>
            <a:bodyPr vert="eaVert"/>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spcBef>
                  <a:spcPct val="0"/>
                </a:spcBef>
                <a:buClrTx/>
                <a:buSzTx/>
                <a:buFontTx/>
                <a:buNone/>
              </a:pPr>
              <a:r>
                <a:rPr lang="zh-CN" altLang="en-US" sz="1800" b="1" dirty="0">
                  <a:latin typeface="黑体" panose="02010609060101010101" pitchFamily="49" charset="-122"/>
                  <a:ea typeface="黑体" panose="02010609060101010101" pitchFamily="49" charset="-122"/>
                </a:rPr>
                <a:t>考生名单</a:t>
              </a:r>
              <a:endParaRPr lang="zh-CN" altLang="en-US" sz="1800" b="1" dirty="0">
                <a:latin typeface="黑体" panose="02010609060101010101" pitchFamily="49" charset="-122"/>
                <a:ea typeface="黑体" panose="02010609060101010101" pitchFamily="49" charset="-122"/>
              </a:endParaRPr>
            </a:p>
          </p:txBody>
        </p:sp>
      </p:grpSp>
      <p:sp>
        <p:nvSpPr>
          <p:cNvPr id="18442" name="Rectangle 26"/>
          <p:cNvSpPr/>
          <p:nvPr/>
        </p:nvSpPr>
        <p:spPr>
          <a:xfrm>
            <a:off x="608013" y="2054225"/>
            <a:ext cx="2051050" cy="742950"/>
          </a:xfrm>
          <a:prstGeom prst="rect">
            <a:avLst/>
          </a:prstGeom>
          <a:noFill/>
          <a:ln w="9525">
            <a:noFill/>
          </a:ln>
        </p:spPr>
        <p:txBody>
          <a:bodyPr lIns="91221" tIns="45610" rIns="91221" bIns="4561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zh-CN" altLang="en-US" sz="1800" b="1" dirty="0">
                <a:latin typeface="黑体" panose="02010609060101010101" pitchFamily="49" charset="-122"/>
                <a:ea typeface="黑体" panose="02010609060101010101" pitchFamily="49" charset="-122"/>
              </a:rPr>
              <a:t>不合格报名单</a:t>
            </a:r>
            <a:endParaRPr lang="zh-CN" altLang="en-US" sz="1800" b="1" dirty="0">
              <a:latin typeface="黑体" panose="02010609060101010101" pitchFamily="49" charset="-122"/>
              <a:ea typeface="黑体" panose="02010609060101010101" pitchFamily="49" charset="-122"/>
            </a:endParaRPr>
          </a:p>
        </p:txBody>
      </p:sp>
      <p:sp>
        <p:nvSpPr>
          <p:cNvPr id="18443" name="Arc 27"/>
          <p:cNvSpPr/>
          <p:nvPr/>
        </p:nvSpPr>
        <p:spPr>
          <a:xfrm rot="-5688898" flipV="1">
            <a:off x="1182688" y="1930400"/>
            <a:ext cx="906462" cy="1708150"/>
          </a:xfrm>
          <a:custGeom>
            <a:avLst/>
            <a:gdLst/>
            <a:ahLst/>
            <a:cxnLst>
              <a:cxn ang="0">
                <a:pos x="0" y="0"/>
              </a:cxn>
              <a:cxn ang="0">
                <a:pos x="2147483646" y="2147483646"/>
              </a:cxn>
              <a:cxn ang="0">
                <a:pos x="0" y="2147483646"/>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none" w="sm" len="med"/>
            <a:tailEnd type="triangle" w="sm" len="med"/>
          </a:ln>
        </p:spPr>
        <p:txBody>
          <a:bodyPr/>
          <a:p>
            <a:endParaRPr lang="zh-CN" altLang="en-US"/>
          </a:p>
        </p:txBody>
      </p:sp>
      <p:grpSp>
        <p:nvGrpSpPr>
          <p:cNvPr id="18444" name="Group 28"/>
          <p:cNvGrpSpPr/>
          <p:nvPr/>
        </p:nvGrpSpPr>
        <p:grpSpPr>
          <a:xfrm>
            <a:off x="744538" y="3700463"/>
            <a:ext cx="1706562" cy="908050"/>
            <a:chOff x="3268" y="10725"/>
            <a:chExt cx="1347" cy="567"/>
          </a:xfrm>
        </p:grpSpPr>
        <p:sp>
          <p:nvSpPr>
            <p:cNvPr id="18462" name="Arc 29"/>
            <p:cNvSpPr/>
            <p:nvPr/>
          </p:nvSpPr>
          <p:spPr>
            <a:xfrm rot="5912274">
              <a:off x="3658" y="10335"/>
              <a:ext cx="567" cy="1347"/>
            </a:xfrm>
            <a:custGeom>
              <a:avLst/>
              <a:gdLst/>
              <a:ahLst/>
              <a:cxnLst>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none" w="sm" len="med"/>
              <a:tailEnd type="triangle" w="sm" len="med"/>
            </a:ln>
          </p:spPr>
          <p:txBody>
            <a:bodyPr/>
            <a:p>
              <a:endParaRPr lang="zh-CN" altLang="en-US"/>
            </a:p>
          </p:txBody>
        </p:sp>
        <p:sp>
          <p:nvSpPr>
            <p:cNvPr id="18463" name="Rectangle 30"/>
            <p:cNvSpPr/>
            <p:nvPr/>
          </p:nvSpPr>
          <p:spPr>
            <a:xfrm>
              <a:off x="3384" y="10815"/>
              <a:ext cx="94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zh-CN" altLang="en-US" sz="1800" b="1" dirty="0">
                  <a:latin typeface="黑体" panose="02010609060101010101" pitchFamily="49" charset="-122"/>
                  <a:ea typeface="黑体" panose="02010609060101010101" pitchFamily="49" charset="-122"/>
                </a:rPr>
                <a:t>准考证</a:t>
              </a:r>
              <a:endParaRPr lang="zh-CN" altLang="en-US" sz="1800" b="1" dirty="0">
                <a:latin typeface="黑体" panose="02010609060101010101" pitchFamily="49" charset="-122"/>
                <a:ea typeface="黑体" panose="02010609060101010101" pitchFamily="49" charset="-122"/>
              </a:endParaRPr>
            </a:p>
          </p:txBody>
        </p:sp>
      </p:grpSp>
      <p:grpSp>
        <p:nvGrpSpPr>
          <p:cNvPr id="18445" name="Group 32"/>
          <p:cNvGrpSpPr/>
          <p:nvPr/>
        </p:nvGrpSpPr>
        <p:grpSpPr>
          <a:xfrm>
            <a:off x="4843463" y="2789238"/>
            <a:ext cx="1235075" cy="1358900"/>
            <a:chOff x="4154" y="12570"/>
            <a:chExt cx="974" cy="850"/>
          </a:xfrm>
        </p:grpSpPr>
        <p:sp>
          <p:nvSpPr>
            <p:cNvPr id="18460" name="Oval 33"/>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sp>
          <p:nvSpPr>
            <p:cNvPr id="18461" name="Rectangle 34"/>
            <p:cNvSpPr/>
            <p:nvPr/>
          </p:nvSpPr>
          <p:spPr>
            <a:xfrm>
              <a:off x="4154" y="12630"/>
              <a:ext cx="974" cy="78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en-US" altLang="zh-CN" sz="1800" b="1" dirty="0">
                  <a:latin typeface="黑体" panose="02010609060101010101" pitchFamily="49" charset="-122"/>
                  <a:ea typeface="黑体" panose="02010609060101010101" pitchFamily="49" charset="-122"/>
                </a:rPr>
                <a:t>2</a:t>
              </a:r>
              <a:endParaRPr lang="en-US" altLang="zh-CN" sz="1800" b="1" dirty="0">
                <a:latin typeface="黑体" panose="02010609060101010101" pitchFamily="49" charset="-122"/>
                <a:ea typeface="黑体" panose="02010609060101010101" pitchFamily="49" charset="-122"/>
              </a:endParaRPr>
            </a:p>
            <a:p>
              <a:pPr marL="0" lvl="0" indent="0" algn="ctr" eaLnBrk="1" hangingPunct="1">
                <a:spcBef>
                  <a:spcPct val="0"/>
                </a:spcBef>
                <a:buClrTx/>
                <a:buSzTx/>
                <a:buFontTx/>
                <a:buNone/>
              </a:pPr>
              <a:r>
                <a:rPr lang="zh-CN" altLang="en-US" sz="1800" b="1" dirty="0">
                  <a:latin typeface="黑体" panose="02010609060101010101" pitchFamily="49" charset="-122"/>
                  <a:ea typeface="黑体" panose="02010609060101010101" pitchFamily="49" charset="-122"/>
                </a:rPr>
                <a:t>统计</a:t>
              </a:r>
              <a:endParaRPr lang="zh-CN" altLang="en-US" sz="1800" b="1" dirty="0">
                <a:latin typeface="黑体" panose="02010609060101010101" pitchFamily="49" charset="-122"/>
                <a:ea typeface="黑体" panose="02010609060101010101" pitchFamily="49" charset="-122"/>
              </a:endParaRPr>
            </a:p>
            <a:p>
              <a:pPr marL="0" lvl="0" indent="0" algn="ctr" eaLnBrk="1" hangingPunct="1">
                <a:spcBef>
                  <a:spcPct val="0"/>
                </a:spcBef>
                <a:buClrTx/>
                <a:buSzTx/>
                <a:buFontTx/>
                <a:buNone/>
              </a:pPr>
              <a:r>
                <a:rPr lang="zh-CN" altLang="en-US" sz="1800" b="1" dirty="0">
                  <a:latin typeface="黑体" panose="02010609060101010101" pitchFamily="49" charset="-122"/>
                  <a:ea typeface="黑体" panose="02010609060101010101" pitchFamily="49" charset="-122"/>
                </a:rPr>
                <a:t>成绩</a:t>
              </a:r>
              <a:endParaRPr lang="zh-CN" altLang="en-US" sz="1800" b="1" dirty="0">
                <a:latin typeface="黑体" panose="02010609060101010101" pitchFamily="49" charset="-122"/>
                <a:ea typeface="黑体" panose="02010609060101010101" pitchFamily="49" charset="-122"/>
              </a:endParaRPr>
            </a:p>
          </p:txBody>
        </p:sp>
      </p:grpSp>
      <p:grpSp>
        <p:nvGrpSpPr>
          <p:cNvPr id="18446" name="Group 35"/>
          <p:cNvGrpSpPr/>
          <p:nvPr/>
        </p:nvGrpSpPr>
        <p:grpSpPr>
          <a:xfrm>
            <a:off x="5984875" y="2909888"/>
            <a:ext cx="1617663" cy="742950"/>
            <a:chOff x="7918" y="3720"/>
            <a:chExt cx="1276" cy="465"/>
          </a:xfrm>
        </p:grpSpPr>
        <p:sp>
          <p:nvSpPr>
            <p:cNvPr id="18458" name="Line 36"/>
            <p:cNvSpPr/>
            <p:nvPr/>
          </p:nvSpPr>
          <p:spPr>
            <a:xfrm>
              <a:off x="7918" y="4065"/>
              <a:ext cx="1276" cy="0"/>
            </a:xfrm>
            <a:prstGeom prst="line">
              <a:avLst/>
            </a:prstGeom>
            <a:ln w="9525" cap="flat" cmpd="sng">
              <a:solidFill>
                <a:srgbClr val="000000"/>
              </a:solidFill>
              <a:prstDash val="solid"/>
              <a:headEnd type="none" w="sm" len="med"/>
              <a:tailEnd type="triangle" w="sm" len="med"/>
            </a:ln>
          </p:spPr>
        </p:sp>
        <p:sp>
          <p:nvSpPr>
            <p:cNvPr id="18459" name="Rectangle 37"/>
            <p:cNvSpPr/>
            <p:nvPr/>
          </p:nvSpPr>
          <p:spPr>
            <a:xfrm>
              <a:off x="7934" y="3720"/>
              <a:ext cx="121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zh-CN" altLang="en-US" sz="1800" b="1" dirty="0">
                  <a:latin typeface="黑体" panose="02010609060101010101" pitchFamily="49" charset="-122"/>
                  <a:ea typeface="黑体" panose="02010609060101010101" pitchFamily="49" charset="-122"/>
                </a:rPr>
                <a:t>统计分析表</a:t>
              </a:r>
              <a:endParaRPr lang="zh-CN" altLang="en-US" sz="1800" b="1" dirty="0">
                <a:latin typeface="黑体" panose="02010609060101010101" pitchFamily="49" charset="-122"/>
                <a:ea typeface="黑体" panose="02010609060101010101" pitchFamily="49" charset="-122"/>
              </a:endParaRPr>
            </a:p>
          </p:txBody>
        </p:sp>
      </p:grpSp>
      <p:grpSp>
        <p:nvGrpSpPr>
          <p:cNvPr id="18447" name="Group 38"/>
          <p:cNvGrpSpPr/>
          <p:nvPr/>
        </p:nvGrpSpPr>
        <p:grpSpPr>
          <a:xfrm>
            <a:off x="5262563" y="4156075"/>
            <a:ext cx="762000" cy="1852613"/>
            <a:chOff x="6834" y="11010"/>
            <a:chExt cx="602" cy="1158"/>
          </a:xfrm>
        </p:grpSpPr>
        <p:sp>
          <p:nvSpPr>
            <p:cNvPr id="18456" name="Line 39"/>
            <p:cNvSpPr/>
            <p:nvPr/>
          </p:nvSpPr>
          <p:spPr>
            <a:xfrm flipH="1">
              <a:off x="7016" y="11010"/>
              <a:ext cx="2" cy="1050"/>
            </a:xfrm>
            <a:prstGeom prst="line">
              <a:avLst/>
            </a:prstGeom>
            <a:ln w="9525" cap="flat" cmpd="sng">
              <a:solidFill>
                <a:srgbClr val="000000"/>
              </a:solidFill>
              <a:prstDash val="solid"/>
              <a:headEnd type="triangle" w="sm" len="med"/>
              <a:tailEnd type="none" w="med" len="med"/>
            </a:ln>
          </p:spPr>
        </p:sp>
        <p:sp>
          <p:nvSpPr>
            <p:cNvPr id="18457" name="Rectangle 40"/>
            <p:cNvSpPr/>
            <p:nvPr/>
          </p:nvSpPr>
          <p:spPr>
            <a:xfrm>
              <a:off x="6834" y="11160"/>
              <a:ext cx="602" cy="1008"/>
            </a:xfrm>
            <a:prstGeom prst="rect">
              <a:avLst/>
            </a:prstGeom>
            <a:noFill/>
            <a:ln w="9525">
              <a:noFill/>
            </a:ln>
          </p:spPr>
          <p:txBody>
            <a:bodyPr vert="eaVert"/>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spcBef>
                  <a:spcPct val="0"/>
                </a:spcBef>
                <a:buClrTx/>
                <a:buSzTx/>
                <a:buFontTx/>
                <a:buNone/>
              </a:pPr>
              <a:r>
                <a:rPr lang="zh-CN" altLang="en-US" sz="1800" b="1" dirty="0">
                  <a:latin typeface="黑体" panose="02010609060101010101" pitchFamily="49" charset="-122"/>
                  <a:ea typeface="黑体" panose="02010609060101010101" pitchFamily="49" charset="-122"/>
                </a:rPr>
                <a:t>合格标准</a:t>
              </a:r>
              <a:endParaRPr lang="zh-CN" altLang="en-US" sz="1800" b="1" dirty="0">
                <a:latin typeface="黑体" panose="02010609060101010101" pitchFamily="49" charset="-122"/>
                <a:ea typeface="黑体" panose="02010609060101010101" pitchFamily="49" charset="-122"/>
              </a:endParaRPr>
            </a:p>
          </p:txBody>
        </p:sp>
      </p:grpSp>
      <p:sp>
        <p:nvSpPr>
          <p:cNvPr id="18448" name="Rectangle 42"/>
          <p:cNvSpPr/>
          <p:nvPr/>
        </p:nvSpPr>
        <p:spPr>
          <a:xfrm>
            <a:off x="6329363" y="2054225"/>
            <a:ext cx="1538287" cy="744538"/>
          </a:xfrm>
          <a:prstGeom prst="rect">
            <a:avLst/>
          </a:prstGeom>
          <a:noFill/>
          <a:ln w="9525">
            <a:noFill/>
          </a:ln>
        </p:spPr>
        <p:txBody>
          <a:bodyPr lIns="91221" tIns="45610" rIns="91221" bIns="4561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zh-CN" altLang="en-US" sz="1800" b="1" dirty="0">
                <a:latin typeface="黑体" panose="02010609060101010101" pitchFamily="49" charset="-122"/>
                <a:ea typeface="黑体" panose="02010609060101010101" pitchFamily="49" charset="-122"/>
              </a:rPr>
              <a:t>考生通知单</a:t>
            </a:r>
            <a:endParaRPr lang="zh-CN" altLang="en-US" sz="1800" b="1" dirty="0">
              <a:latin typeface="黑体" panose="02010609060101010101" pitchFamily="49" charset="-122"/>
              <a:ea typeface="黑体" panose="02010609060101010101" pitchFamily="49" charset="-122"/>
            </a:endParaRPr>
          </a:p>
        </p:txBody>
      </p:sp>
      <p:sp>
        <p:nvSpPr>
          <p:cNvPr id="18449" name="Arc 43"/>
          <p:cNvSpPr/>
          <p:nvPr/>
        </p:nvSpPr>
        <p:spPr>
          <a:xfrm rot="5688898" flipH="1" flipV="1">
            <a:off x="6351588" y="1928813"/>
            <a:ext cx="908050" cy="1708150"/>
          </a:xfrm>
          <a:custGeom>
            <a:avLst/>
            <a:gdLst/>
            <a:ahLst/>
            <a:cxnLst>
              <a:cxn ang="0">
                <a:pos x="0" y="0"/>
              </a:cxn>
              <a:cxn ang="0">
                <a:pos x="2147483646" y="2147483646"/>
              </a:cxn>
              <a:cxn ang="0">
                <a:pos x="0" y="2147483646"/>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none" w="sm" len="med"/>
            <a:tailEnd type="triangle" w="sm" len="med"/>
          </a:ln>
        </p:spPr>
        <p:txBody>
          <a:bodyPr/>
          <a:p>
            <a:endParaRPr lang="zh-CN" altLang="en-US"/>
          </a:p>
        </p:txBody>
      </p:sp>
      <p:grpSp>
        <p:nvGrpSpPr>
          <p:cNvPr id="18450" name="Group 44"/>
          <p:cNvGrpSpPr/>
          <p:nvPr/>
        </p:nvGrpSpPr>
        <p:grpSpPr>
          <a:xfrm>
            <a:off x="5972175" y="3629025"/>
            <a:ext cx="2006600" cy="906463"/>
            <a:chOff x="7394" y="10680"/>
            <a:chExt cx="1584" cy="567"/>
          </a:xfrm>
        </p:grpSpPr>
        <p:sp>
          <p:nvSpPr>
            <p:cNvPr id="18454" name="Arc 45"/>
            <p:cNvSpPr/>
            <p:nvPr/>
          </p:nvSpPr>
          <p:spPr>
            <a:xfrm rot="-5912274" flipH="1">
              <a:off x="7784" y="10290"/>
              <a:ext cx="567" cy="1347"/>
            </a:xfrm>
            <a:custGeom>
              <a:avLst/>
              <a:gdLst/>
              <a:ahLst/>
              <a:cxnLst>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none" w="sm" len="med"/>
              <a:tailEnd type="triangle" w="sm" len="med"/>
            </a:ln>
          </p:spPr>
          <p:txBody>
            <a:bodyPr/>
            <a:p>
              <a:endParaRPr lang="zh-CN" altLang="en-US"/>
            </a:p>
          </p:txBody>
        </p:sp>
        <p:sp>
          <p:nvSpPr>
            <p:cNvPr id="18455" name="Rectangle 46"/>
            <p:cNvSpPr/>
            <p:nvPr/>
          </p:nvSpPr>
          <p:spPr>
            <a:xfrm>
              <a:off x="7524" y="10830"/>
              <a:ext cx="1454" cy="39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64000"/>
                </a:lnSpc>
                <a:spcBef>
                  <a:spcPct val="0"/>
                </a:spcBef>
                <a:buClrTx/>
                <a:buSzTx/>
                <a:buFontTx/>
                <a:buNone/>
              </a:pPr>
              <a:r>
                <a:rPr lang="zh-CN" altLang="en-US" sz="1800" b="1" dirty="0">
                  <a:latin typeface="黑体" panose="02010609060101010101" pitchFamily="49" charset="-122"/>
                  <a:ea typeface="黑体" panose="02010609060101010101" pitchFamily="49" charset="-122"/>
                </a:rPr>
                <a:t>错误成绩清单</a:t>
              </a:r>
              <a:endParaRPr lang="zh-CN" altLang="en-US" sz="1800" b="1" dirty="0">
                <a:latin typeface="黑体" panose="02010609060101010101" pitchFamily="49" charset="-122"/>
                <a:ea typeface="黑体" panose="02010609060101010101" pitchFamily="49" charset="-122"/>
              </a:endParaRPr>
            </a:p>
          </p:txBody>
        </p:sp>
      </p:grpSp>
      <p:grpSp>
        <p:nvGrpSpPr>
          <p:cNvPr id="18451" name="Group 47"/>
          <p:cNvGrpSpPr/>
          <p:nvPr/>
        </p:nvGrpSpPr>
        <p:grpSpPr>
          <a:xfrm>
            <a:off x="5745163" y="4100513"/>
            <a:ext cx="2136775" cy="1111250"/>
            <a:chOff x="7215" y="10975"/>
            <a:chExt cx="1687" cy="695"/>
          </a:xfrm>
        </p:grpSpPr>
        <p:sp>
          <p:nvSpPr>
            <p:cNvPr id="18452" name="Arc 48"/>
            <p:cNvSpPr/>
            <p:nvPr/>
          </p:nvSpPr>
          <p:spPr>
            <a:xfrm rot="-5227353" flipH="1">
              <a:off x="7631" y="10559"/>
              <a:ext cx="637" cy="1469"/>
            </a:xfrm>
            <a:custGeom>
              <a:avLst/>
              <a:gdLst/>
              <a:ahLst/>
              <a:cxnLst>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triangle" w="sm" len="med"/>
              <a:tailEnd type="none" w="med" len="med"/>
            </a:ln>
          </p:spPr>
          <p:txBody>
            <a:bodyPr/>
            <a:p>
              <a:endParaRPr lang="zh-CN" altLang="en-US"/>
            </a:p>
          </p:txBody>
        </p:sp>
        <p:sp>
          <p:nvSpPr>
            <p:cNvPr id="18453" name="Rectangle 49"/>
            <p:cNvSpPr/>
            <p:nvPr/>
          </p:nvSpPr>
          <p:spPr>
            <a:xfrm>
              <a:off x="7778" y="11280"/>
              <a:ext cx="1124" cy="39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64000"/>
                </a:lnSpc>
                <a:spcBef>
                  <a:spcPct val="0"/>
                </a:spcBef>
                <a:buClrTx/>
                <a:buSzTx/>
                <a:buFontTx/>
                <a:buNone/>
              </a:pPr>
              <a:r>
                <a:rPr lang="zh-CN" altLang="en-US" sz="1800" b="1" dirty="0">
                  <a:latin typeface="黑体" panose="02010609060101010101" pitchFamily="49" charset="-122"/>
                  <a:ea typeface="黑体" panose="02010609060101010101" pitchFamily="49" charset="-122"/>
                </a:rPr>
                <a:t>成绩清单</a:t>
              </a:r>
              <a:endParaRPr lang="zh-CN" altLang="en-US" sz="1800" b="1" dirty="0">
                <a:latin typeface="黑体" panose="02010609060101010101" pitchFamily="49" charset="-122"/>
                <a:ea typeface="黑体" panose="02010609060101010101" pitchFamily="49" charset="-122"/>
              </a:endParaRPr>
            </a:p>
          </p:txBody>
        </p:sp>
      </p:gr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2"/>
          <p:cNvSpPr>
            <a:spLocks noGrp="1"/>
          </p:cNvSpPr>
          <p:nvPr>
            <p:ph type="title"/>
          </p:nvPr>
        </p:nvSpPr>
        <p:spPr>
          <a:xfrm>
            <a:off x="441325" y="304800"/>
            <a:ext cx="8207375" cy="1139825"/>
          </a:xfrm>
          <a:ln/>
        </p:spPr>
        <p:txBody>
          <a:bodyPr vert="horz" wrap="square" lIns="0" tIns="45610" rIns="0" bIns="0" anchor="b" anchorCtr="0"/>
          <a:p>
            <a:pPr eaLnBrk="1" hangingPunct="1"/>
            <a:r>
              <a:rPr lang="zh-CN" altLang="en-US" b="1" dirty="0">
                <a:latin typeface="微软雅黑" panose="020B0503020204020204" pitchFamily="34" charset="-122"/>
                <a:ea typeface="微软雅黑" panose="020B0503020204020204" pitchFamily="34" charset="-122"/>
              </a:rPr>
              <a:t>考务处理系统加工</a:t>
            </a: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子图</a:t>
            </a:r>
            <a:endParaRPr lang="zh-CN" altLang="en-US" b="1" dirty="0">
              <a:latin typeface="微软雅黑" panose="020B0503020204020204" pitchFamily="34" charset="-122"/>
              <a:ea typeface="微软雅黑" panose="020B0503020204020204" pitchFamily="34" charset="-122"/>
            </a:endParaRPr>
          </a:p>
        </p:txBody>
      </p:sp>
      <p:grpSp>
        <p:nvGrpSpPr>
          <p:cNvPr id="20483" name="Group 8"/>
          <p:cNvGrpSpPr/>
          <p:nvPr/>
        </p:nvGrpSpPr>
        <p:grpSpPr>
          <a:xfrm>
            <a:off x="5121275" y="4559300"/>
            <a:ext cx="2781300" cy="942975"/>
            <a:chOff x="5516" y="6465"/>
            <a:chExt cx="2206" cy="850"/>
          </a:xfrm>
        </p:grpSpPr>
        <p:grpSp>
          <p:nvGrpSpPr>
            <p:cNvPr id="20513" name="Group 9"/>
            <p:cNvGrpSpPr/>
            <p:nvPr/>
          </p:nvGrpSpPr>
          <p:grpSpPr>
            <a:xfrm>
              <a:off x="5516" y="6465"/>
              <a:ext cx="974" cy="850"/>
              <a:chOff x="4154" y="12570"/>
              <a:chExt cx="974" cy="850"/>
            </a:xfrm>
          </p:grpSpPr>
          <p:sp>
            <p:nvSpPr>
              <p:cNvPr id="20517" name="Oval 10"/>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sp>
            <p:nvSpPr>
              <p:cNvPr id="20518" name="Rectangle 11"/>
              <p:cNvSpPr/>
              <p:nvPr/>
            </p:nvSpPr>
            <p:spPr>
              <a:xfrm>
                <a:off x="4154" y="12630"/>
                <a:ext cx="974" cy="78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en-US" altLang="zh-CN" sz="1800" b="1" dirty="0">
                    <a:latin typeface="黑体" panose="02010609060101010101" pitchFamily="49" charset="-122"/>
                    <a:ea typeface="黑体" panose="02010609060101010101" pitchFamily="49" charset="-122"/>
                  </a:rPr>
                  <a:t>1.3</a:t>
                </a:r>
                <a:endParaRPr lang="en-US" altLang="zh-CN" sz="1800" b="1" dirty="0">
                  <a:latin typeface="黑体" panose="02010609060101010101" pitchFamily="49" charset="-122"/>
                  <a:ea typeface="黑体" panose="02010609060101010101" pitchFamily="49" charset="-122"/>
                </a:endParaRPr>
              </a:p>
              <a:p>
                <a:pPr marL="0" lvl="0" indent="0" algn="ctr" eaLnBrk="1" hangingPunct="1">
                  <a:spcBef>
                    <a:spcPct val="0"/>
                  </a:spcBef>
                  <a:buClrTx/>
                  <a:buSzTx/>
                  <a:buFontTx/>
                  <a:buNone/>
                </a:pPr>
                <a:r>
                  <a:rPr lang="zh-CN" altLang="en-US" sz="1800" b="1" dirty="0">
                    <a:latin typeface="黑体" panose="02010609060101010101" pitchFamily="49" charset="-122"/>
                    <a:ea typeface="黑体" panose="02010609060101010101" pitchFamily="49" charset="-122"/>
                  </a:rPr>
                  <a:t>登记</a:t>
                </a:r>
                <a:endParaRPr lang="zh-CN" altLang="en-US" sz="1800" b="1" dirty="0">
                  <a:latin typeface="黑体" panose="02010609060101010101" pitchFamily="49" charset="-122"/>
                  <a:ea typeface="黑体" panose="02010609060101010101" pitchFamily="49" charset="-122"/>
                </a:endParaRPr>
              </a:p>
              <a:p>
                <a:pPr marL="0" lvl="0" indent="0" algn="ctr" eaLnBrk="1" hangingPunct="1">
                  <a:spcBef>
                    <a:spcPct val="0"/>
                  </a:spcBef>
                  <a:buClrTx/>
                  <a:buSzTx/>
                  <a:buFontTx/>
                  <a:buNone/>
                </a:pPr>
                <a:r>
                  <a:rPr lang="zh-CN" altLang="en-US" sz="1800" b="1" dirty="0">
                    <a:latin typeface="黑体" panose="02010609060101010101" pitchFamily="49" charset="-122"/>
                    <a:ea typeface="黑体" panose="02010609060101010101" pitchFamily="49" charset="-122"/>
                  </a:rPr>
                  <a:t>考生</a:t>
                </a:r>
                <a:endParaRPr lang="zh-CN" altLang="en-US" sz="1800" b="1" dirty="0">
                  <a:latin typeface="黑体" panose="02010609060101010101" pitchFamily="49" charset="-122"/>
                  <a:ea typeface="黑体" panose="02010609060101010101" pitchFamily="49" charset="-122"/>
                </a:endParaRPr>
              </a:p>
            </p:txBody>
          </p:sp>
        </p:grpSp>
        <p:grpSp>
          <p:nvGrpSpPr>
            <p:cNvPr id="20514" name="Group 12"/>
            <p:cNvGrpSpPr/>
            <p:nvPr/>
          </p:nvGrpSpPr>
          <p:grpSpPr>
            <a:xfrm>
              <a:off x="6446" y="6540"/>
              <a:ext cx="1276" cy="465"/>
              <a:chOff x="7918" y="3720"/>
              <a:chExt cx="1276" cy="465"/>
            </a:xfrm>
          </p:grpSpPr>
          <p:sp>
            <p:nvSpPr>
              <p:cNvPr id="20515" name="Line 13"/>
              <p:cNvSpPr/>
              <p:nvPr/>
            </p:nvSpPr>
            <p:spPr>
              <a:xfrm>
                <a:off x="7918" y="4065"/>
                <a:ext cx="1276" cy="0"/>
              </a:xfrm>
              <a:prstGeom prst="line">
                <a:avLst/>
              </a:prstGeom>
              <a:ln w="9525" cap="flat" cmpd="sng">
                <a:solidFill>
                  <a:srgbClr val="000000"/>
                </a:solidFill>
                <a:prstDash val="solid"/>
                <a:headEnd type="none" w="sm" len="med"/>
                <a:tailEnd type="triangle" w="sm" len="med"/>
              </a:ln>
            </p:spPr>
          </p:sp>
          <p:sp>
            <p:nvSpPr>
              <p:cNvPr id="20516" name="Rectangle 14"/>
              <p:cNvSpPr/>
              <p:nvPr/>
            </p:nvSpPr>
            <p:spPr>
              <a:xfrm>
                <a:off x="7934" y="3720"/>
                <a:ext cx="121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zh-CN" altLang="en-US" sz="1800" b="1" dirty="0">
                    <a:latin typeface="黑体" panose="02010609060101010101" pitchFamily="49" charset="-122"/>
                    <a:ea typeface="黑体" panose="02010609060101010101" pitchFamily="49" charset="-122"/>
                  </a:rPr>
                  <a:t>考生名单</a:t>
                </a:r>
                <a:endParaRPr lang="zh-CN" altLang="en-US" sz="1800" b="1" dirty="0">
                  <a:latin typeface="黑体" panose="02010609060101010101" pitchFamily="49" charset="-122"/>
                  <a:ea typeface="黑体" panose="02010609060101010101" pitchFamily="49" charset="-122"/>
                </a:endParaRPr>
              </a:p>
            </p:txBody>
          </p:sp>
        </p:grpSp>
      </p:grpSp>
      <p:grpSp>
        <p:nvGrpSpPr>
          <p:cNvPr id="20484" name="Group 15"/>
          <p:cNvGrpSpPr/>
          <p:nvPr/>
        </p:nvGrpSpPr>
        <p:grpSpPr>
          <a:xfrm>
            <a:off x="5118100" y="2444750"/>
            <a:ext cx="2781300" cy="942975"/>
            <a:chOff x="5680" y="9405"/>
            <a:chExt cx="2206" cy="850"/>
          </a:xfrm>
        </p:grpSpPr>
        <p:grpSp>
          <p:nvGrpSpPr>
            <p:cNvPr id="20507" name="Group 16"/>
            <p:cNvGrpSpPr/>
            <p:nvPr/>
          </p:nvGrpSpPr>
          <p:grpSpPr>
            <a:xfrm>
              <a:off x="5680" y="9405"/>
              <a:ext cx="974" cy="850"/>
              <a:chOff x="4154" y="12570"/>
              <a:chExt cx="974" cy="850"/>
            </a:xfrm>
          </p:grpSpPr>
          <p:sp>
            <p:nvSpPr>
              <p:cNvPr id="20511" name="Oval 17"/>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sp>
            <p:nvSpPr>
              <p:cNvPr id="20512" name="Rectangle 18"/>
              <p:cNvSpPr/>
              <p:nvPr/>
            </p:nvSpPr>
            <p:spPr>
              <a:xfrm>
                <a:off x="4154" y="12630"/>
                <a:ext cx="974" cy="78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en-US" altLang="zh-CN" sz="1800" b="1" dirty="0">
                    <a:latin typeface="黑体" panose="02010609060101010101" pitchFamily="49" charset="-122"/>
                    <a:ea typeface="黑体" panose="02010609060101010101" pitchFamily="49" charset="-122"/>
                  </a:rPr>
                  <a:t>1.2</a:t>
                </a:r>
                <a:endParaRPr lang="en-US" altLang="zh-CN" sz="1800" b="1" dirty="0">
                  <a:latin typeface="黑体" panose="02010609060101010101" pitchFamily="49" charset="-122"/>
                  <a:ea typeface="黑体" panose="02010609060101010101" pitchFamily="49" charset="-122"/>
                </a:endParaRPr>
              </a:p>
              <a:p>
                <a:pPr marL="0" lvl="0" indent="0" algn="ctr" eaLnBrk="1" hangingPunct="1">
                  <a:spcBef>
                    <a:spcPct val="0"/>
                  </a:spcBef>
                  <a:buClrTx/>
                  <a:buSzTx/>
                  <a:buFontTx/>
                  <a:buNone/>
                </a:pPr>
                <a:r>
                  <a:rPr lang="zh-CN" altLang="en-US" sz="1800" b="1" dirty="0">
                    <a:latin typeface="黑体" panose="02010609060101010101" pitchFamily="49" charset="-122"/>
                    <a:ea typeface="黑体" panose="02010609060101010101" pitchFamily="49" charset="-122"/>
                  </a:rPr>
                  <a:t>编准考证号</a:t>
                </a:r>
                <a:endParaRPr lang="zh-CN" altLang="en-US" sz="1800" b="1" dirty="0">
                  <a:latin typeface="黑体" panose="02010609060101010101" pitchFamily="49" charset="-122"/>
                  <a:ea typeface="黑体" panose="02010609060101010101" pitchFamily="49" charset="-122"/>
                </a:endParaRPr>
              </a:p>
            </p:txBody>
          </p:sp>
        </p:grpSp>
        <p:grpSp>
          <p:nvGrpSpPr>
            <p:cNvPr id="20508" name="Group 19"/>
            <p:cNvGrpSpPr/>
            <p:nvPr/>
          </p:nvGrpSpPr>
          <p:grpSpPr>
            <a:xfrm>
              <a:off x="6610" y="9480"/>
              <a:ext cx="1276" cy="465"/>
              <a:chOff x="7918" y="3720"/>
              <a:chExt cx="1276" cy="465"/>
            </a:xfrm>
          </p:grpSpPr>
          <p:sp>
            <p:nvSpPr>
              <p:cNvPr id="20509" name="Line 20"/>
              <p:cNvSpPr/>
              <p:nvPr/>
            </p:nvSpPr>
            <p:spPr>
              <a:xfrm>
                <a:off x="7918" y="4065"/>
                <a:ext cx="1276" cy="0"/>
              </a:xfrm>
              <a:prstGeom prst="line">
                <a:avLst/>
              </a:prstGeom>
              <a:ln w="9525" cap="flat" cmpd="sng">
                <a:solidFill>
                  <a:srgbClr val="000000"/>
                </a:solidFill>
                <a:prstDash val="solid"/>
                <a:headEnd type="none" w="sm" len="med"/>
                <a:tailEnd type="triangle" w="sm" len="med"/>
              </a:ln>
            </p:spPr>
          </p:sp>
          <p:sp>
            <p:nvSpPr>
              <p:cNvPr id="20510" name="Rectangle 21"/>
              <p:cNvSpPr/>
              <p:nvPr/>
            </p:nvSpPr>
            <p:spPr>
              <a:xfrm>
                <a:off x="7934" y="3720"/>
                <a:ext cx="121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zh-CN" altLang="en-US" sz="1800" b="1" dirty="0">
                    <a:latin typeface="黑体" panose="02010609060101010101" pitchFamily="49" charset="-122"/>
                    <a:ea typeface="黑体" panose="02010609060101010101" pitchFamily="49" charset="-122"/>
                  </a:rPr>
                  <a:t>准考证</a:t>
                </a:r>
                <a:endParaRPr lang="zh-CN" altLang="en-US" sz="1800" b="1" dirty="0">
                  <a:latin typeface="黑体" panose="02010609060101010101" pitchFamily="49" charset="-122"/>
                  <a:ea typeface="黑体" panose="02010609060101010101" pitchFamily="49" charset="-122"/>
                </a:endParaRPr>
              </a:p>
            </p:txBody>
          </p:sp>
        </p:grpSp>
      </p:grpSp>
      <p:sp>
        <p:nvSpPr>
          <p:cNvPr id="20485" name="Line 23"/>
          <p:cNvSpPr/>
          <p:nvPr/>
        </p:nvSpPr>
        <p:spPr>
          <a:xfrm flipH="1">
            <a:off x="5772150" y="3376613"/>
            <a:ext cx="3175" cy="1165225"/>
          </a:xfrm>
          <a:prstGeom prst="line">
            <a:avLst/>
          </a:prstGeom>
          <a:ln w="9525" cap="flat" cmpd="sng">
            <a:solidFill>
              <a:srgbClr val="000000"/>
            </a:solidFill>
            <a:prstDash val="solid"/>
            <a:headEnd type="none" w="sm" len="med"/>
            <a:tailEnd type="triangle" w="sm" len="med"/>
          </a:ln>
        </p:spPr>
      </p:sp>
      <p:sp>
        <p:nvSpPr>
          <p:cNvPr id="20486" name="Rectangle 24"/>
          <p:cNvSpPr/>
          <p:nvPr/>
        </p:nvSpPr>
        <p:spPr>
          <a:xfrm>
            <a:off x="5495925" y="3224213"/>
            <a:ext cx="760413" cy="1446212"/>
          </a:xfrm>
          <a:prstGeom prst="rect">
            <a:avLst/>
          </a:prstGeom>
          <a:noFill/>
          <a:ln w="9525">
            <a:noFill/>
          </a:ln>
        </p:spPr>
        <p:txBody>
          <a:bodyPr vert="eaVert" lIns="91221" tIns="45610" rIns="91221" bIns="4561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spcBef>
                <a:spcPct val="0"/>
              </a:spcBef>
              <a:buClrTx/>
              <a:buSzTx/>
              <a:buFontTx/>
              <a:buNone/>
            </a:pPr>
            <a:r>
              <a:rPr lang="en-US" altLang="zh-CN" sz="1800" b="1" dirty="0">
                <a:latin typeface="黑体" panose="02010609060101010101" pitchFamily="49" charset="-122"/>
                <a:ea typeface="黑体" panose="02010609060101010101" pitchFamily="49" charset="-122"/>
              </a:rPr>
              <a:t> </a:t>
            </a:r>
            <a:r>
              <a:rPr lang="zh-CN" altLang="en-US" sz="1800" b="1" dirty="0">
                <a:latin typeface="黑体" panose="02010609060101010101" pitchFamily="49" charset="-122"/>
                <a:ea typeface="黑体" panose="02010609060101010101" pitchFamily="49" charset="-122"/>
              </a:rPr>
              <a:t>正式报名单</a:t>
            </a:r>
            <a:endParaRPr lang="zh-CN" altLang="en-US" sz="1800" b="1" dirty="0">
              <a:latin typeface="黑体" panose="02010609060101010101" pitchFamily="49" charset="-122"/>
              <a:ea typeface="黑体" panose="02010609060101010101" pitchFamily="49" charset="-122"/>
            </a:endParaRPr>
          </a:p>
        </p:txBody>
      </p:sp>
      <p:grpSp>
        <p:nvGrpSpPr>
          <p:cNvPr id="20487" name="Group 26"/>
          <p:cNvGrpSpPr/>
          <p:nvPr/>
        </p:nvGrpSpPr>
        <p:grpSpPr>
          <a:xfrm>
            <a:off x="1128713" y="2462213"/>
            <a:ext cx="4068762" cy="942975"/>
            <a:chOff x="2530" y="9420"/>
            <a:chExt cx="3226" cy="850"/>
          </a:xfrm>
        </p:grpSpPr>
        <p:grpSp>
          <p:nvGrpSpPr>
            <p:cNvPr id="20498" name="Group 27"/>
            <p:cNvGrpSpPr/>
            <p:nvPr/>
          </p:nvGrpSpPr>
          <p:grpSpPr>
            <a:xfrm>
              <a:off x="3460" y="9420"/>
              <a:ext cx="974" cy="850"/>
              <a:chOff x="4154" y="12570"/>
              <a:chExt cx="974" cy="850"/>
            </a:xfrm>
          </p:grpSpPr>
          <p:sp>
            <p:nvSpPr>
              <p:cNvPr id="20505" name="Oval 28"/>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sp>
            <p:nvSpPr>
              <p:cNvPr id="20506" name="Rectangle 29"/>
              <p:cNvSpPr/>
              <p:nvPr/>
            </p:nvSpPr>
            <p:spPr>
              <a:xfrm>
                <a:off x="4154" y="12630"/>
                <a:ext cx="974" cy="78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en-US" altLang="zh-CN" sz="1800" b="1" dirty="0">
                    <a:latin typeface="黑体" panose="02010609060101010101" pitchFamily="49" charset="-122"/>
                    <a:ea typeface="黑体" panose="02010609060101010101" pitchFamily="49" charset="-122"/>
                  </a:rPr>
                  <a:t>1.1</a:t>
                </a:r>
                <a:endParaRPr lang="en-US" altLang="zh-CN" sz="1800" b="1" dirty="0">
                  <a:latin typeface="黑体" panose="02010609060101010101" pitchFamily="49" charset="-122"/>
                  <a:ea typeface="黑体" panose="02010609060101010101" pitchFamily="49" charset="-122"/>
                </a:endParaRPr>
              </a:p>
              <a:p>
                <a:pPr marL="0" lvl="0" indent="0" algn="ctr" eaLnBrk="1" hangingPunct="1">
                  <a:spcBef>
                    <a:spcPct val="0"/>
                  </a:spcBef>
                  <a:buClrTx/>
                  <a:buSzTx/>
                  <a:buFontTx/>
                  <a:buNone/>
                </a:pPr>
                <a:r>
                  <a:rPr lang="zh-CN" altLang="en-US" sz="1800" b="1" dirty="0">
                    <a:latin typeface="黑体" panose="02010609060101010101" pitchFamily="49" charset="-122"/>
                    <a:ea typeface="黑体" panose="02010609060101010101" pitchFamily="49" charset="-122"/>
                  </a:rPr>
                  <a:t>检查</a:t>
                </a:r>
                <a:endParaRPr lang="zh-CN" altLang="en-US" sz="1800" b="1" dirty="0">
                  <a:latin typeface="黑体" panose="02010609060101010101" pitchFamily="49" charset="-122"/>
                  <a:ea typeface="黑体" panose="02010609060101010101" pitchFamily="49" charset="-122"/>
                </a:endParaRPr>
              </a:p>
              <a:p>
                <a:pPr marL="0" lvl="0" indent="0" algn="ctr" eaLnBrk="1" hangingPunct="1">
                  <a:spcBef>
                    <a:spcPct val="0"/>
                  </a:spcBef>
                  <a:buClrTx/>
                  <a:buSzTx/>
                  <a:buFontTx/>
                  <a:buNone/>
                </a:pPr>
                <a:r>
                  <a:rPr lang="zh-CN" altLang="en-US" sz="1800" b="1" dirty="0">
                    <a:latin typeface="黑体" panose="02010609060101010101" pitchFamily="49" charset="-122"/>
                    <a:ea typeface="黑体" panose="02010609060101010101" pitchFamily="49" charset="-122"/>
                  </a:rPr>
                  <a:t>报名单</a:t>
                </a:r>
                <a:endParaRPr lang="zh-CN" altLang="en-US" sz="1800" b="1" dirty="0">
                  <a:latin typeface="黑体" panose="02010609060101010101" pitchFamily="49" charset="-122"/>
                  <a:ea typeface="黑体" panose="02010609060101010101" pitchFamily="49" charset="-122"/>
                </a:endParaRPr>
              </a:p>
            </p:txBody>
          </p:sp>
        </p:grpSp>
        <p:grpSp>
          <p:nvGrpSpPr>
            <p:cNvPr id="20499" name="Group 30"/>
            <p:cNvGrpSpPr/>
            <p:nvPr/>
          </p:nvGrpSpPr>
          <p:grpSpPr>
            <a:xfrm>
              <a:off x="4360" y="9495"/>
              <a:ext cx="1396" cy="465"/>
              <a:chOff x="4318" y="5310"/>
              <a:chExt cx="1396" cy="465"/>
            </a:xfrm>
          </p:grpSpPr>
          <p:sp>
            <p:nvSpPr>
              <p:cNvPr id="20503" name="Line 31"/>
              <p:cNvSpPr/>
              <p:nvPr/>
            </p:nvSpPr>
            <p:spPr>
              <a:xfrm>
                <a:off x="4318" y="5655"/>
                <a:ext cx="1396" cy="0"/>
              </a:xfrm>
              <a:prstGeom prst="line">
                <a:avLst/>
              </a:prstGeom>
              <a:ln w="9525" cap="flat" cmpd="sng">
                <a:solidFill>
                  <a:srgbClr val="000000"/>
                </a:solidFill>
                <a:prstDash val="solid"/>
                <a:headEnd type="none" w="sm" len="med"/>
                <a:tailEnd type="triangle" w="sm" len="med"/>
              </a:ln>
            </p:spPr>
          </p:sp>
          <p:sp>
            <p:nvSpPr>
              <p:cNvPr id="20504" name="Rectangle 32"/>
              <p:cNvSpPr/>
              <p:nvPr/>
            </p:nvSpPr>
            <p:spPr>
              <a:xfrm>
                <a:off x="4350" y="5310"/>
                <a:ext cx="121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zh-CN" altLang="en-US" sz="1800" b="1" dirty="0">
                    <a:latin typeface="黑体" panose="02010609060101010101" pitchFamily="49" charset="-122"/>
                    <a:ea typeface="黑体" panose="02010609060101010101" pitchFamily="49" charset="-122"/>
                  </a:rPr>
                  <a:t>合格报名单</a:t>
                </a:r>
                <a:endParaRPr lang="zh-CN" altLang="en-US" sz="1800" b="1" dirty="0">
                  <a:latin typeface="黑体" panose="02010609060101010101" pitchFamily="49" charset="-122"/>
                  <a:ea typeface="黑体" panose="02010609060101010101" pitchFamily="49" charset="-122"/>
                </a:endParaRPr>
              </a:p>
            </p:txBody>
          </p:sp>
        </p:grpSp>
        <p:grpSp>
          <p:nvGrpSpPr>
            <p:cNvPr id="20500" name="Group 33"/>
            <p:cNvGrpSpPr/>
            <p:nvPr/>
          </p:nvGrpSpPr>
          <p:grpSpPr>
            <a:xfrm>
              <a:off x="2530" y="9480"/>
              <a:ext cx="990" cy="465"/>
              <a:chOff x="2488" y="3600"/>
              <a:chExt cx="990" cy="465"/>
            </a:xfrm>
          </p:grpSpPr>
          <p:sp>
            <p:nvSpPr>
              <p:cNvPr id="20501" name="Line 34"/>
              <p:cNvSpPr/>
              <p:nvPr/>
            </p:nvSpPr>
            <p:spPr>
              <a:xfrm flipV="1">
                <a:off x="2546" y="3945"/>
                <a:ext cx="932" cy="0"/>
              </a:xfrm>
              <a:prstGeom prst="line">
                <a:avLst/>
              </a:prstGeom>
              <a:ln w="9525" cap="flat" cmpd="sng">
                <a:solidFill>
                  <a:srgbClr val="000000"/>
                </a:solidFill>
                <a:prstDash val="solid"/>
                <a:headEnd type="none" w="sm" len="med"/>
                <a:tailEnd type="triangle" w="sm" len="med"/>
              </a:ln>
            </p:spPr>
          </p:sp>
          <p:sp>
            <p:nvSpPr>
              <p:cNvPr id="20502" name="Rectangle 35"/>
              <p:cNvSpPr/>
              <p:nvPr/>
            </p:nvSpPr>
            <p:spPr>
              <a:xfrm>
                <a:off x="2488" y="3600"/>
                <a:ext cx="94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zh-CN" altLang="en-US" sz="1800" b="1" dirty="0">
                    <a:latin typeface="黑体" panose="02010609060101010101" pitchFamily="49" charset="-122"/>
                    <a:ea typeface="黑体" panose="02010609060101010101" pitchFamily="49" charset="-122"/>
                  </a:rPr>
                  <a:t>报名单</a:t>
                </a:r>
                <a:endParaRPr lang="zh-CN" altLang="en-US" sz="1800" b="1" dirty="0">
                  <a:latin typeface="黑体" panose="02010609060101010101" pitchFamily="49" charset="-122"/>
                  <a:ea typeface="黑体" panose="02010609060101010101" pitchFamily="49" charset="-122"/>
                </a:endParaRPr>
              </a:p>
            </p:txBody>
          </p:sp>
        </p:grpSp>
      </p:grpSp>
      <p:grpSp>
        <p:nvGrpSpPr>
          <p:cNvPr id="20488" name="Group 36"/>
          <p:cNvGrpSpPr/>
          <p:nvPr/>
        </p:nvGrpSpPr>
        <p:grpSpPr>
          <a:xfrm>
            <a:off x="987425" y="3376613"/>
            <a:ext cx="2043113" cy="628650"/>
            <a:chOff x="3416" y="2625"/>
            <a:chExt cx="1379" cy="567"/>
          </a:xfrm>
        </p:grpSpPr>
        <p:sp>
          <p:nvSpPr>
            <p:cNvPr id="20496" name="Arc 37"/>
            <p:cNvSpPr/>
            <p:nvPr/>
          </p:nvSpPr>
          <p:spPr>
            <a:xfrm rot="5400000">
              <a:off x="3838" y="2235"/>
              <a:ext cx="567" cy="1347"/>
            </a:xfrm>
            <a:custGeom>
              <a:avLst/>
              <a:gdLst/>
              <a:ahLst/>
              <a:cxnLst>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none" w="sm" len="med"/>
              <a:tailEnd type="triangle" w="sm" len="med"/>
            </a:ln>
          </p:spPr>
          <p:txBody>
            <a:bodyPr/>
            <a:p>
              <a:endParaRPr lang="zh-CN" altLang="en-US"/>
            </a:p>
          </p:txBody>
        </p:sp>
        <p:sp>
          <p:nvSpPr>
            <p:cNvPr id="20497" name="Rectangle 38"/>
            <p:cNvSpPr/>
            <p:nvPr/>
          </p:nvSpPr>
          <p:spPr>
            <a:xfrm>
              <a:off x="3416" y="2655"/>
              <a:ext cx="121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zh-CN" altLang="en-US" sz="1800" b="1" dirty="0">
                  <a:latin typeface="黑体" panose="02010609060101010101" pitchFamily="49" charset="-122"/>
                  <a:ea typeface="黑体" panose="02010609060101010101" pitchFamily="49" charset="-122"/>
                </a:rPr>
                <a:t>不合格报名单</a:t>
              </a:r>
              <a:endParaRPr lang="zh-CN" altLang="en-US" sz="1800" b="1" dirty="0">
                <a:latin typeface="黑体" panose="02010609060101010101" pitchFamily="49" charset="-122"/>
                <a:ea typeface="黑体" panose="02010609060101010101" pitchFamily="49" charset="-122"/>
              </a:endParaRPr>
            </a:p>
          </p:txBody>
        </p:sp>
      </p:grpSp>
      <p:grpSp>
        <p:nvGrpSpPr>
          <p:cNvPr id="20489" name="Group 39"/>
          <p:cNvGrpSpPr/>
          <p:nvPr/>
        </p:nvGrpSpPr>
        <p:grpSpPr>
          <a:xfrm>
            <a:off x="3643313" y="4773613"/>
            <a:ext cx="1662112" cy="733425"/>
            <a:chOff x="5394" y="3825"/>
            <a:chExt cx="1318" cy="660"/>
          </a:xfrm>
        </p:grpSpPr>
        <p:grpSp>
          <p:nvGrpSpPr>
            <p:cNvPr id="20490" name="Group 40"/>
            <p:cNvGrpSpPr/>
            <p:nvPr/>
          </p:nvGrpSpPr>
          <p:grpSpPr>
            <a:xfrm>
              <a:off x="5394" y="4035"/>
              <a:ext cx="958" cy="450"/>
              <a:chOff x="3234" y="4065"/>
              <a:chExt cx="958" cy="450"/>
            </a:xfrm>
          </p:grpSpPr>
          <p:grpSp>
            <p:nvGrpSpPr>
              <p:cNvPr id="20492" name="Group 41"/>
              <p:cNvGrpSpPr/>
              <p:nvPr/>
            </p:nvGrpSpPr>
            <p:grpSpPr>
              <a:xfrm>
                <a:off x="3246" y="4125"/>
                <a:ext cx="946" cy="360"/>
                <a:chOff x="4596" y="3735"/>
                <a:chExt cx="1306" cy="360"/>
              </a:xfrm>
            </p:grpSpPr>
            <p:sp>
              <p:nvSpPr>
                <p:cNvPr id="20494" name="Line 42"/>
                <p:cNvSpPr/>
                <p:nvPr/>
              </p:nvSpPr>
              <p:spPr>
                <a:xfrm>
                  <a:off x="4596" y="3735"/>
                  <a:ext cx="1290" cy="0"/>
                </a:xfrm>
                <a:prstGeom prst="line">
                  <a:avLst/>
                </a:prstGeom>
                <a:ln w="9525" cap="flat" cmpd="sng">
                  <a:solidFill>
                    <a:srgbClr val="000000"/>
                  </a:solidFill>
                  <a:prstDash val="solid"/>
                  <a:headEnd type="none" w="sm" len="med"/>
                  <a:tailEnd type="none" w="sm" len="med"/>
                </a:ln>
              </p:spPr>
            </p:sp>
            <p:sp>
              <p:nvSpPr>
                <p:cNvPr id="20495" name="Line 43"/>
                <p:cNvSpPr/>
                <p:nvPr/>
              </p:nvSpPr>
              <p:spPr>
                <a:xfrm>
                  <a:off x="4612" y="4095"/>
                  <a:ext cx="1290" cy="0"/>
                </a:xfrm>
                <a:prstGeom prst="line">
                  <a:avLst/>
                </a:prstGeom>
                <a:ln w="9525" cap="flat" cmpd="sng">
                  <a:solidFill>
                    <a:srgbClr val="000000"/>
                  </a:solidFill>
                  <a:prstDash val="solid"/>
                  <a:headEnd type="none" w="sm" len="med"/>
                  <a:tailEnd type="none" w="sm" len="med"/>
                </a:ln>
              </p:spPr>
            </p:sp>
          </p:grpSp>
          <p:sp>
            <p:nvSpPr>
              <p:cNvPr id="20493" name="Rectangle 44"/>
              <p:cNvSpPr/>
              <p:nvPr/>
            </p:nvSpPr>
            <p:spPr>
              <a:xfrm>
                <a:off x="3234" y="4065"/>
                <a:ext cx="958" cy="45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Tx/>
                  <a:buNone/>
                </a:pPr>
                <a:r>
                  <a:rPr lang="zh-CN" altLang="en-US" sz="1800" b="1" dirty="0">
                    <a:latin typeface="黑体" panose="02010609060101010101" pitchFamily="49" charset="-122"/>
                    <a:ea typeface="黑体" panose="02010609060101010101" pitchFamily="49" charset="-122"/>
                  </a:rPr>
                  <a:t>考生名册</a:t>
                </a:r>
                <a:endParaRPr lang="zh-CN" altLang="en-US" sz="1800" b="1" dirty="0">
                  <a:latin typeface="黑体" panose="02010609060101010101" pitchFamily="49" charset="-122"/>
                  <a:ea typeface="黑体" panose="02010609060101010101" pitchFamily="49" charset="-122"/>
                </a:endParaRPr>
              </a:p>
            </p:txBody>
          </p:sp>
        </p:grpSp>
        <p:sp>
          <p:nvSpPr>
            <p:cNvPr id="20491" name="Arc 45"/>
            <p:cNvSpPr/>
            <p:nvPr/>
          </p:nvSpPr>
          <p:spPr>
            <a:xfrm rot="5400000" flipH="1" flipV="1">
              <a:off x="6241" y="3621"/>
              <a:ext cx="267" cy="674"/>
            </a:xfrm>
            <a:custGeom>
              <a:avLst/>
              <a:gdLst/>
              <a:ahLst/>
              <a:cxnLst>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triangle" w="sm" len="med"/>
              <a:tailEnd type="none" w="sm" len="med"/>
            </a:ln>
          </p:spPr>
          <p:txBody>
            <a:bodyPr/>
            <a:p>
              <a:endParaRPr lang="zh-CN" altLang="en-US"/>
            </a:p>
          </p:txBody>
        </p:sp>
      </p:gr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Grp="1"/>
          </p:cNvSpPr>
          <p:nvPr>
            <p:ph type="title"/>
          </p:nvPr>
        </p:nvSpPr>
        <p:spPr>
          <a:xfrm>
            <a:off x="455613" y="381000"/>
            <a:ext cx="8207375" cy="1139825"/>
          </a:xfrm>
          <a:ln/>
        </p:spPr>
        <p:txBody>
          <a:bodyPr vert="horz" wrap="square" lIns="0" tIns="45610" rIns="0" bIns="0" anchor="b" anchorCtr="0"/>
          <a:p>
            <a:pPr eaLnBrk="1" hangingPunct="1"/>
            <a:r>
              <a:rPr lang="zh-CN" altLang="en-US" b="1" dirty="0">
                <a:latin typeface="微软雅黑" panose="020B0503020204020204" pitchFamily="34" charset="-122"/>
                <a:ea typeface="微软雅黑" panose="020B0503020204020204" pitchFamily="34" charset="-122"/>
              </a:rPr>
              <a:t>考务处理系统加工</a:t>
            </a:r>
            <a:r>
              <a:rPr lang="en-US" altLang="zh-CN" b="1" dirty="0">
                <a:latin typeface="微软雅黑" panose="020B0503020204020204" pitchFamily="34" charset="-122"/>
                <a:ea typeface="微软雅黑" panose="020B0503020204020204" pitchFamily="34" charset="-122"/>
              </a:rPr>
              <a:t>2</a:t>
            </a:r>
            <a:r>
              <a:rPr lang="zh-CN" altLang="en-US" b="1" dirty="0">
                <a:latin typeface="微软雅黑" panose="020B0503020204020204" pitchFamily="34" charset="-122"/>
                <a:ea typeface="微软雅黑" panose="020B0503020204020204" pitchFamily="34" charset="-122"/>
              </a:rPr>
              <a:t>子图</a:t>
            </a:r>
            <a:endParaRPr lang="zh-CN" altLang="en-US" b="1" dirty="0">
              <a:latin typeface="微软雅黑" panose="020B0503020204020204" pitchFamily="34" charset="-122"/>
              <a:ea typeface="微软雅黑" panose="020B0503020204020204" pitchFamily="34" charset="-122"/>
            </a:endParaRPr>
          </a:p>
        </p:txBody>
      </p:sp>
      <p:grpSp>
        <p:nvGrpSpPr>
          <p:cNvPr id="22531" name="Group 6"/>
          <p:cNvGrpSpPr/>
          <p:nvPr/>
        </p:nvGrpSpPr>
        <p:grpSpPr>
          <a:xfrm>
            <a:off x="684213" y="2166938"/>
            <a:ext cx="7370762" cy="4297362"/>
            <a:chOff x="3778" y="6720"/>
            <a:chExt cx="5548" cy="3820"/>
          </a:xfrm>
        </p:grpSpPr>
        <p:grpSp>
          <p:nvGrpSpPr>
            <p:cNvPr id="22532" name="Group 7"/>
            <p:cNvGrpSpPr/>
            <p:nvPr/>
          </p:nvGrpSpPr>
          <p:grpSpPr>
            <a:xfrm>
              <a:off x="6806" y="6735"/>
              <a:ext cx="2206" cy="850"/>
              <a:chOff x="5516" y="6465"/>
              <a:chExt cx="2206" cy="850"/>
            </a:xfrm>
          </p:grpSpPr>
          <p:grpSp>
            <p:nvGrpSpPr>
              <p:cNvPr id="22587" name="Group 8"/>
              <p:cNvGrpSpPr/>
              <p:nvPr/>
            </p:nvGrpSpPr>
            <p:grpSpPr>
              <a:xfrm>
                <a:off x="5516" y="6465"/>
                <a:ext cx="974" cy="850"/>
                <a:chOff x="4154" y="12570"/>
                <a:chExt cx="974" cy="850"/>
              </a:xfrm>
            </p:grpSpPr>
            <p:sp>
              <p:nvSpPr>
                <p:cNvPr id="22591" name="Oval 9"/>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sp>
              <p:nvSpPr>
                <p:cNvPr id="22592" name="Rectangle 10"/>
                <p:cNvSpPr/>
                <p:nvPr/>
              </p:nvSpPr>
              <p:spPr>
                <a:xfrm>
                  <a:off x="4154" y="12630"/>
                  <a:ext cx="974" cy="78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80000"/>
                    </a:lnSpc>
                    <a:spcBef>
                      <a:spcPct val="0"/>
                    </a:spcBef>
                    <a:buClrTx/>
                    <a:buSzTx/>
                    <a:buFontTx/>
                    <a:buNone/>
                  </a:pPr>
                  <a:r>
                    <a:rPr lang="en-US" altLang="zh-CN" sz="1800" b="1" dirty="0">
                      <a:latin typeface="黑体" panose="02010609060101010101" pitchFamily="49" charset="-122"/>
                      <a:ea typeface="黑体" panose="02010609060101010101" pitchFamily="49" charset="-122"/>
                    </a:rPr>
                    <a:t>2.5</a:t>
                  </a:r>
                  <a:endParaRPr lang="en-US" altLang="zh-CN" sz="1800" b="1" dirty="0">
                    <a:latin typeface="黑体" panose="02010609060101010101" pitchFamily="49" charset="-122"/>
                    <a:ea typeface="黑体" panose="02010609060101010101" pitchFamily="49" charset="-122"/>
                  </a:endParaRPr>
                </a:p>
                <a:p>
                  <a:pPr marL="0" lvl="0" indent="0" algn="ctr" eaLnBrk="1" hangingPunct="1">
                    <a:lnSpc>
                      <a:spcPct val="80000"/>
                    </a:lnSpc>
                    <a:spcBef>
                      <a:spcPct val="0"/>
                    </a:spcBef>
                    <a:buClrTx/>
                    <a:buSzTx/>
                    <a:buFontTx/>
                    <a:buNone/>
                  </a:pPr>
                  <a:r>
                    <a:rPr lang="zh-CN" altLang="en-US" sz="1800" b="1" dirty="0">
                      <a:latin typeface="黑体" panose="02010609060101010101" pitchFamily="49" charset="-122"/>
                      <a:ea typeface="黑体" panose="02010609060101010101" pitchFamily="49" charset="-122"/>
                    </a:rPr>
                    <a:t>分析</a:t>
                  </a:r>
                  <a:endParaRPr lang="zh-CN" altLang="en-US" sz="1800" b="1" dirty="0">
                    <a:latin typeface="黑体" panose="02010609060101010101" pitchFamily="49" charset="-122"/>
                    <a:ea typeface="黑体" panose="02010609060101010101" pitchFamily="49" charset="-122"/>
                  </a:endParaRPr>
                </a:p>
                <a:p>
                  <a:pPr marL="0" lvl="0" indent="0" algn="ctr" eaLnBrk="1" hangingPunct="1">
                    <a:lnSpc>
                      <a:spcPct val="80000"/>
                    </a:lnSpc>
                    <a:spcBef>
                      <a:spcPct val="0"/>
                    </a:spcBef>
                    <a:buClrTx/>
                    <a:buSzTx/>
                    <a:buFontTx/>
                    <a:buNone/>
                  </a:pPr>
                  <a:r>
                    <a:rPr lang="zh-CN" altLang="en-US" sz="1800" b="1" dirty="0">
                      <a:latin typeface="黑体" panose="02010609060101010101" pitchFamily="49" charset="-122"/>
                      <a:ea typeface="黑体" panose="02010609060101010101" pitchFamily="49" charset="-122"/>
                    </a:rPr>
                    <a:t>试题难度</a:t>
                  </a:r>
                  <a:endParaRPr lang="zh-CN" altLang="en-US" sz="1800" b="1" dirty="0">
                    <a:latin typeface="黑体" panose="02010609060101010101" pitchFamily="49" charset="-122"/>
                    <a:ea typeface="黑体" panose="02010609060101010101" pitchFamily="49" charset="-122"/>
                  </a:endParaRPr>
                </a:p>
              </p:txBody>
            </p:sp>
          </p:grpSp>
          <p:grpSp>
            <p:nvGrpSpPr>
              <p:cNvPr id="22588" name="Group 11"/>
              <p:cNvGrpSpPr/>
              <p:nvPr/>
            </p:nvGrpSpPr>
            <p:grpSpPr>
              <a:xfrm>
                <a:off x="6446" y="6627"/>
                <a:ext cx="1276" cy="465"/>
                <a:chOff x="7918" y="3807"/>
                <a:chExt cx="1276" cy="465"/>
              </a:xfrm>
            </p:grpSpPr>
            <p:sp>
              <p:nvSpPr>
                <p:cNvPr id="22589" name="Line 12"/>
                <p:cNvSpPr/>
                <p:nvPr/>
              </p:nvSpPr>
              <p:spPr>
                <a:xfrm>
                  <a:off x="7918" y="4065"/>
                  <a:ext cx="1276" cy="0"/>
                </a:xfrm>
                <a:prstGeom prst="line">
                  <a:avLst/>
                </a:prstGeom>
                <a:ln w="9525" cap="flat" cmpd="sng">
                  <a:solidFill>
                    <a:srgbClr val="000000"/>
                  </a:solidFill>
                  <a:prstDash val="solid"/>
                  <a:headEnd type="none" w="sm" len="med"/>
                  <a:tailEnd type="triangle" w="sm" len="med"/>
                </a:ln>
              </p:spPr>
            </p:sp>
            <p:sp>
              <p:nvSpPr>
                <p:cNvPr id="22590" name="Rectangle 13"/>
                <p:cNvSpPr/>
                <p:nvPr/>
              </p:nvSpPr>
              <p:spPr>
                <a:xfrm>
                  <a:off x="7934" y="3807"/>
                  <a:ext cx="121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80000"/>
                    </a:lnSpc>
                    <a:spcBef>
                      <a:spcPct val="0"/>
                    </a:spcBef>
                    <a:buClrTx/>
                    <a:buSzTx/>
                    <a:buFontTx/>
                    <a:buNone/>
                  </a:pPr>
                  <a:r>
                    <a:rPr lang="zh-CN" altLang="en-US" sz="1800" b="1" dirty="0">
                      <a:latin typeface="黑体" panose="02010609060101010101" pitchFamily="49" charset="-122"/>
                      <a:ea typeface="黑体" panose="02010609060101010101" pitchFamily="49" charset="-122"/>
                    </a:rPr>
                    <a:t>难度分析表</a:t>
                  </a:r>
                  <a:endParaRPr lang="zh-CN" altLang="en-US" sz="1800" b="1" dirty="0">
                    <a:latin typeface="黑体" panose="02010609060101010101" pitchFamily="49" charset="-122"/>
                    <a:ea typeface="黑体" panose="02010609060101010101" pitchFamily="49" charset="-122"/>
                  </a:endParaRPr>
                </a:p>
              </p:txBody>
            </p:sp>
          </p:grpSp>
        </p:grpSp>
        <p:grpSp>
          <p:nvGrpSpPr>
            <p:cNvPr id="22533" name="Group 14"/>
            <p:cNvGrpSpPr/>
            <p:nvPr/>
          </p:nvGrpSpPr>
          <p:grpSpPr>
            <a:xfrm>
              <a:off x="7120" y="7710"/>
              <a:ext cx="2206" cy="850"/>
              <a:chOff x="7120" y="7710"/>
              <a:chExt cx="2206" cy="850"/>
            </a:xfrm>
          </p:grpSpPr>
          <p:grpSp>
            <p:nvGrpSpPr>
              <p:cNvPr id="22581" name="Group 15"/>
              <p:cNvGrpSpPr/>
              <p:nvPr/>
            </p:nvGrpSpPr>
            <p:grpSpPr>
              <a:xfrm>
                <a:off x="7120" y="7710"/>
                <a:ext cx="974" cy="850"/>
                <a:chOff x="4154" y="12570"/>
                <a:chExt cx="974" cy="850"/>
              </a:xfrm>
            </p:grpSpPr>
            <p:sp>
              <p:nvSpPr>
                <p:cNvPr id="22585" name="Oval 16"/>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sp>
              <p:nvSpPr>
                <p:cNvPr id="22586" name="Rectangle 17"/>
                <p:cNvSpPr/>
                <p:nvPr/>
              </p:nvSpPr>
              <p:spPr>
                <a:xfrm>
                  <a:off x="4154" y="12630"/>
                  <a:ext cx="974" cy="78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80000"/>
                    </a:lnSpc>
                    <a:spcBef>
                      <a:spcPct val="0"/>
                    </a:spcBef>
                    <a:buClrTx/>
                    <a:buSzTx/>
                    <a:buFontTx/>
                    <a:buNone/>
                  </a:pPr>
                  <a:r>
                    <a:rPr lang="en-US" altLang="zh-CN" sz="1800" b="1" dirty="0">
                      <a:latin typeface="黑体" panose="02010609060101010101" pitchFamily="49" charset="-122"/>
                      <a:ea typeface="黑体" panose="02010609060101010101" pitchFamily="49" charset="-122"/>
                    </a:rPr>
                    <a:t>2.4</a:t>
                  </a:r>
                  <a:endParaRPr lang="en-US" altLang="zh-CN" sz="1800" b="1" dirty="0">
                    <a:latin typeface="黑体" panose="02010609060101010101" pitchFamily="49" charset="-122"/>
                    <a:ea typeface="黑体" panose="02010609060101010101" pitchFamily="49" charset="-122"/>
                  </a:endParaRPr>
                </a:p>
                <a:p>
                  <a:pPr marL="0" lvl="0" indent="0" algn="ctr" eaLnBrk="1" hangingPunct="1">
                    <a:lnSpc>
                      <a:spcPct val="80000"/>
                    </a:lnSpc>
                    <a:spcBef>
                      <a:spcPct val="0"/>
                    </a:spcBef>
                    <a:buClrTx/>
                    <a:buSzTx/>
                    <a:buFontTx/>
                    <a:buNone/>
                  </a:pPr>
                  <a:r>
                    <a:rPr lang="zh-CN" altLang="en-US" sz="1800" b="1" dirty="0">
                      <a:latin typeface="黑体" panose="02010609060101010101" pitchFamily="49" charset="-122"/>
                      <a:ea typeface="黑体" panose="02010609060101010101" pitchFamily="49" charset="-122"/>
                    </a:rPr>
                    <a:t>分类</a:t>
                  </a:r>
                  <a:endParaRPr lang="zh-CN" altLang="en-US" sz="1800" b="1" dirty="0">
                    <a:latin typeface="黑体" panose="02010609060101010101" pitchFamily="49" charset="-122"/>
                    <a:ea typeface="黑体" panose="02010609060101010101" pitchFamily="49" charset="-122"/>
                  </a:endParaRPr>
                </a:p>
                <a:p>
                  <a:pPr marL="0" lvl="0" indent="0" algn="ctr" eaLnBrk="1" hangingPunct="1">
                    <a:lnSpc>
                      <a:spcPct val="80000"/>
                    </a:lnSpc>
                    <a:spcBef>
                      <a:spcPct val="0"/>
                    </a:spcBef>
                    <a:buClrTx/>
                    <a:buSzTx/>
                    <a:buFontTx/>
                    <a:buNone/>
                  </a:pPr>
                  <a:r>
                    <a:rPr lang="zh-CN" altLang="en-US" sz="1800" b="1" dirty="0">
                      <a:latin typeface="黑体" panose="02010609060101010101" pitchFamily="49" charset="-122"/>
                      <a:ea typeface="黑体" panose="02010609060101010101" pitchFamily="49" charset="-122"/>
                    </a:rPr>
                    <a:t>统计成绩</a:t>
                  </a:r>
                  <a:endParaRPr lang="zh-CN" altLang="en-US" sz="1800" b="1" dirty="0">
                    <a:latin typeface="黑体" panose="02010609060101010101" pitchFamily="49" charset="-122"/>
                    <a:ea typeface="黑体" panose="02010609060101010101" pitchFamily="49" charset="-122"/>
                  </a:endParaRPr>
                </a:p>
              </p:txBody>
            </p:sp>
          </p:grpSp>
          <p:grpSp>
            <p:nvGrpSpPr>
              <p:cNvPr id="22582" name="Group 18"/>
              <p:cNvGrpSpPr/>
              <p:nvPr/>
            </p:nvGrpSpPr>
            <p:grpSpPr>
              <a:xfrm>
                <a:off x="8050" y="7911"/>
                <a:ext cx="1276" cy="465"/>
                <a:chOff x="7918" y="3846"/>
                <a:chExt cx="1276" cy="465"/>
              </a:xfrm>
            </p:grpSpPr>
            <p:sp>
              <p:nvSpPr>
                <p:cNvPr id="22583" name="Line 19"/>
                <p:cNvSpPr/>
                <p:nvPr/>
              </p:nvSpPr>
              <p:spPr>
                <a:xfrm>
                  <a:off x="7918" y="4065"/>
                  <a:ext cx="1276" cy="0"/>
                </a:xfrm>
                <a:prstGeom prst="line">
                  <a:avLst/>
                </a:prstGeom>
                <a:ln w="9525" cap="flat" cmpd="sng">
                  <a:solidFill>
                    <a:srgbClr val="000000"/>
                  </a:solidFill>
                  <a:prstDash val="solid"/>
                  <a:headEnd type="none" w="sm" len="med"/>
                  <a:tailEnd type="triangle" w="sm" len="med"/>
                </a:ln>
              </p:spPr>
            </p:sp>
            <p:sp>
              <p:nvSpPr>
                <p:cNvPr id="22584" name="Rectangle 20"/>
                <p:cNvSpPr/>
                <p:nvPr/>
              </p:nvSpPr>
              <p:spPr>
                <a:xfrm>
                  <a:off x="7934" y="3846"/>
                  <a:ext cx="121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80000"/>
                    </a:lnSpc>
                    <a:spcBef>
                      <a:spcPct val="0"/>
                    </a:spcBef>
                    <a:buClrTx/>
                    <a:buSzTx/>
                    <a:buFontTx/>
                    <a:buNone/>
                  </a:pPr>
                  <a:r>
                    <a:rPr lang="zh-CN" altLang="en-US" sz="1800" b="1" dirty="0">
                      <a:latin typeface="黑体" panose="02010609060101010101" pitchFamily="49" charset="-122"/>
                      <a:ea typeface="黑体" panose="02010609060101010101" pitchFamily="49" charset="-122"/>
                    </a:rPr>
                    <a:t>分类统计表</a:t>
                  </a:r>
                  <a:endParaRPr lang="zh-CN" altLang="en-US" sz="1800" b="1" dirty="0">
                    <a:latin typeface="黑体" panose="02010609060101010101" pitchFamily="49" charset="-122"/>
                    <a:ea typeface="黑体" panose="02010609060101010101" pitchFamily="49" charset="-122"/>
                  </a:endParaRPr>
                </a:p>
              </p:txBody>
            </p:sp>
          </p:grpSp>
        </p:grpSp>
        <p:grpSp>
          <p:nvGrpSpPr>
            <p:cNvPr id="22534" name="Group 21"/>
            <p:cNvGrpSpPr/>
            <p:nvPr/>
          </p:nvGrpSpPr>
          <p:grpSpPr>
            <a:xfrm>
              <a:off x="5708" y="8385"/>
              <a:ext cx="1575" cy="1482"/>
              <a:chOff x="4390" y="3795"/>
              <a:chExt cx="1575" cy="1482"/>
            </a:xfrm>
          </p:grpSpPr>
          <p:grpSp>
            <p:nvGrpSpPr>
              <p:cNvPr id="22575" name="Group 22"/>
              <p:cNvGrpSpPr/>
              <p:nvPr/>
            </p:nvGrpSpPr>
            <p:grpSpPr>
              <a:xfrm>
                <a:off x="4390" y="4365"/>
                <a:ext cx="1306" cy="503"/>
                <a:chOff x="5038" y="9270"/>
                <a:chExt cx="1306" cy="503"/>
              </a:xfrm>
            </p:grpSpPr>
            <p:sp>
              <p:nvSpPr>
                <p:cNvPr id="22578" name="Line 23"/>
                <p:cNvSpPr/>
                <p:nvPr/>
              </p:nvSpPr>
              <p:spPr>
                <a:xfrm>
                  <a:off x="5038" y="9270"/>
                  <a:ext cx="1290" cy="0"/>
                </a:xfrm>
                <a:prstGeom prst="line">
                  <a:avLst/>
                </a:prstGeom>
                <a:ln w="9525" cap="flat" cmpd="sng">
                  <a:solidFill>
                    <a:srgbClr val="000000"/>
                  </a:solidFill>
                  <a:prstDash val="solid"/>
                  <a:headEnd type="none" w="sm" len="med"/>
                  <a:tailEnd type="none" w="sm" len="med"/>
                </a:ln>
              </p:spPr>
            </p:sp>
            <p:sp>
              <p:nvSpPr>
                <p:cNvPr id="22579" name="Line 24"/>
                <p:cNvSpPr/>
                <p:nvPr/>
              </p:nvSpPr>
              <p:spPr>
                <a:xfrm>
                  <a:off x="5054" y="9630"/>
                  <a:ext cx="1290" cy="0"/>
                </a:xfrm>
                <a:prstGeom prst="line">
                  <a:avLst/>
                </a:prstGeom>
                <a:ln w="9525" cap="flat" cmpd="sng">
                  <a:solidFill>
                    <a:srgbClr val="000000"/>
                  </a:solidFill>
                  <a:prstDash val="solid"/>
                  <a:headEnd type="none" w="sm" len="med"/>
                  <a:tailEnd type="none" w="sm" len="med"/>
                </a:ln>
              </p:spPr>
            </p:sp>
            <p:sp>
              <p:nvSpPr>
                <p:cNvPr id="22580" name="Rectangle 25"/>
                <p:cNvSpPr/>
                <p:nvPr/>
              </p:nvSpPr>
              <p:spPr>
                <a:xfrm>
                  <a:off x="5206" y="9323"/>
                  <a:ext cx="958" cy="45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80000"/>
                    </a:lnSpc>
                    <a:spcBef>
                      <a:spcPct val="0"/>
                    </a:spcBef>
                    <a:buClrTx/>
                    <a:buSzTx/>
                    <a:buFontTx/>
                    <a:buNone/>
                  </a:pPr>
                  <a:r>
                    <a:rPr lang="zh-CN" altLang="en-US" sz="1800" b="1" dirty="0">
                      <a:latin typeface="黑体" panose="02010609060101010101" pitchFamily="49" charset="-122"/>
                      <a:ea typeface="黑体" panose="02010609060101010101" pitchFamily="49" charset="-122"/>
                    </a:rPr>
                    <a:t>考生名册</a:t>
                  </a:r>
                  <a:endParaRPr lang="zh-CN" altLang="en-US" sz="1800" b="1" dirty="0">
                    <a:latin typeface="黑体" panose="02010609060101010101" pitchFamily="49" charset="-122"/>
                    <a:ea typeface="黑体" panose="02010609060101010101" pitchFamily="49" charset="-122"/>
                  </a:endParaRPr>
                </a:p>
              </p:txBody>
            </p:sp>
          </p:grpSp>
          <p:sp>
            <p:nvSpPr>
              <p:cNvPr id="22576" name="Arc 26"/>
              <p:cNvSpPr/>
              <p:nvPr/>
            </p:nvSpPr>
            <p:spPr>
              <a:xfrm rot="-5400000" flipH="1">
                <a:off x="5250" y="4710"/>
                <a:ext cx="567" cy="567"/>
              </a:xfrm>
              <a:custGeom>
                <a:avLst/>
                <a:gdLst/>
                <a:ahLst/>
                <a:cxnLst>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none" w="sm" len="med"/>
                <a:tailEnd type="triangle" w="sm" len="med"/>
              </a:ln>
            </p:spPr>
            <p:txBody>
              <a:bodyPr/>
              <a:p>
                <a:endParaRPr lang="zh-CN" altLang="en-US"/>
              </a:p>
            </p:txBody>
          </p:sp>
          <p:sp>
            <p:nvSpPr>
              <p:cNvPr id="22577" name="Arc 27"/>
              <p:cNvSpPr/>
              <p:nvPr/>
            </p:nvSpPr>
            <p:spPr>
              <a:xfrm flipH="1">
                <a:off x="5398" y="3795"/>
                <a:ext cx="567" cy="567"/>
              </a:xfrm>
              <a:custGeom>
                <a:avLst/>
                <a:gdLst/>
                <a:ahLst/>
                <a:cxnLst>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triangle" w="sm" len="med"/>
                <a:tailEnd type="none" w="sm" len="med"/>
              </a:ln>
            </p:spPr>
            <p:txBody>
              <a:bodyPr/>
              <a:p>
                <a:endParaRPr lang="zh-CN" altLang="en-US"/>
              </a:p>
            </p:txBody>
          </p:sp>
        </p:grpSp>
        <p:grpSp>
          <p:nvGrpSpPr>
            <p:cNvPr id="22535" name="Group 28"/>
            <p:cNvGrpSpPr/>
            <p:nvPr/>
          </p:nvGrpSpPr>
          <p:grpSpPr>
            <a:xfrm>
              <a:off x="3820" y="9675"/>
              <a:ext cx="5356" cy="865"/>
              <a:chOff x="2530" y="9405"/>
              <a:chExt cx="5356" cy="865"/>
            </a:xfrm>
          </p:grpSpPr>
          <p:grpSp>
            <p:nvGrpSpPr>
              <p:cNvPr id="22558" name="Group 29"/>
              <p:cNvGrpSpPr/>
              <p:nvPr/>
            </p:nvGrpSpPr>
            <p:grpSpPr>
              <a:xfrm>
                <a:off x="5680" y="9405"/>
                <a:ext cx="2206" cy="850"/>
                <a:chOff x="5680" y="9405"/>
                <a:chExt cx="2206" cy="850"/>
              </a:xfrm>
            </p:grpSpPr>
            <p:grpSp>
              <p:nvGrpSpPr>
                <p:cNvPr id="22569" name="Group 30"/>
                <p:cNvGrpSpPr/>
                <p:nvPr/>
              </p:nvGrpSpPr>
              <p:grpSpPr>
                <a:xfrm>
                  <a:off x="5680" y="9405"/>
                  <a:ext cx="974" cy="850"/>
                  <a:chOff x="4154" y="12570"/>
                  <a:chExt cx="974" cy="850"/>
                </a:xfrm>
              </p:grpSpPr>
              <p:sp>
                <p:nvSpPr>
                  <p:cNvPr id="22573" name="Oval 31"/>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sp>
                <p:nvSpPr>
                  <p:cNvPr id="22574" name="Rectangle 32"/>
                  <p:cNvSpPr/>
                  <p:nvPr/>
                </p:nvSpPr>
                <p:spPr>
                  <a:xfrm>
                    <a:off x="4154" y="12630"/>
                    <a:ext cx="974" cy="78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80000"/>
                      </a:lnSpc>
                      <a:spcBef>
                        <a:spcPct val="0"/>
                      </a:spcBef>
                      <a:buClrTx/>
                      <a:buSzTx/>
                      <a:buFontTx/>
                      <a:buNone/>
                    </a:pPr>
                    <a:r>
                      <a:rPr lang="en-US" altLang="zh-CN" sz="1800" b="1" dirty="0">
                        <a:latin typeface="黑体" panose="02010609060101010101" pitchFamily="49" charset="-122"/>
                        <a:ea typeface="黑体" panose="02010609060101010101" pitchFamily="49" charset="-122"/>
                      </a:rPr>
                      <a:t>2.3</a:t>
                    </a:r>
                    <a:endParaRPr lang="en-US" altLang="zh-CN" sz="1800" b="1" dirty="0">
                      <a:latin typeface="黑体" panose="02010609060101010101" pitchFamily="49" charset="-122"/>
                      <a:ea typeface="黑体" panose="02010609060101010101" pitchFamily="49" charset="-122"/>
                    </a:endParaRPr>
                  </a:p>
                  <a:p>
                    <a:pPr marL="0" lvl="0" indent="0" algn="ctr" eaLnBrk="1" hangingPunct="1">
                      <a:lnSpc>
                        <a:spcPct val="80000"/>
                      </a:lnSpc>
                      <a:spcBef>
                        <a:spcPct val="0"/>
                      </a:spcBef>
                      <a:buClrTx/>
                      <a:buSzTx/>
                      <a:buFontTx/>
                      <a:buNone/>
                    </a:pPr>
                    <a:r>
                      <a:rPr lang="zh-CN" altLang="en-US" sz="1800" b="1" dirty="0">
                        <a:latin typeface="黑体" panose="02010609060101010101" pitchFamily="49" charset="-122"/>
                        <a:ea typeface="黑体" panose="02010609060101010101" pitchFamily="49" charset="-122"/>
                      </a:rPr>
                      <a:t>制作</a:t>
                    </a:r>
                    <a:endParaRPr lang="zh-CN" altLang="en-US" sz="1800" b="1" dirty="0">
                      <a:latin typeface="黑体" panose="02010609060101010101" pitchFamily="49" charset="-122"/>
                      <a:ea typeface="黑体" panose="02010609060101010101" pitchFamily="49" charset="-122"/>
                    </a:endParaRPr>
                  </a:p>
                  <a:p>
                    <a:pPr marL="0" lvl="0" indent="0" algn="ctr" eaLnBrk="1" hangingPunct="1">
                      <a:lnSpc>
                        <a:spcPct val="80000"/>
                      </a:lnSpc>
                      <a:spcBef>
                        <a:spcPct val="0"/>
                      </a:spcBef>
                      <a:buClrTx/>
                      <a:buSzTx/>
                      <a:buFontTx/>
                      <a:buNone/>
                    </a:pPr>
                    <a:r>
                      <a:rPr lang="zh-CN" altLang="en-US" sz="1800" b="1" dirty="0">
                        <a:latin typeface="黑体" panose="02010609060101010101" pitchFamily="49" charset="-122"/>
                        <a:ea typeface="黑体" panose="02010609060101010101" pitchFamily="49" charset="-122"/>
                      </a:rPr>
                      <a:t>通知单</a:t>
                    </a:r>
                    <a:endParaRPr lang="zh-CN" altLang="en-US" sz="1800" b="1" dirty="0">
                      <a:latin typeface="黑体" panose="02010609060101010101" pitchFamily="49" charset="-122"/>
                      <a:ea typeface="黑体" panose="02010609060101010101" pitchFamily="49" charset="-122"/>
                    </a:endParaRPr>
                  </a:p>
                </p:txBody>
              </p:sp>
            </p:grpSp>
            <p:grpSp>
              <p:nvGrpSpPr>
                <p:cNvPr id="22570" name="Group 33"/>
                <p:cNvGrpSpPr/>
                <p:nvPr/>
              </p:nvGrpSpPr>
              <p:grpSpPr>
                <a:xfrm>
                  <a:off x="6610" y="9602"/>
                  <a:ext cx="1276" cy="465"/>
                  <a:chOff x="7918" y="3842"/>
                  <a:chExt cx="1276" cy="465"/>
                </a:xfrm>
              </p:grpSpPr>
              <p:sp>
                <p:nvSpPr>
                  <p:cNvPr id="22571" name="Line 34"/>
                  <p:cNvSpPr/>
                  <p:nvPr/>
                </p:nvSpPr>
                <p:spPr>
                  <a:xfrm>
                    <a:off x="7918" y="4065"/>
                    <a:ext cx="1276" cy="0"/>
                  </a:xfrm>
                  <a:prstGeom prst="line">
                    <a:avLst/>
                  </a:prstGeom>
                  <a:ln w="9525" cap="flat" cmpd="sng">
                    <a:solidFill>
                      <a:srgbClr val="000000"/>
                    </a:solidFill>
                    <a:prstDash val="solid"/>
                    <a:headEnd type="none" w="sm" len="med"/>
                    <a:tailEnd type="triangle" w="sm" len="med"/>
                  </a:ln>
                </p:spPr>
              </p:sp>
              <p:sp>
                <p:nvSpPr>
                  <p:cNvPr id="22572" name="Rectangle 35"/>
                  <p:cNvSpPr/>
                  <p:nvPr/>
                </p:nvSpPr>
                <p:spPr>
                  <a:xfrm>
                    <a:off x="7934" y="3842"/>
                    <a:ext cx="121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80000"/>
                      </a:lnSpc>
                      <a:spcBef>
                        <a:spcPct val="0"/>
                      </a:spcBef>
                      <a:buClrTx/>
                      <a:buSzTx/>
                      <a:buFontTx/>
                      <a:buNone/>
                    </a:pPr>
                    <a:r>
                      <a:rPr lang="zh-CN" altLang="en-US" sz="1800" b="1" dirty="0">
                        <a:latin typeface="黑体" panose="02010609060101010101" pitchFamily="49" charset="-122"/>
                        <a:ea typeface="黑体" panose="02010609060101010101" pitchFamily="49" charset="-122"/>
                      </a:rPr>
                      <a:t>考生通知单</a:t>
                    </a:r>
                    <a:endParaRPr lang="zh-CN" altLang="en-US" sz="1800" b="1" dirty="0">
                      <a:latin typeface="黑体" panose="02010609060101010101" pitchFamily="49" charset="-122"/>
                      <a:ea typeface="黑体" panose="02010609060101010101" pitchFamily="49" charset="-122"/>
                    </a:endParaRPr>
                  </a:p>
                </p:txBody>
              </p:sp>
            </p:grpSp>
          </p:grpSp>
          <p:grpSp>
            <p:nvGrpSpPr>
              <p:cNvPr id="22559" name="Group 36"/>
              <p:cNvGrpSpPr/>
              <p:nvPr/>
            </p:nvGrpSpPr>
            <p:grpSpPr>
              <a:xfrm>
                <a:off x="2530" y="9420"/>
                <a:ext cx="3226" cy="850"/>
                <a:chOff x="2530" y="9420"/>
                <a:chExt cx="3226" cy="850"/>
              </a:xfrm>
            </p:grpSpPr>
            <p:grpSp>
              <p:nvGrpSpPr>
                <p:cNvPr id="22560" name="Group 37"/>
                <p:cNvGrpSpPr/>
                <p:nvPr/>
              </p:nvGrpSpPr>
              <p:grpSpPr>
                <a:xfrm>
                  <a:off x="3460" y="9420"/>
                  <a:ext cx="974" cy="850"/>
                  <a:chOff x="4154" y="12570"/>
                  <a:chExt cx="974" cy="850"/>
                </a:xfrm>
              </p:grpSpPr>
              <p:sp>
                <p:nvSpPr>
                  <p:cNvPr id="22567" name="Oval 38"/>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sp>
                <p:nvSpPr>
                  <p:cNvPr id="22568" name="Rectangle 39"/>
                  <p:cNvSpPr/>
                  <p:nvPr/>
                </p:nvSpPr>
                <p:spPr>
                  <a:xfrm>
                    <a:off x="4154" y="12630"/>
                    <a:ext cx="974" cy="78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80000"/>
                      </a:lnSpc>
                      <a:spcBef>
                        <a:spcPct val="0"/>
                      </a:spcBef>
                      <a:buClrTx/>
                      <a:buSzTx/>
                      <a:buFontTx/>
                      <a:buNone/>
                    </a:pPr>
                    <a:r>
                      <a:rPr lang="en-US" altLang="zh-CN" sz="1800" b="1" dirty="0">
                        <a:latin typeface="黑体" panose="02010609060101010101" pitchFamily="49" charset="-122"/>
                        <a:ea typeface="黑体" panose="02010609060101010101" pitchFamily="49" charset="-122"/>
                      </a:rPr>
                      <a:t>2.2</a:t>
                    </a:r>
                    <a:endParaRPr lang="en-US" altLang="zh-CN" sz="1800" b="1" dirty="0">
                      <a:latin typeface="黑体" panose="02010609060101010101" pitchFamily="49" charset="-122"/>
                      <a:ea typeface="黑体" panose="02010609060101010101" pitchFamily="49" charset="-122"/>
                    </a:endParaRPr>
                  </a:p>
                  <a:p>
                    <a:pPr marL="0" lvl="0" indent="0" algn="ctr" eaLnBrk="1" hangingPunct="1">
                      <a:lnSpc>
                        <a:spcPct val="80000"/>
                      </a:lnSpc>
                      <a:spcBef>
                        <a:spcPct val="0"/>
                      </a:spcBef>
                      <a:buClrTx/>
                      <a:buSzTx/>
                      <a:buFontTx/>
                      <a:buNone/>
                    </a:pPr>
                    <a:r>
                      <a:rPr lang="zh-CN" altLang="en-US" sz="1800" b="1" dirty="0">
                        <a:latin typeface="黑体" panose="02010609060101010101" pitchFamily="49" charset="-122"/>
                        <a:ea typeface="黑体" panose="02010609060101010101" pitchFamily="49" charset="-122"/>
                      </a:rPr>
                      <a:t>审定</a:t>
                    </a:r>
                    <a:endParaRPr lang="zh-CN" altLang="en-US" sz="1800" b="1" dirty="0">
                      <a:latin typeface="黑体" panose="02010609060101010101" pitchFamily="49" charset="-122"/>
                      <a:ea typeface="黑体" panose="02010609060101010101" pitchFamily="49" charset="-122"/>
                    </a:endParaRPr>
                  </a:p>
                  <a:p>
                    <a:pPr marL="0" lvl="0" indent="0" algn="ctr" eaLnBrk="1" hangingPunct="1">
                      <a:lnSpc>
                        <a:spcPct val="80000"/>
                      </a:lnSpc>
                      <a:spcBef>
                        <a:spcPct val="0"/>
                      </a:spcBef>
                      <a:buClrTx/>
                      <a:buSzTx/>
                      <a:buFontTx/>
                      <a:buNone/>
                    </a:pPr>
                    <a:r>
                      <a:rPr lang="zh-CN" altLang="en-US" sz="1800" b="1" dirty="0">
                        <a:latin typeface="黑体" panose="02010609060101010101" pitchFamily="49" charset="-122"/>
                        <a:ea typeface="黑体" panose="02010609060101010101" pitchFamily="49" charset="-122"/>
                      </a:rPr>
                      <a:t>合格者</a:t>
                    </a:r>
                    <a:endParaRPr lang="zh-CN" altLang="en-US" sz="1800" b="1" dirty="0">
                      <a:latin typeface="黑体" panose="02010609060101010101" pitchFamily="49" charset="-122"/>
                      <a:ea typeface="黑体" panose="02010609060101010101" pitchFamily="49" charset="-122"/>
                    </a:endParaRPr>
                  </a:p>
                </p:txBody>
              </p:sp>
            </p:grpSp>
            <p:grpSp>
              <p:nvGrpSpPr>
                <p:cNvPr id="22561" name="Group 40"/>
                <p:cNvGrpSpPr/>
                <p:nvPr/>
              </p:nvGrpSpPr>
              <p:grpSpPr>
                <a:xfrm>
                  <a:off x="4360" y="9602"/>
                  <a:ext cx="1396" cy="465"/>
                  <a:chOff x="4318" y="5417"/>
                  <a:chExt cx="1396" cy="465"/>
                </a:xfrm>
              </p:grpSpPr>
              <p:sp>
                <p:nvSpPr>
                  <p:cNvPr id="22565" name="Line 41"/>
                  <p:cNvSpPr/>
                  <p:nvPr/>
                </p:nvSpPr>
                <p:spPr>
                  <a:xfrm>
                    <a:off x="4318" y="5655"/>
                    <a:ext cx="1396" cy="0"/>
                  </a:xfrm>
                  <a:prstGeom prst="line">
                    <a:avLst/>
                  </a:prstGeom>
                  <a:ln w="9525" cap="flat" cmpd="sng">
                    <a:solidFill>
                      <a:srgbClr val="000000"/>
                    </a:solidFill>
                    <a:prstDash val="solid"/>
                    <a:headEnd type="none" w="sm" len="med"/>
                    <a:tailEnd type="triangle" w="sm" len="med"/>
                  </a:ln>
                </p:spPr>
              </p:sp>
              <p:sp>
                <p:nvSpPr>
                  <p:cNvPr id="22566" name="Rectangle 42"/>
                  <p:cNvSpPr/>
                  <p:nvPr/>
                </p:nvSpPr>
                <p:spPr>
                  <a:xfrm>
                    <a:off x="4350" y="5417"/>
                    <a:ext cx="121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80000"/>
                      </a:lnSpc>
                      <a:spcBef>
                        <a:spcPct val="0"/>
                      </a:spcBef>
                      <a:buClrTx/>
                      <a:buSzTx/>
                      <a:buFontTx/>
                      <a:buNone/>
                    </a:pPr>
                    <a:r>
                      <a:rPr lang="zh-CN" altLang="en-US" sz="1800" b="1" dirty="0">
                        <a:latin typeface="黑体" panose="02010609060101010101" pitchFamily="49" charset="-122"/>
                        <a:ea typeface="黑体" panose="02010609060101010101" pitchFamily="49" charset="-122"/>
                      </a:rPr>
                      <a:t>正式成绩清单</a:t>
                    </a:r>
                    <a:endParaRPr lang="zh-CN" altLang="en-US" sz="1800" b="1" dirty="0">
                      <a:latin typeface="黑体" panose="02010609060101010101" pitchFamily="49" charset="-122"/>
                      <a:ea typeface="黑体" panose="02010609060101010101" pitchFamily="49" charset="-122"/>
                    </a:endParaRPr>
                  </a:p>
                </p:txBody>
              </p:sp>
            </p:grpSp>
            <p:grpSp>
              <p:nvGrpSpPr>
                <p:cNvPr id="22562" name="Group 43"/>
                <p:cNvGrpSpPr/>
                <p:nvPr/>
              </p:nvGrpSpPr>
              <p:grpSpPr>
                <a:xfrm>
                  <a:off x="2530" y="9602"/>
                  <a:ext cx="990" cy="465"/>
                  <a:chOff x="2488" y="3722"/>
                  <a:chExt cx="990" cy="465"/>
                </a:xfrm>
              </p:grpSpPr>
              <p:sp>
                <p:nvSpPr>
                  <p:cNvPr id="22563" name="Line 44"/>
                  <p:cNvSpPr/>
                  <p:nvPr/>
                </p:nvSpPr>
                <p:spPr>
                  <a:xfrm flipV="1">
                    <a:off x="2546" y="3945"/>
                    <a:ext cx="932" cy="0"/>
                  </a:xfrm>
                  <a:prstGeom prst="line">
                    <a:avLst/>
                  </a:prstGeom>
                  <a:ln w="9525" cap="flat" cmpd="sng">
                    <a:solidFill>
                      <a:srgbClr val="000000"/>
                    </a:solidFill>
                    <a:prstDash val="solid"/>
                    <a:headEnd type="none" w="sm" len="med"/>
                    <a:tailEnd type="triangle" w="sm" len="med"/>
                  </a:ln>
                </p:spPr>
              </p:sp>
              <p:sp>
                <p:nvSpPr>
                  <p:cNvPr id="22564" name="Rectangle 45"/>
                  <p:cNvSpPr/>
                  <p:nvPr/>
                </p:nvSpPr>
                <p:spPr>
                  <a:xfrm>
                    <a:off x="2488" y="3722"/>
                    <a:ext cx="94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80000"/>
                      </a:lnSpc>
                      <a:spcBef>
                        <a:spcPct val="0"/>
                      </a:spcBef>
                      <a:buClrTx/>
                      <a:buSzTx/>
                      <a:buFontTx/>
                      <a:buNone/>
                    </a:pPr>
                    <a:r>
                      <a:rPr lang="zh-CN" altLang="en-US" sz="1800" b="1" dirty="0">
                        <a:latin typeface="黑体" panose="02010609060101010101" pitchFamily="49" charset="-122"/>
                        <a:ea typeface="黑体" panose="02010609060101010101" pitchFamily="49" charset="-122"/>
                      </a:rPr>
                      <a:t>合格标准</a:t>
                    </a:r>
                    <a:endParaRPr lang="zh-CN" altLang="en-US" sz="1800" b="1" dirty="0">
                      <a:latin typeface="黑体" panose="02010609060101010101" pitchFamily="49" charset="-122"/>
                      <a:ea typeface="黑体" panose="02010609060101010101" pitchFamily="49" charset="-122"/>
                    </a:endParaRPr>
                  </a:p>
                </p:txBody>
              </p:sp>
            </p:grpSp>
          </p:grpSp>
        </p:grpSp>
        <p:grpSp>
          <p:nvGrpSpPr>
            <p:cNvPr id="22536" name="Group 46"/>
            <p:cNvGrpSpPr/>
            <p:nvPr/>
          </p:nvGrpSpPr>
          <p:grpSpPr>
            <a:xfrm>
              <a:off x="5424" y="7237"/>
              <a:ext cx="1920" cy="1478"/>
              <a:chOff x="4106" y="2647"/>
              <a:chExt cx="1920" cy="1478"/>
            </a:xfrm>
          </p:grpSpPr>
          <p:grpSp>
            <p:nvGrpSpPr>
              <p:cNvPr id="22550" name="Group 47"/>
              <p:cNvGrpSpPr/>
              <p:nvPr/>
            </p:nvGrpSpPr>
            <p:grpSpPr>
              <a:xfrm>
                <a:off x="4106" y="3630"/>
                <a:ext cx="1306" cy="495"/>
                <a:chOff x="1884" y="6360"/>
                <a:chExt cx="1306" cy="495"/>
              </a:xfrm>
            </p:grpSpPr>
            <p:grpSp>
              <p:nvGrpSpPr>
                <p:cNvPr id="22554" name="Group 48"/>
                <p:cNvGrpSpPr/>
                <p:nvPr/>
              </p:nvGrpSpPr>
              <p:grpSpPr>
                <a:xfrm>
                  <a:off x="1884" y="6360"/>
                  <a:ext cx="1306" cy="360"/>
                  <a:chOff x="1884" y="6360"/>
                  <a:chExt cx="1306" cy="360"/>
                </a:xfrm>
              </p:grpSpPr>
              <p:sp>
                <p:nvSpPr>
                  <p:cNvPr id="22556" name="Line 49"/>
                  <p:cNvSpPr/>
                  <p:nvPr/>
                </p:nvSpPr>
                <p:spPr>
                  <a:xfrm>
                    <a:off x="1884" y="6360"/>
                    <a:ext cx="1290" cy="0"/>
                  </a:xfrm>
                  <a:prstGeom prst="line">
                    <a:avLst/>
                  </a:prstGeom>
                  <a:ln w="9525" cap="flat" cmpd="sng">
                    <a:solidFill>
                      <a:srgbClr val="000000"/>
                    </a:solidFill>
                    <a:prstDash val="solid"/>
                    <a:headEnd type="none" w="sm" len="med"/>
                    <a:tailEnd type="none" w="sm" len="med"/>
                  </a:ln>
                </p:spPr>
              </p:sp>
              <p:sp>
                <p:nvSpPr>
                  <p:cNvPr id="22557" name="Line 50"/>
                  <p:cNvSpPr/>
                  <p:nvPr/>
                </p:nvSpPr>
                <p:spPr>
                  <a:xfrm>
                    <a:off x="1900" y="6720"/>
                    <a:ext cx="1290" cy="0"/>
                  </a:xfrm>
                  <a:prstGeom prst="line">
                    <a:avLst/>
                  </a:prstGeom>
                  <a:ln w="9525" cap="flat" cmpd="sng">
                    <a:solidFill>
                      <a:srgbClr val="000000"/>
                    </a:solidFill>
                    <a:prstDash val="solid"/>
                    <a:headEnd type="none" w="sm" len="med"/>
                    <a:tailEnd type="none" w="sm" len="med"/>
                  </a:ln>
                </p:spPr>
              </p:sp>
            </p:grpSp>
            <p:sp>
              <p:nvSpPr>
                <p:cNvPr id="22555" name="Rectangle 51"/>
                <p:cNvSpPr/>
                <p:nvPr/>
              </p:nvSpPr>
              <p:spPr>
                <a:xfrm>
                  <a:off x="1916" y="6405"/>
                  <a:ext cx="1228" cy="45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80000"/>
                    </a:lnSpc>
                    <a:spcBef>
                      <a:spcPct val="0"/>
                    </a:spcBef>
                    <a:buClrTx/>
                    <a:buSzTx/>
                    <a:buFontTx/>
                    <a:buNone/>
                  </a:pPr>
                  <a:r>
                    <a:rPr lang="zh-CN" altLang="en-US" sz="1800" b="1" dirty="0">
                      <a:latin typeface="黑体" panose="02010609060101010101" pitchFamily="49" charset="-122"/>
                      <a:ea typeface="黑体" panose="02010609060101010101" pitchFamily="49" charset="-122"/>
                    </a:rPr>
                    <a:t>试题得分清单</a:t>
                  </a:r>
                  <a:endParaRPr lang="zh-CN" altLang="en-US" sz="1800" b="1" dirty="0">
                    <a:latin typeface="黑体" panose="02010609060101010101" pitchFamily="49" charset="-122"/>
                    <a:ea typeface="黑体" panose="02010609060101010101" pitchFamily="49" charset="-122"/>
                  </a:endParaRPr>
                </a:p>
              </p:txBody>
            </p:sp>
          </p:grpSp>
          <p:sp>
            <p:nvSpPr>
              <p:cNvPr id="22551" name="Arc 52"/>
              <p:cNvSpPr/>
              <p:nvPr/>
            </p:nvSpPr>
            <p:spPr>
              <a:xfrm flipH="1">
                <a:off x="4928" y="2655"/>
                <a:ext cx="633" cy="987"/>
              </a:xfrm>
              <a:custGeom>
                <a:avLst/>
                <a:gdLst/>
                <a:ahLst/>
                <a:cxnLst>
                  <a:cxn ang="0">
                    <a:pos x="0" y="0"/>
                  </a:cxn>
                  <a:cxn ang="0">
                    <a:pos x="0" y="0"/>
                  </a:cxn>
                  <a:cxn ang="0">
                    <a:pos x="0" y="0"/>
                  </a:cxn>
                </a:cxnLst>
                <a:pathLst>
                  <a:path w="24585" h="21600" fill="none">
                    <a:moveTo>
                      <a:pt x="0" y="207"/>
                    </a:moveTo>
                    <a:cubicBezTo>
                      <a:pt x="989" y="69"/>
                      <a:pt x="1986" y="-1"/>
                      <a:pt x="2985" y="0"/>
                    </a:cubicBezTo>
                    <a:cubicBezTo>
                      <a:pt x="14914" y="0"/>
                      <a:pt x="24585" y="9670"/>
                      <a:pt x="24585" y="21600"/>
                    </a:cubicBezTo>
                  </a:path>
                  <a:path w="24585" h="21600" stroke="0">
                    <a:moveTo>
                      <a:pt x="0" y="207"/>
                    </a:moveTo>
                    <a:cubicBezTo>
                      <a:pt x="989" y="69"/>
                      <a:pt x="1986" y="-1"/>
                      <a:pt x="2985" y="0"/>
                    </a:cubicBezTo>
                    <a:cubicBezTo>
                      <a:pt x="14914" y="0"/>
                      <a:pt x="24585" y="9670"/>
                      <a:pt x="24585" y="21600"/>
                    </a:cubicBezTo>
                    <a:lnTo>
                      <a:pt x="2985" y="21600"/>
                    </a:lnTo>
                    <a:lnTo>
                      <a:pt x="0" y="207"/>
                    </a:lnTo>
                    <a:close/>
                  </a:path>
                </a:pathLst>
              </a:custGeom>
              <a:noFill/>
              <a:ln w="9525" cap="flat" cmpd="sng">
                <a:solidFill>
                  <a:srgbClr val="000000">
                    <a:alpha val="100000"/>
                  </a:srgbClr>
                </a:solidFill>
                <a:prstDash val="solid"/>
                <a:round/>
                <a:headEnd type="triangle" w="sm" len="med"/>
                <a:tailEnd type="none" w="sm" len="med"/>
              </a:ln>
            </p:spPr>
            <p:txBody>
              <a:bodyPr/>
              <a:p>
                <a:endParaRPr lang="zh-CN" altLang="en-US"/>
              </a:p>
            </p:txBody>
          </p:sp>
          <p:sp>
            <p:nvSpPr>
              <p:cNvPr id="22552" name="Arc 53"/>
              <p:cNvSpPr/>
              <p:nvPr/>
            </p:nvSpPr>
            <p:spPr>
              <a:xfrm flipH="1">
                <a:off x="5186" y="3373"/>
                <a:ext cx="840" cy="284"/>
              </a:xfrm>
              <a:custGeom>
                <a:avLst/>
                <a:gdLst/>
                <a:ahLst/>
                <a:cxnLst>
                  <a:cxn ang="0">
                    <a:pos x="0" y="0"/>
                  </a:cxn>
                  <a:cxn ang="0">
                    <a:pos x="0" y="0"/>
                  </a:cxn>
                  <a:cxn ang="0">
                    <a:pos x="0" y="0"/>
                  </a:cxn>
                </a:cxnLst>
                <a:pathLst>
                  <a:path w="21314" h="21402" fill="none">
                    <a:moveTo>
                      <a:pt x="2919" y="0"/>
                    </a:moveTo>
                    <a:cubicBezTo>
                      <a:pt x="12316" y="1282"/>
                      <a:pt x="19777" y="8543"/>
                      <a:pt x="21314" y="17900"/>
                    </a:cubicBezTo>
                  </a:path>
                  <a:path w="21314" h="21402" stroke="0">
                    <a:moveTo>
                      <a:pt x="2919" y="0"/>
                    </a:moveTo>
                    <a:cubicBezTo>
                      <a:pt x="12316" y="1282"/>
                      <a:pt x="19777" y="8543"/>
                      <a:pt x="21314" y="17900"/>
                    </a:cubicBezTo>
                    <a:lnTo>
                      <a:pt x="0" y="21402"/>
                    </a:lnTo>
                    <a:lnTo>
                      <a:pt x="2919" y="0"/>
                    </a:lnTo>
                    <a:close/>
                  </a:path>
                </a:pathLst>
              </a:custGeom>
              <a:noFill/>
              <a:ln w="9525" cap="flat" cmpd="sng">
                <a:solidFill>
                  <a:srgbClr val="000000">
                    <a:alpha val="100000"/>
                  </a:srgbClr>
                </a:solidFill>
                <a:prstDash val="solid"/>
                <a:round/>
                <a:headEnd type="triangle" w="sm" len="med"/>
                <a:tailEnd type="none" w="sm" len="med"/>
              </a:ln>
            </p:spPr>
            <p:txBody>
              <a:bodyPr/>
              <a:p>
                <a:endParaRPr lang="zh-CN" altLang="en-US"/>
              </a:p>
            </p:txBody>
          </p:sp>
          <p:sp>
            <p:nvSpPr>
              <p:cNvPr id="22553" name="Arc 54"/>
              <p:cNvSpPr/>
              <p:nvPr/>
            </p:nvSpPr>
            <p:spPr>
              <a:xfrm>
                <a:off x="4181" y="2647"/>
                <a:ext cx="556" cy="968"/>
              </a:xfrm>
              <a:custGeom>
                <a:avLst/>
                <a:gdLst/>
                <a:ahLst/>
                <a:cxnLst>
                  <a:cxn ang="0">
                    <a:pos x="0" y="0"/>
                  </a:cxn>
                  <a:cxn ang="0">
                    <a:pos x="0" y="0"/>
                  </a:cxn>
                  <a:cxn ang="0">
                    <a:pos x="0" y="0"/>
                  </a:cxn>
                </a:cxnLst>
                <a:pathLst>
                  <a:path w="21600" h="21182" fill="none">
                    <a:moveTo>
                      <a:pt x="4229" y="0"/>
                    </a:moveTo>
                    <a:cubicBezTo>
                      <a:pt x="14329" y="2017"/>
                      <a:pt x="21600" y="10883"/>
                      <a:pt x="21600" y="21182"/>
                    </a:cubicBezTo>
                  </a:path>
                  <a:path w="21600" h="21182" stroke="0">
                    <a:moveTo>
                      <a:pt x="4229" y="0"/>
                    </a:moveTo>
                    <a:cubicBezTo>
                      <a:pt x="14329" y="2017"/>
                      <a:pt x="21600" y="10883"/>
                      <a:pt x="21600" y="21182"/>
                    </a:cubicBezTo>
                    <a:lnTo>
                      <a:pt x="0" y="21182"/>
                    </a:lnTo>
                    <a:lnTo>
                      <a:pt x="4229" y="0"/>
                    </a:lnTo>
                    <a:close/>
                  </a:path>
                </a:pathLst>
              </a:custGeom>
              <a:noFill/>
              <a:ln w="9525" cap="flat" cmpd="sng">
                <a:solidFill>
                  <a:srgbClr val="000000">
                    <a:alpha val="100000"/>
                  </a:srgbClr>
                </a:solidFill>
                <a:prstDash val="solid"/>
                <a:round/>
                <a:headEnd type="none" w="sm" len="med"/>
                <a:tailEnd type="triangle" w="sm" len="med"/>
              </a:ln>
            </p:spPr>
            <p:txBody>
              <a:bodyPr/>
              <a:p>
                <a:endParaRPr lang="zh-CN" altLang="en-US"/>
              </a:p>
            </p:txBody>
          </p:sp>
        </p:grpSp>
        <p:grpSp>
          <p:nvGrpSpPr>
            <p:cNvPr id="22537" name="Group 55"/>
            <p:cNvGrpSpPr/>
            <p:nvPr/>
          </p:nvGrpSpPr>
          <p:grpSpPr>
            <a:xfrm>
              <a:off x="3778" y="6720"/>
              <a:ext cx="1902" cy="3000"/>
              <a:chOff x="3778" y="6720"/>
              <a:chExt cx="1902" cy="3000"/>
            </a:xfrm>
          </p:grpSpPr>
          <p:grpSp>
            <p:nvGrpSpPr>
              <p:cNvPr id="22538" name="Group 56"/>
              <p:cNvGrpSpPr/>
              <p:nvPr/>
            </p:nvGrpSpPr>
            <p:grpSpPr>
              <a:xfrm>
                <a:off x="4706" y="6720"/>
                <a:ext cx="974" cy="850"/>
                <a:chOff x="4154" y="12570"/>
                <a:chExt cx="974" cy="850"/>
              </a:xfrm>
            </p:grpSpPr>
            <p:sp>
              <p:nvSpPr>
                <p:cNvPr id="22548" name="Oval 57"/>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a typeface="黑体" panose="02010609060101010101" pitchFamily="49" charset="-122"/>
                  </a:endParaRPr>
                </a:p>
              </p:txBody>
            </p:sp>
            <p:sp>
              <p:nvSpPr>
                <p:cNvPr id="22549" name="Rectangle 58"/>
                <p:cNvSpPr/>
                <p:nvPr/>
              </p:nvSpPr>
              <p:spPr>
                <a:xfrm>
                  <a:off x="4154" y="12630"/>
                  <a:ext cx="974" cy="78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80000"/>
                    </a:lnSpc>
                    <a:spcBef>
                      <a:spcPct val="0"/>
                    </a:spcBef>
                    <a:buClrTx/>
                    <a:buSzTx/>
                    <a:buFontTx/>
                    <a:buNone/>
                  </a:pPr>
                  <a:r>
                    <a:rPr lang="en-US" altLang="zh-CN" sz="1800" b="1" dirty="0">
                      <a:latin typeface="黑体" panose="02010609060101010101" pitchFamily="49" charset="-122"/>
                      <a:ea typeface="黑体" panose="02010609060101010101" pitchFamily="49" charset="-122"/>
                    </a:rPr>
                    <a:t>2.1</a:t>
                  </a:r>
                  <a:endParaRPr lang="en-US" altLang="zh-CN" sz="1800" b="1" dirty="0">
                    <a:latin typeface="黑体" panose="02010609060101010101" pitchFamily="49" charset="-122"/>
                    <a:ea typeface="黑体" panose="02010609060101010101" pitchFamily="49" charset="-122"/>
                  </a:endParaRPr>
                </a:p>
                <a:p>
                  <a:pPr marL="0" lvl="0" indent="0" algn="ctr" eaLnBrk="1" hangingPunct="1">
                    <a:lnSpc>
                      <a:spcPct val="80000"/>
                    </a:lnSpc>
                    <a:spcBef>
                      <a:spcPct val="0"/>
                    </a:spcBef>
                    <a:buClrTx/>
                    <a:buSzTx/>
                    <a:buFontTx/>
                    <a:buNone/>
                  </a:pPr>
                  <a:r>
                    <a:rPr lang="zh-CN" altLang="en-US" sz="1800" b="1" dirty="0">
                      <a:latin typeface="黑体" panose="02010609060101010101" pitchFamily="49" charset="-122"/>
                      <a:ea typeface="黑体" panose="02010609060101010101" pitchFamily="49" charset="-122"/>
                    </a:rPr>
                    <a:t>检查</a:t>
                  </a:r>
                  <a:endParaRPr lang="zh-CN" altLang="en-US" sz="1800" b="1" dirty="0">
                    <a:latin typeface="黑体" panose="02010609060101010101" pitchFamily="49" charset="-122"/>
                    <a:ea typeface="黑体" panose="02010609060101010101" pitchFamily="49" charset="-122"/>
                  </a:endParaRPr>
                </a:p>
                <a:p>
                  <a:pPr marL="0" lvl="0" indent="0" algn="ctr" eaLnBrk="1" hangingPunct="1">
                    <a:lnSpc>
                      <a:spcPct val="80000"/>
                    </a:lnSpc>
                    <a:spcBef>
                      <a:spcPct val="0"/>
                    </a:spcBef>
                    <a:buClrTx/>
                    <a:buSzTx/>
                    <a:buFontTx/>
                    <a:buNone/>
                  </a:pPr>
                  <a:r>
                    <a:rPr lang="zh-CN" altLang="en-US" sz="1800" b="1" dirty="0">
                      <a:latin typeface="黑体" panose="02010609060101010101" pitchFamily="49" charset="-122"/>
                      <a:ea typeface="黑体" panose="02010609060101010101" pitchFamily="49" charset="-122"/>
                    </a:rPr>
                    <a:t>成绩清单</a:t>
                  </a:r>
                  <a:endParaRPr lang="zh-CN" altLang="en-US" sz="1800" b="1" dirty="0">
                    <a:latin typeface="黑体" panose="02010609060101010101" pitchFamily="49" charset="-122"/>
                    <a:ea typeface="黑体" panose="02010609060101010101" pitchFamily="49" charset="-122"/>
                  </a:endParaRPr>
                </a:p>
              </p:txBody>
            </p:sp>
          </p:grpSp>
          <p:grpSp>
            <p:nvGrpSpPr>
              <p:cNvPr id="22539" name="Group 59"/>
              <p:cNvGrpSpPr/>
              <p:nvPr/>
            </p:nvGrpSpPr>
            <p:grpSpPr>
              <a:xfrm>
                <a:off x="3806" y="6897"/>
                <a:ext cx="990" cy="465"/>
                <a:chOff x="2488" y="3702"/>
                <a:chExt cx="990" cy="465"/>
              </a:xfrm>
            </p:grpSpPr>
            <p:sp>
              <p:nvSpPr>
                <p:cNvPr id="22546" name="Line 60"/>
                <p:cNvSpPr/>
                <p:nvPr/>
              </p:nvSpPr>
              <p:spPr>
                <a:xfrm flipV="1">
                  <a:off x="2546" y="3945"/>
                  <a:ext cx="932" cy="0"/>
                </a:xfrm>
                <a:prstGeom prst="line">
                  <a:avLst/>
                </a:prstGeom>
                <a:ln w="9525" cap="flat" cmpd="sng">
                  <a:solidFill>
                    <a:srgbClr val="000000"/>
                  </a:solidFill>
                  <a:prstDash val="solid"/>
                  <a:headEnd type="none" w="sm" len="med"/>
                  <a:tailEnd type="triangle" w="sm" len="med"/>
                </a:ln>
              </p:spPr>
            </p:sp>
            <p:sp>
              <p:nvSpPr>
                <p:cNvPr id="22547" name="Rectangle 61"/>
                <p:cNvSpPr/>
                <p:nvPr/>
              </p:nvSpPr>
              <p:spPr>
                <a:xfrm>
                  <a:off x="2488" y="3702"/>
                  <a:ext cx="94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lnSpc>
                      <a:spcPct val="80000"/>
                    </a:lnSpc>
                    <a:spcBef>
                      <a:spcPct val="0"/>
                    </a:spcBef>
                    <a:buClrTx/>
                    <a:buSzTx/>
                    <a:buFontTx/>
                    <a:buNone/>
                  </a:pPr>
                  <a:r>
                    <a:rPr lang="zh-CN" altLang="en-US" sz="1800" b="1" dirty="0">
                      <a:latin typeface="黑体" panose="02010609060101010101" pitchFamily="49" charset="-122"/>
                      <a:ea typeface="黑体" panose="02010609060101010101" pitchFamily="49" charset="-122"/>
                    </a:rPr>
                    <a:t>成绩清单</a:t>
                  </a:r>
                  <a:endParaRPr lang="zh-CN" altLang="en-US" sz="1800" b="1" dirty="0">
                    <a:latin typeface="黑体" panose="02010609060101010101" pitchFamily="49" charset="-122"/>
                    <a:ea typeface="黑体" panose="02010609060101010101" pitchFamily="49" charset="-122"/>
                  </a:endParaRPr>
                </a:p>
              </p:txBody>
            </p:sp>
          </p:grpSp>
          <p:grpSp>
            <p:nvGrpSpPr>
              <p:cNvPr id="22540" name="Group 62"/>
              <p:cNvGrpSpPr/>
              <p:nvPr/>
            </p:nvGrpSpPr>
            <p:grpSpPr>
              <a:xfrm>
                <a:off x="4522" y="7575"/>
                <a:ext cx="680" cy="2145"/>
                <a:chOff x="3204" y="2985"/>
                <a:chExt cx="680" cy="2145"/>
              </a:xfrm>
            </p:grpSpPr>
            <p:sp>
              <p:nvSpPr>
                <p:cNvPr id="22544" name="Line 63"/>
                <p:cNvSpPr/>
                <p:nvPr/>
              </p:nvSpPr>
              <p:spPr>
                <a:xfrm>
                  <a:off x="3884" y="2985"/>
                  <a:ext cx="0" cy="2145"/>
                </a:xfrm>
                <a:prstGeom prst="line">
                  <a:avLst/>
                </a:prstGeom>
                <a:ln w="9525" cap="flat" cmpd="sng">
                  <a:solidFill>
                    <a:srgbClr val="000000"/>
                  </a:solidFill>
                  <a:prstDash val="solid"/>
                  <a:headEnd type="none" w="sm" len="med"/>
                  <a:tailEnd type="triangle" w="sm" len="med"/>
                </a:ln>
              </p:spPr>
            </p:sp>
            <p:sp>
              <p:nvSpPr>
                <p:cNvPr id="22545" name="Rectangle 64"/>
                <p:cNvSpPr/>
                <p:nvPr/>
              </p:nvSpPr>
              <p:spPr>
                <a:xfrm>
                  <a:off x="3204" y="3660"/>
                  <a:ext cx="659"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lnSpc>
                      <a:spcPct val="80000"/>
                    </a:lnSpc>
                    <a:spcBef>
                      <a:spcPct val="0"/>
                    </a:spcBef>
                    <a:buClrTx/>
                    <a:buSzTx/>
                    <a:buFontTx/>
                    <a:buNone/>
                  </a:pPr>
                  <a:r>
                    <a:rPr lang="zh-CN" altLang="en-US" sz="1800" b="1" dirty="0">
                      <a:latin typeface="黑体" panose="02010609060101010101" pitchFamily="49" charset="-122"/>
                      <a:ea typeface="黑体" panose="02010609060101010101" pitchFamily="49" charset="-122"/>
                    </a:rPr>
                    <a:t>正确成绩清单</a:t>
                  </a:r>
                  <a:endParaRPr lang="zh-CN" altLang="en-US" sz="1800" b="1" dirty="0">
                    <a:latin typeface="黑体" panose="02010609060101010101" pitchFamily="49" charset="-122"/>
                    <a:ea typeface="黑体" panose="02010609060101010101" pitchFamily="49" charset="-122"/>
                  </a:endParaRPr>
                </a:p>
              </p:txBody>
            </p:sp>
          </p:grpSp>
          <p:grpSp>
            <p:nvGrpSpPr>
              <p:cNvPr id="22541" name="Group 65"/>
              <p:cNvGrpSpPr/>
              <p:nvPr/>
            </p:nvGrpSpPr>
            <p:grpSpPr>
              <a:xfrm>
                <a:off x="3778" y="7365"/>
                <a:ext cx="1064" cy="613"/>
                <a:chOff x="3778" y="7365"/>
                <a:chExt cx="1064" cy="613"/>
              </a:xfrm>
            </p:grpSpPr>
            <p:sp>
              <p:nvSpPr>
                <p:cNvPr id="22542" name="Rectangle 66"/>
                <p:cNvSpPr/>
                <p:nvPr/>
              </p:nvSpPr>
              <p:spPr>
                <a:xfrm>
                  <a:off x="4017" y="7498"/>
                  <a:ext cx="676" cy="48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just" eaLnBrk="1" hangingPunct="1">
                    <a:lnSpc>
                      <a:spcPct val="80000"/>
                    </a:lnSpc>
                    <a:spcBef>
                      <a:spcPct val="0"/>
                    </a:spcBef>
                    <a:buClrTx/>
                    <a:buSzTx/>
                    <a:buFontTx/>
                    <a:buNone/>
                  </a:pPr>
                  <a:r>
                    <a:rPr lang="zh-CN" altLang="en-US" sz="1800" b="1" dirty="0">
                      <a:latin typeface="黑体" panose="02010609060101010101" pitchFamily="49" charset="-122"/>
                      <a:ea typeface="黑体" panose="02010609060101010101" pitchFamily="49" charset="-122"/>
                    </a:rPr>
                    <a:t>错误成绩清单</a:t>
                  </a:r>
                  <a:endParaRPr lang="zh-CN" altLang="en-US" sz="1800" b="1" dirty="0">
                    <a:latin typeface="黑体" panose="02010609060101010101" pitchFamily="49" charset="-122"/>
                    <a:ea typeface="黑体" panose="02010609060101010101" pitchFamily="49" charset="-122"/>
                  </a:endParaRPr>
                </a:p>
              </p:txBody>
            </p:sp>
            <p:sp>
              <p:nvSpPr>
                <p:cNvPr id="22543" name="Line 67"/>
                <p:cNvSpPr/>
                <p:nvPr/>
              </p:nvSpPr>
              <p:spPr>
                <a:xfrm flipH="1">
                  <a:off x="3778" y="7365"/>
                  <a:ext cx="1064" cy="255"/>
                </a:xfrm>
                <a:prstGeom prst="line">
                  <a:avLst/>
                </a:prstGeom>
                <a:ln w="9525" cap="flat" cmpd="sng">
                  <a:solidFill>
                    <a:srgbClr val="000000"/>
                  </a:solidFill>
                  <a:prstDash val="solid"/>
                  <a:headEnd type="none" w="sm" len="med"/>
                  <a:tailEnd type="triangle" w="sm" len="med"/>
                </a:ln>
              </p:spPr>
            </p:sp>
          </p:grpSp>
        </p:grpSp>
      </p:gr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Rectangle 2"/>
          <p:cNvSpPr>
            <a:spLocks noGrp="1"/>
          </p:cNvSpPr>
          <p:nvPr>
            <p:ph type="title"/>
          </p:nvPr>
        </p:nvSpPr>
        <p:spPr>
          <a:xfrm>
            <a:off x="506413" y="327025"/>
            <a:ext cx="8516937" cy="1139825"/>
          </a:xfrm>
          <a:ln/>
        </p:spPr>
        <p:txBody>
          <a:bodyPr vert="horz" wrap="square" lIns="91430" tIns="45715" rIns="91430" bIns="45715" anchor="b" anchorCtr="0"/>
          <a:p>
            <a:pPr defTabSz="914400" eaLnBrk="1" hangingPunct="1">
              <a:lnSpc>
                <a:spcPct val="150000"/>
              </a:lnSpc>
              <a:spcBef>
                <a:spcPts val="1200"/>
              </a:spcBef>
              <a:buClr>
                <a:srgbClr val="0BD0D9"/>
              </a:buClr>
              <a:buSzPct val="95000"/>
              <a:tabLst>
                <a:tab pos="455930" algn="l"/>
              </a:tabLst>
            </a:pPr>
            <a:r>
              <a:rPr lang="zh-CN" altLang="en-US" b="1" dirty="0">
                <a:latin typeface="微软雅黑" panose="020B0503020204020204" pitchFamily="34" charset="-122"/>
                <a:ea typeface="微软雅黑" panose="020B0503020204020204" pitchFamily="34" charset="-122"/>
              </a:rPr>
              <a:t>结构化软件设计任务</a:t>
            </a:r>
            <a:endParaRPr lang="zh-CN" altLang="en-US" b="1" dirty="0">
              <a:latin typeface="微软雅黑" panose="020B0503020204020204" pitchFamily="34" charset="-122"/>
              <a:ea typeface="微软雅黑" panose="020B0503020204020204" pitchFamily="34" charset="-122"/>
            </a:endParaRPr>
          </a:p>
        </p:txBody>
      </p:sp>
      <p:sp>
        <p:nvSpPr>
          <p:cNvPr id="3" name="矩形 2"/>
          <p:cNvSpPr/>
          <p:nvPr/>
        </p:nvSpPr>
        <p:spPr>
          <a:xfrm>
            <a:off x="3484563" y="2559050"/>
            <a:ext cx="2447925" cy="647700"/>
          </a:xfrm>
          <a:prstGeom prst="rect">
            <a:avLst/>
          </a:prstGeom>
          <a:gradFill>
            <a:gsLst>
              <a:gs pos="0">
                <a:srgbClr val="5E9EFF"/>
              </a:gs>
              <a:gs pos="39999">
                <a:srgbClr val="85C2FF"/>
              </a:gs>
              <a:gs pos="70000">
                <a:srgbClr val="C4D6EB"/>
              </a:gs>
              <a:gs pos="100000">
                <a:srgbClr val="FFEBFA"/>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lIns="91430" tIns="45715" rIns="91430" bIns="45715"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1" lang="zh-CN" altLang="en-US" sz="2400" b="1" i="0" u="none" strike="noStrike" kern="1200" cap="none" spc="0" normalizeH="0" baseline="0" noProof="0" dirty="0">
                <a:ln>
                  <a:noFill/>
                </a:ln>
                <a:solidFill>
                  <a:schemeClr val="tx1"/>
                </a:solidFill>
                <a:effectLst/>
                <a:uLnTx/>
                <a:uFillTx/>
                <a:latin typeface="+mn-lt"/>
                <a:ea typeface="+mn-ea"/>
                <a:cs typeface="+mn-cs"/>
              </a:rPr>
              <a:t>概要设计</a:t>
            </a:r>
            <a:endParaRPr kumimoji="1" lang="zh-CN" altLang="en-US" sz="2400" b="1" i="0" u="none" strike="noStrike" kern="1200" cap="none" spc="0" normalizeH="0" baseline="0" noProof="0" dirty="0">
              <a:ln>
                <a:noFill/>
              </a:ln>
              <a:solidFill>
                <a:schemeClr val="tx1"/>
              </a:solidFill>
              <a:effectLst/>
              <a:uLnTx/>
              <a:uFillTx/>
              <a:latin typeface="+mn-lt"/>
              <a:ea typeface="+mn-ea"/>
              <a:cs typeface="+mn-cs"/>
            </a:endParaRPr>
          </a:p>
        </p:txBody>
      </p:sp>
      <p:sp>
        <p:nvSpPr>
          <p:cNvPr id="7" name="矩形 6"/>
          <p:cNvSpPr/>
          <p:nvPr/>
        </p:nvSpPr>
        <p:spPr>
          <a:xfrm>
            <a:off x="3502025" y="3760788"/>
            <a:ext cx="2447925" cy="720725"/>
          </a:xfrm>
          <a:prstGeom prst="rect">
            <a:avLst/>
          </a:prstGeom>
          <a:gradFill>
            <a:gsLst>
              <a:gs pos="0">
                <a:srgbClr val="5E9EFF"/>
              </a:gs>
              <a:gs pos="39999">
                <a:srgbClr val="85C2FF"/>
              </a:gs>
              <a:gs pos="70000">
                <a:srgbClr val="C4D6EB"/>
              </a:gs>
              <a:gs pos="100000">
                <a:srgbClr val="FFEBFA"/>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lIns="91430" tIns="45715" rIns="91430" bIns="45715"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1" lang="zh-CN" altLang="en-US" sz="2400" b="1" i="0" u="none" strike="noStrike" kern="1200" cap="none" spc="0" normalizeH="0" baseline="0" noProof="0" dirty="0">
                <a:ln>
                  <a:noFill/>
                </a:ln>
                <a:solidFill>
                  <a:schemeClr val="tx1"/>
                </a:solidFill>
                <a:effectLst/>
                <a:uLnTx/>
                <a:uFillTx/>
                <a:latin typeface="+mn-lt"/>
                <a:ea typeface="+mn-ea"/>
                <a:cs typeface="+mn-cs"/>
              </a:rPr>
              <a:t>详细设计</a:t>
            </a:r>
            <a:endParaRPr kumimoji="1" lang="zh-CN" altLang="en-US" sz="2400" b="1" i="0" u="none" strike="noStrike" kern="1200" cap="none" spc="0" normalizeH="0" baseline="0" noProof="0" dirty="0">
              <a:ln>
                <a:noFill/>
              </a:ln>
              <a:solidFill>
                <a:schemeClr val="tx1"/>
              </a:solidFill>
              <a:effectLst/>
              <a:uLnTx/>
              <a:uFillTx/>
              <a:latin typeface="+mn-lt"/>
              <a:ea typeface="+mn-ea"/>
              <a:cs typeface="+mn-cs"/>
            </a:endParaRPr>
          </a:p>
        </p:txBody>
      </p:sp>
      <p:sp>
        <p:nvSpPr>
          <p:cNvPr id="8" name="矩形 7"/>
          <p:cNvSpPr/>
          <p:nvPr/>
        </p:nvSpPr>
        <p:spPr>
          <a:xfrm>
            <a:off x="3498850" y="5078413"/>
            <a:ext cx="2447925" cy="647700"/>
          </a:xfrm>
          <a:prstGeom prst="rect">
            <a:avLst/>
          </a:prstGeom>
          <a:gradFill>
            <a:gsLst>
              <a:gs pos="0">
                <a:srgbClr val="5E9EFF"/>
              </a:gs>
              <a:gs pos="39999">
                <a:srgbClr val="85C2FF"/>
              </a:gs>
              <a:gs pos="70000">
                <a:srgbClr val="C4D6EB"/>
              </a:gs>
              <a:gs pos="100000">
                <a:srgbClr val="FFEBFA"/>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lIns="91430" tIns="45715" rIns="91430" bIns="45715"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1" lang="zh-CN" altLang="en-US" sz="2400" b="1" i="0" u="none" strike="noStrike" kern="1200" cap="none" spc="0" normalizeH="0" baseline="0" noProof="0" dirty="0">
                <a:ln>
                  <a:noFill/>
                </a:ln>
                <a:solidFill>
                  <a:schemeClr val="tx1"/>
                </a:solidFill>
                <a:effectLst/>
                <a:uLnTx/>
                <a:uFillTx/>
                <a:latin typeface="+mn-lt"/>
                <a:ea typeface="+mn-ea"/>
                <a:cs typeface="+mn-cs"/>
              </a:rPr>
              <a:t>设计复审</a:t>
            </a:r>
            <a:endParaRPr kumimoji="1" lang="zh-CN" altLang="en-US" sz="2400" b="1" i="0" u="none" strike="noStrike" kern="1200" cap="none" spc="0" normalizeH="0" baseline="0" noProof="0" dirty="0">
              <a:ln>
                <a:noFill/>
              </a:ln>
              <a:solidFill>
                <a:schemeClr val="tx1"/>
              </a:solidFill>
              <a:effectLst/>
              <a:uLnTx/>
              <a:uFillTx/>
              <a:latin typeface="+mn-lt"/>
              <a:ea typeface="+mn-ea"/>
              <a:cs typeface="+mn-cs"/>
            </a:endParaRPr>
          </a:p>
        </p:txBody>
      </p:sp>
      <p:sp>
        <p:nvSpPr>
          <p:cNvPr id="4" name="下箭头 3"/>
          <p:cNvSpPr/>
          <p:nvPr/>
        </p:nvSpPr>
        <p:spPr>
          <a:xfrm>
            <a:off x="4492625" y="2198688"/>
            <a:ext cx="431800" cy="36036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lIns="91430" tIns="45715" rIns="91430" bIns="45715"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10" name="下箭头 9"/>
          <p:cNvSpPr/>
          <p:nvPr/>
        </p:nvSpPr>
        <p:spPr>
          <a:xfrm>
            <a:off x="4506913" y="3206750"/>
            <a:ext cx="431800" cy="55403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lIns="91430" tIns="45715" rIns="91430" bIns="45715"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11" name="下箭头 10"/>
          <p:cNvSpPr/>
          <p:nvPr/>
        </p:nvSpPr>
        <p:spPr>
          <a:xfrm>
            <a:off x="4492625" y="4518025"/>
            <a:ext cx="431800" cy="55562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lIns="91430" tIns="45715" rIns="91430" bIns="45715"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12" name="下箭头 11"/>
          <p:cNvSpPr/>
          <p:nvPr/>
        </p:nvSpPr>
        <p:spPr>
          <a:xfrm>
            <a:off x="4448175" y="5726113"/>
            <a:ext cx="433388" cy="36036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lIns="91430" tIns="45715" rIns="91430" bIns="45715"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24586" name="TextBox 4"/>
          <p:cNvSpPr txBox="1"/>
          <p:nvPr/>
        </p:nvSpPr>
        <p:spPr>
          <a:xfrm>
            <a:off x="3124200" y="1660525"/>
            <a:ext cx="3168650" cy="461963"/>
          </a:xfrm>
          <a:prstGeom prst="rect">
            <a:avLst/>
          </a:prstGeom>
          <a:noFill/>
          <a:ln w="9525">
            <a:noFill/>
          </a:ln>
        </p:spPr>
        <p:txBody>
          <a:bodyPr lIns="91430" tIns="45715" rIns="91430" bIns="45715">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r>
              <a:rPr lang="zh-CN" altLang="en-US" sz="2400" b="1" dirty="0">
                <a:latin typeface="黑体" panose="02010609060101010101" pitchFamily="49" charset="-122"/>
                <a:ea typeface="黑体" panose="02010609060101010101" pitchFamily="49" charset="-122"/>
              </a:rPr>
              <a:t>软件需求规格说明书</a:t>
            </a:r>
            <a:endParaRPr lang="zh-CN" altLang="en-US" sz="2400" b="1" dirty="0">
              <a:latin typeface="黑体" panose="02010609060101010101" pitchFamily="49" charset="-122"/>
              <a:ea typeface="黑体" panose="02010609060101010101" pitchFamily="49" charset="-122"/>
            </a:endParaRPr>
          </a:p>
        </p:txBody>
      </p:sp>
      <p:sp>
        <p:nvSpPr>
          <p:cNvPr id="24587" name="TextBox 13"/>
          <p:cNvSpPr txBox="1"/>
          <p:nvPr/>
        </p:nvSpPr>
        <p:spPr>
          <a:xfrm>
            <a:off x="3598863" y="6086475"/>
            <a:ext cx="2132012" cy="461963"/>
          </a:xfrm>
          <a:prstGeom prst="rect">
            <a:avLst/>
          </a:prstGeom>
          <a:noFill/>
          <a:ln w="9525">
            <a:noFill/>
          </a:ln>
        </p:spPr>
        <p:txBody>
          <a:bodyPr lIns="91430" tIns="45715" rIns="91430" bIns="45715">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r>
              <a:rPr lang="zh-CN" altLang="en-US" sz="2400" b="1" dirty="0">
                <a:latin typeface="黑体" panose="02010609060101010101" pitchFamily="49" charset="-122"/>
                <a:ea typeface="黑体" panose="02010609060101010101" pitchFamily="49" charset="-122"/>
              </a:rPr>
              <a:t>软件设计文档</a:t>
            </a:r>
            <a:endParaRPr lang="zh-CN" altLang="en-US" sz="2400" b="1" dirty="0">
              <a:latin typeface="黑体" panose="02010609060101010101" pitchFamily="49" charset="-122"/>
              <a:ea typeface="黑体" panose="02010609060101010101" pitchFamily="49" charset="-122"/>
            </a:endParaRPr>
          </a:p>
        </p:txBody>
      </p:sp>
      <p:sp>
        <p:nvSpPr>
          <p:cNvPr id="24588" name="TextBox 5"/>
          <p:cNvSpPr txBox="1"/>
          <p:nvPr/>
        </p:nvSpPr>
        <p:spPr>
          <a:xfrm>
            <a:off x="1030288" y="2600325"/>
            <a:ext cx="1441450" cy="2555875"/>
          </a:xfrm>
          <a:prstGeom prst="rect">
            <a:avLst/>
          </a:prstGeom>
          <a:noFill/>
          <a:ln w="9525">
            <a:noFill/>
          </a:ln>
        </p:spPr>
        <p:txBody>
          <a:bodyPr lIns="91430" tIns="45715" rIns="91430" bIns="45715">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r>
              <a:rPr lang="zh-CN" altLang="en-US" sz="4000" b="1" dirty="0">
                <a:solidFill>
                  <a:srgbClr val="FF0000"/>
                </a:solidFill>
                <a:latin typeface="黑体" panose="02010609060101010101" pitchFamily="49" charset="-122"/>
                <a:ea typeface="黑体" panose="02010609060101010101" pitchFamily="49" charset="-122"/>
              </a:rPr>
              <a:t>结构化设计过程</a:t>
            </a:r>
            <a:endParaRPr lang="zh-CN" altLang="en-US" sz="4000" b="1" dirty="0">
              <a:solidFill>
                <a:srgbClr val="FF0000"/>
              </a:solidFill>
              <a:latin typeface="黑体" panose="02010609060101010101" pitchFamily="49" charset="-122"/>
              <a:ea typeface="黑体" panose="02010609060101010101" pitchFamily="49" charset="-122"/>
            </a:endParaRPr>
          </a:p>
        </p:txBody>
      </p:sp>
    </p:spTree>
  </p:cSld>
  <p:clrMapOvr>
    <a:masterClrMapping/>
  </p:clrMapOvr>
  <p:transition>
    <p:pull dir="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Rectangle 2"/>
          <p:cNvSpPr>
            <a:spLocks noGrp="1"/>
          </p:cNvSpPr>
          <p:nvPr>
            <p:ph type="title"/>
          </p:nvPr>
        </p:nvSpPr>
        <p:spPr>
          <a:xfrm>
            <a:off x="506413" y="327025"/>
            <a:ext cx="8516937" cy="1139825"/>
          </a:xfrm>
          <a:ln/>
        </p:spPr>
        <p:txBody>
          <a:bodyPr vert="horz" wrap="square" lIns="91430" tIns="45715" rIns="91430" bIns="45715" anchor="b" anchorCtr="0"/>
          <a:p>
            <a:pPr defTabSz="914400" eaLnBrk="1" hangingPunct="1">
              <a:lnSpc>
                <a:spcPct val="150000"/>
              </a:lnSpc>
              <a:spcBef>
                <a:spcPts val="1200"/>
              </a:spcBef>
              <a:buClr>
                <a:srgbClr val="0BD0D9"/>
              </a:buClr>
              <a:buSzPct val="95000"/>
              <a:tabLst>
                <a:tab pos="455930" algn="l"/>
              </a:tabLst>
            </a:pPr>
            <a:r>
              <a:rPr lang="zh-CN" altLang="en-US" b="1" dirty="0">
                <a:latin typeface="微软雅黑" panose="020B0503020204020204" pitchFamily="34" charset="-122"/>
                <a:ea typeface="微软雅黑" panose="020B0503020204020204" pitchFamily="34" charset="-122"/>
              </a:rPr>
              <a:t>结构化软件设计的任务</a:t>
            </a:r>
            <a:endParaRPr lang="zh-CN" altLang="en-US" b="1" dirty="0">
              <a:latin typeface="微软雅黑" panose="020B0503020204020204" pitchFamily="34" charset="-122"/>
              <a:ea typeface="微软雅黑" panose="020B0503020204020204" pitchFamily="34" charset="-122"/>
            </a:endParaRPr>
          </a:p>
        </p:txBody>
      </p:sp>
      <p:graphicFrame>
        <p:nvGraphicFramePr>
          <p:cNvPr id="4157" name="Group 61"/>
          <p:cNvGraphicFramePr>
            <a:graphicFrameLocks noGrp="1"/>
          </p:cNvGraphicFramePr>
          <p:nvPr>
            <p:ph sz="half" idx="1"/>
          </p:nvPr>
        </p:nvGraphicFramePr>
        <p:xfrm>
          <a:off x="311150" y="2343150"/>
          <a:ext cx="8466138" cy="2447925"/>
        </p:xfrm>
        <a:graphic>
          <a:graphicData uri="http://schemas.openxmlformats.org/drawingml/2006/table">
            <a:tbl>
              <a:tblPr/>
              <a:tblGrid>
                <a:gridCol w="2225221"/>
                <a:gridCol w="4903492"/>
                <a:gridCol w="1337425"/>
              </a:tblGrid>
              <a:tr h="68645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400" b="1" i="0" u="none" strike="noStrike" cap="none" normalizeH="0" baseline="0" dirty="0" smtClean="0">
                          <a:ln>
                            <a:noFill/>
                          </a:ln>
                          <a:solidFill>
                            <a:srgbClr val="FF0000"/>
                          </a:solidFill>
                          <a:effectLst/>
                          <a:latin typeface="宋体" panose="02010600030101010101" pitchFamily="2" charset="-122"/>
                          <a:ea typeface="宋体" panose="02010600030101010101" pitchFamily="2" charset="-122"/>
                        </a:rPr>
                        <a:t>体系结构设计</a:t>
                      </a:r>
                      <a:endParaRPr kumimoji="1" lang="zh-CN" altLang="en-US" sz="2400" b="1" i="0" u="none" strike="noStrike" cap="none" normalizeH="0" baseline="0" dirty="0" smtClean="0">
                        <a:ln>
                          <a:noFill/>
                        </a:ln>
                        <a:solidFill>
                          <a:srgbClr val="FF0000"/>
                        </a:solidFill>
                        <a:effectLst/>
                        <a:latin typeface="宋体" panose="02010600030101010101" pitchFamily="2" charset="-122"/>
                        <a:ea typeface="宋体" panose="02010600030101010101" pitchFamily="2" charset="-122"/>
                      </a:endParaRPr>
                    </a:p>
                  </a:txBody>
                  <a:tcPr marL="89749" marR="89749" marT="46706" marB="46706" anchor="ctr" anchorCtr="1"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400" b="1"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rPr>
                        <a:t>定义软件部件间的关系</a:t>
                      </a:r>
                      <a:endParaRPr kumimoji="1" lang="zh-CN" altLang="en-US" sz="2400" b="1"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endParaRPr>
                    </a:p>
                  </a:txBody>
                  <a:tcPr marL="89749" marR="89749" marT="46706" marB="46706"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800" b="1" i="0" u="none" strike="noStrike" cap="none" normalizeH="0" baseline="0" dirty="0" smtClean="0">
                          <a:ln>
                            <a:noFill/>
                          </a:ln>
                          <a:solidFill>
                            <a:schemeClr val="tx1"/>
                          </a:solidFill>
                          <a:effectLst/>
                          <a:latin typeface="Tahoma" panose="020B0604030504040204" pitchFamily="34" charset="0"/>
                          <a:ea typeface="宋体" panose="02010600030101010101" pitchFamily="2" charset="-122"/>
                        </a:rPr>
                        <a:t>概要设计</a:t>
                      </a:r>
                      <a:endParaRPr kumimoji="1" lang="zh-CN" altLang="en-US" sz="2800" b="1" i="0" u="none" strike="noStrike" cap="none" normalizeH="0" baseline="0" dirty="0" smtClean="0">
                        <a:ln>
                          <a:noFill/>
                        </a:ln>
                        <a:solidFill>
                          <a:schemeClr val="tx1"/>
                        </a:solidFill>
                        <a:effectLst/>
                        <a:latin typeface="Tahoma" panose="020B0604030504040204" pitchFamily="34" charset="0"/>
                        <a:ea typeface="宋体" panose="02010600030101010101" pitchFamily="2" charset="-122"/>
                      </a:endParaRPr>
                    </a:p>
                  </a:txBody>
                  <a:tcPr marL="89749" marR="89749" marT="46706" marB="46706" anchor="ctr" anchorCtr="1"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589316">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2400" b="1" i="0" u="none" strike="noStrike" cap="none" normalizeH="0" baseline="0" dirty="0" smtClean="0">
                          <a:ln>
                            <a:noFill/>
                          </a:ln>
                          <a:solidFill>
                            <a:srgbClr val="FF0000"/>
                          </a:solidFill>
                          <a:effectLst/>
                          <a:latin typeface="宋体" panose="02010600030101010101" pitchFamily="2" charset="-122"/>
                          <a:ea typeface="宋体" panose="02010600030101010101" pitchFamily="2" charset="-122"/>
                        </a:rPr>
                        <a:t>接口设计</a:t>
                      </a:r>
                      <a:endParaRPr kumimoji="1" lang="zh-CN" altLang="en-US" sz="2400" b="1" i="0" u="none" strike="noStrike" cap="none" normalizeH="0" baseline="0" dirty="0" smtClean="0">
                        <a:ln>
                          <a:noFill/>
                        </a:ln>
                        <a:solidFill>
                          <a:srgbClr val="FF0000"/>
                        </a:solidFill>
                        <a:effectLst/>
                        <a:latin typeface="宋体" panose="02010600030101010101" pitchFamily="2" charset="-122"/>
                        <a:ea typeface="宋体" panose="02010600030101010101" pitchFamily="2" charset="-122"/>
                      </a:endParaRPr>
                    </a:p>
                  </a:txBody>
                  <a:tcPr marL="89749" marR="89749" marT="46706" marB="46706" anchor="ctr" anchorCtr="1"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400" b="1"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rPr>
                        <a:t>软件内部、外部及与人之间的通信</a:t>
                      </a:r>
                      <a:endParaRPr kumimoji="1" lang="zh-CN" altLang="en-US" sz="2400" b="1"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endParaRPr>
                    </a:p>
                  </a:txBody>
                  <a:tcPr marL="89749" marR="89749" marT="46706" marB="46706"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vMerge="1">
                  <a:tcPr/>
                </a:tc>
              </a:tr>
              <a:tr h="59147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400" b="1" i="0" u="none" strike="noStrike" cap="none" normalizeH="0" baseline="0" dirty="0" smtClean="0">
                          <a:ln>
                            <a:noFill/>
                          </a:ln>
                          <a:solidFill>
                            <a:srgbClr val="FF0000"/>
                          </a:solidFill>
                          <a:effectLst/>
                          <a:latin typeface="宋体" panose="02010600030101010101" pitchFamily="2" charset="-122"/>
                          <a:ea typeface="宋体" panose="02010600030101010101" pitchFamily="2" charset="-122"/>
                        </a:rPr>
                        <a:t>数据设计</a:t>
                      </a:r>
                      <a:endParaRPr kumimoji="1" lang="zh-CN" altLang="en-US" sz="2400" b="1" i="0" u="none" strike="noStrike" cap="none" normalizeH="0" baseline="0" dirty="0" smtClean="0">
                        <a:ln>
                          <a:noFill/>
                        </a:ln>
                        <a:solidFill>
                          <a:srgbClr val="FF0000"/>
                        </a:solidFill>
                        <a:effectLst/>
                        <a:latin typeface="宋体" panose="02010600030101010101" pitchFamily="2" charset="-122"/>
                        <a:ea typeface="宋体" panose="02010600030101010101" pitchFamily="2" charset="-122"/>
                      </a:endParaRPr>
                    </a:p>
                  </a:txBody>
                  <a:tcPr marL="89749" marR="89749" marT="46706" marB="46706" anchor="ctr" anchorCtr="1"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457200" marR="0" lvl="1" indent="0" algn="ctr"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None/>
                      </a:pPr>
                      <a:r>
                        <a:rPr kumimoji="1" lang="zh-CN" altLang="en-US" sz="2400" b="1"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rPr>
                        <a:t>信息模型       软件数据结构</a:t>
                      </a:r>
                      <a:endParaRPr kumimoji="1" lang="zh-CN" altLang="en-US" sz="2400" b="1"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endParaRPr>
                    </a:p>
                  </a:txBody>
                  <a:tcPr marL="89749" marR="89749" marT="46706" marB="46706"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800" b="1" i="0" u="none" strike="noStrike" cap="none" normalizeH="0" baseline="0" dirty="0" smtClean="0">
                          <a:ln>
                            <a:noFill/>
                          </a:ln>
                          <a:solidFill>
                            <a:schemeClr val="tx1"/>
                          </a:solidFill>
                          <a:effectLst/>
                          <a:latin typeface="Tahoma" panose="020B0604030504040204" pitchFamily="34" charset="0"/>
                          <a:ea typeface="宋体" panose="02010600030101010101" pitchFamily="2" charset="-122"/>
                        </a:rPr>
                        <a:t>详细设计</a:t>
                      </a:r>
                      <a:endParaRPr kumimoji="1" lang="zh-CN" altLang="en-US" sz="2800" b="1" i="0" u="none" strike="noStrike" cap="none" normalizeH="0" baseline="0" dirty="0" smtClean="0">
                        <a:ln>
                          <a:noFill/>
                        </a:ln>
                        <a:solidFill>
                          <a:schemeClr val="tx1"/>
                        </a:solidFill>
                        <a:effectLst/>
                        <a:latin typeface="Tahoma" panose="020B0604030504040204" pitchFamily="34" charset="0"/>
                        <a:ea typeface="宋体" panose="02010600030101010101" pitchFamily="2" charset="-122"/>
                      </a:endParaRPr>
                    </a:p>
                  </a:txBody>
                  <a:tcPr marL="89749" marR="89749" marT="46706" marB="46706" anchor="ctr" anchorCtr="1"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r h="580681">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400" b="1" i="0" u="none" strike="noStrike" cap="none" normalizeH="0" baseline="0" dirty="0" smtClean="0">
                          <a:ln>
                            <a:noFill/>
                          </a:ln>
                          <a:solidFill>
                            <a:srgbClr val="FF0000"/>
                          </a:solidFill>
                          <a:effectLst/>
                          <a:latin typeface="宋体" panose="02010600030101010101" pitchFamily="2" charset="-122"/>
                          <a:ea typeface="宋体" panose="02010600030101010101" pitchFamily="2" charset="-122"/>
                        </a:rPr>
                        <a:t>过程设计</a:t>
                      </a:r>
                      <a:endParaRPr kumimoji="1" lang="zh-CN" altLang="en-US" sz="2400" b="1" i="0" u="none" strike="noStrike" cap="none" normalizeH="0" baseline="0" dirty="0" smtClean="0">
                        <a:ln>
                          <a:noFill/>
                        </a:ln>
                        <a:solidFill>
                          <a:srgbClr val="FF0000"/>
                        </a:solidFill>
                        <a:effectLst/>
                        <a:latin typeface="宋体" panose="02010600030101010101" pitchFamily="2" charset="-122"/>
                        <a:ea typeface="宋体" panose="02010600030101010101" pitchFamily="2" charset="-122"/>
                      </a:endParaRPr>
                    </a:p>
                  </a:txBody>
                  <a:tcPr marL="89749" marR="89749" marT="46706" marB="46706" anchor="ctr" anchorCtr="1"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457200" marR="0" lvl="1" indent="0" algn="ctr"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None/>
                      </a:pPr>
                      <a:r>
                        <a:rPr kumimoji="1" lang="zh-CN" altLang="en-US" sz="2400" b="1"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rPr>
                        <a:t>软件组件的过程性描述</a:t>
                      </a:r>
                      <a:endParaRPr kumimoji="1" lang="zh-CN" altLang="en-US" sz="2400" b="1"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endParaRPr>
                    </a:p>
                  </a:txBody>
                  <a:tcPr marL="89749" marR="89749" marT="46706" marB="46706"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vMerge="1">
                  <a:tcPr/>
                </a:tc>
              </a:tr>
            </a:tbl>
          </a:graphicData>
        </a:graphic>
      </p:graphicFrame>
      <p:sp>
        <p:nvSpPr>
          <p:cNvPr id="25623" name="Line 6"/>
          <p:cNvSpPr/>
          <p:nvPr/>
        </p:nvSpPr>
        <p:spPr>
          <a:xfrm>
            <a:off x="4519613" y="3927475"/>
            <a:ext cx="760412" cy="0"/>
          </a:xfrm>
          <a:prstGeom prst="line">
            <a:avLst/>
          </a:prstGeom>
          <a:ln w="19050" cap="flat" cmpd="sng">
            <a:solidFill>
              <a:schemeClr val="tx1"/>
            </a:solidFill>
            <a:prstDash val="solid"/>
            <a:miter/>
            <a:headEnd type="none" w="med" len="med"/>
            <a:tailEnd type="triangle" w="lg" len="lg"/>
          </a:ln>
        </p:spPr>
      </p:sp>
    </p:spTree>
  </p:cSld>
  <p:clrMapOvr>
    <a:masterClrMapping/>
  </p:clrMapOvr>
  <p:transition>
    <p:pull dir="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Rectangle 3"/>
          <p:cNvSpPr>
            <a:spLocks noGrp="1" noRot="1"/>
          </p:cNvSpPr>
          <p:nvPr>
            <p:ph idx="1"/>
          </p:nvPr>
        </p:nvSpPr>
        <p:spPr>
          <a:xfrm>
            <a:off x="322263" y="1625600"/>
            <a:ext cx="8277225" cy="4319588"/>
          </a:xfrm>
          <a:ln/>
        </p:spPr>
        <p:txBody>
          <a:bodyPr vert="horz" wrap="square" lIns="91221" tIns="45610" rIns="91221" bIns="45610" anchor="t" anchorCtr="0"/>
          <a:p>
            <a:pPr eaLnBrk="1" hangingPunct="1"/>
            <a:r>
              <a:rPr lang="zh-CN" altLang="en-US" sz="2800" dirty="0"/>
              <a:t>模块是指一组程序语句，它包括输入、输出和逻辑处理功能、内部信息及其运行计划。</a:t>
            </a:r>
            <a:endParaRPr lang="zh-CN" altLang="en-US" sz="2800" dirty="0"/>
          </a:p>
          <a:p>
            <a:pPr eaLnBrk="1" hangingPunct="1"/>
            <a:r>
              <a:rPr lang="zh-CN" altLang="en-US" sz="2800" dirty="0"/>
              <a:t>模块指可</a:t>
            </a:r>
            <a:r>
              <a:rPr lang="zh-CN" altLang="en-US" sz="2800" b="1" dirty="0">
                <a:solidFill>
                  <a:srgbClr val="FF0000"/>
                </a:solidFill>
              </a:rPr>
              <a:t>单独命名</a:t>
            </a:r>
            <a:r>
              <a:rPr lang="zh-CN" altLang="en-US" sz="2800" dirty="0"/>
              <a:t>且可通过名字访问的过程函数、子程序或宏调用。</a:t>
            </a:r>
            <a:endParaRPr lang="en-US" altLang="zh-CN" sz="2800" dirty="0"/>
          </a:p>
          <a:p>
            <a:pPr eaLnBrk="1" hangingPunct="1"/>
            <a:r>
              <a:rPr lang="zh-CN" altLang="en-US" sz="2800" dirty="0"/>
              <a:t>模块具有如下</a:t>
            </a:r>
            <a:r>
              <a:rPr lang="en-US" altLang="zh-CN" sz="2800" dirty="0"/>
              <a:t>4 </a:t>
            </a:r>
            <a:r>
              <a:rPr lang="zh-CN" altLang="en-US" sz="2800" dirty="0"/>
              <a:t>个基本属性：</a:t>
            </a:r>
            <a:endParaRPr lang="zh-CN" altLang="en-US" sz="2800" dirty="0"/>
          </a:p>
          <a:p>
            <a:pPr lvl="1" eaLnBrk="1" hangingPunct="1">
              <a:buFont typeface="Wingdings" panose="05000000000000000000" pitchFamily="2" charset="2"/>
              <a:buNone/>
            </a:pPr>
            <a:r>
              <a:rPr lang="en-US" altLang="zh-CN" dirty="0"/>
              <a:t>(1) </a:t>
            </a:r>
            <a:r>
              <a:rPr lang="zh-CN" altLang="en-US" dirty="0"/>
              <a:t>接口：指模块的输入与输出。</a:t>
            </a:r>
            <a:endParaRPr lang="zh-CN" altLang="en-US" dirty="0"/>
          </a:p>
          <a:p>
            <a:pPr lvl="1" eaLnBrk="1" hangingPunct="1">
              <a:buFont typeface="Wingdings" panose="05000000000000000000" pitchFamily="2" charset="2"/>
              <a:buNone/>
            </a:pPr>
            <a:r>
              <a:rPr lang="en-US" altLang="zh-CN" dirty="0"/>
              <a:t>(2) </a:t>
            </a:r>
            <a:r>
              <a:rPr lang="zh-CN" altLang="en-US" dirty="0"/>
              <a:t>功能：指该模块实现什么功能，做什么事情。</a:t>
            </a:r>
            <a:endParaRPr lang="zh-CN" altLang="en-US" dirty="0"/>
          </a:p>
          <a:p>
            <a:pPr lvl="1" eaLnBrk="1" hangingPunct="1">
              <a:buFont typeface="Wingdings" panose="05000000000000000000" pitchFamily="2" charset="2"/>
              <a:buNone/>
            </a:pPr>
            <a:r>
              <a:rPr lang="en-US" altLang="zh-CN" dirty="0"/>
              <a:t>(3) </a:t>
            </a:r>
            <a:r>
              <a:rPr lang="zh-CN" altLang="en-US" dirty="0"/>
              <a:t>逻辑：描述模块内部怎么做。</a:t>
            </a:r>
            <a:endParaRPr lang="zh-CN" altLang="en-US" dirty="0"/>
          </a:p>
          <a:p>
            <a:pPr lvl="1" eaLnBrk="1" hangingPunct="1">
              <a:buFont typeface="Wingdings" panose="05000000000000000000" pitchFamily="2" charset="2"/>
              <a:buNone/>
            </a:pPr>
            <a:r>
              <a:rPr lang="en-US" altLang="zh-CN" dirty="0"/>
              <a:t>(4) </a:t>
            </a:r>
            <a:r>
              <a:rPr lang="zh-CN" altLang="en-US" dirty="0"/>
              <a:t>状态：该模块使用时的环境和条件。</a:t>
            </a:r>
            <a:endParaRPr lang="zh-CN" altLang="en-US" dirty="0"/>
          </a:p>
          <a:p>
            <a:pPr eaLnBrk="1" hangingPunct="1"/>
            <a:endParaRPr lang="zh-CN" altLang="en-US" sz="2800" dirty="0"/>
          </a:p>
        </p:txBody>
      </p:sp>
      <p:sp>
        <p:nvSpPr>
          <p:cNvPr id="26627" name="Rectangle 2"/>
          <p:cNvSpPr>
            <a:spLocks noGrp="1" noRot="1"/>
          </p:cNvSpPr>
          <p:nvPr>
            <p:ph type="title"/>
          </p:nvPr>
        </p:nvSpPr>
        <p:spPr>
          <a:xfrm>
            <a:off x="455613" y="254000"/>
            <a:ext cx="8207375" cy="1139825"/>
          </a:xfrm>
          <a:ln/>
        </p:spPr>
        <p:txBody>
          <a:bodyPr vert="horz" wrap="square" lIns="0" tIns="45610" rIns="0" bIns="0" anchor="b" anchorCtr="0"/>
          <a:p>
            <a:pPr eaLnBrk="1" hangingPunct="1"/>
            <a:r>
              <a:rPr lang="zh-CN" altLang="en-US" b="1" dirty="0">
                <a:latin typeface="微软雅黑" panose="020B0503020204020204" pitchFamily="34" charset="-122"/>
                <a:ea typeface="微软雅黑" panose="020B0503020204020204" pitchFamily="34" charset="-122"/>
              </a:rPr>
              <a:t>模块</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Rectangle 3"/>
          <p:cNvSpPr>
            <a:spLocks noGrp="1" noRot="1"/>
          </p:cNvSpPr>
          <p:nvPr>
            <p:ph idx="1"/>
          </p:nvPr>
        </p:nvSpPr>
        <p:spPr>
          <a:xfrm>
            <a:off x="455613" y="1766888"/>
            <a:ext cx="8207375" cy="4381500"/>
          </a:xfrm>
          <a:ln/>
        </p:spPr>
        <p:txBody>
          <a:bodyPr vert="horz" wrap="square" lIns="91221" tIns="45610" rIns="91221" bIns="45610" anchor="t" anchorCtr="0"/>
          <a:p>
            <a:pPr eaLnBrk="1" hangingPunct="1"/>
            <a:r>
              <a:rPr lang="zh-CN" altLang="en-US" dirty="0"/>
              <a:t>解决一个复杂问题时，</a:t>
            </a:r>
            <a:r>
              <a:rPr lang="zh-CN" altLang="en-US" b="1" dirty="0">
                <a:solidFill>
                  <a:srgbClr val="FF0000"/>
                </a:solidFill>
              </a:rPr>
              <a:t>自顶向下逐层把软件划分成若干模块</a:t>
            </a:r>
            <a:r>
              <a:rPr lang="zh-CN" altLang="en-US" dirty="0"/>
              <a:t>的过程</a:t>
            </a:r>
            <a:endParaRPr lang="en-US" altLang="zh-CN" dirty="0"/>
          </a:p>
          <a:p>
            <a:pPr eaLnBrk="1" hangingPunct="1"/>
            <a:r>
              <a:rPr lang="zh-CN" altLang="en-US" b="1" dirty="0">
                <a:solidFill>
                  <a:srgbClr val="FF0000"/>
                </a:solidFill>
              </a:rPr>
              <a:t>目的</a:t>
            </a:r>
            <a:r>
              <a:rPr lang="zh-CN" altLang="en-US" b="1" dirty="0"/>
              <a:t>：为了降低软件的复杂性</a:t>
            </a:r>
            <a:endParaRPr lang="zh-CN" altLang="en-US" b="1" dirty="0"/>
          </a:p>
        </p:txBody>
      </p:sp>
      <p:sp>
        <p:nvSpPr>
          <p:cNvPr id="27651" name="Rectangle 2"/>
          <p:cNvSpPr>
            <a:spLocks noGrp="1" noRot="1"/>
          </p:cNvSpPr>
          <p:nvPr>
            <p:ph type="title"/>
          </p:nvPr>
        </p:nvSpPr>
        <p:spPr>
          <a:xfrm>
            <a:off x="455613" y="469900"/>
            <a:ext cx="8207375" cy="1139825"/>
          </a:xfrm>
          <a:ln/>
        </p:spPr>
        <p:txBody>
          <a:bodyPr vert="horz" wrap="square" lIns="0" tIns="45610" rIns="0" bIns="0" anchor="b" anchorCtr="0"/>
          <a:p>
            <a:pPr eaLnBrk="1" hangingPunct="1"/>
            <a:r>
              <a:rPr lang="zh-CN" altLang="en-US" b="1" dirty="0">
                <a:latin typeface="微软雅黑" panose="020B0503020204020204" pitchFamily="34" charset="-122"/>
                <a:ea typeface="微软雅黑" panose="020B0503020204020204" pitchFamily="34" charset="-122"/>
              </a:rPr>
              <a:t>模块化</a:t>
            </a:r>
            <a:endParaRPr lang="zh-CN" altLang="en-US" b="1" dirty="0">
              <a:latin typeface="微软雅黑" panose="020B0503020204020204" pitchFamily="34" charset="-122"/>
              <a:ea typeface="微软雅黑" panose="020B0503020204020204" pitchFamily="34" charset="-122"/>
            </a:endParaRPr>
          </a:p>
        </p:txBody>
      </p:sp>
      <p:pic>
        <p:nvPicPr>
          <p:cNvPr id="27652" name="Picture 4"/>
          <p:cNvPicPr>
            <a:picLocks noChangeAspect="1"/>
          </p:cNvPicPr>
          <p:nvPr/>
        </p:nvPicPr>
        <p:blipFill>
          <a:blip r:embed="rId1"/>
          <a:stretch>
            <a:fillRect/>
          </a:stretch>
        </p:blipFill>
        <p:spPr>
          <a:xfrm>
            <a:off x="654050" y="3422650"/>
            <a:ext cx="7364413" cy="3090863"/>
          </a:xfrm>
          <a:prstGeom prst="rect">
            <a:avLst/>
          </a:prstGeom>
          <a:noFill/>
          <a:ln w="9525">
            <a:noFill/>
          </a:ln>
        </p:spPr>
      </p:pic>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Rectangle 3"/>
          <p:cNvSpPr>
            <a:spLocks noGrp="1" noRot="1" noChangeArrowheads="1"/>
          </p:cNvSpPr>
          <p:nvPr>
            <p:ph idx="1"/>
          </p:nvPr>
        </p:nvSpPr>
        <p:spPr>
          <a:xfrm>
            <a:off x="311150" y="1992313"/>
            <a:ext cx="8723313" cy="4814888"/>
          </a:xfrm>
        </p:spPr>
        <p:txBody>
          <a:bodyPr vert="horz" wrap="square" lIns="91221" tIns="45610" rIns="91221" bIns="45610" numCol="1" anchor="t" anchorCtr="0" compatLnSpc="1"/>
          <a:lstStyle/>
          <a:p>
            <a:pPr marL="273050" marR="0" lvl="0" indent="-27305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l"/>
              <a:defRPr/>
            </a:pPr>
            <a:r>
              <a:rPr kumimoji="0" lang="zh-CN" altLang="en-US" sz="2800" b="1" i="0" u="none" strike="noStrike" kern="1200" cap="none" spc="0" normalizeH="0" baseline="0" noProof="0" dirty="0" smtClean="0">
                <a:ln>
                  <a:noFill/>
                </a:ln>
                <a:solidFill>
                  <a:schemeClr val="tx1"/>
                </a:solidFill>
                <a:effectLst/>
                <a:uLnTx/>
                <a:uFillTx/>
                <a:latin typeface="+mn-ea"/>
                <a:ea typeface="宋体" panose="02010600030101010101" pitchFamily="2" charset="-122"/>
                <a:cs typeface="+mn-cs"/>
              </a:rPr>
              <a:t>模块独立性概括了系统分解时</a:t>
            </a:r>
            <a:r>
              <a:rPr kumimoji="0" lang="zh-CN" altLang="en-US" sz="2800" b="1" i="0" u="none" strike="noStrike" kern="1200" cap="none" spc="0" normalizeH="0" baseline="0" noProof="0" dirty="0">
                <a:ln>
                  <a:noFill/>
                </a:ln>
                <a:solidFill>
                  <a:schemeClr val="tx1"/>
                </a:solidFill>
                <a:effectLst/>
                <a:uLnTx/>
                <a:uFillTx/>
                <a:latin typeface="+mn-ea"/>
                <a:ea typeface="宋体" panose="02010600030101010101" pitchFamily="2" charset="-122"/>
                <a:cs typeface="+mn-cs"/>
              </a:rPr>
              <a:t>要遵守的准则</a:t>
            </a:r>
            <a:endParaRPr kumimoji="0" lang="zh-CN" altLang="en-US" sz="2600" b="1" i="0" u="none" strike="noStrike" kern="1200" cap="none" spc="0" normalizeH="0" baseline="0" noProof="0" dirty="0" smtClean="0">
              <a:ln>
                <a:noFill/>
              </a:ln>
              <a:solidFill>
                <a:schemeClr val="tx1"/>
              </a:solidFill>
              <a:effectLst/>
              <a:uLnTx/>
              <a:uFillTx/>
              <a:latin typeface="+mn-ea"/>
              <a:ea typeface="宋体" panose="02010600030101010101" pitchFamily="2" charset="-122"/>
              <a:cs typeface="+mn-cs"/>
            </a:endParaRPr>
          </a:p>
          <a:p>
            <a:pPr marL="273050" marR="0" lvl="1" indent="-27305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l"/>
              <a:defRPr/>
            </a:pPr>
            <a:r>
              <a:rPr kumimoji="0" lang="zh-CN" altLang="en-US" sz="2800" b="1" i="0" u="none" strike="noStrike" kern="1200" cap="none" spc="0" normalizeH="0" baseline="0" noProof="0" dirty="0">
                <a:ln>
                  <a:noFill/>
                </a:ln>
                <a:solidFill>
                  <a:schemeClr val="tx1"/>
                </a:solidFill>
                <a:effectLst/>
                <a:uLnTx/>
                <a:uFillTx/>
                <a:latin typeface="+mn-ea"/>
                <a:ea typeface="宋体" panose="02010600030101010101" pitchFamily="2" charset="-122"/>
                <a:cs typeface="+mn-cs"/>
              </a:rPr>
              <a:t>衡量模块独立性的两个准则</a:t>
            </a:r>
            <a:endParaRPr kumimoji="0" lang="zh-CN" altLang="en-US" sz="2800" b="1" i="0" u="none" strike="noStrike" kern="1200" cap="none" spc="0" normalizeH="0" baseline="0" noProof="0" dirty="0">
              <a:ln>
                <a:noFill/>
              </a:ln>
              <a:solidFill>
                <a:schemeClr val="tx1"/>
              </a:solidFill>
              <a:effectLst/>
              <a:uLnTx/>
              <a:uFillTx/>
              <a:latin typeface="+mn-ea"/>
              <a:ea typeface="宋体" panose="02010600030101010101" pitchFamily="2" charset="-122"/>
              <a:cs typeface="+mn-cs"/>
            </a:endParaRPr>
          </a:p>
          <a:p>
            <a:pPr marL="911225" marR="0" lvl="2" indent="-24638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Ø"/>
              <a:defRPr/>
            </a:pPr>
            <a:r>
              <a:rPr kumimoji="0" lang="zh-CN" altLang="en-US" sz="2100" b="1"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内聚</a:t>
            </a:r>
            <a:r>
              <a:rPr kumimoji="0" lang="zh-CN" altLang="en-US" sz="21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1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指</a:t>
            </a:r>
            <a:r>
              <a:rPr kumimoji="0" lang="zh-CN" altLang="en-US" sz="2100" b="1" i="0" u="none" strike="noStrike" kern="1200" cap="none" spc="0" normalizeH="0" baseline="0" noProof="0" dirty="0" smtClean="0">
                <a:ln>
                  <a:noFill/>
                </a:ln>
                <a:solidFill>
                  <a:srgbClr val="FF0000"/>
                </a:solidFill>
                <a:effectLst/>
                <a:uLnTx/>
                <a:uFillTx/>
                <a:latin typeface="+mn-lt"/>
                <a:ea typeface="宋体" panose="02010600030101010101" pitchFamily="2" charset="-122"/>
                <a:cs typeface="+mn-cs"/>
              </a:rPr>
              <a:t>模块内部各成分之间的联系</a:t>
            </a:r>
            <a:r>
              <a:rPr kumimoji="0" lang="zh-CN" altLang="en-US" sz="21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，也称块内联系或模块强度</a:t>
            </a:r>
            <a:endParaRPr kumimoji="0" lang="zh-CN" altLang="en-US" sz="21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911225" marR="0" lvl="2" indent="-24638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Ø"/>
              <a:defRPr/>
            </a:pPr>
            <a:r>
              <a:rPr kumimoji="0" lang="zh-CN" altLang="en-US" sz="2100" b="1"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耦合</a:t>
            </a:r>
            <a:r>
              <a:rPr kumimoji="0" lang="zh-CN" altLang="en-US" sz="21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：指</a:t>
            </a:r>
            <a:r>
              <a:rPr kumimoji="0" lang="zh-CN" altLang="en-US" sz="2100" b="1" i="0" u="none" strike="noStrike" kern="1200" cap="none" spc="0" normalizeH="0" baseline="0" noProof="0" dirty="0" smtClean="0">
                <a:ln>
                  <a:noFill/>
                </a:ln>
                <a:solidFill>
                  <a:srgbClr val="FF0000"/>
                </a:solidFill>
                <a:effectLst/>
                <a:uLnTx/>
                <a:uFillTx/>
                <a:latin typeface="+mn-lt"/>
                <a:ea typeface="宋体" panose="02010600030101010101" pitchFamily="2" charset="-122"/>
                <a:cs typeface="+mn-cs"/>
              </a:rPr>
              <a:t>一个模块与其它模块之间的联系</a:t>
            </a:r>
            <a:r>
              <a:rPr kumimoji="0" lang="zh-CN" altLang="en-US" sz="21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，也称为块间联系</a:t>
            </a:r>
            <a:endParaRPr kumimoji="0" lang="zh-CN" altLang="en-US" sz="21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273050" marR="0" lvl="1" indent="-27305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l"/>
              <a:defRPr/>
            </a:pPr>
            <a:r>
              <a:rPr kumimoji="0" lang="zh-CN" altLang="en-US" sz="2800" b="1" i="0" u="none" strike="noStrike" kern="1200" cap="none" spc="0" normalizeH="0" baseline="0" noProof="0" dirty="0">
                <a:ln>
                  <a:noFill/>
                </a:ln>
                <a:solidFill>
                  <a:schemeClr val="tx1"/>
                </a:solidFill>
                <a:effectLst/>
                <a:uLnTx/>
                <a:uFillTx/>
                <a:latin typeface="+mn-ea"/>
                <a:ea typeface="宋体" panose="02010600030101010101" pitchFamily="2" charset="-122"/>
                <a:cs typeface="+mn-cs"/>
              </a:rPr>
              <a:t>模块的独立性高 </a:t>
            </a:r>
            <a:endParaRPr kumimoji="0" lang="zh-CN" altLang="en-US" sz="2800" b="1" i="0" u="none" strike="noStrike" kern="1200" cap="none" spc="0" normalizeH="0" baseline="0" noProof="0" dirty="0">
              <a:ln>
                <a:noFill/>
              </a:ln>
              <a:solidFill>
                <a:schemeClr val="tx1"/>
              </a:solidFill>
              <a:effectLst/>
              <a:uLnTx/>
              <a:uFillTx/>
              <a:latin typeface="+mn-ea"/>
              <a:ea typeface="宋体" panose="02010600030101010101" pitchFamily="2" charset="-122"/>
              <a:cs typeface="+mn-cs"/>
            </a:endParaRPr>
          </a:p>
          <a:p>
            <a:pPr marL="911225" marR="0" lvl="2" indent="-24638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Ø"/>
              <a:defRPr/>
            </a:pPr>
            <a:r>
              <a:rPr kumimoji="0" lang="zh-CN" altLang="en-US" sz="2100" b="1" i="0" u="none" strike="noStrike" kern="1200" cap="none" spc="0" normalizeH="0" baseline="0" noProof="0" dirty="0" smtClean="0">
                <a:ln>
                  <a:noFill/>
                </a:ln>
                <a:solidFill>
                  <a:srgbClr val="FF0000"/>
                </a:solidFill>
                <a:effectLst/>
                <a:uLnTx/>
                <a:uFillTx/>
                <a:latin typeface="+mn-lt"/>
                <a:ea typeface="宋体" panose="02010600030101010101" pitchFamily="2" charset="-122"/>
                <a:cs typeface="+mn-cs"/>
              </a:rPr>
              <a:t>块内联系强 </a:t>
            </a:r>
            <a:endParaRPr kumimoji="0" lang="zh-CN" altLang="en-US" sz="2100" b="1" i="0" u="none" strike="noStrike" kern="1200" cap="none" spc="0" normalizeH="0" baseline="0" noProof="0" dirty="0" smtClean="0">
              <a:ln>
                <a:noFill/>
              </a:ln>
              <a:solidFill>
                <a:srgbClr val="FF0000"/>
              </a:solidFill>
              <a:effectLst/>
              <a:uLnTx/>
              <a:uFillTx/>
              <a:latin typeface="+mn-lt"/>
              <a:ea typeface="宋体" panose="02010600030101010101" pitchFamily="2" charset="-122"/>
              <a:cs typeface="+mn-cs"/>
            </a:endParaRPr>
          </a:p>
          <a:p>
            <a:pPr marL="911225" marR="0" lvl="2" indent="-24638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Ø"/>
              <a:defRPr/>
            </a:pPr>
            <a:r>
              <a:rPr kumimoji="0" lang="zh-CN" altLang="en-US" sz="2100" b="1" i="0" u="none" strike="noStrike" kern="1200" cap="none" spc="0" normalizeH="0" baseline="0" noProof="0" dirty="0" smtClean="0">
                <a:ln>
                  <a:noFill/>
                </a:ln>
                <a:solidFill>
                  <a:srgbClr val="FF0000"/>
                </a:solidFill>
                <a:effectLst/>
                <a:uLnTx/>
                <a:uFillTx/>
                <a:latin typeface="+mn-lt"/>
                <a:ea typeface="宋体" panose="02010600030101010101" pitchFamily="2" charset="-122"/>
                <a:cs typeface="+mn-cs"/>
              </a:rPr>
              <a:t>块间联系弱 </a:t>
            </a:r>
            <a:endParaRPr kumimoji="0" lang="zh-CN" altLang="en-US" sz="2800" b="1" i="0" u="none" strike="noStrike" kern="1200" cap="none" spc="0" normalizeH="0" baseline="0" noProof="0" dirty="0">
              <a:ln>
                <a:noFill/>
              </a:ln>
              <a:solidFill>
                <a:srgbClr val="FF0000"/>
              </a:solidFill>
              <a:effectLst/>
              <a:uLnTx/>
              <a:uFillTx/>
              <a:latin typeface="TimesNewRomanPSMT"/>
              <a:ea typeface="宋体" panose="02010600030101010101" pitchFamily="2" charset="-122"/>
              <a:cs typeface="+mn-cs"/>
            </a:endParaRPr>
          </a:p>
        </p:txBody>
      </p:sp>
      <p:sp>
        <p:nvSpPr>
          <p:cNvPr id="28675" name="Rectangle 2"/>
          <p:cNvSpPr>
            <a:spLocks noGrp="1" noRot="1"/>
          </p:cNvSpPr>
          <p:nvPr>
            <p:ph type="title"/>
          </p:nvPr>
        </p:nvSpPr>
        <p:spPr>
          <a:xfrm>
            <a:off x="393700" y="554038"/>
            <a:ext cx="8516938" cy="1139825"/>
          </a:xfrm>
          <a:ln/>
        </p:spPr>
        <p:txBody>
          <a:bodyPr vert="horz" wrap="square" lIns="0" tIns="45610" rIns="0" bIns="0" anchor="b" anchorCtr="0"/>
          <a:p>
            <a:pPr eaLnBrk="1" hangingPunct="1"/>
            <a:r>
              <a:rPr lang="zh-CN" altLang="en-US" b="1" dirty="0">
                <a:latin typeface="微软雅黑" panose="020B0503020204020204" pitchFamily="34" charset="-122"/>
                <a:ea typeface="微软雅黑" panose="020B0503020204020204" pitchFamily="34" charset="-122"/>
              </a:rPr>
              <a:t>模块化：模块独立性</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Rectangle 2"/>
          <p:cNvSpPr>
            <a:spLocks noGrp="1" noRot="1"/>
          </p:cNvSpPr>
          <p:nvPr>
            <p:ph type="title"/>
          </p:nvPr>
        </p:nvSpPr>
        <p:spPr>
          <a:xfrm>
            <a:off x="373063" y="1119188"/>
            <a:ext cx="8516937" cy="1139825"/>
          </a:xfrm>
          <a:ln/>
        </p:spPr>
        <p:txBody>
          <a:bodyPr vert="horz" wrap="square" lIns="0" tIns="45610" rIns="0" bIns="0" anchor="b" anchorCtr="0"/>
          <a:p>
            <a:r>
              <a:rPr lang="zh-CN" altLang="en-US" b="1" dirty="0">
                <a:latin typeface="微软雅黑" panose="020B0503020204020204" pitchFamily="34" charset="-122"/>
                <a:ea typeface="微软雅黑" panose="020B0503020204020204" pitchFamily="34" charset="-122"/>
              </a:rPr>
              <a:t>如何概要设计？</a:t>
            </a:r>
            <a:br>
              <a:rPr lang="en-US" altLang="zh-CN" b="1" dirty="0">
                <a:latin typeface="微软雅黑" panose="020B0503020204020204" pitchFamily="34" charset="-122"/>
                <a:ea typeface="微软雅黑" panose="020B0503020204020204" pitchFamily="34" charset="-122"/>
              </a:rPr>
            </a:br>
            <a:r>
              <a:rPr lang="zh-CN" altLang="en-US" b="1" dirty="0">
                <a:latin typeface="微软雅黑" panose="020B0503020204020204" pitchFamily="34" charset="-122"/>
                <a:ea typeface="微软雅黑" panose="020B0503020204020204" pitchFamily="34" charset="-122"/>
              </a:rPr>
              <a:t>如何模块化？</a:t>
            </a:r>
            <a:endParaRPr lang="zh-CN" altLang="en-US" b="1" dirty="0">
              <a:latin typeface="微软雅黑" panose="020B0503020204020204" pitchFamily="34" charset="-122"/>
              <a:ea typeface="微软雅黑" panose="020B0503020204020204" pitchFamily="34" charset="-122"/>
            </a:endParaRPr>
          </a:p>
        </p:txBody>
      </p:sp>
      <p:sp>
        <p:nvSpPr>
          <p:cNvPr id="29699" name="TextBox 4"/>
          <p:cNvSpPr txBox="1"/>
          <p:nvPr/>
        </p:nvSpPr>
        <p:spPr>
          <a:xfrm>
            <a:off x="95250" y="2917825"/>
            <a:ext cx="3671888" cy="954088"/>
          </a:xfrm>
          <a:prstGeom prst="rect">
            <a:avLst/>
          </a:prstGeom>
          <a:noFill/>
          <a:ln w="9525">
            <a:noFill/>
          </a:ln>
        </p:spPr>
        <p:txBody>
          <a:bodyPr lIns="91430" tIns="45715" rIns="91430" bIns="45715">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 typeface="Wingdings" panose="05000000000000000000" pitchFamily="2" charset="2"/>
              <a:buNone/>
            </a:pPr>
            <a:r>
              <a:rPr lang="zh-CN" altLang="en-US" sz="3200" b="1" dirty="0">
                <a:latin typeface="黑体" panose="02010609060101010101" pitchFamily="49" charset="-122"/>
                <a:ea typeface="黑体" panose="02010609060101010101" pitchFamily="49" charset="-122"/>
              </a:rPr>
              <a:t>结构化分析的结果</a:t>
            </a:r>
            <a:endParaRPr lang="en-US" altLang="zh-CN" sz="3200" b="1" dirty="0">
              <a:latin typeface="黑体" panose="02010609060101010101" pitchFamily="49" charset="-122"/>
              <a:ea typeface="黑体" panose="02010609060101010101" pitchFamily="49" charset="-122"/>
            </a:endParaRPr>
          </a:p>
          <a:p>
            <a:pPr marL="0" lvl="0" indent="0" algn="ctr" eaLnBrk="1" hangingPunct="1">
              <a:spcBef>
                <a:spcPct val="0"/>
              </a:spcBef>
              <a:buClrTx/>
              <a:buSzTx/>
              <a:buFont typeface="Wingdings" panose="05000000000000000000" pitchFamily="2" charset="2"/>
              <a:buNone/>
            </a:pPr>
            <a:r>
              <a:rPr lang="zh-CN" altLang="en-US" sz="2400" b="1" dirty="0">
                <a:solidFill>
                  <a:srgbClr val="FF0000"/>
                </a:solidFill>
                <a:latin typeface="黑体" panose="02010609060101010101" pitchFamily="49" charset="-122"/>
                <a:ea typeface="黑体" panose="02010609060101010101" pitchFamily="49" charset="-122"/>
              </a:rPr>
              <a:t>分层数据流图</a:t>
            </a:r>
            <a:endParaRPr lang="zh-CN" altLang="en-US" sz="2400" b="1" dirty="0">
              <a:solidFill>
                <a:srgbClr val="FF0000"/>
              </a:solidFill>
              <a:latin typeface="黑体" panose="02010609060101010101" pitchFamily="49" charset="-122"/>
              <a:ea typeface="黑体" panose="02010609060101010101" pitchFamily="49" charset="-122"/>
            </a:endParaRPr>
          </a:p>
        </p:txBody>
      </p:sp>
      <p:sp>
        <p:nvSpPr>
          <p:cNvPr id="2" name="右箭头 1"/>
          <p:cNvSpPr/>
          <p:nvPr/>
        </p:nvSpPr>
        <p:spPr>
          <a:xfrm>
            <a:off x="3695700" y="3211513"/>
            <a:ext cx="977900" cy="3683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29701" name="TextBox 4"/>
          <p:cNvSpPr txBox="1"/>
          <p:nvPr/>
        </p:nvSpPr>
        <p:spPr>
          <a:xfrm>
            <a:off x="4630738" y="2917825"/>
            <a:ext cx="4400550" cy="954088"/>
          </a:xfrm>
          <a:prstGeom prst="rect">
            <a:avLst/>
          </a:prstGeom>
          <a:noFill/>
          <a:ln w="9525">
            <a:noFill/>
          </a:ln>
        </p:spPr>
        <p:txBody>
          <a:bodyPr lIns="91430" tIns="45715" rIns="91430" bIns="45715">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 typeface="Wingdings" panose="05000000000000000000" pitchFamily="2" charset="2"/>
              <a:buNone/>
            </a:pPr>
            <a:r>
              <a:rPr lang="zh-CN" altLang="en-US" sz="3200" b="1" dirty="0">
                <a:latin typeface="黑体" panose="02010609060101010101" pitchFamily="49" charset="-122"/>
                <a:ea typeface="黑体" panose="02010609060101010101" pitchFamily="49" charset="-122"/>
              </a:rPr>
              <a:t>结构化概要设计的结果</a:t>
            </a:r>
            <a:endParaRPr lang="en-US" altLang="zh-CN" sz="3200" b="1" dirty="0">
              <a:latin typeface="黑体" panose="02010609060101010101" pitchFamily="49" charset="-122"/>
              <a:ea typeface="黑体" panose="02010609060101010101" pitchFamily="49" charset="-122"/>
            </a:endParaRPr>
          </a:p>
          <a:p>
            <a:pPr marL="0" lvl="0" indent="0" algn="ctr" eaLnBrk="1" hangingPunct="1">
              <a:spcBef>
                <a:spcPct val="0"/>
              </a:spcBef>
              <a:buClrTx/>
              <a:buSzTx/>
              <a:buFont typeface="Wingdings" panose="05000000000000000000" pitchFamily="2" charset="2"/>
              <a:buNone/>
            </a:pPr>
            <a:r>
              <a:rPr lang="zh-CN" altLang="en-US" sz="2400" b="1" dirty="0">
                <a:solidFill>
                  <a:srgbClr val="FF0000"/>
                </a:solidFill>
                <a:latin typeface="黑体" panose="02010609060101010101" pitchFamily="49" charset="-122"/>
                <a:ea typeface="黑体" panose="02010609060101010101" pitchFamily="49" charset="-122"/>
              </a:rPr>
              <a:t>系统结构图</a:t>
            </a:r>
            <a:endParaRPr lang="zh-CN" altLang="en-US" sz="2400" b="1" dirty="0">
              <a:solidFill>
                <a:srgbClr val="FF0000"/>
              </a:solidFill>
              <a:latin typeface="黑体" panose="02010609060101010101" pitchFamily="49" charset="-122"/>
              <a:ea typeface="黑体" panose="02010609060101010101" pitchFamily="49" charset="-122"/>
            </a:endParaRPr>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标题 1"/>
          <p:cNvSpPr>
            <a:spLocks noGrp="1"/>
          </p:cNvSpPr>
          <p:nvPr>
            <p:ph type="title"/>
          </p:nvPr>
        </p:nvSpPr>
        <p:spPr>
          <a:xfrm>
            <a:off x="173038" y="469900"/>
            <a:ext cx="8772525" cy="1139825"/>
          </a:xfrm>
          <a:ln/>
        </p:spPr>
        <p:txBody>
          <a:bodyPr vert="horz" wrap="square" lIns="0" tIns="45610" rIns="0" bIns="0" anchor="b" anchorCtr="0"/>
          <a:p>
            <a:pPr>
              <a:lnSpc>
                <a:spcPts val="4000"/>
              </a:lnSpc>
            </a:pPr>
            <a:r>
              <a:rPr lang="zh-CN" altLang="en-US" b="1" dirty="0">
                <a:latin typeface="微软雅黑" panose="020B0503020204020204" pitchFamily="34" charset="-122"/>
                <a:ea typeface="微软雅黑" panose="020B0503020204020204" pitchFamily="34" charset="-122"/>
              </a:rPr>
              <a:t>结构化概要设计：系统结构图</a:t>
            </a:r>
            <a:endParaRPr lang="zh-CN" altLang="en-US" b="1" dirty="0">
              <a:latin typeface="微软雅黑" panose="020B0503020204020204" pitchFamily="34" charset="-122"/>
              <a:ea typeface="微软雅黑" panose="020B0503020204020204" pitchFamily="34" charset="-122"/>
            </a:endParaRPr>
          </a:p>
        </p:txBody>
      </p:sp>
      <p:sp>
        <p:nvSpPr>
          <p:cNvPr id="30723" name="Rectangle 2"/>
          <p:cNvSpPr/>
          <p:nvPr/>
        </p:nvSpPr>
        <p:spPr>
          <a:xfrm>
            <a:off x="0" y="0"/>
            <a:ext cx="9118600" cy="0"/>
          </a:xfrm>
          <a:prstGeom prst="rect">
            <a:avLst/>
          </a:prstGeom>
          <a:noFill/>
          <a:ln w="9525">
            <a:noFill/>
          </a:ln>
        </p:spPr>
        <p:txBody>
          <a:bodyPr wrap="none"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sp>
        <p:nvSpPr>
          <p:cNvPr id="30724" name="TextBox 2"/>
          <p:cNvSpPr txBox="1"/>
          <p:nvPr/>
        </p:nvSpPr>
        <p:spPr>
          <a:xfrm>
            <a:off x="601663" y="2163763"/>
            <a:ext cx="2060575" cy="460375"/>
          </a:xfrm>
          <a:prstGeom prst="rect">
            <a:avLst/>
          </a:prstGeom>
          <a:noFill/>
          <a:ln w="9525">
            <a:noFill/>
          </a:ln>
        </p:spPr>
        <p:txBody>
          <a:bodyPr lIns="91221" tIns="45610" rIns="91221" bIns="4561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r>
              <a:rPr lang="zh-CN" altLang="en-US" sz="2400" b="1" dirty="0">
                <a:solidFill>
                  <a:srgbClr val="FF0000"/>
                </a:solidFill>
                <a:latin typeface="Comic Sans MS" panose="030F0702030302020204" pitchFamily="66" charset="0"/>
              </a:rPr>
              <a:t>系统结构图：</a:t>
            </a:r>
            <a:endParaRPr lang="zh-CN" altLang="en-US" sz="2400" b="1" dirty="0">
              <a:solidFill>
                <a:srgbClr val="FF0000"/>
              </a:solidFill>
              <a:latin typeface="Comic Sans MS" panose="030F0702030302020204" pitchFamily="66" charset="0"/>
            </a:endParaRPr>
          </a:p>
        </p:txBody>
      </p:sp>
      <p:sp>
        <p:nvSpPr>
          <p:cNvPr id="30725" name="Rectangle 2"/>
          <p:cNvSpPr/>
          <p:nvPr/>
        </p:nvSpPr>
        <p:spPr>
          <a:xfrm>
            <a:off x="0" y="0"/>
            <a:ext cx="9118600" cy="0"/>
          </a:xfrm>
          <a:prstGeom prst="rect">
            <a:avLst/>
          </a:prstGeom>
          <a:noFill/>
          <a:ln w="9525">
            <a:noFill/>
          </a:ln>
        </p:spPr>
        <p:txBody>
          <a:bodyPr wrap="none"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sp>
        <p:nvSpPr>
          <p:cNvPr id="30726" name="Rectangle 2"/>
          <p:cNvSpPr/>
          <p:nvPr/>
        </p:nvSpPr>
        <p:spPr>
          <a:xfrm>
            <a:off x="0" y="0"/>
            <a:ext cx="9118600" cy="0"/>
          </a:xfrm>
          <a:prstGeom prst="rect">
            <a:avLst/>
          </a:prstGeom>
          <a:noFill/>
          <a:ln w="9525">
            <a:noFill/>
          </a:ln>
        </p:spPr>
        <p:txBody>
          <a:bodyPr wrap="none"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sp>
        <p:nvSpPr>
          <p:cNvPr id="30727" name="Rectangle 2"/>
          <p:cNvSpPr/>
          <p:nvPr/>
        </p:nvSpPr>
        <p:spPr>
          <a:xfrm>
            <a:off x="0" y="0"/>
            <a:ext cx="9118600" cy="0"/>
          </a:xfrm>
          <a:prstGeom prst="rect">
            <a:avLst/>
          </a:prstGeom>
          <a:noFill/>
          <a:ln w="9525">
            <a:noFill/>
          </a:ln>
        </p:spPr>
        <p:txBody>
          <a:bodyPr wrap="none"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sp>
        <p:nvSpPr>
          <p:cNvPr id="30728" name="Rectangle 2"/>
          <p:cNvSpPr/>
          <p:nvPr/>
        </p:nvSpPr>
        <p:spPr>
          <a:xfrm>
            <a:off x="0" y="0"/>
            <a:ext cx="9118600" cy="0"/>
          </a:xfrm>
          <a:prstGeom prst="rect">
            <a:avLst/>
          </a:prstGeom>
          <a:noFill/>
          <a:ln w="9525">
            <a:noFill/>
          </a:ln>
        </p:spPr>
        <p:txBody>
          <a:bodyPr wrap="none"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graphicFrame>
        <p:nvGraphicFramePr>
          <p:cNvPr id="30729" name="对象 7"/>
          <p:cNvGraphicFramePr>
            <a:graphicFrameLocks noChangeAspect="1"/>
          </p:cNvGraphicFramePr>
          <p:nvPr/>
        </p:nvGraphicFramePr>
        <p:xfrm>
          <a:off x="1001713" y="2373313"/>
          <a:ext cx="7115175" cy="3962400"/>
        </p:xfrm>
        <a:graphic>
          <a:graphicData uri="http://schemas.openxmlformats.org/presentationml/2006/ole">
            <mc:AlternateContent xmlns:mc="http://schemas.openxmlformats.org/markup-compatibility/2006">
              <mc:Choice xmlns:v="urn:schemas-microsoft-com:vml" Requires="v">
                <p:oleObj spid="_x0000_s3083" name="" r:id="rId1" imgW="4724400" imgH="2628900" progId="Visio.Drawing.11">
                  <p:embed/>
                </p:oleObj>
              </mc:Choice>
              <mc:Fallback>
                <p:oleObj name="" r:id="rId1" imgW="4724400" imgH="2628900" progId="Visio.Drawing.11">
                  <p:embed/>
                  <p:pic>
                    <p:nvPicPr>
                      <p:cNvPr id="0" name="图片 3082"/>
                      <p:cNvPicPr/>
                      <p:nvPr/>
                    </p:nvPicPr>
                    <p:blipFill>
                      <a:blip r:embed="rId2"/>
                      <a:stretch>
                        <a:fillRect/>
                      </a:stretch>
                    </p:blipFill>
                    <p:spPr>
                      <a:xfrm>
                        <a:off x="1001713" y="2373313"/>
                        <a:ext cx="7115175" cy="3962400"/>
                      </a:xfrm>
                      <a:prstGeom prst="rect">
                        <a:avLst/>
                      </a:prstGeom>
                      <a:noFill/>
                      <a:ln w="38100">
                        <a:noFill/>
                        <a:miter/>
                      </a:ln>
                    </p:spPr>
                  </p:pic>
                </p:oleObj>
              </mc:Fallback>
            </mc:AlternateContent>
          </a:graphicData>
        </a:graphic>
      </p:graphicFrame>
      <p:cxnSp>
        <p:nvCxnSpPr>
          <p:cNvPr id="12" name="直接箭头连接符 11"/>
          <p:cNvCxnSpPr/>
          <p:nvPr/>
        </p:nvCxnSpPr>
        <p:spPr>
          <a:xfrm flipH="1">
            <a:off x="6754813" y="2917825"/>
            <a:ext cx="814388" cy="1150938"/>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4" name="TextBox 2"/>
          <p:cNvSpPr txBox="1"/>
          <p:nvPr/>
        </p:nvSpPr>
        <p:spPr>
          <a:xfrm>
            <a:off x="7162800" y="2332038"/>
            <a:ext cx="1030288" cy="585787"/>
          </a:xfrm>
          <a:prstGeom prst="rect">
            <a:avLst/>
          </a:prstGeom>
          <a:noFill/>
          <a:ln w="9525">
            <a:noFill/>
          </a:ln>
        </p:spPr>
        <p:txBody>
          <a:bodyPr lIns="91221" tIns="45610" rIns="91221" bIns="4561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r>
              <a:rPr lang="zh-CN" altLang="en-US" sz="3200" b="1" dirty="0">
                <a:solidFill>
                  <a:srgbClr val="FF0000"/>
                </a:solidFill>
                <a:latin typeface="Comic Sans MS" panose="030F0702030302020204" pitchFamily="66" charset="0"/>
              </a:rPr>
              <a:t>模块</a:t>
            </a:r>
            <a:endParaRPr lang="zh-CN" altLang="en-US" sz="3200" b="1" dirty="0">
              <a:solidFill>
                <a:srgbClr val="FF0000"/>
              </a:solidFill>
              <a:latin typeface="Comic Sans MS" panose="030F0702030302020204" pitchFamily="66" charset="0"/>
            </a:endParaRPr>
          </a:p>
        </p:txBody>
      </p:sp>
      <p:cxnSp>
        <p:nvCxnSpPr>
          <p:cNvPr id="13" name="直接箭头连接符 12"/>
          <p:cNvCxnSpPr/>
          <p:nvPr/>
        </p:nvCxnSpPr>
        <p:spPr>
          <a:xfrm flipH="1">
            <a:off x="5567363" y="2393950"/>
            <a:ext cx="814388" cy="1150938"/>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5" name="TextBox 2"/>
          <p:cNvSpPr txBox="1"/>
          <p:nvPr/>
        </p:nvSpPr>
        <p:spPr>
          <a:xfrm>
            <a:off x="5975350" y="1808163"/>
            <a:ext cx="2400300" cy="584200"/>
          </a:xfrm>
          <a:prstGeom prst="rect">
            <a:avLst/>
          </a:prstGeom>
          <a:noFill/>
          <a:ln w="9525">
            <a:noFill/>
          </a:ln>
        </p:spPr>
        <p:txBody>
          <a:bodyPr lIns="91221" tIns="45610" rIns="91221" bIns="4561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r>
              <a:rPr lang="zh-CN" altLang="en-US" sz="3200" b="1" dirty="0">
                <a:solidFill>
                  <a:srgbClr val="FF0000"/>
                </a:solidFill>
                <a:latin typeface="Comic Sans MS" panose="030F0702030302020204" pitchFamily="66" charset="0"/>
              </a:rPr>
              <a:t>模块间接口</a:t>
            </a:r>
            <a:endParaRPr lang="zh-CN" altLang="en-US" sz="3200" b="1" dirty="0">
              <a:solidFill>
                <a:srgbClr val="FF0000"/>
              </a:solidFill>
              <a:latin typeface="Comic Sans MS" panose="030F0702030302020204" pitchFamily="66"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ppt_x"/>
                                          </p:val>
                                        </p:tav>
                                        <p:tav tm="100000">
                                          <p:val>
                                            <p:strVal val="#ppt_x"/>
                                          </p:val>
                                        </p:tav>
                                      </p:tavLst>
                                    </p:anim>
                                    <p:anim calcmode="lin" valueType="num">
                                      <p:cBhvr additive="base">
                                        <p:cTn id="1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additive="base">
                                        <p:cTn id="17" dur="500" fill="hold"/>
                                        <p:tgtEl>
                                          <p:spTgt spid="13"/>
                                        </p:tgtEl>
                                        <p:attrNameLst>
                                          <p:attrName>ppt_x</p:attrName>
                                        </p:attrNameLst>
                                      </p:cBhvr>
                                      <p:tavLst>
                                        <p:tav tm="0">
                                          <p:val>
                                            <p:strVal val="#ppt_x"/>
                                          </p:val>
                                        </p:tav>
                                        <p:tav tm="100000">
                                          <p:val>
                                            <p:strVal val="#ppt_x"/>
                                          </p:val>
                                        </p:tav>
                                      </p:tavLst>
                                    </p:anim>
                                    <p:anim calcmode="lin" valueType="num">
                                      <p:cBhvr additive="base">
                                        <p:cTn id="18" dur="500" fill="hold"/>
                                        <p:tgtEl>
                                          <p:spTgt spid="13"/>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anim calcmode="lin" valueType="num">
                                      <p:cBhvr additive="base">
                                        <p:cTn id="21" dur="500" fill="hold"/>
                                        <p:tgtEl>
                                          <p:spTgt spid="15"/>
                                        </p:tgtEl>
                                        <p:attrNameLst>
                                          <p:attrName>ppt_x</p:attrName>
                                        </p:attrNameLst>
                                      </p:cBhvr>
                                      <p:tavLst>
                                        <p:tav tm="0">
                                          <p:val>
                                            <p:strVal val="#ppt_x"/>
                                          </p:val>
                                        </p:tav>
                                        <p:tav tm="100000">
                                          <p:val>
                                            <p:strVal val="#ppt_x"/>
                                          </p:val>
                                        </p:tav>
                                      </p:tavLst>
                                    </p:anim>
                                    <p:anim calcmode="lin" valueType="num">
                                      <p:cBhvr additive="base">
                                        <p:cTn id="22"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内容占位符 2"/>
          <p:cNvSpPr>
            <a:spLocks noGrp="1"/>
          </p:cNvSpPr>
          <p:nvPr>
            <p:ph idx="1"/>
          </p:nvPr>
        </p:nvSpPr>
        <p:spPr>
          <a:xfrm>
            <a:off x="322263" y="1985963"/>
            <a:ext cx="8516937" cy="3878262"/>
          </a:xfrm>
          <a:ln/>
        </p:spPr>
        <p:txBody>
          <a:bodyPr vert="horz" wrap="square" lIns="91221" tIns="45610" rIns="91221" bIns="45610" anchor="t" anchorCtr="0"/>
          <a:p>
            <a:pPr marL="273050" lvl="1" indent="-273050" defTabSz="914400" eaLnBrk="1" hangingPunct="1">
              <a:lnSpc>
                <a:spcPct val="150000"/>
              </a:lnSpc>
              <a:buClr>
                <a:srgbClr val="0BD0D9"/>
              </a:buClr>
              <a:buSzPct val="95000"/>
              <a:buFont typeface="Wingdings" panose="05000000000000000000" pitchFamily="2" charset="2"/>
              <a:buChar char="p"/>
              <a:tabLst>
                <a:tab pos="457200" algn="l"/>
              </a:tabLst>
            </a:pPr>
            <a:r>
              <a:rPr lang="zh-CN" altLang="en-US" sz="3200" b="1" dirty="0"/>
              <a:t>变换型数据流图</a:t>
            </a:r>
            <a:endParaRPr lang="en-US" altLang="zh-CN" sz="3200" b="1" dirty="0"/>
          </a:p>
          <a:p>
            <a:pPr marL="273050" lvl="1" indent="-273050" defTabSz="914400" eaLnBrk="1" hangingPunct="1">
              <a:lnSpc>
                <a:spcPct val="150000"/>
              </a:lnSpc>
              <a:buClr>
                <a:srgbClr val="0BD0D9"/>
              </a:buClr>
              <a:buSzPct val="95000"/>
              <a:buFont typeface="Wingdings" panose="05000000000000000000" pitchFamily="2" charset="2"/>
              <a:buChar char="p"/>
              <a:tabLst>
                <a:tab pos="457200" algn="l"/>
              </a:tabLst>
            </a:pPr>
            <a:r>
              <a:rPr lang="zh-CN" altLang="en-US" sz="3200" b="1" dirty="0"/>
              <a:t>事务型数据流图</a:t>
            </a:r>
            <a:endParaRPr lang="en-US" altLang="zh-CN" sz="3200" b="1" dirty="0"/>
          </a:p>
        </p:txBody>
      </p:sp>
      <p:sp>
        <p:nvSpPr>
          <p:cNvPr id="31747" name="标题 1"/>
          <p:cNvSpPr>
            <a:spLocks noGrp="1"/>
          </p:cNvSpPr>
          <p:nvPr>
            <p:ph type="title"/>
          </p:nvPr>
        </p:nvSpPr>
        <p:spPr>
          <a:xfrm>
            <a:off x="466725" y="476250"/>
            <a:ext cx="8205788" cy="1139825"/>
          </a:xfrm>
          <a:ln/>
        </p:spPr>
        <p:txBody>
          <a:bodyPr vert="horz" wrap="square" lIns="0" tIns="45610" rIns="0" bIns="0" anchor="b" anchorCtr="0"/>
          <a:p>
            <a:pPr>
              <a:lnSpc>
                <a:spcPts val="4000"/>
              </a:lnSpc>
            </a:pPr>
            <a:r>
              <a:rPr lang="zh-CN" altLang="en-US" b="1" dirty="0">
                <a:latin typeface="微软雅黑" panose="020B0503020204020204" pitchFamily="34" charset="-122"/>
                <a:ea typeface="微软雅黑" panose="020B0503020204020204" pitchFamily="34" charset="-122"/>
              </a:rPr>
              <a:t>两种典型的数据流及其设计</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Rectangle 3"/>
          <p:cNvSpPr>
            <a:spLocks noGrp="1" noRot="1"/>
          </p:cNvSpPr>
          <p:nvPr>
            <p:ph idx="1"/>
          </p:nvPr>
        </p:nvSpPr>
        <p:spPr>
          <a:xfrm>
            <a:off x="296863" y="1195388"/>
            <a:ext cx="8815387" cy="5154612"/>
          </a:xfrm>
          <a:ln/>
        </p:spPr>
        <p:txBody>
          <a:bodyPr vert="horz" wrap="square" lIns="91221" tIns="45610" rIns="91221" bIns="45610" anchor="t" anchorCtr="0"/>
          <a:p>
            <a:pPr marL="363855" indent="-254000" eaLnBrk="1" hangingPunct="1">
              <a:lnSpc>
                <a:spcPct val="90000"/>
              </a:lnSpc>
              <a:buFont typeface="Wingdings 3" panose="05040102010807070707" pitchFamily="18" charset="2"/>
              <a:buChar char=""/>
            </a:pPr>
            <a:endParaRPr lang="en-US" altLang="zh-CN" sz="2800" dirty="0"/>
          </a:p>
          <a:p>
            <a:pPr marL="273050" lvl="1" indent="-273050" eaLnBrk="1" hangingPunct="1">
              <a:lnSpc>
                <a:spcPct val="150000"/>
              </a:lnSpc>
              <a:buClr>
                <a:srgbClr val="0BD0D9"/>
              </a:buClr>
              <a:buSzPct val="95000"/>
              <a:buFont typeface="Wingdings" panose="05000000000000000000" pitchFamily="2" charset="2"/>
              <a:buChar char="p"/>
            </a:pPr>
            <a:r>
              <a:rPr lang="zh-CN" altLang="en-US" sz="2800" b="1" dirty="0">
                <a:latin typeface="微软雅黑" panose="020B0503020204020204" pitchFamily="34" charset="-122"/>
                <a:ea typeface="微软雅黑" panose="020B0503020204020204" pitchFamily="34" charset="-122"/>
              </a:rPr>
              <a:t>特征：</a:t>
            </a:r>
            <a:r>
              <a:rPr lang="zh-CN" altLang="en-US" sz="2800" dirty="0">
                <a:latin typeface="微软雅黑" panose="020B0503020204020204" pitchFamily="34" charset="-122"/>
                <a:ea typeface="微软雅黑" panose="020B0503020204020204" pitchFamily="34" charset="-122"/>
              </a:rPr>
              <a:t>信息沿输入通路进入系统，同时由外部形式变换成内部形式，进入系统的信息通过变换中心，经加工处理以后再沿输出通路变换成外部形式离开软件系统。</a:t>
            </a:r>
            <a:endParaRPr lang="zh-CN" altLang="en-US" sz="2800" dirty="0">
              <a:latin typeface="微软雅黑" panose="020B0503020204020204" pitchFamily="34" charset="-122"/>
              <a:ea typeface="微软雅黑" panose="020B0503020204020204" pitchFamily="34" charset="-122"/>
            </a:endParaRPr>
          </a:p>
          <a:p>
            <a:pPr marL="273050" lvl="1" indent="-273050" eaLnBrk="1" hangingPunct="1">
              <a:lnSpc>
                <a:spcPct val="150000"/>
              </a:lnSpc>
              <a:buClr>
                <a:srgbClr val="0BD0D9"/>
              </a:buClr>
              <a:buSzPct val="95000"/>
              <a:buFont typeface="Wingdings" panose="05000000000000000000" pitchFamily="2" charset="2"/>
              <a:buChar char="p"/>
            </a:pPr>
            <a:r>
              <a:rPr lang="zh-CN" altLang="en-US" sz="2800" b="1" dirty="0">
                <a:latin typeface="微软雅黑" panose="020B0503020204020204" pitchFamily="34" charset="-122"/>
                <a:ea typeface="微软雅黑" panose="020B0503020204020204" pitchFamily="34" charset="-122"/>
              </a:rPr>
              <a:t>组成：</a:t>
            </a:r>
            <a:r>
              <a:rPr lang="zh-CN" altLang="en-US" sz="2800" dirty="0">
                <a:latin typeface="微软雅黑" panose="020B0503020204020204" pitchFamily="34" charset="-122"/>
                <a:ea typeface="微软雅黑" panose="020B0503020204020204" pitchFamily="34" charset="-122"/>
              </a:rPr>
              <a:t>由输入、变换中心和输出三部分组成</a:t>
            </a:r>
            <a:endParaRPr lang="zh-CN" altLang="en-US" sz="2800" dirty="0">
              <a:latin typeface="微软雅黑" panose="020B0503020204020204" pitchFamily="34" charset="-122"/>
              <a:ea typeface="微软雅黑" panose="020B0503020204020204" pitchFamily="34" charset="-122"/>
            </a:endParaRPr>
          </a:p>
          <a:p>
            <a:pPr marL="363855" indent="-254000" eaLnBrk="1" hangingPunct="1">
              <a:lnSpc>
                <a:spcPct val="90000"/>
              </a:lnSpc>
              <a:buFont typeface="Wingdings 3" panose="05040102010807070707" pitchFamily="18" charset="2"/>
              <a:buChar char=""/>
            </a:pPr>
            <a:endParaRPr lang="zh-CN" altLang="en-US" sz="2800" dirty="0"/>
          </a:p>
          <a:p>
            <a:pPr marL="363855" indent="-254000" eaLnBrk="1" hangingPunct="1">
              <a:lnSpc>
                <a:spcPct val="90000"/>
              </a:lnSpc>
              <a:buFont typeface="Wingdings 3" panose="05040102010807070707" pitchFamily="18" charset="2"/>
              <a:buChar char=""/>
            </a:pPr>
            <a:endParaRPr lang="zh-CN" altLang="en-US" sz="2800" dirty="0"/>
          </a:p>
        </p:txBody>
      </p:sp>
      <p:sp>
        <p:nvSpPr>
          <p:cNvPr id="32771" name="Rectangle 2"/>
          <p:cNvSpPr>
            <a:spLocks noGrp="1" noRot="1"/>
          </p:cNvSpPr>
          <p:nvPr>
            <p:ph type="title"/>
          </p:nvPr>
        </p:nvSpPr>
        <p:spPr>
          <a:xfrm>
            <a:off x="322263" y="260350"/>
            <a:ext cx="8516937" cy="1141413"/>
          </a:xfrm>
          <a:ln/>
        </p:spPr>
        <p:txBody>
          <a:bodyPr vert="horz" wrap="square" lIns="0" tIns="45610" rIns="0" bIns="0" anchor="b" anchorCtr="0"/>
          <a:p>
            <a:pPr>
              <a:lnSpc>
                <a:spcPts val="4000"/>
              </a:lnSpc>
            </a:pPr>
            <a:r>
              <a:rPr lang="zh-CN" altLang="en-US" b="1" dirty="0">
                <a:latin typeface="微软雅黑" panose="020B0503020204020204" pitchFamily="34" charset="-122"/>
                <a:ea typeface="微软雅黑" panose="020B0503020204020204" pitchFamily="34" charset="-122"/>
              </a:rPr>
              <a:t>两种数据流类型</a:t>
            </a:r>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变换型</a:t>
            </a:r>
            <a:endParaRPr lang="zh-CN" altLang="en-US" b="1" dirty="0">
              <a:latin typeface="微软雅黑" panose="020B0503020204020204" pitchFamily="34" charset="-122"/>
              <a:ea typeface="微软雅黑" panose="020B0503020204020204" pitchFamily="34" charset="-122"/>
            </a:endParaRPr>
          </a:p>
        </p:txBody>
      </p:sp>
      <p:pic>
        <p:nvPicPr>
          <p:cNvPr id="32772" name="Picture 4"/>
          <p:cNvPicPr>
            <a:picLocks noChangeAspect="1"/>
          </p:cNvPicPr>
          <p:nvPr/>
        </p:nvPicPr>
        <p:blipFill>
          <a:blip r:embed="rId1"/>
          <a:stretch>
            <a:fillRect/>
          </a:stretch>
        </p:blipFill>
        <p:spPr>
          <a:xfrm>
            <a:off x="1030288" y="5222875"/>
            <a:ext cx="6929437" cy="798513"/>
          </a:xfrm>
          <a:prstGeom prst="rect">
            <a:avLst/>
          </a:prstGeom>
          <a:noFill/>
          <a:ln w="9525">
            <a:noFill/>
          </a:ln>
        </p:spPr>
      </p:pic>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9" name="Rectangle 3"/>
          <p:cNvSpPr>
            <a:spLocks noGrp="1" noRot="1" noChangeArrowheads="1"/>
          </p:cNvSpPr>
          <p:nvPr>
            <p:ph idx="1"/>
          </p:nvPr>
        </p:nvSpPr>
        <p:spPr>
          <a:xfrm>
            <a:off x="296863" y="1195388"/>
            <a:ext cx="8815388" cy="5154613"/>
          </a:xfrm>
        </p:spPr>
        <p:txBody>
          <a:bodyPr vert="horz" wrap="square" lIns="91221" tIns="45610" rIns="91221" bIns="45610" numCol="1" anchor="t" anchorCtr="0" compatLnSpc="1">
            <a:normAutofit fontScale="92500" lnSpcReduction="10000"/>
          </a:bodyPr>
          <a:lstStyle/>
          <a:p>
            <a:pPr marL="365125" marR="0" lvl="0" indent="-255270" algn="l" defTabSz="914400" rtl="0" eaLnBrk="1" fontAlgn="auto" latinLnBrk="0" hangingPunct="1">
              <a:lnSpc>
                <a:spcPct val="90000"/>
              </a:lnSpc>
              <a:spcBef>
                <a:spcPct val="20000"/>
              </a:spcBef>
              <a:spcAft>
                <a:spcPts val="0"/>
              </a:spcAft>
              <a:buClr>
                <a:srgbClr val="0BD0D9"/>
              </a:buClr>
              <a:buSzPct val="95000"/>
              <a:buFont typeface="Wingdings 3" panose="05040102010807070707"/>
              <a:buChar char=""/>
              <a:defRPr/>
            </a:pPr>
            <a:endParaRPr kumimoji="0" lang="en-US" altLang="zh-CN" sz="28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273050" marR="0" lvl="1" indent="-273050" algn="l" defTabSz="914400" rtl="0" eaLnBrk="1" fontAlgn="base" latinLnBrk="0" hangingPunct="1">
              <a:lnSpc>
                <a:spcPct val="15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32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特征</a:t>
            </a:r>
            <a:r>
              <a:rPr kumimoji="1" lang="zh-CN" altLang="en-US" sz="3200" b="1"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a:t>
            </a:r>
            <a:r>
              <a:rPr kumimoji="1" lang="zh-CN" altLang="en-US" sz="32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数据</a:t>
            </a:r>
            <a:r>
              <a:rPr kumimoji="1" lang="zh-CN" altLang="en-US" sz="32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沿输入通路到达一</a:t>
            </a:r>
            <a:r>
              <a:rPr kumimoji="1" lang="zh-CN" altLang="en-US" sz="32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个</a:t>
            </a:r>
            <a:r>
              <a:rPr kumimoji="1" lang="zh-CN" altLang="en-US" sz="32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加工</a:t>
            </a:r>
            <a:r>
              <a:rPr kumimoji="1" lang="en-US" altLang="zh-CN" sz="32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T</a:t>
            </a:r>
            <a:r>
              <a:rPr kumimoji="1" lang="zh-CN" altLang="en-US" sz="32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a:t>
            </a:r>
            <a:r>
              <a:rPr kumimoji="1" lang="zh-CN" altLang="en-US" sz="32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这个</a:t>
            </a:r>
            <a:r>
              <a:rPr kumimoji="1" lang="zh-CN" altLang="en-US" sz="32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加工</a:t>
            </a:r>
            <a:r>
              <a:rPr kumimoji="1" lang="zh-CN" altLang="en-US" sz="32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根据</a:t>
            </a:r>
            <a:r>
              <a:rPr kumimoji="1" lang="zh-CN" altLang="en-US" sz="32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输入数据的类型在若干个动作序列中选出一个来执行</a:t>
            </a:r>
            <a:r>
              <a:rPr kumimoji="1" lang="zh-CN" altLang="en-US" sz="32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a:t>
            </a:r>
            <a:endParaRPr kumimoji="1" lang="en-US" altLang="zh-CN" sz="32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273050" marR="0" lvl="1" indent="-273050" algn="l" defTabSz="914400" rtl="0" eaLnBrk="1" fontAlgn="base" latinLnBrk="0" hangingPunct="1">
              <a:lnSpc>
                <a:spcPct val="15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32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加工</a:t>
            </a:r>
            <a:r>
              <a:rPr kumimoji="1" lang="en-US" altLang="zh-CN" sz="32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T </a:t>
            </a:r>
            <a:r>
              <a:rPr kumimoji="1" lang="zh-CN" altLang="en-US" sz="32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称为</a:t>
            </a:r>
            <a:r>
              <a:rPr kumimoji="1" lang="zh-CN" altLang="en-US" sz="32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事务中心</a:t>
            </a:r>
            <a:r>
              <a:rPr kumimoji="1" lang="zh-CN" altLang="en-US" sz="32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，它完成以下任务：</a:t>
            </a:r>
            <a:endParaRPr kumimoji="1" lang="zh-CN" altLang="en-US" sz="32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638175" marR="0" lvl="1" indent="-246380" algn="l" defTabSz="914400" rtl="0" eaLnBrk="1" fontAlgn="base" latinLnBrk="0" hangingPunct="1">
              <a:lnSpc>
                <a:spcPct val="150000"/>
              </a:lnSpc>
              <a:spcBef>
                <a:spcPct val="20000"/>
              </a:spcBef>
              <a:spcAft>
                <a:spcPct val="0"/>
              </a:spcAft>
              <a:buClr>
                <a:schemeClr val="accent1"/>
              </a:buClr>
              <a:buSzPct val="85000"/>
              <a:buFont typeface="Wingdings" panose="05000000000000000000" pitchFamily="2" charset="2"/>
              <a:buNone/>
              <a:defRPr/>
            </a:pPr>
            <a:r>
              <a:rPr kumimoji="0" lang="en-US" altLang="zh-CN" sz="28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(1) </a:t>
            </a:r>
            <a:r>
              <a:rPr kumimoji="0" lang="zh-CN" altLang="en-US" sz="28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接收输入数据</a:t>
            </a:r>
            <a:r>
              <a:rPr kumimoji="0" lang="en-US" altLang="zh-CN" sz="28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a:t>
            </a:r>
            <a:r>
              <a:rPr kumimoji="0" lang="zh-CN" altLang="en-US" sz="28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输入数据又称为事务</a:t>
            </a:r>
            <a:r>
              <a:rPr kumimoji="0" lang="en-US" altLang="zh-CN" sz="28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a:t>
            </a:r>
            <a:r>
              <a:rPr kumimoji="0" lang="zh-CN" altLang="en-US" sz="28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a:t>
            </a:r>
            <a:endParaRPr kumimoji="0" lang="zh-CN" altLang="en-US" sz="28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638175" marR="0" lvl="1" indent="-246380" algn="l" defTabSz="914400" rtl="0" eaLnBrk="1" fontAlgn="base" latinLnBrk="0" hangingPunct="1">
              <a:lnSpc>
                <a:spcPct val="150000"/>
              </a:lnSpc>
              <a:spcBef>
                <a:spcPct val="20000"/>
              </a:spcBef>
              <a:spcAft>
                <a:spcPct val="0"/>
              </a:spcAft>
              <a:buClr>
                <a:schemeClr val="accent1"/>
              </a:buClr>
              <a:buSzPct val="85000"/>
              <a:buFont typeface="Wingdings" panose="05000000000000000000" pitchFamily="2" charset="2"/>
              <a:buNone/>
              <a:defRPr/>
            </a:pPr>
            <a:r>
              <a:rPr kumimoji="0" lang="en-US" altLang="zh-CN" sz="28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(2) </a:t>
            </a:r>
            <a:r>
              <a:rPr kumimoji="0" lang="zh-CN" altLang="en-US" sz="28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分析每个事务以确定它的类型。</a:t>
            </a:r>
            <a:endParaRPr kumimoji="0" lang="zh-CN" altLang="en-US" sz="28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638175" marR="0" lvl="1" indent="-246380" algn="l" defTabSz="914400" rtl="0" eaLnBrk="1" fontAlgn="base" latinLnBrk="0" hangingPunct="1">
              <a:lnSpc>
                <a:spcPct val="150000"/>
              </a:lnSpc>
              <a:spcBef>
                <a:spcPct val="20000"/>
              </a:spcBef>
              <a:spcAft>
                <a:spcPct val="0"/>
              </a:spcAft>
              <a:buClr>
                <a:schemeClr val="accent1"/>
              </a:buClr>
              <a:buSzPct val="85000"/>
              <a:buFont typeface="Wingdings" panose="05000000000000000000" pitchFamily="2" charset="2"/>
              <a:buNone/>
              <a:defRPr/>
            </a:pPr>
            <a:r>
              <a:rPr kumimoji="0" lang="en-US" altLang="zh-CN" sz="28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(3) </a:t>
            </a:r>
            <a:r>
              <a:rPr kumimoji="0" lang="zh-CN" altLang="en-US" sz="28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根据事务类型选取一条动作路径。</a:t>
            </a:r>
            <a:endParaRPr kumimoji="0" lang="zh-CN" altLang="en-US" sz="28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273050" marR="0" lvl="1" indent="-273050" algn="l" defTabSz="914400" rtl="0" eaLnBrk="1" fontAlgn="base" latinLnBrk="0" hangingPunct="1">
              <a:lnSpc>
                <a:spcPct val="90000"/>
              </a:lnSpc>
              <a:spcBef>
                <a:spcPct val="20000"/>
              </a:spcBef>
              <a:spcAft>
                <a:spcPct val="0"/>
              </a:spcAft>
              <a:buClr>
                <a:srgbClr val="0BD0D9"/>
              </a:buClr>
              <a:buSzPct val="95000"/>
              <a:buFont typeface="Wingdings" panose="05000000000000000000" pitchFamily="2" charset="2"/>
              <a:buChar char="p"/>
              <a:tabLst>
                <a:tab pos="457200" algn="l"/>
              </a:tabLst>
              <a:defRPr/>
            </a:pPr>
            <a:endParaRPr kumimoji="0" lang="zh-CN" altLang="en-US" sz="2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365125" marR="0" lvl="0" indent="-255270" algn="l" defTabSz="914400" rtl="0" eaLnBrk="1" fontAlgn="auto" latinLnBrk="0" hangingPunct="1">
              <a:lnSpc>
                <a:spcPct val="90000"/>
              </a:lnSpc>
              <a:spcBef>
                <a:spcPct val="20000"/>
              </a:spcBef>
              <a:spcAft>
                <a:spcPts val="0"/>
              </a:spcAft>
              <a:buClr>
                <a:srgbClr val="0BD0D9"/>
              </a:buClr>
              <a:buSzPct val="95000"/>
              <a:buFont typeface="Wingdings 3" panose="05040102010807070707"/>
              <a:buChar char=""/>
              <a:defRPr/>
            </a:pPr>
            <a:endParaRPr kumimoji="0" lang="zh-CN" altLang="en-US" sz="2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p:txBody>
      </p:sp>
      <p:sp>
        <p:nvSpPr>
          <p:cNvPr id="33795" name="Rectangle 2"/>
          <p:cNvSpPr>
            <a:spLocks noGrp="1" noRot="1"/>
          </p:cNvSpPr>
          <p:nvPr>
            <p:ph type="title"/>
          </p:nvPr>
        </p:nvSpPr>
        <p:spPr>
          <a:xfrm>
            <a:off x="322263" y="260350"/>
            <a:ext cx="8516937" cy="1141413"/>
          </a:xfrm>
          <a:ln/>
        </p:spPr>
        <p:txBody>
          <a:bodyPr vert="horz" wrap="square" lIns="0" tIns="45610" rIns="0" bIns="0" anchor="b" anchorCtr="0"/>
          <a:p>
            <a:pPr>
              <a:lnSpc>
                <a:spcPts val="4000"/>
              </a:lnSpc>
            </a:pPr>
            <a:r>
              <a:rPr lang="zh-CN" altLang="en-US" b="1" dirty="0">
                <a:latin typeface="微软雅黑" panose="020B0503020204020204" pitchFamily="34" charset="-122"/>
                <a:ea typeface="微软雅黑" panose="020B0503020204020204" pitchFamily="34" charset="-122"/>
              </a:rPr>
              <a:t>两种数据流类型</a:t>
            </a:r>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事务型</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Rectangle 3"/>
          <p:cNvSpPr>
            <a:spLocks noGrp="1" noRot="1" noChangeArrowheads="1"/>
          </p:cNvSpPr>
          <p:nvPr>
            <p:ph idx="1"/>
          </p:nvPr>
        </p:nvSpPr>
        <p:spPr>
          <a:xfrm>
            <a:off x="455613" y="2136775"/>
            <a:ext cx="8207375" cy="4381500"/>
          </a:xfrm>
        </p:spPr>
        <p:txBody>
          <a:bodyPr vert="horz" wrap="square" lIns="91221" tIns="45610" rIns="91221" bIns="45610" numCol="1" anchor="t" anchorCtr="0" compatLnSpc="1"/>
          <a:lstStyle/>
          <a:p>
            <a:pPr marL="273050" marR="0" lvl="1" indent="-273050" algn="l" defTabSz="914400" rtl="0" eaLnBrk="1" fontAlgn="base" latinLnBrk="0" hangingPunct="1">
              <a:lnSpc>
                <a:spcPct val="15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2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变换分析是一系列设计步骤的总称，经过这些步骤把具有变换流特点的数据流图映射成为一个预定义的程序结构模板</a:t>
            </a:r>
            <a:r>
              <a:rPr kumimoji="1" lang="zh-CN" altLang="en-US" sz="28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a:t>
            </a:r>
            <a:endParaRPr kumimoji="1" lang="en-US" altLang="zh-CN" sz="28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273050" marR="0" lvl="1" indent="-273050" algn="l" defTabSz="914400" rtl="0" eaLnBrk="1" fontAlgn="base" latinLnBrk="0" hangingPunct="1">
              <a:lnSpc>
                <a:spcPct val="15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28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变换分析的步骤：</a:t>
            </a:r>
            <a:endParaRPr kumimoji="1" lang="zh-CN" altLang="en-US" sz="2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638175" marR="0" lvl="1" indent="-246380" algn="l" defTabSz="914400" rtl="0" eaLnBrk="1" fontAlgn="base" latinLnBrk="0" hangingPunct="1">
              <a:lnSpc>
                <a:spcPct val="150000"/>
              </a:lnSpc>
              <a:spcBef>
                <a:spcPct val="20000"/>
              </a:spcBef>
              <a:spcAft>
                <a:spcPct val="0"/>
              </a:spcAft>
              <a:buClr>
                <a:schemeClr val="accent1"/>
              </a:buClr>
              <a:buSzPct val="85000"/>
              <a:buFont typeface="Wingdings" panose="05000000000000000000" pitchFamily="2" charset="2"/>
              <a:buChar char="ü"/>
              <a:defRPr/>
            </a:pPr>
            <a:r>
              <a:rPr kumimoji="0" lang="en-US" altLang="zh-CN" sz="20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1. </a:t>
            </a:r>
            <a:r>
              <a:rPr kumimoji="0" lang="zh-CN" altLang="en-US" sz="20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对</a:t>
            </a:r>
            <a:r>
              <a:rPr kumimoji="0" lang="en-US" altLang="zh-CN" sz="20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DFD </a:t>
            </a:r>
            <a:r>
              <a:rPr kumimoji="0" lang="zh-CN" altLang="en-US" sz="20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图的分析和划分</a:t>
            </a:r>
            <a:endParaRPr kumimoji="0" lang="zh-CN" altLang="en-US" sz="20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638175" marR="0" lvl="1" indent="-246380" algn="l" defTabSz="914400" rtl="0" eaLnBrk="1" fontAlgn="base" latinLnBrk="0" hangingPunct="1">
              <a:lnSpc>
                <a:spcPct val="150000"/>
              </a:lnSpc>
              <a:spcBef>
                <a:spcPct val="20000"/>
              </a:spcBef>
              <a:spcAft>
                <a:spcPct val="0"/>
              </a:spcAft>
              <a:buClr>
                <a:schemeClr val="accent1"/>
              </a:buClr>
              <a:buSzPct val="85000"/>
              <a:buFont typeface="Wingdings" panose="05000000000000000000" pitchFamily="2" charset="2"/>
              <a:buChar char="ü"/>
              <a:defRPr/>
            </a:pPr>
            <a:r>
              <a:rPr kumimoji="0" lang="en-US" altLang="zh-CN" sz="20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2. </a:t>
            </a:r>
            <a:r>
              <a:rPr kumimoji="0" lang="zh-CN" altLang="en-US" sz="20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进行第一级分解，设计顶层和第一层模块</a:t>
            </a:r>
            <a:endParaRPr kumimoji="0" lang="zh-CN" altLang="en-US" sz="20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638175" marR="0" lvl="1" indent="-246380" algn="l" defTabSz="914400" rtl="0" eaLnBrk="1" fontAlgn="base" latinLnBrk="0" hangingPunct="1">
              <a:lnSpc>
                <a:spcPct val="150000"/>
              </a:lnSpc>
              <a:spcBef>
                <a:spcPct val="20000"/>
              </a:spcBef>
              <a:spcAft>
                <a:spcPct val="0"/>
              </a:spcAft>
              <a:buClr>
                <a:schemeClr val="accent1"/>
              </a:buClr>
              <a:buSzPct val="85000"/>
              <a:buFont typeface="Wingdings" panose="05000000000000000000" pitchFamily="2" charset="2"/>
              <a:buChar char="ü"/>
              <a:defRPr/>
            </a:pPr>
            <a:r>
              <a:rPr kumimoji="0" lang="en-US" altLang="zh-CN" sz="20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3. </a:t>
            </a:r>
            <a:r>
              <a:rPr kumimoji="0" lang="zh-CN" altLang="en-US" sz="20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rPr>
              <a:t>第二级分解，设计中、下层模块</a:t>
            </a:r>
            <a:endParaRPr kumimoji="0" lang="zh-CN" altLang="en-US" sz="20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273050" marR="0" lvl="0" indent="-27305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Char char=""/>
              <a:defRPr/>
            </a:pPr>
            <a:endParaRPr kumimoji="0" lang="zh-CN" altLang="en-US" sz="26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endParaRPr>
          </a:p>
        </p:txBody>
      </p:sp>
      <p:sp>
        <p:nvSpPr>
          <p:cNvPr id="34819" name="Rectangle 2"/>
          <p:cNvSpPr>
            <a:spLocks noGrp="1" noRot="1"/>
          </p:cNvSpPr>
          <p:nvPr>
            <p:ph type="title"/>
          </p:nvPr>
        </p:nvSpPr>
        <p:spPr>
          <a:xfrm>
            <a:off x="455613" y="327025"/>
            <a:ext cx="8207375" cy="1582738"/>
          </a:xfrm>
          <a:ln/>
        </p:spPr>
        <p:txBody>
          <a:bodyPr vert="horz" wrap="square" lIns="0" tIns="45610" rIns="0" bIns="0" anchor="b" anchorCtr="0"/>
          <a:p>
            <a:pPr>
              <a:buNone/>
            </a:pPr>
            <a:r>
              <a:rPr lang="zh-CN" altLang="en-US" b="1" dirty="0">
                <a:latin typeface="微软雅黑" panose="020B0503020204020204" pitchFamily="34" charset="-122"/>
                <a:ea typeface="微软雅黑" panose="020B0503020204020204" pitchFamily="34" charset="-122"/>
              </a:rPr>
              <a:t>变换型数据流对应的设计：变换</a:t>
            </a:r>
            <a:r>
              <a:rPr lang="zh-CN" altLang="en-US" b="1" dirty="0">
                <a:latin typeface="微软雅黑" panose="020B0503020204020204" pitchFamily="34" charset="-122"/>
                <a:ea typeface="微软雅黑" panose="020B0503020204020204" pitchFamily="34" charset="-122"/>
              </a:rPr>
              <a:t>分析</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内容占位符 1"/>
          <p:cNvSpPr>
            <a:spLocks noGrp="1"/>
          </p:cNvSpPr>
          <p:nvPr>
            <p:ph idx="1"/>
          </p:nvPr>
        </p:nvSpPr>
        <p:spPr>
          <a:ln/>
        </p:spPr>
        <p:txBody>
          <a:bodyPr vert="horz" wrap="square" lIns="91221" tIns="45610" rIns="91221" bIns="45610" anchor="t" anchorCtr="0"/>
          <a:p>
            <a:pPr eaLnBrk="1" hangingPunct="1"/>
            <a:endParaRPr lang="zh-CN" altLang="en-US" dirty="0"/>
          </a:p>
        </p:txBody>
      </p:sp>
      <p:sp>
        <p:nvSpPr>
          <p:cNvPr id="35843" name="标题 2"/>
          <p:cNvSpPr>
            <a:spLocks noGrp="1"/>
          </p:cNvSpPr>
          <p:nvPr>
            <p:ph type="title"/>
          </p:nvPr>
        </p:nvSpPr>
        <p:spPr>
          <a:ln/>
        </p:spPr>
        <p:txBody>
          <a:bodyPr vert="horz" wrap="square" lIns="0" tIns="45610" rIns="0" bIns="0" anchor="b" anchorCtr="0"/>
          <a:p>
            <a:pPr eaLnBrk="1" hangingPunct="1"/>
            <a:endParaRPr lang="zh-CN" altLang="en-US" dirty="0"/>
          </a:p>
        </p:txBody>
      </p:sp>
      <p:pic>
        <p:nvPicPr>
          <p:cNvPr id="4" name="Picture 4"/>
          <p:cNvPicPr>
            <a:picLocks noChangeAspect="1"/>
          </p:cNvPicPr>
          <p:nvPr/>
        </p:nvPicPr>
        <p:blipFill>
          <a:blip r:embed="rId1"/>
          <a:stretch>
            <a:fillRect/>
          </a:stretch>
        </p:blipFill>
        <p:spPr>
          <a:xfrm>
            <a:off x="393700" y="1554163"/>
            <a:ext cx="7685088" cy="3395662"/>
          </a:xfrm>
          <a:prstGeom prst="rect">
            <a:avLst/>
          </a:prstGeom>
          <a:noFill/>
          <a:ln w="9525">
            <a:noFill/>
          </a:ln>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标题 2"/>
          <p:cNvSpPr>
            <a:spLocks noGrp="1"/>
          </p:cNvSpPr>
          <p:nvPr>
            <p:ph type="title"/>
          </p:nvPr>
        </p:nvSpPr>
        <p:spPr>
          <a:ln/>
        </p:spPr>
        <p:txBody>
          <a:bodyPr vert="horz" wrap="square" lIns="0" tIns="45610" rIns="0" bIns="0" anchor="b" anchorCtr="0"/>
          <a:p>
            <a:pPr eaLnBrk="1" hangingPunct="1"/>
            <a:endParaRPr lang="zh-CN" altLang="en-US" dirty="0"/>
          </a:p>
        </p:txBody>
      </p:sp>
      <p:pic>
        <p:nvPicPr>
          <p:cNvPr id="36867" name="Picture 4"/>
          <p:cNvPicPr>
            <a:picLocks noChangeAspect="1"/>
          </p:cNvPicPr>
          <p:nvPr/>
        </p:nvPicPr>
        <p:blipFill>
          <a:blip r:embed="rId1"/>
          <a:stretch>
            <a:fillRect/>
          </a:stretch>
        </p:blipFill>
        <p:spPr>
          <a:xfrm>
            <a:off x="742950" y="190500"/>
            <a:ext cx="7683500" cy="3395663"/>
          </a:xfrm>
          <a:prstGeom prst="rect">
            <a:avLst/>
          </a:prstGeom>
          <a:noFill/>
          <a:ln w="9525">
            <a:noFill/>
          </a:ln>
        </p:spPr>
      </p:pic>
      <p:pic>
        <p:nvPicPr>
          <p:cNvPr id="36868" name="Picture 4"/>
          <p:cNvPicPr>
            <a:picLocks noChangeAspect="1"/>
          </p:cNvPicPr>
          <p:nvPr/>
        </p:nvPicPr>
        <p:blipFill>
          <a:blip r:embed="rId2"/>
          <a:stretch>
            <a:fillRect/>
          </a:stretch>
        </p:blipFill>
        <p:spPr>
          <a:xfrm>
            <a:off x="1065213" y="4646613"/>
            <a:ext cx="7038975" cy="2039937"/>
          </a:xfrm>
          <a:prstGeom prst="rect">
            <a:avLst/>
          </a:prstGeom>
          <a:noFill/>
          <a:ln w="9525">
            <a:noFill/>
          </a:ln>
        </p:spPr>
      </p:pic>
      <p:sp>
        <p:nvSpPr>
          <p:cNvPr id="2" name="下箭头 1"/>
          <p:cNvSpPr/>
          <p:nvPr/>
        </p:nvSpPr>
        <p:spPr>
          <a:xfrm>
            <a:off x="3646488" y="3683000"/>
            <a:ext cx="792163" cy="79216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36870" name="TextBox 3"/>
          <p:cNvSpPr txBox="1"/>
          <p:nvPr/>
        </p:nvSpPr>
        <p:spPr>
          <a:xfrm>
            <a:off x="4438650" y="3679825"/>
            <a:ext cx="3529013" cy="830263"/>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r>
              <a:rPr lang="en-US" altLang="zh-CN" sz="2400" b="1" dirty="0">
                <a:solidFill>
                  <a:srgbClr val="FF0000"/>
                </a:solidFill>
                <a:latin typeface="黑体" panose="02010609060101010101" pitchFamily="49" charset="-122"/>
                <a:ea typeface="黑体" panose="02010609060101010101" pitchFamily="49" charset="-122"/>
              </a:rPr>
              <a:t>1</a:t>
            </a:r>
            <a:r>
              <a:rPr lang="zh-CN" altLang="en-US" sz="2400" b="1" dirty="0">
                <a:solidFill>
                  <a:srgbClr val="FF0000"/>
                </a:solidFill>
                <a:latin typeface="黑体" panose="02010609060101010101" pitchFamily="49" charset="-122"/>
                <a:ea typeface="黑体" panose="02010609060101010101" pitchFamily="49" charset="-122"/>
              </a:rPr>
              <a:t>，第一层分解，设计顶层和第一层</a:t>
            </a:r>
            <a:endParaRPr lang="zh-CN" altLang="en-US" sz="2400" b="1" dirty="0">
              <a:solidFill>
                <a:srgbClr val="FF0000"/>
              </a:solidFill>
              <a:latin typeface="黑体" panose="02010609060101010101" pitchFamily="49" charset="-122"/>
              <a:ea typeface="黑体" panose="02010609060101010101" pitchFamily="49" charset="-122"/>
            </a:endParaRPr>
          </a:p>
        </p:txBody>
      </p:sp>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标题 2"/>
          <p:cNvSpPr>
            <a:spLocks noGrp="1"/>
          </p:cNvSpPr>
          <p:nvPr>
            <p:ph type="title"/>
          </p:nvPr>
        </p:nvSpPr>
        <p:spPr>
          <a:ln/>
        </p:spPr>
        <p:txBody>
          <a:bodyPr vert="horz" wrap="square" lIns="0" tIns="45610" rIns="0" bIns="0" anchor="b" anchorCtr="0"/>
          <a:p>
            <a:pPr eaLnBrk="1" hangingPunct="1"/>
            <a:endParaRPr lang="zh-CN" altLang="en-US" dirty="0"/>
          </a:p>
        </p:txBody>
      </p:sp>
      <p:pic>
        <p:nvPicPr>
          <p:cNvPr id="37891" name="Picture 4"/>
          <p:cNvPicPr>
            <a:picLocks noChangeAspect="1"/>
          </p:cNvPicPr>
          <p:nvPr/>
        </p:nvPicPr>
        <p:blipFill>
          <a:blip r:embed="rId1"/>
          <a:stretch>
            <a:fillRect/>
          </a:stretch>
        </p:blipFill>
        <p:spPr>
          <a:xfrm>
            <a:off x="742950" y="190500"/>
            <a:ext cx="7683500" cy="3395663"/>
          </a:xfrm>
          <a:prstGeom prst="rect">
            <a:avLst/>
          </a:prstGeom>
          <a:noFill/>
          <a:ln w="9525">
            <a:noFill/>
          </a:ln>
        </p:spPr>
      </p:pic>
      <p:pic>
        <p:nvPicPr>
          <p:cNvPr id="37892" name="Picture 4"/>
          <p:cNvPicPr>
            <a:picLocks noChangeAspect="1"/>
          </p:cNvPicPr>
          <p:nvPr/>
        </p:nvPicPr>
        <p:blipFill>
          <a:blip r:embed="rId2"/>
          <a:stretch>
            <a:fillRect/>
          </a:stretch>
        </p:blipFill>
        <p:spPr>
          <a:xfrm>
            <a:off x="1065213" y="4646613"/>
            <a:ext cx="7038975" cy="2039937"/>
          </a:xfrm>
          <a:prstGeom prst="rect">
            <a:avLst/>
          </a:prstGeom>
          <a:noFill/>
          <a:ln w="9525">
            <a:noFill/>
          </a:ln>
        </p:spPr>
      </p:pic>
      <p:sp>
        <p:nvSpPr>
          <p:cNvPr id="2" name="下箭头 1"/>
          <p:cNvSpPr/>
          <p:nvPr/>
        </p:nvSpPr>
        <p:spPr>
          <a:xfrm>
            <a:off x="3646488" y="3683000"/>
            <a:ext cx="792163" cy="79216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37894" name="TextBox 3"/>
          <p:cNvSpPr txBox="1"/>
          <p:nvPr/>
        </p:nvSpPr>
        <p:spPr>
          <a:xfrm>
            <a:off x="4438650" y="3679825"/>
            <a:ext cx="3529013" cy="830263"/>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r>
              <a:rPr lang="en-US" altLang="zh-CN" sz="2400" b="1" dirty="0">
                <a:solidFill>
                  <a:srgbClr val="FF0000"/>
                </a:solidFill>
                <a:latin typeface="黑体" panose="02010609060101010101" pitchFamily="49" charset="-122"/>
                <a:ea typeface="黑体" panose="02010609060101010101" pitchFamily="49" charset="-122"/>
              </a:rPr>
              <a:t>1</a:t>
            </a:r>
            <a:r>
              <a:rPr lang="zh-CN" altLang="en-US" sz="2400" b="1" dirty="0">
                <a:solidFill>
                  <a:srgbClr val="FF0000"/>
                </a:solidFill>
                <a:latin typeface="黑体" panose="02010609060101010101" pitchFamily="49" charset="-122"/>
                <a:ea typeface="黑体" panose="02010609060101010101" pitchFamily="49" charset="-122"/>
              </a:rPr>
              <a:t>，第一层分解，设计顶层和第一层</a:t>
            </a:r>
            <a:endParaRPr lang="zh-CN" altLang="en-US" sz="2400" b="1" dirty="0">
              <a:solidFill>
                <a:srgbClr val="FF0000"/>
              </a:solidFill>
              <a:latin typeface="黑体" panose="02010609060101010101" pitchFamily="49" charset="-122"/>
              <a:ea typeface="黑体" panose="02010609060101010101" pitchFamily="49" charset="-122"/>
            </a:endParaRPr>
          </a:p>
        </p:txBody>
      </p:sp>
      <p:pic>
        <p:nvPicPr>
          <p:cNvPr id="8" name="Picture 2"/>
          <p:cNvPicPr>
            <a:picLocks noChangeAspect="1"/>
          </p:cNvPicPr>
          <p:nvPr/>
        </p:nvPicPr>
        <p:blipFill>
          <a:blip r:embed="rId3"/>
          <a:stretch>
            <a:fillRect/>
          </a:stretch>
        </p:blipFill>
        <p:spPr>
          <a:xfrm>
            <a:off x="4037013" y="1954213"/>
            <a:ext cx="4743450" cy="4762500"/>
          </a:xfrm>
          <a:prstGeom prst="rect">
            <a:avLst/>
          </a:prstGeom>
          <a:noFill/>
          <a:ln w="47625" cap="flat" cmpd="sng">
            <a:solidFill>
              <a:srgbClr val="FF0000"/>
            </a:solidFill>
            <a:prstDash val="solid"/>
            <a:miter/>
            <a:headEnd type="none" w="med" len="med"/>
            <a:tailEnd type="none" w="med" len="med"/>
          </a:ln>
        </p:spPr>
      </p:pic>
      <p:sp>
        <p:nvSpPr>
          <p:cNvPr id="5" name="右箭头 4"/>
          <p:cNvSpPr/>
          <p:nvPr/>
        </p:nvSpPr>
        <p:spPr>
          <a:xfrm rot="20250200">
            <a:off x="2093913" y="5467350"/>
            <a:ext cx="1800225" cy="7207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35849" name="TextBox 8"/>
          <p:cNvSpPr txBox="1"/>
          <p:nvPr/>
        </p:nvSpPr>
        <p:spPr>
          <a:xfrm>
            <a:off x="719138" y="5251450"/>
            <a:ext cx="2208212" cy="460375"/>
          </a:xfrm>
          <a:prstGeom prst="rect">
            <a:avLst/>
          </a:prstGeom>
          <a:noFill/>
          <a:ln w="19050" cap="flat" cmpd="sng">
            <a:solidFill>
              <a:srgbClr val="FF0000"/>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r>
              <a:rPr lang="en-US" altLang="zh-CN" sz="2400" b="1" dirty="0">
                <a:solidFill>
                  <a:srgbClr val="FF0000"/>
                </a:solidFill>
                <a:latin typeface="黑体" panose="02010609060101010101" pitchFamily="49" charset="-122"/>
                <a:ea typeface="黑体" panose="02010609060101010101" pitchFamily="49" charset="-122"/>
              </a:rPr>
              <a:t>2</a:t>
            </a:r>
            <a:r>
              <a:rPr lang="zh-CN" altLang="en-US" sz="2400" b="1" dirty="0">
                <a:solidFill>
                  <a:srgbClr val="FF0000"/>
                </a:solidFill>
                <a:latin typeface="黑体" panose="02010609060101010101" pitchFamily="49" charset="-122"/>
                <a:ea typeface="黑体" panose="02010609060101010101" pitchFamily="49" charset="-122"/>
              </a:rPr>
              <a:t>，第二层分解</a:t>
            </a:r>
            <a:endParaRPr lang="zh-CN" altLang="en-US" sz="2400" b="1" dirty="0">
              <a:solidFill>
                <a:srgbClr val="FF0000"/>
              </a:solidFill>
              <a:latin typeface="黑体" panose="02010609060101010101" pitchFamily="49" charset="-122"/>
              <a:ea typeface="黑体" panose="02010609060101010101" pitchFamily="49"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58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5849"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标题 2"/>
          <p:cNvSpPr>
            <a:spLocks noGrp="1"/>
          </p:cNvSpPr>
          <p:nvPr>
            <p:ph type="title"/>
          </p:nvPr>
        </p:nvSpPr>
        <p:spPr>
          <a:ln/>
        </p:spPr>
        <p:txBody>
          <a:bodyPr vert="horz" wrap="square" lIns="0" tIns="45610" rIns="0" bIns="0" anchor="b" anchorCtr="0"/>
          <a:p>
            <a:pPr eaLnBrk="1" hangingPunct="1"/>
            <a:endParaRPr lang="zh-CN" altLang="en-US" dirty="0"/>
          </a:p>
        </p:txBody>
      </p:sp>
      <p:pic>
        <p:nvPicPr>
          <p:cNvPr id="38915" name="Picture 4"/>
          <p:cNvPicPr>
            <a:picLocks noChangeAspect="1"/>
          </p:cNvPicPr>
          <p:nvPr/>
        </p:nvPicPr>
        <p:blipFill>
          <a:blip r:embed="rId1"/>
          <a:stretch>
            <a:fillRect/>
          </a:stretch>
        </p:blipFill>
        <p:spPr>
          <a:xfrm>
            <a:off x="742950" y="190500"/>
            <a:ext cx="7683500" cy="3395663"/>
          </a:xfrm>
          <a:prstGeom prst="rect">
            <a:avLst/>
          </a:prstGeom>
          <a:noFill/>
          <a:ln w="9525">
            <a:noFill/>
          </a:ln>
        </p:spPr>
      </p:pic>
      <p:pic>
        <p:nvPicPr>
          <p:cNvPr id="38916" name="Picture 4"/>
          <p:cNvPicPr>
            <a:picLocks noChangeAspect="1"/>
          </p:cNvPicPr>
          <p:nvPr/>
        </p:nvPicPr>
        <p:blipFill>
          <a:blip r:embed="rId2"/>
          <a:stretch>
            <a:fillRect/>
          </a:stretch>
        </p:blipFill>
        <p:spPr>
          <a:xfrm>
            <a:off x="1065213" y="4646613"/>
            <a:ext cx="7038975" cy="2039937"/>
          </a:xfrm>
          <a:prstGeom prst="rect">
            <a:avLst/>
          </a:prstGeom>
          <a:noFill/>
          <a:ln w="9525">
            <a:noFill/>
          </a:ln>
        </p:spPr>
      </p:pic>
      <p:sp>
        <p:nvSpPr>
          <p:cNvPr id="2" name="下箭头 1"/>
          <p:cNvSpPr/>
          <p:nvPr/>
        </p:nvSpPr>
        <p:spPr>
          <a:xfrm>
            <a:off x="3646488" y="3683000"/>
            <a:ext cx="792163" cy="79216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38918" name="TextBox 3"/>
          <p:cNvSpPr txBox="1"/>
          <p:nvPr/>
        </p:nvSpPr>
        <p:spPr>
          <a:xfrm>
            <a:off x="4438650" y="3679825"/>
            <a:ext cx="3529013" cy="830263"/>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r>
              <a:rPr lang="en-US" altLang="zh-CN" sz="2400" b="1" dirty="0">
                <a:solidFill>
                  <a:srgbClr val="FF0000"/>
                </a:solidFill>
                <a:latin typeface="黑体" panose="02010609060101010101" pitchFamily="49" charset="-122"/>
                <a:ea typeface="黑体" panose="02010609060101010101" pitchFamily="49" charset="-122"/>
              </a:rPr>
              <a:t>1</a:t>
            </a:r>
            <a:r>
              <a:rPr lang="zh-CN" altLang="en-US" sz="2400" b="1" dirty="0">
                <a:solidFill>
                  <a:srgbClr val="FF0000"/>
                </a:solidFill>
                <a:latin typeface="黑体" panose="02010609060101010101" pitchFamily="49" charset="-122"/>
                <a:ea typeface="黑体" panose="02010609060101010101" pitchFamily="49" charset="-122"/>
              </a:rPr>
              <a:t>，第一层分解，设计顶层和第一层</a:t>
            </a:r>
            <a:endParaRPr lang="zh-CN" altLang="en-US" sz="2400" b="1" dirty="0">
              <a:solidFill>
                <a:srgbClr val="FF0000"/>
              </a:solidFill>
              <a:latin typeface="黑体" panose="02010609060101010101" pitchFamily="49" charset="-122"/>
              <a:ea typeface="黑体" panose="02010609060101010101" pitchFamily="49" charset="-122"/>
            </a:endParaRPr>
          </a:p>
        </p:txBody>
      </p:sp>
      <p:sp>
        <p:nvSpPr>
          <p:cNvPr id="5" name="右箭头 4"/>
          <p:cNvSpPr/>
          <p:nvPr/>
        </p:nvSpPr>
        <p:spPr>
          <a:xfrm rot="20250200">
            <a:off x="4779963" y="5435600"/>
            <a:ext cx="881063" cy="7207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pic>
        <p:nvPicPr>
          <p:cNvPr id="38920" name="Picture 2"/>
          <p:cNvPicPr>
            <a:picLocks noChangeAspect="1"/>
          </p:cNvPicPr>
          <p:nvPr/>
        </p:nvPicPr>
        <p:blipFill>
          <a:blip r:embed="rId3"/>
          <a:stretch>
            <a:fillRect/>
          </a:stretch>
        </p:blipFill>
        <p:spPr>
          <a:xfrm>
            <a:off x="5711825" y="2571750"/>
            <a:ext cx="3352800" cy="4114800"/>
          </a:xfrm>
          <a:prstGeom prst="rect">
            <a:avLst/>
          </a:prstGeom>
          <a:noFill/>
          <a:ln w="38100" cap="flat" cmpd="sng">
            <a:solidFill>
              <a:srgbClr val="FF0000"/>
            </a:solidFill>
            <a:prstDash val="solid"/>
            <a:miter/>
            <a:headEnd type="none" w="med" len="med"/>
            <a:tailEnd type="none" w="med" len="med"/>
          </a:ln>
        </p:spPr>
      </p:pic>
      <p:sp>
        <p:nvSpPr>
          <p:cNvPr id="38921" name="TextBox 9"/>
          <p:cNvSpPr txBox="1"/>
          <p:nvPr/>
        </p:nvSpPr>
        <p:spPr>
          <a:xfrm>
            <a:off x="3406775" y="5064125"/>
            <a:ext cx="2206625" cy="461963"/>
          </a:xfrm>
          <a:prstGeom prst="rect">
            <a:avLst/>
          </a:prstGeom>
          <a:noFill/>
          <a:ln w="19050" cap="flat" cmpd="sng">
            <a:solidFill>
              <a:srgbClr val="FF0000"/>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r>
              <a:rPr lang="en-US" altLang="zh-CN" sz="2400" b="1" dirty="0">
                <a:solidFill>
                  <a:srgbClr val="FF0000"/>
                </a:solidFill>
                <a:latin typeface="黑体" panose="02010609060101010101" pitchFamily="49" charset="-122"/>
                <a:ea typeface="黑体" panose="02010609060101010101" pitchFamily="49" charset="-122"/>
              </a:rPr>
              <a:t>2</a:t>
            </a:r>
            <a:r>
              <a:rPr lang="zh-CN" altLang="en-US" sz="2400" b="1" dirty="0">
                <a:solidFill>
                  <a:srgbClr val="FF0000"/>
                </a:solidFill>
                <a:latin typeface="黑体" panose="02010609060101010101" pitchFamily="49" charset="-122"/>
                <a:ea typeface="黑体" panose="02010609060101010101" pitchFamily="49" charset="-122"/>
              </a:rPr>
              <a:t>，第二层分解</a:t>
            </a:r>
            <a:endParaRPr lang="zh-CN" altLang="en-US" sz="2400" b="1" dirty="0">
              <a:solidFill>
                <a:srgbClr val="FF0000"/>
              </a:solidFill>
              <a:latin typeface="黑体" panose="02010609060101010101" pitchFamily="49" charset="-122"/>
              <a:ea typeface="黑体" panose="02010609060101010101" pitchFamily="49"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标题 2"/>
          <p:cNvSpPr>
            <a:spLocks noGrp="1"/>
          </p:cNvSpPr>
          <p:nvPr>
            <p:ph type="title"/>
          </p:nvPr>
        </p:nvSpPr>
        <p:spPr>
          <a:ln/>
        </p:spPr>
        <p:txBody>
          <a:bodyPr vert="horz" wrap="square" lIns="0" tIns="45610" rIns="0" bIns="0" anchor="b" anchorCtr="0"/>
          <a:p>
            <a:pPr eaLnBrk="1" hangingPunct="1"/>
            <a:endParaRPr lang="zh-CN" altLang="en-US" dirty="0"/>
          </a:p>
        </p:txBody>
      </p:sp>
      <p:pic>
        <p:nvPicPr>
          <p:cNvPr id="39939" name="Picture 4"/>
          <p:cNvPicPr>
            <a:picLocks noChangeAspect="1"/>
          </p:cNvPicPr>
          <p:nvPr/>
        </p:nvPicPr>
        <p:blipFill>
          <a:blip r:embed="rId1"/>
          <a:stretch>
            <a:fillRect/>
          </a:stretch>
        </p:blipFill>
        <p:spPr>
          <a:xfrm>
            <a:off x="742950" y="190500"/>
            <a:ext cx="7683500" cy="3395663"/>
          </a:xfrm>
          <a:prstGeom prst="rect">
            <a:avLst/>
          </a:prstGeom>
          <a:noFill/>
          <a:ln w="9525">
            <a:noFill/>
          </a:ln>
        </p:spPr>
      </p:pic>
      <p:pic>
        <p:nvPicPr>
          <p:cNvPr id="39940" name="Picture 4"/>
          <p:cNvPicPr>
            <a:picLocks noChangeAspect="1"/>
          </p:cNvPicPr>
          <p:nvPr/>
        </p:nvPicPr>
        <p:blipFill>
          <a:blip r:embed="rId2"/>
          <a:stretch>
            <a:fillRect/>
          </a:stretch>
        </p:blipFill>
        <p:spPr>
          <a:xfrm>
            <a:off x="1065213" y="4646613"/>
            <a:ext cx="7038975" cy="2039937"/>
          </a:xfrm>
          <a:prstGeom prst="rect">
            <a:avLst/>
          </a:prstGeom>
          <a:noFill/>
          <a:ln w="9525">
            <a:noFill/>
          </a:ln>
        </p:spPr>
      </p:pic>
      <p:sp>
        <p:nvSpPr>
          <p:cNvPr id="2" name="下箭头 1"/>
          <p:cNvSpPr/>
          <p:nvPr/>
        </p:nvSpPr>
        <p:spPr>
          <a:xfrm>
            <a:off x="3646488" y="3683000"/>
            <a:ext cx="792163" cy="79216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39942" name="TextBox 3"/>
          <p:cNvSpPr txBox="1"/>
          <p:nvPr/>
        </p:nvSpPr>
        <p:spPr>
          <a:xfrm>
            <a:off x="4438650" y="3679825"/>
            <a:ext cx="3529013" cy="830263"/>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r>
              <a:rPr lang="en-US" altLang="zh-CN" sz="2400" b="1" dirty="0">
                <a:solidFill>
                  <a:srgbClr val="FF0000"/>
                </a:solidFill>
                <a:latin typeface="黑体" panose="02010609060101010101" pitchFamily="49" charset="-122"/>
                <a:ea typeface="黑体" panose="02010609060101010101" pitchFamily="49" charset="-122"/>
              </a:rPr>
              <a:t>1</a:t>
            </a:r>
            <a:r>
              <a:rPr lang="zh-CN" altLang="en-US" sz="2400" b="1" dirty="0">
                <a:solidFill>
                  <a:srgbClr val="FF0000"/>
                </a:solidFill>
                <a:latin typeface="黑体" panose="02010609060101010101" pitchFamily="49" charset="-122"/>
                <a:ea typeface="黑体" panose="02010609060101010101" pitchFamily="49" charset="-122"/>
              </a:rPr>
              <a:t>，第一层分解，设计顶层和第一层</a:t>
            </a:r>
            <a:endParaRPr lang="zh-CN" altLang="en-US" sz="2400" b="1" dirty="0">
              <a:solidFill>
                <a:srgbClr val="FF0000"/>
              </a:solidFill>
              <a:latin typeface="黑体" panose="02010609060101010101" pitchFamily="49" charset="-122"/>
              <a:ea typeface="黑体" panose="02010609060101010101" pitchFamily="49" charset="-122"/>
            </a:endParaRPr>
          </a:p>
        </p:txBody>
      </p:sp>
      <p:sp>
        <p:nvSpPr>
          <p:cNvPr id="5" name="右箭头 4"/>
          <p:cNvSpPr/>
          <p:nvPr/>
        </p:nvSpPr>
        <p:spPr>
          <a:xfrm rot="20250200">
            <a:off x="3570288" y="5508625"/>
            <a:ext cx="881063" cy="7191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pic>
        <p:nvPicPr>
          <p:cNvPr id="106500" name="Picture 4"/>
          <p:cNvPicPr>
            <a:picLocks noChangeAspect="1"/>
          </p:cNvPicPr>
          <p:nvPr/>
        </p:nvPicPr>
        <p:blipFill>
          <a:blip r:embed="rId3"/>
          <a:stretch>
            <a:fillRect/>
          </a:stretch>
        </p:blipFill>
        <p:spPr>
          <a:xfrm>
            <a:off x="4438650" y="3135313"/>
            <a:ext cx="4733925" cy="3657600"/>
          </a:xfrm>
          <a:prstGeom prst="rect">
            <a:avLst/>
          </a:prstGeom>
          <a:noFill/>
          <a:ln w="38100" cap="flat" cmpd="sng">
            <a:solidFill>
              <a:srgbClr val="FF0000"/>
            </a:solidFill>
            <a:prstDash val="solid"/>
            <a:miter/>
            <a:headEnd type="none" w="med" len="med"/>
            <a:tailEnd type="none" w="med" len="med"/>
          </a:ln>
        </p:spPr>
      </p:pic>
      <p:sp>
        <p:nvSpPr>
          <p:cNvPr id="39945" name="TextBox 11"/>
          <p:cNvSpPr txBox="1"/>
          <p:nvPr/>
        </p:nvSpPr>
        <p:spPr>
          <a:xfrm>
            <a:off x="1679575" y="5348288"/>
            <a:ext cx="2206625" cy="461962"/>
          </a:xfrm>
          <a:prstGeom prst="rect">
            <a:avLst/>
          </a:prstGeom>
          <a:noFill/>
          <a:ln w="19050" cap="flat" cmpd="sng">
            <a:solidFill>
              <a:srgbClr val="FF0000"/>
            </a:solidFill>
            <a:prstDash val="solid"/>
            <a:miter/>
            <a:headEnd type="none" w="med" len="med"/>
            <a:tailEnd type="none" w="med" len="med"/>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Tx/>
              <a:buNone/>
            </a:pPr>
            <a:r>
              <a:rPr lang="en-US" altLang="zh-CN" sz="2400" b="1" dirty="0">
                <a:solidFill>
                  <a:srgbClr val="FF0000"/>
                </a:solidFill>
                <a:latin typeface="黑体" panose="02010609060101010101" pitchFamily="49" charset="-122"/>
                <a:ea typeface="黑体" panose="02010609060101010101" pitchFamily="49" charset="-122"/>
              </a:rPr>
              <a:t>2</a:t>
            </a:r>
            <a:r>
              <a:rPr lang="zh-CN" altLang="en-US" sz="2400" b="1" dirty="0">
                <a:solidFill>
                  <a:srgbClr val="FF0000"/>
                </a:solidFill>
                <a:latin typeface="黑体" panose="02010609060101010101" pitchFamily="49" charset="-122"/>
                <a:ea typeface="黑体" panose="02010609060101010101" pitchFamily="49" charset="-122"/>
              </a:rPr>
              <a:t>，第二层分解</a:t>
            </a:r>
            <a:endParaRPr lang="zh-CN" altLang="en-US" sz="2400" b="1" dirty="0">
              <a:solidFill>
                <a:srgbClr val="FF0000"/>
              </a:solidFill>
              <a:latin typeface="黑体" panose="02010609060101010101" pitchFamily="49" charset="-122"/>
              <a:ea typeface="黑体" panose="02010609060101010101" pitchFamily="49"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65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0962" name="Picture 7"/>
          <p:cNvPicPr>
            <a:picLocks noChangeAspect="1"/>
          </p:cNvPicPr>
          <p:nvPr/>
        </p:nvPicPr>
        <p:blipFill>
          <a:blip r:embed="rId1"/>
          <a:stretch>
            <a:fillRect/>
          </a:stretch>
        </p:blipFill>
        <p:spPr>
          <a:xfrm>
            <a:off x="171450" y="1343025"/>
            <a:ext cx="8796338" cy="5489575"/>
          </a:xfrm>
          <a:prstGeom prst="rect">
            <a:avLst/>
          </a:prstGeom>
          <a:noFill/>
          <a:ln w="9525">
            <a:noFill/>
          </a:ln>
        </p:spPr>
      </p:pic>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Rectangle 2"/>
          <p:cNvSpPr>
            <a:spLocks noGrp="1" noRot="1"/>
          </p:cNvSpPr>
          <p:nvPr>
            <p:ph type="title"/>
          </p:nvPr>
        </p:nvSpPr>
        <p:spPr>
          <a:xfrm>
            <a:off x="455613" y="769938"/>
            <a:ext cx="8207375" cy="1139825"/>
          </a:xfrm>
          <a:ln/>
        </p:spPr>
        <p:txBody>
          <a:bodyPr vert="horz" wrap="square" lIns="0" tIns="45610" rIns="0" bIns="0" anchor="b" anchorCtr="0"/>
          <a:p>
            <a:pPr eaLnBrk="1" hangingPunct="1">
              <a:lnSpc>
                <a:spcPts val="5400"/>
              </a:lnSpc>
            </a:pPr>
            <a:r>
              <a:rPr lang="zh-CN" altLang="en-US" b="1" dirty="0">
                <a:latin typeface="微软雅黑" panose="020B0503020204020204" pitchFamily="34" charset="-122"/>
                <a:ea typeface="微软雅黑" panose="020B0503020204020204" pitchFamily="34" charset="-122"/>
              </a:rPr>
              <a:t>事务型数据流对应的设计：事务分析</a:t>
            </a:r>
            <a:endParaRPr lang="zh-CN" altLang="en-US" b="1" dirty="0">
              <a:latin typeface="微软雅黑" panose="020B0503020204020204" pitchFamily="34" charset="-122"/>
              <a:ea typeface="微软雅黑" panose="020B0503020204020204" pitchFamily="34" charset="-122"/>
            </a:endParaRPr>
          </a:p>
        </p:txBody>
      </p:sp>
      <p:sp>
        <p:nvSpPr>
          <p:cNvPr id="41987" name="Rectangle 3"/>
          <p:cNvSpPr>
            <a:spLocks noGrp="1" noRot="1"/>
          </p:cNvSpPr>
          <p:nvPr>
            <p:ph idx="1"/>
          </p:nvPr>
        </p:nvSpPr>
        <p:spPr>
          <a:xfrm>
            <a:off x="455613" y="2136775"/>
            <a:ext cx="8207375" cy="4381500"/>
          </a:xfrm>
          <a:ln/>
        </p:spPr>
        <p:txBody>
          <a:bodyPr vert="horz" wrap="square" lIns="91221" tIns="45610" rIns="91221" bIns="45610" anchor="t" anchorCtr="0"/>
          <a:p>
            <a:pPr marL="273050" lvl="1" indent="-273050" defTabSz="914400" eaLnBrk="1" hangingPunct="1">
              <a:lnSpc>
                <a:spcPct val="150000"/>
              </a:lnSpc>
              <a:buClr>
                <a:srgbClr val="0BD0D9"/>
              </a:buClr>
              <a:buSzPct val="95000"/>
              <a:buFont typeface="Wingdings" panose="05000000000000000000" pitchFamily="2" charset="2"/>
              <a:buChar char="p"/>
              <a:tabLst>
                <a:tab pos="457200" algn="l"/>
              </a:tabLst>
            </a:pPr>
            <a:r>
              <a:rPr lang="zh-CN" altLang="en-US" sz="3200" b="1" dirty="0">
                <a:latin typeface="微软雅黑" panose="020B0503020204020204" pitchFamily="34" charset="-122"/>
                <a:ea typeface="微软雅黑" panose="020B0503020204020204" pitchFamily="34" charset="-122"/>
              </a:rPr>
              <a:t>事务分析</a:t>
            </a:r>
            <a:r>
              <a:rPr lang="zh-CN" altLang="en-US" sz="3200" dirty="0">
                <a:latin typeface="微软雅黑" panose="020B0503020204020204" pitchFamily="34" charset="-122"/>
                <a:ea typeface="微软雅黑" panose="020B0503020204020204" pitchFamily="34" charset="-122"/>
              </a:rPr>
              <a:t>：由事务型数据流图映射为软件结构的过程。</a:t>
            </a:r>
            <a:endParaRPr lang="en-US" altLang="zh-CN" sz="3200" dirty="0">
              <a:latin typeface="微软雅黑" panose="020B0503020204020204" pitchFamily="34" charset="-122"/>
              <a:ea typeface="微软雅黑" panose="020B0503020204020204" pitchFamily="34" charset="-122"/>
            </a:endParaRPr>
          </a:p>
          <a:p>
            <a:pPr marL="0" indent="0" defTabSz="914400" eaLnBrk="1" hangingPunct="1">
              <a:buNone/>
              <a:tabLst>
                <a:tab pos="457200" algn="l"/>
              </a:tabLst>
            </a:pPr>
            <a:endParaRPr lang="zh-CN" altLang="en-US" dirty="0"/>
          </a:p>
        </p:txBody>
      </p:sp>
      <p:sp>
        <p:nvSpPr>
          <p:cNvPr id="41988" name="Rectangle 3"/>
          <p:cNvSpPr txBox="1">
            <a:spLocks noRot="1"/>
          </p:cNvSpPr>
          <p:nvPr/>
        </p:nvSpPr>
        <p:spPr>
          <a:xfrm>
            <a:off x="485775" y="3783013"/>
            <a:ext cx="8424863" cy="4381500"/>
          </a:xfrm>
          <a:prstGeom prst="rect">
            <a:avLst/>
          </a:prstGeom>
          <a:noFill/>
          <a:ln w="9525">
            <a:noFill/>
          </a:ln>
        </p:spPr>
        <p:txBody>
          <a:bodyPr lIns="91221" tIns="45610" rIns="91221" bIns="4561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buNone/>
            </a:pPr>
            <a:r>
              <a:rPr lang="en-US" altLang="zh-CN" sz="3000" dirty="0"/>
              <a:t>(1) </a:t>
            </a:r>
            <a:r>
              <a:rPr lang="zh-CN" altLang="en-US" sz="3000" dirty="0"/>
              <a:t>确定输入、事务变换和输出路径的集合</a:t>
            </a:r>
            <a:r>
              <a:rPr lang="en-US" altLang="zh-CN" sz="3000" dirty="0"/>
              <a:t>(</a:t>
            </a:r>
            <a:r>
              <a:rPr lang="zh-CN" altLang="en-US" sz="3000" dirty="0"/>
              <a:t>划分集合</a:t>
            </a:r>
            <a:r>
              <a:rPr lang="en-US" altLang="zh-CN" sz="3000" dirty="0"/>
              <a:t>)</a:t>
            </a:r>
            <a:r>
              <a:rPr lang="zh-CN" altLang="en-US" sz="3000" dirty="0"/>
              <a:t>。</a:t>
            </a:r>
            <a:endParaRPr lang="zh-CN" altLang="en-US" sz="3000" dirty="0"/>
          </a:p>
          <a:p>
            <a:pPr marL="0" lvl="0" indent="0" eaLnBrk="1" hangingPunct="1">
              <a:buNone/>
            </a:pPr>
            <a:r>
              <a:rPr lang="en-US" altLang="zh-CN" sz="3000" dirty="0"/>
              <a:t>(2) </a:t>
            </a:r>
            <a:r>
              <a:rPr lang="zh-CN" altLang="en-US" sz="3000" dirty="0"/>
              <a:t>根据事务的功能设计</a:t>
            </a:r>
            <a:r>
              <a:rPr lang="en-US" altLang="zh-CN" sz="3000" dirty="0"/>
              <a:t>—</a:t>
            </a:r>
            <a:r>
              <a:rPr lang="zh-CN" altLang="en-US" sz="3000" dirty="0"/>
              <a:t>个总控模块</a:t>
            </a:r>
            <a:r>
              <a:rPr lang="en-US" altLang="zh-CN" sz="3000" dirty="0"/>
              <a:t>(</a:t>
            </a:r>
            <a:r>
              <a:rPr lang="zh-CN" altLang="en-US" sz="3000" dirty="0"/>
              <a:t>设计总控</a:t>
            </a:r>
            <a:r>
              <a:rPr lang="en-US" altLang="zh-CN" sz="3000" dirty="0"/>
              <a:t>)</a:t>
            </a:r>
            <a:r>
              <a:rPr lang="zh-CN" altLang="en-US" sz="3000" dirty="0"/>
              <a:t>。</a:t>
            </a:r>
            <a:endParaRPr lang="zh-CN" altLang="en-US" sz="3000" dirty="0"/>
          </a:p>
          <a:p>
            <a:pPr marL="0" lvl="0" indent="0" eaLnBrk="1" hangingPunct="1">
              <a:buNone/>
            </a:pPr>
            <a:r>
              <a:rPr lang="en-US" altLang="zh-CN" sz="3000" dirty="0"/>
              <a:t>(3) </a:t>
            </a:r>
            <a:r>
              <a:rPr lang="zh-CN" altLang="en-US" sz="3000" dirty="0"/>
              <a:t>确定顶层模块和第一层模块</a:t>
            </a:r>
            <a:r>
              <a:rPr lang="en-US" altLang="zh-CN" sz="3000" dirty="0"/>
              <a:t>(</a:t>
            </a:r>
            <a:r>
              <a:rPr lang="zh-CN" altLang="en-US" sz="3000" dirty="0"/>
              <a:t>建立映射</a:t>
            </a:r>
            <a:r>
              <a:rPr lang="en-US" altLang="zh-CN" sz="3000" dirty="0"/>
              <a:t>)</a:t>
            </a:r>
            <a:r>
              <a:rPr lang="zh-CN" altLang="en-US" sz="3000" dirty="0"/>
              <a:t>。</a:t>
            </a:r>
            <a:endParaRPr lang="zh-CN" altLang="en-US" sz="3000" dirty="0"/>
          </a:p>
          <a:p>
            <a:pPr marL="0" lvl="0" indent="0" eaLnBrk="1" hangingPunct="1">
              <a:buNone/>
            </a:pPr>
            <a:r>
              <a:rPr lang="en-US" altLang="zh-CN" sz="3000" dirty="0"/>
              <a:t>(4) </a:t>
            </a:r>
            <a:r>
              <a:rPr lang="zh-CN" altLang="en-US" sz="3000" dirty="0"/>
              <a:t>继续下层分解</a:t>
            </a:r>
            <a:r>
              <a:rPr lang="en-US" altLang="zh-CN" sz="3000" dirty="0"/>
              <a:t>(</a:t>
            </a:r>
            <a:r>
              <a:rPr lang="zh-CN" altLang="en-US" sz="3000" dirty="0"/>
              <a:t>递归自展</a:t>
            </a:r>
            <a:r>
              <a:rPr lang="en-US" altLang="zh-CN" sz="3000" dirty="0"/>
              <a:t>)</a:t>
            </a:r>
            <a:r>
              <a:rPr lang="zh-CN" altLang="en-US" sz="3000" dirty="0"/>
              <a:t>。</a:t>
            </a:r>
            <a:endParaRPr lang="zh-CN" altLang="en-US" sz="3000" dirty="0"/>
          </a:p>
          <a:p>
            <a:pPr marL="0" lvl="0" indent="0" eaLnBrk="1" hangingPunct="1">
              <a:buNone/>
            </a:pPr>
            <a:endParaRPr lang="zh-CN" altLang="en-US" dirty="0"/>
          </a:p>
        </p:txBody>
      </p:sp>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内容占位符 1"/>
          <p:cNvSpPr>
            <a:spLocks noGrp="1"/>
          </p:cNvSpPr>
          <p:nvPr>
            <p:ph idx="1"/>
          </p:nvPr>
        </p:nvSpPr>
        <p:spPr>
          <a:ln/>
        </p:spPr>
        <p:txBody>
          <a:bodyPr vert="horz" wrap="square" lIns="91221" tIns="45610" rIns="91221" bIns="45610" anchor="t" anchorCtr="0"/>
          <a:p>
            <a:pPr eaLnBrk="1" hangingPunct="1"/>
            <a:endParaRPr lang="zh-CN" altLang="en-US" dirty="0"/>
          </a:p>
        </p:txBody>
      </p:sp>
      <p:sp>
        <p:nvSpPr>
          <p:cNvPr id="43011" name="标题 2"/>
          <p:cNvSpPr>
            <a:spLocks noGrp="1"/>
          </p:cNvSpPr>
          <p:nvPr>
            <p:ph type="title"/>
          </p:nvPr>
        </p:nvSpPr>
        <p:spPr>
          <a:ln/>
        </p:spPr>
        <p:txBody>
          <a:bodyPr vert="horz" wrap="square" lIns="0" tIns="45610" rIns="0" bIns="0" anchor="b" anchorCtr="0"/>
          <a:p>
            <a:pPr eaLnBrk="1" hangingPunct="1"/>
            <a:endParaRPr lang="zh-CN" altLang="en-US" dirty="0"/>
          </a:p>
        </p:txBody>
      </p:sp>
      <p:pic>
        <p:nvPicPr>
          <p:cNvPr id="43012" name="Picture 5"/>
          <p:cNvPicPr>
            <a:picLocks noChangeAspect="1"/>
          </p:cNvPicPr>
          <p:nvPr/>
        </p:nvPicPr>
        <p:blipFill>
          <a:blip r:embed="rId1"/>
          <a:stretch>
            <a:fillRect/>
          </a:stretch>
        </p:blipFill>
        <p:spPr>
          <a:xfrm>
            <a:off x="322263" y="1338263"/>
            <a:ext cx="8434387" cy="3994150"/>
          </a:xfrm>
          <a:prstGeom prst="rect">
            <a:avLst/>
          </a:prstGeom>
          <a:noFill/>
          <a:ln w="9525">
            <a:noFill/>
          </a:ln>
        </p:spPr>
      </p:pic>
      <p:sp>
        <p:nvSpPr>
          <p:cNvPr id="2" name="椭圆 1"/>
          <p:cNvSpPr/>
          <p:nvPr/>
        </p:nvSpPr>
        <p:spPr>
          <a:xfrm>
            <a:off x="4540250" y="2414588"/>
            <a:ext cx="4535488" cy="316865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Rectangle 2"/>
          <p:cNvSpPr txBox="1">
            <a:spLocks noRot="1"/>
          </p:cNvSpPr>
          <p:nvPr/>
        </p:nvSpPr>
        <p:spPr>
          <a:xfrm>
            <a:off x="455613" y="398463"/>
            <a:ext cx="8207375" cy="1139825"/>
          </a:xfrm>
          <a:prstGeom prst="rect">
            <a:avLst/>
          </a:prstGeom>
          <a:noFill/>
          <a:ln w="9525">
            <a:noFill/>
          </a:ln>
        </p:spPr>
        <p:txBody>
          <a:bodyPr lIns="0" tIns="45610" rIns="0" bIns="0" anchor="b" anchorCtr="0"/>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r>
              <a:rPr lang="zh-CN" altLang="en-US" sz="5000" b="1" dirty="0">
                <a:solidFill>
                  <a:schemeClr val="tx2"/>
                </a:solidFill>
                <a:latin typeface="微软雅黑" panose="020B0503020204020204" pitchFamily="34" charset="-122"/>
                <a:ea typeface="微软雅黑" panose="020B0503020204020204" pitchFamily="34" charset="-122"/>
              </a:rPr>
              <a:t>一个例子</a:t>
            </a:r>
            <a:endParaRPr lang="zh-CN" altLang="en-US" sz="5000" b="1" dirty="0">
              <a:solidFill>
                <a:schemeClr val="tx2"/>
              </a:solidFill>
              <a:latin typeface="微软雅黑" panose="020B0503020204020204" pitchFamily="34" charset="-122"/>
              <a:ea typeface="微软雅黑" panose="020B0503020204020204" pitchFamily="34" charset="-122"/>
            </a:endParaRPr>
          </a:p>
        </p:txBody>
      </p:sp>
      <p:pic>
        <p:nvPicPr>
          <p:cNvPr id="44035" name="Picture 5"/>
          <p:cNvPicPr>
            <a:picLocks noChangeAspect="1"/>
          </p:cNvPicPr>
          <p:nvPr/>
        </p:nvPicPr>
        <p:blipFill>
          <a:blip r:embed="rId1"/>
          <a:stretch>
            <a:fillRect/>
          </a:stretch>
        </p:blipFill>
        <p:spPr>
          <a:xfrm>
            <a:off x="36513" y="1982788"/>
            <a:ext cx="9045575" cy="3810000"/>
          </a:xfrm>
          <a:prstGeom prst="rect">
            <a:avLst/>
          </a:prstGeom>
          <a:noFill/>
          <a:ln w="9525">
            <a:noFill/>
          </a:ln>
        </p:spPr>
      </p:pic>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Rectangle 3"/>
          <p:cNvSpPr>
            <a:spLocks noGrp="1" noRot="1"/>
          </p:cNvSpPr>
          <p:nvPr>
            <p:ph idx="1"/>
          </p:nvPr>
        </p:nvSpPr>
        <p:spPr>
          <a:ln/>
        </p:spPr>
        <p:txBody>
          <a:bodyPr vert="horz" wrap="square" lIns="91221" tIns="45610" rIns="91221" bIns="45610" anchor="t" anchorCtr="0"/>
          <a:p>
            <a:pPr eaLnBrk="1" hangingPunct="1"/>
            <a:endParaRPr lang="zh-CN" altLang="en-US" dirty="0"/>
          </a:p>
        </p:txBody>
      </p:sp>
      <p:sp>
        <p:nvSpPr>
          <p:cNvPr id="45059" name="Rectangle 2"/>
          <p:cNvSpPr>
            <a:spLocks noGrp="1" noRot="1"/>
          </p:cNvSpPr>
          <p:nvPr>
            <p:ph type="title"/>
          </p:nvPr>
        </p:nvSpPr>
        <p:spPr>
          <a:ln/>
        </p:spPr>
        <p:txBody>
          <a:bodyPr vert="horz" wrap="square" lIns="0" tIns="45610" rIns="0" bIns="0" anchor="b" anchorCtr="0"/>
          <a:p>
            <a:pPr eaLnBrk="1" hangingPunct="1"/>
            <a:endParaRPr lang="zh-CN" altLang="en-US" dirty="0"/>
          </a:p>
        </p:txBody>
      </p:sp>
      <p:pic>
        <p:nvPicPr>
          <p:cNvPr id="45060" name="Picture 6"/>
          <p:cNvPicPr>
            <a:picLocks noChangeAspect="1"/>
          </p:cNvPicPr>
          <p:nvPr/>
        </p:nvPicPr>
        <p:blipFill>
          <a:blip r:embed="rId1"/>
          <a:stretch>
            <a:fillRect/>
          </a:stretch>
        </p:blipFill>
        <p:spPr>
          <a:xfrm>
            <a:off x="382588" y="830263"/>
            <a:ext cx="8094662" cy="5438775"/>
          </a:xfrm>
          <a:prstGeom prst="rect">
            <a:avLst/>
          </a:prstGeom>
          <a:noFill/>
          <a:ln w="9525">
            <a:noFill/>
          </a:ln>
        </p:spPr>
      </p:pic>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Rectangle 3"/>
          <p:cNvSpPr>
            <a:spLocks noGrp="1" noRot="1"/>
          </p:cNvSpPr>
          <p:nvPr>
            <p:ph idx="1"/>
          </p:nvPr>
        </p:nvSpPr>
        <p:spPr>
          <a:ln/>
        </p:spPr>
        <p:txBody>
          <a:bodyPr vert="horz" wrap="square" lIns="91221" tIns="45610" rIns="91221" bIns="45610" anchor="t" anchorCtr="0"/>
          <a:p>
            <a:pPr marL="273050" lvl="1" indent="-273050" defTabSz="914400" eaLnBrk="1" hangingPunct="1">
              <a:lnSpc>
                <a:spcPct val="90000"/>
              </a:lnSpc>
              <a:buClr>
                <a:srgbClr val="0BD0D9"/>
              </a:buClr>
              <a:buSzPct val="95000"/>
              <a:buFont typeface="Wingdings" panose="05000000000000000000" pitchFamily="2" charset="2"/>
              <a:buChar char="p"/>
              <a:tabLst>
                <a:tab pos="457200" algn="l"/>
              </a:tabLst>
            </a:pPr>
            <a:r>
              <a:rPr lang="zh-CN" altLang="en-US" sz="3200" b="1" dirty="0"/>
              <a:t>变换</a:t>
            </a:r>
            <a:r>
              <a:rPr lang="en-US" altLang="zh-CN" sz="3200" b="1" dirty="0"/>
              <a:t>-</a:t>
            </a:r>
            <a:r>
              <a:rPr lang="zh-CN" altLang="en-US" sz="3200" b="1" dirty="0"/>
              <a:t>事务混合</a:t>
            </a:r>
            <a:r>
              <a:rPr lang="zh-CN" altLang="en-US" sz="3200" dirty="0"/>
              <a:t>：一个数据流图中既有变换又有事务</a:t>
            </a:r>
            <a:endParaRPr lang="en-US" altLang="zh-CN" sz="3200" dirty="0"/>
          </a:p>
          <a:p>
            <a:pPr marL="273050" lvl="1" indent="-273050" defTabSz="914400" eaLnBrk="1" hangingPunct="1">
              <a:lnSpc>
                <a:spcPct val="90000"/>
              </a:lnSpc>
              <a:buClr>
                <a:srgbClr val="0BD0D9"/>
              </a:buClr>
              <a:buSzPct val="95000"/>
              <a:buFont typeface="Wingdings" panose="05000000000000000000" pitchFamily="2" charset="2"/>
              <a:buChar char="p"/>
              <a:tabLst>
                <a:tab pos="457200" algn="l"/>
              </a:tabLst>
            </a:pPr>
            <a:r>
              <a:rPr lang="zh-CN" altLang="en-US" sz="3200" b="1" dirty="0"/>
              <a:t>分析策略</a:t>
            </a:r>
            <a:r>
              <a:rPr lang="zh-CN" altLang="en-US" sz="3200" dirty="0"/>
              <a:t>：以一种分析（比如以变换分析）为主，另一种分析为辅</a:t>
            </a:r>
            <a:endParaRPr lang="en-US" altLang="zh-CN" sz="3200" dirty="0"/>
          </a:p>
        </p:txBody>
      </p:sp>
      <p:sp>
        <p:nvSpPr>
          <p:cNvPr id="46083" name="Rectangle 2"/>
          <p:cNvSpPr>
            <a:spLocks noGrp="1" noRot="1"/>
          </p:cNvSpPr>
          <p:nvPr>
            <p:ph type="title"/>
          </p:nvPr>
        </p:nvSpPr>
        <p:spPr>
          <a:xfrm>
            <a:off x="311150" y="398463"/>
            <a:ext cx="9217025" cy="1139825"/>
          </a:xfrm>
          <a:ln/>
        </p:spPr>
        <p:txBody>
          <a:bodyPr vert="horz" wrap="square" lIns="0" tIns="45610" rIns="0" bIns="0" anchor="b" anchorCtr="0"/>
          <a:p>
            <a:pPr eaLnBrk="1" hangingPunct="1">
              <a:lnSpc>
                <a:spcPts val="4000"/>
              </a:lnSpc>
            </a:pPr>
            <a:r>
              <a:rPr lang="zh-CN" altLang="en-US" b="1" dirty="0">
                <a:latin typeface="微软雅黑" panose="020B0503020204020204" pitchFamily="34" charset="-122"/>
                <a:ea typeface="微软雅黑" panose="020B0503020204020204" pitchFamily="34" charset="-122"/>
              </a:rPr>
              <a:t>变换</a:t>
            </a:r>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事务混合型分析</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Rectangle 2"/>
          <p:cNvSpPr>
            <a:spLocks noGrp="1" noRot="1"/>
          </p:cNvSpPr>
          <p:nvPr>
            <p:ph type="title"/>
          </p:nvPr>
        </p:nvSpPr>
        <p:spPr>
          <a:xfrm>
            <a:off x="373063" y="901700"/>
            <a:ext cx="8515350" cy="1139825"/>
          </a:xfrm>
          <a:ln/>
        </p:spPr>
        <p:txBody>
          <a:bodyPr vert="horz" wrap="square" lIns="0" tIns="45610" rIns="0" bIns="0" anchor="b" anchorCtr="0"/>
          <a:p>
            <a:r>
              <a:rPr lang="zh-CN" altLang="en-US" b="1" dirty="0">
                <a:latin typeface="微软雅黑" panose="020B0503020204020204" pitchFamily="34" charset="-122"/>
                <a:ea typeface="微软雅黑" panose="020B0503020204020204" pitchFamily="34" charset="-122"/>
              </a:rPr>
              <a:t>仍然存在的问题</a:t>
            </a:r>
            <a:endParaRPr lang="zh-CN" altLang="en-US" b="1" dirty="0">
              <a:latin typeface="微软雅黑" panose="020B0503020204020204" pitchFamily="34" charset="-122"/>
              <a:ea typeface="微软雅黑" panose="020B0503020204020204" pitchFamily="34" charset="-122"/>
            </a:endParaRPr>
          </a:p>
        </p:txBody>
      </p:sp>
      <p:sp>
        <p:nvSpPr>
          <p:cNvPr id="47107" name="TextBox 4"/>
          <p:cNvSpPr txBox="1"/>
          <p:nvPr/>
        </p:nvSpPr>
        <p:spPr>
          <a:xfrm>
            <a:off x="95250" y="2917825"/>
            <a:ext cx="3671888" cy="1200150"/>
          </a:xfrm>
          <a:prstGeom prst="rect">
            <a:avLst/>
          </a:prstGeom>
          <a:noFill/>
          <a:ln w="9525">
            <a:noFill/>
          </a:ln>
        </p:spPr>
        <p:txBody>
          <a:bodyPr lIns="91430" tIns="45715" rIns="91430" bIns="45715">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 typeface="Wingdings" panose="05000000000000000000" pitchFamily="2" charset="2"/>
              <a:buNone/>
            </a:pPr>
            <a:r>
              <a:rPr lang="zh-CN" altLang="en-US" sz="3200" b="1" dirty="0">
                <a:latin typeface="黑体" panose="02010609060101010101" pitchFamily="49" charset="-122"/>
                <a:ea typeface="黑体" panose="02010609060101010101" pitchFamily="49" charset="-122"/>
              </a:rPr>
              <a:t>结构化分析的结果</a:t>
            </a:r>
            <a:endParaRPr lang="en-US" altLang="zh-CN" sz="3200" b="1" dirty="0">
              <a:latin typeface="黑体" panose="02010609060101010101" pitchFamily="49" charset="-122"/>
              <a:ea typeface="黑体" panose="02010609060101010101" pitchFamily="49" charset="-122"/>
            </a:endParaRPr>
          </a:p>
          <a:p>
            <a:pPr marL="0" lvl="0" indent="0" algn="ctr" eaLnBrk="1" hangingPunct="1">
              <a:spcBef>
                <a:spcPct val="0"/>
              </a:spcBef>
              <a:buClrTx/>
              <a:buSzTx/>
              <a:buFont typeface="Wingdings" panose="05000000000000000000" pitchFamily="2" charset="2"/>
              <a:buNone/>
            </a:pPr>
            <a:r>
              <a:rPr lang="zh-CN" altLang="en-US" sz="4000" b="1" dirty="0">
                <a:solidFill>
                  <a:srgbClr val="FF0000"/>
                </a:solidFill>
                <a:latin typeface="黑体" panose="02010609060101010101" pitchFamily="49" charset="-122"/>
                <a:ea typeface="黑体" panose="02010609060101010101" pitchFamily="49" charset="-122"/>
              </a:rPr>
              <a:t>分层数据流图</a:t>
            </a:r>
            <a:endParaRPr lang="zh-CN" altLang="en-US" sz="4000" b="1" dirty="0">
              <a:solidFill>
                <a:srgbClr val="FF0000"/>
              </a:solidFill>
              <a:latin typeface="黑体" panose="02010609060101010101" pitchFamily="49" charset="-122"/>
              <a:ea typeface="黑体" panose="02010609060101010101" pitchFamily="49" charset="-122"/>
            </a:endParaRPr>
          </a:p>
        </p:txBody>
      </p:sp>
      <p:sp>
        <p:nvSpPr>
          <p:cNvPr id="2" name="右箭头 1"/>
          <p:cNvSpPr/>
          <p:nvPr/>
        </p:nvSpPr>
        <p:spPr>
          <a:xfrm>
            <a:off x="3695700" y="3211513"/>
            <a:ext cx="977900" cy="3683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1" lang="zh-CN" altLang="en-US" sz="2400" b="1" i="0" u="none" strike="noStrike" kern="1200" cap="none" spc="0" normalizeH="0" baseline="0" noProof="0">
              <a:ln>
                <a:noFill/>
              </a:ln>
              <a:solidFill>
                <a:schemeClr val="lt1"/>
              </a:solidFill>
              <a:effectLst/>
              <a:uLnTx/>
              <a:uFillTx/>
              <a:latin typeface="+mn-lt"/>
              <a:ea typeface="+mn-ea"/>
              <a:cs typeface="+mn-cs"/>
            </a:endParaRPr>
          </a:p>
        </p:txBody>
      </p:sp>
      <p:sp>
        <p:nvSpPr>
          <p:cNvPr id="47109" name="TextBox 4"/>
          <p:cNvSpPr txBox="1"/>
          <p:nvPr/>
        </p:nvSpPr>
        <p:spPr>
          <a:xfrm>
            <a:off x="4630738" y="2917825"/>
            <a:ext cx="4400550" cy="954088"/>
          </a:xfrm>
          <a:prstGeom prst="rect">
            <a:avLst/>
          </a:prstGeom>
          <a:noFill/>
          <a:ln w="9525">
            <a:noFill/>
          </a:ln>
        </p:spPr>
        <p:txBody>
          <a:bodyPr lIns="91430" tIns="45715" rIns="91430" bIns="45715">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lgn="ctr" eaLnBrk="1" hangingPunct="1">
              <a:spcBef>
                <a:spcPct val="0"/>
              </a:spcBef>
              <a:buClrTx/>
              <a:buSzTx/>
              <a:buFont typeface="Wingdings" panose="05000000000000000000" pitchFamily="2" charset="2"/>
              <a:buNone/>
            </a:pPr>
            <a:r>
              <a:rPr lang="zh-CN" altLang="en-US" sz="3200" b="1" dirty="0">
                <a:latin typeface="黑体" panose="02010609060101010101" pitchFamily="49" charset="-122"/>
                <a:ea typeface="黑体" panose="02010609060101010101" pitchFamily="49" charset="-122"/>
              </a:rPr>
              <a:t>结构化概要设计的结果</a:t>
            </a:r>
            <a:endParaRPr lang="en-US" altLang="zh-CN" sz="3200" b="1" dirty="0">
              <a:latin typeface="黑体" panose="02010609060101010101" pitchFamily="49" charset="-122"/>
              <a:ea typeface="黑体" panose="02010609060101010101" pitchFamily="49" charset="-122"/>
            </a:endParaRPr>
          </a:p>
          <a:p>
            <a:pPr marL="0" lvl="0" indent="0" algn="ctr" eaLnBrk="1" hangingPunct="1">
              <a:spcBef>
                <a:spcPct val="0"/>
              </a:spcBef>
              <a:buClrTx/>
              <a:buSzTx/>
              <a:buFont typeface="Wingdings" panose="05000000000000000000" pitchFamily="2" charset="2"/>
              <a:buNone/>
            </a:pPr>
            <a:r>
              <a:rPr lang="zh-CN" altLang="en-US" sz="2400" b="1" dirty="0">
                <a:solidFill>
                  <a:srgbClr val="FF0000"/>
                </a:solidFill>
                <a:latin typeface="黑体" panose="02010609060101010101" pitchFamily="49" charset="-122"/>
                <a:ea typeface="黑体" panose="02010609060101010101" pitchFamily="49" charset="-122"/>
              </a:rPr>
              <a:t>系统结构图</a:t>
            </a:r>
            <a:endParaRPr lang="zh-CN" altLang="en-US" sz="2400" b="1" dirty="0">
              <a:solidFill>
                <a:srgbClr val="FF0000"/>
              </a:solidFill>
              <a:latin typeface="黑体" panose="02010609060101010101" pitchFamily="49" charset="-122"/>
              <a:ea typeface="黑体" panose="02010609060101010101" pitchFamily="49" charset="-122"/>
            </a:endParaRPr>
          </a:p>
        </p:txBody>
      </p:sp>
      <p:sp>
        <p:nvSpPr>
          <p:cNvPr id="47110" name="TextBox 4"/>
          <p:cNvSpPr txBox="1"/>
          <p:nvPr/>
        </p:nvSpPr>
        <p:spPr>
          <a:xfrm>
            <a:off x="373063" y="4575175"/>
            <a:ext cx="8434387" cy="2062163"/>
          </a:xfrm>
          <a:prstGeom prst="rect">
            <a:avLst/>
          </a:prstGeom>
          <a:noFill/>
          <a:ln w="9525">
            <a:noFill/>
          </a:ln>
        </p:spPr>
        <p:txBody>
          <a:bodyPr lIns="91430" tIns="45715" rIns="91430" bIns="45715">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r>
              <a:rPr lang="zh-CN" altLang="en-US" sz="3200" b="1" dirty="0">
                <a:latin typeface="黑体" panose="02010609060101010101" pitchFamily="49" charset="-122"/>
                <a:ea typeface="黑体" panose="02010609060101010101" pitchFamily="49" charset="-122"/>
              </a:rPr>
              <a:t>主要策略：</a:t>
            </a:r>
            <a:endParaRPr lang="en-US" altLang="zh-CN" sz="3200" b="1" dirty="0">
              <a:latin typeface="黑体" panose="02010609060101010101" pitchFamily="49" charset="-122"/>
              <a:ea typeface="黑体" panose="02010609060101010101" pitchFamily="49" charset="-122"/>
            </a:endParaRPr>
          </a:p>
          <a:p>
            <a:pPr marL="0" lvl="0" indent="0" eaLnBrk="1" hangingPunct="1">
              <a:spcBef>
                <a:spcPct val="0"/>
              </a:spcBef>
              <a:buClrTx/>
              <a:buSzTx/>
              <a:buFont typeface="Wingdings" panose="05000000000000000000" pitchFamily="2" charset="2"/>
              <a:buNone/>
            </a:pPr>
            <a:r>
              <a:rPr lang="en-US" altLang="zh-CN" sz="3200" b="1" dirty="0">
                <a:latin typeface="黑体" panose="02010609060101010101" pitchFamily="49" charset="-122"/>
                <a:ea typeface="黑体" panose="02010609060101010101" pitchFamily="49" charset="-122"/>
              </a:rPr>
              <a:t>1.</a:t>
            </a:r>
            <a:r>
              <a:rPr lang="zh-CN" altLang="en-US" sz="3200" b="1" dirty="0">
                <a:latin typeface="黑体" panose="02010609060101010101" pitchFamily="49" charset="-122"/>
                <a:ea typeface="黑体" panose="02010609060101010101" pitchFamily="49" charset="-122"/>
              </a:rPr>
              <a:t>每一层的每个过程映射成一个模块</a:t>
            </a:r>
            <a:endParaRPr lang="en-US" altLang="zh-CN" sz="3200" b="1" dirty="0">
              <a:latin typeface="黑体" panose="02010609060101010101" pitchFamily="49" charset="-122"/>
              <a:ea typeface="黑体" panose="02010609060101010101" pitchFamily="49" charset="-122"/>
            </a:endParaRPr>
          </a:p>
          <a:p>
            <a:pPr marL="0" lvl="0" indent="0" eaLnBrk="1" hangingPunct="1">
              <a:spcBef>
                <a:spcPct val="0"/>
              </a:spcBef>
              <a:buClrTx/>
              <a:buSzTx/>
              <a:buFont typeface="Wingdings" panose="05000000000000000000" pitchFamily="2" charset="2"/>
              <a:buNone/>
            </a:pPr>
            <a:r>
              <a:rPr lang="en-US" altLang="zh-CN" sz="3200" b="1" dirty="0">
                <a:latin typeface="黑体" panose="02010609060101010101" pitchFamily="49" charset="-122"/>
                <a:ea typeface="黑体" panose="02010609060101010101" pitchFamily="49" charset="-122"/>
              </a:rPr>
              <a:t>2.</a:t>
            </a:r>
            <a:r>
              <a:rPr lang="zh-CN" altLang="en-US" sz="3200" b="1" dirty="0">
                <a:latin typeface="黑体" panose="02010609060101010101" pitchFamily="49" charset="-122"/>
                <a:ea typeface="黑体" panose="02010609060101010101" pitchFamily="49" charset="-122"/>
              </a:rPr>
              <a:t>子图中的每个过程映射为父图中相应过程对应模块下的子模块</a:t>
            </a:r>
            <a:endParaRPr lang="en-US" altLang="zh-CN" sz="3200" b="1" dirty="0">
              <a:latin typeface="黑体" panose="02010609060101010101" pitchFamily="49" charset="-122"/>
              <a:ea typeface="黑体" panose="02010609060101010101" pitchFamily="49" charset="-122"/>
            </a:endParaRPr>
          </a:p>
        </p:txBody>
      </p:sp>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内容占位符 2"/>
          <p:cNvSpPr>
            <a:spLocks noGrp="1"/>
          </p:cNvSpPr>
          <p:nvPr>
            <p:ph idx="1"/>
          </p:nvPr>
        </p:nvSpPr>
        <p:spPr>
          <a:xfrm>
            <a:off x="311150" y="1406525"/>
            <a:ext cx="8640763" cy="3878263"/>
          </a:xfrm>
        </p:spPr>
        <p:txBody>
          <a:bodyPr vert="horz" wrap="square" lIns="91221" tIns="45610" rIns="91221" bIns="45610" numCol="1" anchor="t" anchorCtr="0" compatLnSpc="1"/>
          <a:lstStyle/>
          <a:p>
            <a:pPr marL="273050" marR="0" lvl="0" indent="-273050" algn="l"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Char char=""/>
              <a:defRPr/>
            </a:pPr>
            <a:r>
              <a:rPr kumimoji="0" lang="zh-CN" altLang="zh-CN" sz="2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某互联网公司为了对当前软件市场上软件所具有的功能特征进行统计分析，欲开发一个文本特征提取系统，其功能大致描述如下：</a:t>
            </a:r>
            <a:endParaRPr kumimoji="0" lang="zh-CN" altLang="zh-CN" sz="20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273050" marR="0" lvl="0" indent="-273050" algn="l"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Char char=""/>
              <a:defRPr/>
            </a:pPr>
            <a:r>
              <a:rPr kumimoji="0" lang="en-US" altLang="zh-CN" sz="2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(1)</a:t>
            </a:r>
            <a:r>
              <a:rPr kumimoji="0" lang="zh-CN" altLang="zh-CN" sz="2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该系统首先能从互联网上自动爬取指定软件市场上关于软件功能的文本描述。</a:t>
            </a:r>
            <a:endParaRPr kumimoji="0" lang="zh-CN" altLang="zh-CN" sz="20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273050" marR="0" lvl="0" indent="-273050" algn="l"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Char char=""/>
              <a:defRPr/>
            </a:pPr>
            <a:r>
              <a:rPr kumimoji="0" lang="en-US" altLang="zh-CN" sz="2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(2)</a:t>
            </a:r>
            <a:r>
              <a:rPr kumimoji="0" lang="zh-CN" altLang="zh-CN" sz="2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基于所爬取的软件功能描述文本，该系统要进行预处理，包括</a:t>
            </a:r>
            <a:r>
              <a:rPr kumimoji="0" lang="zh-CN" altLang="zh-CN" sz="2800" b="1" i="0" u="none" strike="noStrike" kern="1200" cap="none" spc="0" normalizeH="0" baseline="0" noProof="0" dirty="0">
                <a:ln>
                  <a:noFill/>
                </a:ln>
                <a:solidFill>
                  <a:srgbClr val="FF0000"/>
                </a:solidFill>
                <a:effectLst/>
                <a:uLnTx/>
                <a:uFillTx/>
                <a:latin typeface="+mn-lt"/>
                <a:ea typeface="宋体" panose="02010600030101010101" pitchFamily="2" charset="-122"/>
                <a:cs typeface="+mn-cs"/>
              </a:rPr>
              <a:t>分句、分词、判断词性、去停用词</a:t>
            </a:r>
            <a:r>
              <a:rPr kumimoji="0" lang="zh-CN" altLang="zh-CN" sz="2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。分句是将软件的文本描述分割为一个个自然句子；分词是将每句话分割为不同的词组；判断词性是根据一定的语法规则来判别不同词组所具有的词性；去停用词是去除句子中那些含义有限的介词、连词等词。</a:t>
            </a:r>
            <a:endParaRPr kumimoji="0" lang="zh-CN" altLang="zh-CN" sz="20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0" marR="0" lvl="0" indent="0" algn="l"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None/>
              <a:defRPr/>
            </a:pPr>
            <a:endParaRPr kumimoji="0" lang="zh-CN" altLang="zh-CN" sz="20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p:txBody>
      </p:sp>
      <p:sp>
        <p:nvSpPr>
          <p:cNvPr id="48131" name="标题 1"/>
          <p:cNvSpPr>
            <a:spLocks noGrp="1"/>
          </p:cNvSpPr>
          <p:nvPr>
            <p:ph type="title"/>
          </p:nvPr>
        </p:nvSpPr>
        <p:spPr>
          <a:xfrm>
            <a:off x="455613" y="254000"/>
            <a:ext cx="8205787" cy="1139825"/>
          </a:xfrm>
          <a:ln/>
        </p:spPr>
        <p:txBody>
          <a:bodyPr vert="horz" wrap="square" lIns="0" tIns="45610" rIns="0" bIns="0" anchor="b" anchorCtr="0"/>
          <a:p>
            <a:pPr eaLnBrk="1" hangingPunct="1">
              <a:lnSpc>
                <a:spcPts val="4000"/>
              </a:lnSpc>
            </a:pPr>
            <a:r>
              <a:rPr lang="zh-CN" altLang="en-US" b="1" dirty="0">
                <a:latin typeface="微软雅黑" panose="020B0503020204020204" pitchFamily="34" charset="-122"/>
                <a:ea typeface="微软雅黑" panose="020B0503020204020204" pitchFamily="34" charset="-122"/>
              </a:rPr>
              <a:t>一个例子</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内容占位符 2"/>
          <p:cNvSpPr>
            <a:spLocks noGrp="1"/>
          </p:cNvSpPr>
          <p:nvPr>
            <p:ph idx="1"/>
          </p:nvPr>
        </p:nvSpPr>
        <p:spPr>
          <a:xfrm>
            <a:off x="311150" y="1992313"/>
            <a:ext cx="8516938" cy="3878262"/>
          </a:xfrm>
          <a:ln/>
        </p:spPr>
        <p:txBody>
          <a:bodyPr vert="horz" wrap="square" lIns="91221" tIns="45610" rIns="91221" bIns="45610" anchor="t" anchorCtr="0"/>
          <a:p>
            <a:r>
              <a:rPr lang="zh-CN" altLang="zh-CN" sz="2800" dirty="0"/>
              <a:t>（</a:t>
            </a:r>
            <a:r>
              <a:rPr lang="en-US" altLang="zh-CN" sz="2800" dirty="0"/>
              <a:t>3</a:t>
            </a:r>
            <a:r>
              <a:rPr lang="zh-CN" altLang="zh-CN" sz="2800" dirty="0"/>
              <a:t>）对文本预处理完成之后，软件文本描述的每个句子就转化成一个词向量。基于该词向量，该系统根据频繁项集挖掘方法</a:t>
            </a:r>
            <a:r>
              <a:rPr lang="zh-CN" altLang="zh-CN" sz="2800" b="1" dirty="0">
                <a:solidFill>
                  <a:srgbClr val="FF0000"/>
                </a:solidFill>
              </a:rPr>
              <a:t>提取支持度大于</a:t>
            </a:r>
            <a:r>
              <a:rPr lang="en-US" altLang="zh-CN" sz="2800" b="1" dirty="0">
                <a:solidFill>
                  <a:srgbClr val="FF0000"/>
                </a:solidFill>
              </a:rPr>
              <a:t>K</a:t>
            </a:r>
            <a:r>
              <a:rPr lang="zh-CN" altLang="zh-CN" sz="2800" b="1" dirty="0">
                <a:solidFill>
                  <a:srgbClr val="FF0000"/>
                </a:solidFill>
              </a:rPr>
              <a:t>的频繁词组</a:t>
            </a:r>
            <a:r>
              <a:rPr lang="zh-CN" altLang="zh-CN" sz="2800" dirty="0"/>
              <a:t>。支持度是需要用户设定的表明词组是否频繁的一个阈值，而频繁词组则指的是频繁一起出现的一组词。针对所挖掘的频繁词组，该系统</a:t>
            </a:r>
            <a:r>
              <a:rPr lang="zh-CN" altLang="zh-CN" sz="2800" b="1" dirty="0">
                <a:solidFill>
                  <a:srgbClr val="FF0000"/>
                </a:solidFill>
              </a:rPr>
              <a:t>进一步判断词组之间的关系</a:t>
            </a:r>
            <a:r>
              <a:rPr lang="zh-CN" altLang="zh-CN" sz="2800" dirty="0"/>
              <a:t>，</a:t>
            </a:r>
            <a:r>
              <a:rPr lang="zh-CN" altLang="zh-CN" sz="2800" b="1" dirty="0">
                <a:solidFill>
                  <a:srgbClr val="FF0000"/>
                </a:solidFill>
              </a:rPr>
              <a:t>去除那些包含于其它词组的词组</a:t>
            </a:r>
            <a:r>
              <a:rPr lang="zh-CN" altLang="zh-CN" sz="2800" dirty="0"/>
              <a:t>。最终所剩下的词组即为潜在的该类别软件所具有的功能特征。</a:t>
            </a:r>
            <a:endParaRPr lang="zh-CN" altLang="zh-CN" sz="2000" dirty="0"/>
          </a:p>
        </p:txBody>
      </p:sp>
      <p:sp>
        <p:nvSpPr>
          <p:cNvPr id="49155" name="标题 1"/>
          <p:cNvSpPr>
            <a:spLocks noGrp="1"/>
          </p:cNvSpPr>
          <p:nvPr>
            <p:ph type="title"/>
          </p:nvPr>
        </p:nvSpPr>
        <p:spPr>
          <a:xfrm>
            <a:off x="466725" y="476250"/>
            <a:ext cx="8205788" cy="1139825"/>
          </a:xfrm>
          <a:ln/>
        </p:spPr>
        <p:txBody>
          <a:bodyPr vert="horz" wrap="square" lIns="0" tIns="45610" rIns="0" bIns="0" anchor="b" anchorCtr="0"/>
          <a:p>
            <a:pPr eaLnBrk="1" hangingPunct="1">
              <a:lnSpc>
                <a:spcPts val="4000"/>
              </a:lnSpc>
            </a:pPr>
            <a:r>
              <a:rPr lang="zh-CN" altLang="en-US" b="1" dirty="0">
                <a:latin typeface="微软雅黑" panose="020B0503020204020204" pitchFamily="34" charset="-122"/>
                <a:ea typeface="微软雅黑" panose="020B0503020204020204" pitchFamily="34" charset="-122"/>
              </a:rPr>
              <a:t>一个例子（续）</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标题 1"/>
          <p:cNvSpPr>
            <a:spLocks noGrp="1"/>
          </p:cNvSpPr>
          <p:nvPr>
            <p:ph type="title"/>
          </p:nvPr>
        </p:nvSpPr>
        <p:spPr>
          <a:xfrm>
            <a:off x="466725" y="476250"/>
            <a:ext cx="8205788" cy="1139825"/>
          </a:xfrm>
          <a:ln/>
        </p:spPr>
        <p:txBody>
          <a:bodyPr vert="horz" wrap="square" lIns="0" tIns="45610" rIns="0" bIns="0" anchor="b" anchorCtr="0"/>
          <a:p>
            <a:pPr eaLnBrk="1" hangingPunct="1">
              <a:lnSpc>
                <a:spcPts val="4000"/>
              </a:lnSpc>
            </a:pPr>
            <a:r>
              <a:rPr lang="zh-CN" altLang="en-US" b="1" dirty="0">
                <a:latin typeface="微软雅黑" panose="020B0503020204020204" pitchFamily="34" charset="-122"/>
                <a:ea typeface="微软雅黑" panose="020B0503020204020204" pitchFamily="34" charset="-122"/>
              </a:rPr>
              <a:t>结构化分析：分层数据流图</a:t>
            </a:r>
            <a:endParaRPr lang="zh-CN" altLang="en-US" b="1" dirty="0">
              <a:latin typeface="微软雅黑" panose="020B0503020204020204" pitchFamily="34" charset="-122"/>
              <a:ea typeface="微软雅黑" panose="020B0503020204020204" pitchFamily="34" charset="-122"/>
            </a:endParaRPr>
          </a:p>
        </p:txBody>
      </p:sp>
      <p:sp>
        <p:nvSpPr>
          <p:cNvPr id="50179" name="Rectangle 2"/>
          <p:cNvSpPr/>
          <p:nvPr/>
        </p:nvSpPr>
        <p:spPr>
          <a:xfrm>
            <a:off x="0" y="0"/>
            <a:ext cx="9118600" cy="0"/>
          </a:xfrm>
          <a:prstGeom prst="rect">
            <a:avLst/>
          </a:prstGeom>
          <a:noFill/>
          <a:ln w="9525">
            <a:noFill/>
          </a:ln>
        </p:spPr>
        <p:txBody>
          <a:bodyPr wrap="none"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graphicFrame>
        <p:nvGraphicFramePr>
          <p:cNvPr id="50180" name="对象 5"/>
          <p:cNvGraphicFramePr>
            <a:graphicFrameLocks noChangeAspect="1"/>
          </p:cNvGraphicFramePr>
          <p:nvPr/>
        </p:nvGraphicFramePr>
        <p:xfrm>
          <a:off x="1103313" y="2846388"/>
          <a:ext cx="7259637" cy="1800225"/>
        </p:xfrm>
        <a:graphic>
          <a:graphicData uri="http://schemas.openxmlformats.org/presentationml/2006/ole">
            <mc:AlternateContent xmlns:mc="http://schemas.openxmlformats.org/markup-compatibility/2006">
              <mc:Choice xmlns:v="urn:schemas-microsoft-com:vml" Requires="v">
                <p:oleObj spid="_x0000_s3082" name="" r:id="rId1" imgW="4635500" imgH="1168400" progId="Visio.Drawing.11">
                  <p:embed/>
                </p:oleObj>
              </mc:Choice>
              <mc:Fallback>
                <p:oleObj name="" r:id="rId1" imgW="4635500" imgH="1168400" progId="Visio.Drawing.11">
                  <p:embed/>
                  <p:pic>
                    <p:nvPicPr>
                      <p:cNvPr id="0" name="图片 3081"/>
                      <p:cNvPicPr/>
                      <p:nvPr/>
                    </p:nvPicPr>
                    <p:blipFill>
                      <a:blip r:embed="rId2"/>
                      <a:stretch>
                        <a:fillRect/>
                      </a:stretch>
                    </p:blipFill>
                    <p:spPr>
                      <a:xfrm>
                        <a:off x="1103313" y="2846388"/>
                        <a:ext cx="7259637" cy="1800225"/>
                      </a:xfrm>
                      <a:prstGeom prst="rect">
                        <a:avLst/>
                      </a:prstGeom>
                      <a:noFill/>
                      <a:ln w="38100">
                        <a:noFill/>
                        <a:miter/>
                      </a:ln>
                    </p:spPr>
                  </p:pic>
                </p:oleObj>
              </mc:Fallback>
            </mc:AlternateContent>
          </a:graphicData>
        </a:graphic>
      </p:graphicFrame>
      <p:sp>
        <p:nvSpPr>
          <p:cNvPr id="50181" name="TextBox 2"/>
          <p:cNvSpPr txBox="1"/>
          <p:nvPr/>
        </p:nvSpPr>
        <p:spPr>
          <a:xfrm>
            <a:off x="601663" y="2163763"/>
            <a:ext cx="2060575" cy="460375"/>
          </a:xfrm>
          <a:prstGeom prst="rect">
            <a:avLst/>
          </a:prstGeom>
          <a:noFill/>
          <a:ln w="9525">
            <a:noFill/>
          </a:ln>
        </p:spPr>
        <p:txBody>
          <a:bodyPr lIns="91221" tIns="45610" rIns="91221" bIns="4561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r>
              <a:rPr lang="en-US" altLang="zh-CN" sz="2400" b="1" dirty="0">
                <a:solidFill>
                  <a:srgbClr val="FF0000"/>
                </a:solidFill>
                <a:latin typeface="Comic Sans MS" panose="030F0702030302020204" pitchFamily="66" charset="0"/>
              </a:rPr>
              <a:t>0</a:t>
            </a:r>
            <a:r>
              <a:rPr lang="zh-CN" altLang="en-US" sz="2400" b="1" dirty="0">
                <a:solidFill>
                  <a:srgbClr val="FF0000"/>
                </a:solidFill>
                <a:latin typeface="Comic Sans MS" panose="030F0702030302020204" pitchFamily="66" charset="0"/>
              </a:rPr>
              <a:t>层图：</a:t>
            </a:r>
            <a:endParaRPr lang="zh-CN" altLang="en-US" sz="2400" b="1" dirty="0">
              <a:solidFill>
                <a:srgbClr val="FF0000"/>
              </a:solidFill>
              <a:latin typeface="Comic Sans MS" panose="030F0702030302020204" pitchFamily="66" charset="0"/>
            </a:endParaRPr>
          </a:p>
        </p:txBody>
      </p:sp>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标题 1"/>
          <p:cNvSpPr>
            <a:spLocks noGrp="1"/>
          </p:cNvSpPr>
          <p:nvPr>
            <p:ph type="title"/>
          </p:nvPr>
        </p:nvSpPr>
        <p:spPr>
          <a:xfrm>
            <a:off x="466725" y="476250"/>
            <a:ext cx="8205788" cy="1139825"/>
          </a:xfrm>
          <a:ln/>
        </p:spPr>
        <p:txBody>
          <a:bodyPr vert="horz" wrap="square" lIns="0" tIns="45610" rIns="0" bIns="0" anchor="b" anchorCtr="0"/>
          <a:p>
            <a:pPr eaLnBrk="1" hangingPunct="1">
              <a:lnSpc>
                <a:spcPts val="4000"/>
              </a:lnSpc>
            </a:pPr>
            <a:r>
              <a:rPr lang="zh-CN" altLang="en-US" b="1" dirty="0">
                <a:latin typeface="微软雅黑" panose="020B0503020204020204" pitchFamily="34" charset="-122"/>
                <a:ea typeface="微软雅黑" panose="020B0503020204020204" pitchFamily="34" charset="-122"/>
              </a:rPr>
              <a:t>结构化分析：分层数据流图</a:t>
            </a:r>
            <a:endParaRPr lang="zh-CN" altLang="en-US" b="1" dirty="0">
              <a:latin typeface="微软雅黑" panose="020B0503020204020204" pitchFamily="34" charset="-122"/>
              <a:ea typeface="微软雅黑" panose="020B0503020204020204" pitchFamily="34" charset="-122"/>
            </a:endParaRPr>
          </a:p>
        </p:txBody>
      </p:sp>
      <p:sp>
        <p:nvSpPr>
          <p:cNvPr id="51203" name="Rectangle 2"/>
          <p:cNvSpPr/>
          <p:nvPr/>
        </p:nvSpPr>
        <p:spPr>
          <a:xfrm>
            <a:off x="0" y="0"/>
            <a:ext cx="9118600" cy="0"/>
          </a:xfrm>
          <a:prstGeom prst="rect">
            <a:avLst/>
          </a:prstGeom>
          <a:noFill/>
          <a:ln w="9525">
            <a:noFill/>
          </a:ln>
        </p:spPr>
        <p:txBody>
          <a:bodyPr wrap="none"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sp>
        <p:nvSpPr>
          <p:cNvPr id="51204" name="TextBox 2"/>
          <p:cNvSpPr txBox="1"/>
          <p:nvPr/>
        </p:nvSpPr>
        <p:spPr>
          <a:xfrm>
            <a:off x="601663" y="2163763"/>
            <a:ext cx="2060575" cy="460375"/>
          </a:xfrm>
          <a:prstGeom prst="rect">
            <a:avLst/>
          </a:prstGeom>
          <a:noFill/>
          <a:ln w="9525">
            <a:noFill/>
          </a:ln>
        </p:spPr>
        <p:txBody>
          <a:bodyPr lIns="91221" tIns="45610" rIns="91221" bIns="4561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r>
              <a:rPr lang="en-US" altLang="zh-CN" sz="2400" b="1" dirty="0">
                <a:solidFill>
                  <a:srgbClr val="FF0000"/>
                </a:solidFill>
                <a:latin typeface="Comic Sans MS" panose="030F0702030302020204" pitchFamily="66" charset="0"/>
              </a:rPr>
              <a:t>1</a:t>
            </a:r>
            <a:r>
              <a:rPr lang="zh-CN" altLang="en-US" sz="2400" b="1" dirty="0">
                <a:solidFill>
                  <a:srgbClr val="FF0000"/>
                </a:solidFill>
                <a:latin typeface="Comic Sans MS" panose="030F0702030302020204" pitchFamily="66" charset="0"/>
              </a:rPr>
              <a:t>层图：</a:t>
            </a:r>
            <a:endParaRPr lang="zh-CN" altLang="en-US" sz="2400" b="1" dirty="0">
              <a:solidFill>
                <a:srgbClr val="FF0000"/>
              </a:solidFill>
              <a:latin typeface="Comic Sans MS" panose="030F0702030302020204" pitchFamily="66" charset="0"/>
            </a:endParaRPr>
          </a:p>
        </p:txBody>
      </p:sp>
      <p:sp>
        <p:nvSpPr>
          <p:cNvPr id="51205" name="Rectangle 2"/>
          <p:cNvSpPr/>
          <p:nvPr/>
        </p:nvSpPr>
        <p:spPr>
          <a:xfrm>
            <a:off x="0" y="0"/>
            <a:ext cx="9118600" cy="0"/>
          </a:xfrm>
          <a:prstGeom prst="rect">
            <a:avLst/>
          </a:prstGeom>
          <a:noFill/>
          <a:ln w="9525">
            <a:noFill/>
          </a:ln>
        </p:spPr>
        <p:txBody>
          <a:bodyPr wrap="none"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graphicFrame>
        <p:nvGraphicFramePr>
          <p:cNvPr id="51206" name="对象 2"/>
          <p:cNvGraphicFramePr>
            <a:graphicFrameLocks noChangeAspect="1"/>
          </p:cNvGraphicFramePr>
          <p:nvPr/>
        </p:nvGraphicFramePr>
        <p:xfrm>
          <a:off x="311150" y="2624138"/>
          <a:ext cx="8248650" cy="2665412"/>
        </p:xfrm>
        <a:graphic>
          <a:graphicData uri="http://schemas.openxmlformats.org/presentationml/2006/ole">
            <mc:AlternateContent xmlns:mc="http://schemas.openxmlformats.org/markup-compatibility/2006">
              <mc:Choice xmlns:v="urn:schemas-microsoft-com:vml" Requires="v">
                <p:oleObj spid="_x0000_s3076" name="" r:id="rId1" imgW="4521200" imgH="1460500" progId="Visio.Drawing.11">
                  <p:embed/>
                </p:oleObj>
              </mc:Choice>
              <mc:Fallback>
                <p:oleObj name="" r:id="rId1" imgW="4521200" imgH="1460500" progId="Visio.Drawing.11">
                  <p:embed/>
                  <p:pic>
                    <p:nvPicPr>
                      <p:cNvPr id="0" name="图片 3075"/>
                      <p:cNvPicPr/>
                      <p:nvPr/>
                    </p:nvPicPr>
                    <p:blipFill>
                      <a:blip r:embed="rId2"/>
                      <a:stretch>
                        <a:fillRect/>
                      </a:stretch>
                    </p:blipFill>
                    <p:spPr>
                      <a:xfrm>
                        <a:off x="311150" y="2624138"/>
                        <a:ext cx="8248650" cy="2665412"/>
                      </a:xfrm>
                      <a:prstGeom prst="rect">
                        <a:avLst/>
                      </a:prstGeom>
                      <a:noFill/>
                      <a:ln w="38100">
                        <a:noFill/>
                        <a:miter/>
                      </a:ln>
                    </p:spPr>
                  </p:pic>
                </p:oleObj>
              </mc:Fallback>
            </mc:AlternateContent>
          </a:graphicData>
        </a:graphic>
      </p:graphicFrame>
    </p:spTree>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标题 1"/>
          <p:cNvSpPr>
            <a:spLocks noGrp="1"/>
          </p:cNvSpPr>
          <p:nvPr>
            <p:ph type="title"/>
          </p:nvPr>
        </p:nvSpPr>
        <p:spPr>
          <a:xfrm>
            <a:off x="466725" y="476250"/>
            <a:ext cx="8205788" cy="1139825"/>
          </a:xfrm>
          <a:ln/>
        </p:spPr>
        <p:txBody>
          <a:bodyPr vert="horz" wrap="square" lIns="0" tIns="45610" rIns="0" bIns="0" anchor="b" anchorCtr="0"/>
          <a:p>
            <a:pPr eaLnBrk="1" hangingPunct="1">
              <a:lnSpc>
                <a:spcPts val="4000"/>
              </a:lnSpc>
            </a:pPr>
            <a:r>
              <a:rPr lang="zh-CN" altLang="en-US" b="1" dirty="0">
                <a:latin typeface="微软雅黑" panose="020B0503020204020204" pitchFamily="34" charset="-122"/>
                <a:ea typeface="微软雅黑" panose="020B0503020204020204" pitchFamily="34" charset="-122"/>
              </a:rPr>
              <a:t>结构化分析：分层数据流图</a:t>
            </a:r>
            <a:endParaRPr lang="zh-CN" altLang="en-US" b="1" dirty="0">
              <a:latin typeface="微软雅黑" panose="020B0503020204020204" pitchFamily="34" charset="-122"/>
              <a:ea typeface="微软雅黑" panose="020B0503020204020204" pitchFamily="34" charset="-122"/>
            </a:endParaRPr>
          </a:p>
        </p:txBody>
      </p:sp>
      <p:sp>
        <p:nvSpPr>
          <p:cNvPr id="52227" name="Rectangle 2"/>
          <p:cNvSpPr/>
          <p:nvPr/>
        </p:nvSpPr>
        <p:spPr>
          <a:xfrm>
            <a:off x="0" y="0"/>
            <a:ext cx="9118600" cy="0"/>
          </a:xfrm>
          <a:prstGeom prst="rect">
            <a:avLst/>
          </a:prstGeom>
          <a:noFill/>
          <a:ln w="9525">
            <a:noFill/>
          </a:ln>
        </p:spPr>
        <p:txBody>
          <a:bodyPr wrap="none"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sp>
        <p:nvSpPr>
          <p:cNvPr id="52228" name="TextBox 2"/>
          <p:cNvSpPr txBox="1"/>
          <p:nvPr/>
        </p:nvSpPr>
        <p:spPr>
          <a:xfrm>
            <a:off x="601663" y="2163763"/>
            <a:ext cx="2060575" cy="460375"/>
          </a:xfrm>
          <a:prstGeom prst="rect">
            <a:avLst/>
          </a:prstGeom>
          <a:noFill/>
          <a:ln w="9525">
            <a:noFill/>
          </a:ln>
        </p:spPr>
        <p:txBody>
          <a:bodyPr lIns="91221" tIns="45610" rIns="91221" bIns="4561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r>
              <a:rPr lang="en-US" altLang="zh-CN" sz="2400" b="1" dirty="0">
                <a:solidFill>
                  <a:srgbClr val="FF0000"/>
                </a:solidFill>
                <a:latin typeface="Comic Sans MS" panose="030F0702030302020204" pitchFamily="66" charset="0"/>
              </a:rPr>
              <a:t>2</a:t>
            </a:r>
            <a:r>
              <a:rPr lang="zh-CN" altLang="en-US" sz="2400" b="1" dirty="0">
                <a:solidFill>
                  <a:srgbClr val="FF0000"/>
                </a:solidFill>
                <a:latin typeface="Comic Sans MS" panose="030F0702030302020204" pitchFamily="66" charset="0"/>
              </a:rPr>
              <a:t>层图：</a:t>
            </a:r>
            <a:endParaRPr lang="zh-CN" altLang="en-US" sz="2400" b="1" dirty="0">
              <a:solidFill>
                <a:srgbClr val="FF0000"/>
              </a:solidFill>
              <a:latin typeface="Comic Sans MS" panose="030F0702030302020204" pitchFamily="66" charset="0"/>
            </a:endParaRPr>
          </a:p>
        </p:txBody>
      </p:sp>
      <p:sp>
        <p:nvSpPr>
          <p:cNvPr id="52229" name="Rectangle 2"/>
          <p:cNvSpPr/>
          <p:nvPr/>
        </p:nvSpPr>
        <p:spPr>
          <a:xfrm>
            <a:off x="0" y="0"/>
            <a:ext cx="9118600" cy="0"/>
          </a:xfrm>
          <a:prstGeom prst="rect">
            <a:avLst/>
          </a:prstGeom>
          <a:noFill/>
          <a:ln w="9525">
            <a:noFill/>
          </a:ln>
        </p:spPr>
        <p:txBody>
          <a:bodyPr wrap="none"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sp>
        <p:nvSpPr>
          <p:cNvPr id="52230" name="Rectangle 2"/>
          <p:cNvSpPr/>
          <p:nvPr/>
        </p:nvSpPr>
        <p:spPr>
          <a:xfrm>
            <a:off x="0" y="0"/>
            <a:ext cx="9118600" cy="0"/>
          </a:xfrm>
          <a:prstGeom prst="rect">
            <a:avLst/>
          </a:prstGeom>
          <a:noFill/>
          <a:ln w="9525">
            <a:noFill/>
          </a:ln>
        </p:spPr>
        <p:txBody>
          <a:bodyPr wrap="none"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graphicFrame>
        <p:nvGraphicFramePr>
          <p:cNvPr id="52231" name="对象 5"/>
          <p:cNvGraphicFramePr>
            <a:graphicFrameLocks noChangeAspect="1"/>
          </p:cNvGraphicFramePr>
          <p:nvPr/>
        </p:nvGraphicFramePr>
        <p:xfrm>
          <a:off x="742950" y="2614613"/>
          <a:ext cx="7227888" cy="3317875"/>
        </p:xfrm>
        <a:graphic>
          <a:graphicData uri="http://schemas.openxmlformats.org/presentationml/2006/ole">
            <mc:AlternateContent xmlns:mc="http://schemas.openxmlformats.org/markup-compatibility/2006">
              <mc:Choice xmlns:v="urn:schemas-microsoft-com:vml" Requires="v">
                <p:oleObj spid="_x0000_s3077" name="" r:id="rId1" imgW="4000500" imgH="1854200" progId="Visio.Drawing.11">
                  <p:embed/>
                </p:oleObj>
              </mc:Choice>
              <mc:Fallback>
                <p:oleObj name="" r:id="rId1" imgW="4000500" imgH="1854200" progId="Visio.Drawing.11">
                  <p:embed/>
                  <p:pic>
                    <p:nvPicPr>
                      <p:cNvPr id="0" name="图片 3076"/>
                      <p:cNvPicPr/>
                      <p:nvPr/>
                    </p:nvPicPr>
                    <p:blipFill>
                      <a:blip r:embed="rId2"/>
                      <a:stretch>
                        <a:fillRect/>
                      </a:stretch>
                    </p:blipFill>
                    <p:spPr>
                      <a:xfrm>
                        <a:off x="742950" y="2614613"/>
                        <a:ext cx="7227888" cy="3317875"/>
                      </a:xfrm>
                      <a:prstGeom prst="rect">
                        <a:avLst/>
                      </a:prstGeom>
                      <a:noFill/>
                      <a:ln w="38100">
                        <a:noFill/>
                        <a:miter/>
                      </a:ln>
                    </p:spPr>
                  </p:pic>
                </p:oleObj>
              </mc:Fallback>
            </mc:AlternateContent>
          </a:graphicData>
        </a:graphic>
      </p:graphicFrame>
    </p:spTree>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标题 1"/>
          <p:cNvSpPr>
            <a:spLocks noGrp="1"/>
          </p:cNvSpPr>
          <p:nvPr>
            <p:ph type="title"/>
          </p:nvPr>
        </p:nvSpPr>
        <p:spPr>
          <a:xfrm>
            <a:off x="466725" y="476250"/>
            <a:ext cx="8205788" cy="1139825"/>
          </a:xfrm>
          <a:ln/>
        </p:spPr>
        <p:txBody>
          <a:bodyPr vert="horz" wrap="square" lIns="0" tIns="45610" rIns="0" bIns="0" anchor="b" anchorCtr="0"/>
          <a:p>
            <a:pPr eaLnBrk="1" hangingPunct="1">
              <a:lnSpc>
                <a:spcPts val="4000"/>
              </a:lnSpc>
            </a:pPr>
            <a:r>
              <a:rPr lang="zh-CN" altLang="en-US" b="1" dirty="0">
                <a:latin typeface="微软雅黑" panose="020B0503020204020204" pitchFamily="34" charset="-122"/>
                <a:ea typeface="微软雅黑" panose="020B0503020204020204" pitchFamily="34" charset="-122"/>
              </a:rPr>
              <a:t>结构化分析：分层数据流图</a:t>
            </a:r>
            <a:endParaRPr lang="zh-CN" altLang="en-US" b="1" dirty="0">
              <a:latin typeface="微软雅黑" panose="020B0503020204020204" pitchFamily="34" charset="-122"/>
              <a:ea typeface="微软雅黑" panose="020B0503020204020204" pitchFamily="34" charset="-122"/>
            </a:endParaRPr>
          </a:p>
        </p:txBody>
      </p:sp>
      <p:sp>
        <p:nvSpPr>
          <p:cNvPr id="53251" name="Rectangle 2"/>
          <p:cNvSpPr/>
          <p:nvPr/>
        </p:nvSpPr>
        <p:spPr>
          <a:xfrm>
            <a:off x="0" y="0"/>
            <a:ext cx="9118600" cy="0"/>
          </a:xfrm>
          <a:prstGeom prst="rect">
            <a:avLst/>
          </a:prstGeom>
          <a:noFill/>
          <a:ln w="9525">
            <a:noFill/>
          </a:ln>
        </p:spPr>
        <p:txBody>
          <a:bodyPr wrap="none"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sp>
        <p:nvSpPr>
          <p:cNvPr id="53252" name="TextBox 2"/>
          <p:cNvSpPr txBox="1"/>
          <p:nvPr/>
        </p:nvSpPr>
        <p:spPr>
          <a:xfrm>
            <a:off x="601663" y="2163763"/>
            <a:ext cx="2060575" cy="460375"/>
          </a:xfrm>
          <a:prstGeom prst="rect">
            <a:avLst/>
          </a:prstGeom>
          <a:noFill/>
          <a:ln w="9525">
            <a:noFill/>
          </a:ln>
        </p:spPr>
        <p:txBody>
          <a:bodyPr lIns="91221" tIns="45610" rIns="91221" bIns="4561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r>
              <a:rPr lang="en-US" altLang="zh-CN" sz="2400" b="1" dirty="0">
                <a:solidFill>
                  <a:srgbClr val="FF0000"/>
                </a:solidFill>
                <a:latin typeface="Comic Sans MS" panose="030F0702030302020204" pitchFamily="66" charset="0"/>
              </a:rPr>
              <a:t>2</a:t>
            </a:r>
            <a:r>
              <a:rPr lang="zh-CN" altLang="en-US" sz="2400" b="1" dirty="0">
                <a:solidFill>
                  <a:srgbClr val="FF0000"/>
                </a:solidFill>
                <a:latin typeface="Comic Sans MS" panose="030F0702030302020204" pitchFamily="66" charset="0"/>
              </a:rPr>
              <a:t>层图：</a:t>
            </a:r>
            <a:endParaRPr lang="zh-CN" altLang="en-US" sz="2400" b="1" dirty="0">
              <a:solidFill>
                <a:srgbClr val="FF0000"/>
              </a:solidFill>
              <a:latin typeface="Comic Sans MS" panose="030F0702030302020204" pitchFamily="66" charset="0"/>
            </a:endParaRPr>
          </a:p>
        </p:txBody>
      </p:sp>
      <p:sp>
        <p:nvSpPr>
          <p:cNvPr id="53253" name="Rectangle 2"/>
          <p:cNvSpPr/>
          <p:nvPr/>
        </p:nvSpPr>
        <p:spPr>
          <a:xfrm>
            <a:off x="0" y="0"/>
            <a:ext cx="9118600" cy="0"/>
          </a:xfrm>
          <a:prstGeom prst="rect">
            <a:avLst/>
          </a:prstGeom>
          <a:noFill/>
          <a:ln w="9525">
            <a:noFill/>
          </a:ln>
        </p:spPr>
        <p:txBody>
          <a:bodyPr wrap="none"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sp>
        <p:nvSpPr>
          <p:cNvPr id="53254" name="Rectangle 2"/>
          <p:cNvSpPr/>
          <p:nvPr/>
        </p:nvSpPr>
        <p:spPr>
          <a:xfrm>
            <a:off x="0" y="0"/>
            <a:ext cx="9118600" cy="0"/>
          </a:xfrm>
          <a:prstGeom prst="rect">
            <a:avLst/>
          </a:prstGeom>
          <a:noFill/>
          <a:ln w="9525">
            <a:noFill/>
          </a:ln>
        </p:spPr>
        <p:txBody>
          <a:bodyPr wrap="none"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sp>
        <p:nvSpPr>
          <p:cNvPr id="53255" name="Rectangle 2"/>
          <p:cNvSpPr/>
          <p:nvPr/>
        </p:nvSpPr>
        <p:spPr>
          <a:xfrm>
            <a:off x="0" y="0"/>
            <a:ext cx="9118600" cy="0"/>
          </a:xfrm>
          <a:prstGeom prst="rect">
            <a:avLst/>
          </a:prstGeom>
          <a:noFill/>
          <a:ln w="9525">
            <a:noFill/>
          </a:ln>
        </p:spPr>
        <p:txBody>
          <a:bodyPr wrap="none"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graphicFrame>
        <p:nvGraphicFramePr>
          <p:cNvPr id="53256" name="对象 6"/>
          <p:cNvGraphicFramePr>
            <a:graphicFrameLocks noChangeAspect="1"/>
          </p:cNvGraphicFramePr>
          <p:nvPr/>
        </p:nvGraphicFramePr>
        <p:xfrm>
          <a:off x="436563" y="3062288"/>
          <a:ext cx="8245475" cy="2089150"/>
        </p:xfrm>
        <a:graphic>
          <a:graphicData uri="http://schemas.openxmlformats.org/presentationml/2006/ole">
            <mc:AlternateContent xmlns:mc="http://schemas.openxmlformats.org/markup-compatibility/2006">
              <mc:Choice xmlns:v="urn:schemas-microsoft-com:vml" Requires="v">
                <p:oleObj spid="_x0000_s3078" name="" r:id="rId1" imgW="3263900" imgH="838200" progId="Visio.Drawing.11">
                  <p:embed/>
                </p:oleObj>
              </mc:Choice>
              <mc:Fallback>
                <p:oleObj name="" r:id="rId1" imgW="3263900" imgH="838200" progId="Visio.Drawing.11">
                  <p:embed/>
                  <p:pic>
                    <p:nvPicPr>
                      <p:cNvPr id="0" name="图片 3077"/>
                      <p:cNvPicPr/>
                      <p:nvPr/>
                    </p:nvPicPr>
                    <p:blipFill>
                      <a:blip r:embed="rId2"/>
                      <a:stretch>
                        <a:fillRect/>
                      </a:stretch>
                    </p:blipFill>
                    <p:spPr>
                      <a:xfrm>
                        <a:off x="436563" y="3062288"/>
                        <a:ext cx="8245475" cy="2089150"/>
                      </a:xfrm>
                      <a:prstGeom prst="rect">
                        <a:avLst/>
                      </a:prstGeom>
                      <a:noFill/>
                      <a:ln w="38100">
                        <a:noFill/>
                        <a:miter/>
                      </a:ln>
                    </p:spPr>
                  </p:pic>
                </p:oleObj>
              </mc:Fallback>
            </mc:AlternateContent>
          </a:graphicData>
        </a:graphic>
      </p:graphicFrame>
    </p:spTree>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标题 1"/>
          <p:cNvSpPr>
            <a:spLocks noGrp="1"/>
          </p:cNvSpPr>
          <p:nvPr>
            <p:ph type="title"/>
          </p:nvPr>
        </p:nvSpPr>
        <p:spPr>
          <a:xfrm>
            <a:off x="466725" y="476250"/>
            <a:ext cx="8205788" cy="1139825"/>
          </a:xfrm>
          <a:ln/>
        </p:spPr>
        <p:txBody>
          <a:bodyPr vert="horz" wrap="square" lIns="0" tIns="45610" rIns="0" bIns="0" anchor="b" anchorCtr="0"/>
          <a:p>
            <a:pPr eaLnBrk="1" hangingPunct="1">
              <a:lnSpc>
                <a:spcPts val="4000"/>
              </a:lnSpc>
            </a:pPr>
            <a:r>
              <a:rPr lang="zh-CN" altLang="en-US" b="1" dirty="0">
                <a:latin typeface="微软雅黑" panose="020B0503020204020204" pitchFamily="34" charset="-122"/>
                <a:ea typeface="微软雅黑" panose="020B0503020204020204" pitchFamily="34" charset="-122"/>
              </a:rPr>
              <a:t>结构化设计：系统结构图</a:t>
            </a:r>
            <a:endParaRPr lang="zh-CN" altLang="en-US" b="1" dirty="0">
              <a:latin typeface="微软雅黑" panose="020B0503020204020204" pitchFamily="34" charset="-122"/>
              <a:ea typeface="微软雅黑" panose="020B0503020204020204" pitchFamily="34" charset="-122"/>
            </a:endParaRPr>
          </a:p>
        </p:txBody>
      </p:sp>
      <p:sp>
        <p:nvSpPr>
          <p:cNvPr id="54275" name="Rectangle 2"/>
          <p:cNvSpPr/>
          <p:nvPr/>
        </p:nvSpPr>
        <p:spPr>
          <a:xfrm>
            <a:off x="0" y="0"/>
            <a:ext cx="9118600" cy="0"/>
          </a:xfrm>
          <a:prstGeom prst="rect">
            <a:avLst/>
          </a:prstGeom>
          <a:noFill/>
          <a:ln w="9525">
            <a:noFill/>
          </a:ln>
        </p:spPr>
        <p:txBody>
          <a:bodyPr wrap="none"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sp>
        <p:nvSpPr>
          <p:cNvPr id="54276" name="TextBox 2"/>
          <p:cNvSpPr txBox="1"/>
          <p:nvPr/>
        </p:nvSpPr>
        <p:spPr>
          <a:xfrm>
            <a:off x="601663" y="2163763"/>
            <a:ext cx="2060575" cy="460375"/>
          </a:xfrm>
          <a:prstGeom prst="rect">
            <a:avLst/>
          </a:prstGeom>
          <a:noFill/>
          <a:ln w="9525">
            <a:noFill/>
          </a:ln>
        </p:spPr>
        <p:txBody>
          <a:bodyPr lIns="91221" tIns="45610" rIns="91221" bIns="4561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r>
              <a:rPr lang="zh-CN" altLang="en-US" sz="2400" b="1" dirty="0">
                <a:solidFill>
                  <a:srgbClr val="FF0000"/>
                </a:solidFill>
                <a:latin typeface="Comic Sans MS" panose="030F0702030302020204" pitchFamily="66" charset="0"/>
              </a:rPr>
              <a:t>系统结构图：</a:t>
            </a:r>
            <a:endParaRPr lang="zh-CN" altLang="en-US" sz="2400" b="1" dirty="0">
              <a:solidFill>
                <a:srgbClr val="FF0000"/>
              </a:solidFill>
              <a:latin typeface="Comic Sans MS" panose="030F0702030302020204" pitchFamily="66" charset="0"/>
            </a:endParaRPr>
          </a:p>
        </p:txBody>
      </p:sp>
      <p:sp>
        <p:nvSpPr>
          <p:cNvPr id="54277" name="Rectangle 2"/>
          <p:cNvSpPr/>
          <p:nvPr/>
        </p:nvSpPr>
        <p:spPr>
          <a:xfrm>
            <a:off x="0" y="0"/>
            <a:ext cx="9118600" cy="0"/>
          </a:xfrm>
          <a:prstGeom prst="rect">
            <a:avLst/>
          </a:prstGeom>
          <a:noFill/>
          <a:ln w="9525">
            <a:noFill/>
          </a:ln>
        </p:spPr>
        <p:txBody>
          <a:bodyPr wrap="none"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sp>
        <p:nvSpPr>
          <p:cNvPr id="54278" name="Rectangle 2"/>
          <p:cNvSpPr/>
          <p:nvPr/>
        </p:nvSpPr>
        <p:spPr>
          <a:xfrm>
            <a:off x="0" y="0"/>
            <a:ext cx="9118600" cy="0"/>
          </a:xfrm>
          <a:prstGeom prst="rect">
            <a:avLst/>
          </a:prstGeom>
          <a:noFill/>
          <a:ln w="9525">
            <a:noFill/>
          </a:ln>
        </p:spPr>
        <p:txBody>
          <a:bodyPr wrap="none"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sp>
        <p:nvSpPr>
          <p:cNvPr id="54279" name="Rectangle 2"/>
          <p:cNvSpPr/>
          <p:nvPr/>
        </p:nvSpPr>
        <p:spPr>
          <a:xfrm>
            <a:off x="0" y="0"/>
            <a:ext cx="9118600" cy="0"/>
          </a:xfrm>
          <a:prstGeom prst="rect">
            <a:avLst/>
          </a:prstGeom>
          <a:noFill/>
          <a:ln w="9525">
            <a:noFill/>
          </a:ln>
        </p:spPr>
        <p:txBody>
          <a:bodyPr wrap="none"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sp>
        <p:nvSpPr>
          <p:cNvPr id="54280" name="Rectangle 2"/>
          <p:cNvSpPr/>
          <p:nvPr/>
        </p:nvSpPr>
        <p:spPr>
          <a:xfrm>
            <a:off x="0" y="0"/>
            <a:ext cx="9118600" cy="0"/>
          </a:xfrm>
          <a:prstGeom prst="rect">
            <a:avLst/>
          </a:prstGeom>
          <a:noFill/>
          <a:ln w="9525">
            <a:noFill/>
          </a:ln>
        </p:spPr>
        <p:txBody>
          <a:bodyPr wrap="none"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graphicFrame>
        <p:nvGraphicFramePr>
          <p:cNvPr id="54281" name="对象 7"/>
          <p:cNvGraphicFramePr>
            <a:graphicFrameLocks noChangeAspect="1"/>
          </p:cNvGraphicFramePr>
          <p:nvPr/>
        </p:nvGraphicFramePr>
        <p:xfrm>
          <a:off x="1001713" y="2373313"/>
          <a:ext cx="7115175" cy="3962400"/>
        </p:xfrm>
        <a:graphic>
          <a:graphicData uri="http://schemas.openxmlformats.org/presentationml/2006/ole">
            <mc:AlternateContent xmlns:mc="http://schemas.openxmlformats.org/markup-compatibility/2006">
              <mc:Choice xmlns:v="urn:schemas-microsoft-com:vml" Requires="v">
                <p:oleObj spid="_x0000_s3079" name="" r:id="rId1" imgW="4724400" imgH="2628900" progId="Visio.Drawing.11">
                  <p:embed/>
                </p:oleObj>
              </mc:Choice>
              <mc:Fallback>
                <p:oleObj name="" r:id="rId1" imgW="4724400" imgH="2628900" progId="Visio.Drawing.11">
                  <p:embed/>
                  <p:pic>
                    <p:nvPicPr>
                      <p:cNvPr id="0" name="图片 3078"/>
                      <p:cNvPicPr/>
                      <p:nvPr/>
                    </p:nvPicPr>
                    <p:blipFill>
                      <a:blip r:embed="rId2"/>
                      <a:stretch>
                        <a:fillRect/>
                      </a:stretch>
                    </p:blipFill>
                    <p:spPr>
                      <a:xfrm>
                        <a:off x="1001713" y="2373313"/>
                        <a:ext cx="7115175" cy="3962400"/>
                      </a:xfrm>
                      <a:prstGeom prst="rect">
                        <a:avLst/>
                      </a:prstGeom>
                      <a:noFill/>
                      <a:ln w="38100">
                        <a:noFill/>
                        <a:miter/>
                      </a:ln>
                    </p:spPr>
                  </p:pic>
                </p:oleObj>
              </mc:Fallback>
            </mc:AlternateContent>
          </a:graphicData>
        </a:graphic>
      </p:graphicFrame>
    </p:spTree>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标题 1"/>
          <p:cNvSpPr>
            <a:spLocks noGrp="1"/>
          </p:cNvSpPr>
          <p:nvPr>
            <p:ph type="title"/>
          </p:nvPr>
        </p:nvSpPr>
        <p:spPr>
          <a:ln/>
        </p:spPr>
        <p:txBody>
          <a:bodyPr vert="horz" wrap="square" lIns="0" tIns="45610" rIns="0" bIns="0" anchor="b" anchorCtr="0"/>
          <a:p>
            <a:pPr eaLnBrk="1" hangingPunct="1"/>
            <a:r>
              <a:rPr lang="zh-CN" altLang="en-US" b="1" dirty="0">
                <a:latin typeface="微软雅黑" panose="020B0503020204020204" pitchFamily="34" charset="-122"/>
                <a:ea typeface="微软雅黑" panose="020B0503020204020204" pitchFamily="34" charset="-122"/>
              </a:rPr>
              <a:t>课程进度</a:t>
            </a:r>
            <a:endParaRPr lang="zh-CN" altLang="en-US" b="1" dirty="0">
              <a:latin typeface="微软雅黑" panose="020B0503020204020204" pitchFamily="34" charset="-122"/>
              <a:ea typeface="微软雅黑" panose="020B0503020204020204" pitchFamily="34" charset="-122"/>
            </a:endParaRPr>
          </a:p>
        </p:txBody>
      </p:sp>
      <p:sp>
        <p:nvSpPr>
          <p:cNvPr id="8195" name="Rectangle 2"/>
          <p:cNvSpPr>
            <a:spLocks noChangeArrowheads="1"/>
          </p:cNvSpPr>
          <p:nvPr/>
        </p:nvSpPr>
        <p:spPr bwMode="auto">
          <a:xfrm>
            <a:off x="0" y="-165100"/>
            <a:ext cx="1841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595" b="1"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endParaRPr>
          </a:p>
        </p:txBody>
      </p:sp>
      <p:graphicFrame>
        <p:nvGraphicFramePr>
          <p:cNvPr id="55300" name="对象 2"/>
          <p:cNvGraphicFramePr>
            <a:graphicFrameLocks noChangeAspect="1"/>
          </p:cNvGraphicFramePr>
          <p:nvPr/>
        </p:nvGraphicFramePr>
        <p:xfrm>
          <a:off x="987425" y="1903413"/>
          <a:ext cx="6838950" cy="4773612"/>
        </p:xfrm>
        <a:graphic>
          <a:graphicData uri="http://schemas.openxmlformats.org/presentationml/2006/ole">
            <mc:AlternateContent xmlns:mc="http://schemas.openxmlformats.org/markup-compatibility/2006">
              <mc:Choice xmlns:v="urn:schemas-microsoft-com:vml" Requires="v">
                <p:oleObj spid="_x0000_s3080" name="" r:id="rId1" imgW="9652000" imgH="6261100" progId="Visio.Drawing.11">
                  <p:embed/>
                </p:oleObj>
              </mc:Choice>
              <mc:Fallback>
                <p:oleObj name="" r:id="rId1" imgW="9652000" imgH="6261100" progId="Visio.Drawing.11">
                  <p:embed/>
                  <p:pic>
                    <p:nvPicPr>
                      <p:cNvPr id="0" name="图片 3079"/>
                      <p:cNvPicPr/>
                      <p:nvPr/>
                    </p:nvPicPr>
                    <p:blipFill>
                      <a:blip r:embed="rId2"/>
                      <a:stretch>
                        <a:fillRect/>
                      </a:stretch>
                    </p:blipFill>
                    <p:spPr>
                      <a:xfrm>
                        <a:off x="987425" y="1903413"/>
                        <a:ext cx="6838950" cy="4773612"/>
                      </a:xfrm>
                      <a:prstGeom prst="rect">
                        <a:avLst/>
                      </a:prstGeom>
                      <a:noFill/>
                      <a:ln w="38100">
                        <a:noFill/>
                        <a:miter/>
                      </a:ln>
                    </p:spPr>
                  </p:pic>
                </p:oleObj>
              </mc:Fallback>
            </mc:AlternateContent>
          </a:graphicData>
        </a:graphic>
      </p:graphicFrame>
      <p:cxnSp>
        <p:nvCxnSpPr>
          <p:cNvPr id="3" name="直接箭头连接符 2"/>
          <p:cNvCxnSpPr/>
          <p:nvPr/>
        </p:nvCxnSpPr>
        <p:spPr>
          <a:xfrm>
            <a:off x="4787900" y="3043238"/>
            <a:ext cx="1139825" cy="2047875"/>
          </a:xfrm>
          <a:prstGeom prst="straightConnector1">
            <a:avLst/>
          </a:prstGeom>
          <a:ln w="412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8198" name="TextBox 5"/>
          <p:cNvSpPr txBox="1">
            <a:spLocks noChangeArrowheads="1"/>
          </p:cNvSpPr>
          <p:nvPr/>
        </p:nvSpPr>
        <p:spPr bwMode="auto">
          <a:xfrm>
            <a:off x="5205413" y="3270250"/>
            <a:ext cx="2697163"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790" b="1" i="0" u="none" strike="noStrike" kern="1200" cap="none" spc="0" normalizeH="0" baseline="0" noProof="0" smtClean="0">
                <a:ln>
                  <a:noFill/>
                </a:ln>
                <a:solidFill>
                  <a:srgbClr val="FF0000"/>
                </a:solidFill>
                <a:effectLst/>
                <a:uLnTx/>
                <a:uFillTx/>
                <a:latin typeface="Comic Sans MS" panose="030F0702030302020204" pitchFamily="66" charset="0"/>
                <a:ea typeface="宋体" panose="02010600030101010101" pitchFamily="2" charset="-122"/>
                <a:cs typeface="+mn-cs"/>
              </a:rPr>
              <a:t>面向对象的方法</a:t>
            </a:r>
            <a:endParaRPr kumimoji="1" lang="zh-CN" altLang="en-US" sz="2790" b="1" i="0" u="none" strike="noStrike" kern="1200" cap="none" spc="0" normalizeH="0" baseline="0" noProof="0" smtClean="0">
              <a:ln>
                <a:noFill/>
              </a:ln>
              <a:solidFill>
                <a:srgbClr val="FF0000"/>
              </a:solidFill>
              <a:effectLst/>
              <a:uLnTx/>
              <a:uFillTx/>
              <a:latin typeface="Comic Sans MS" panose="030F0702030302020204" pitchFamily="66" charset="0"/>
              <a:ea typeface="宋体" panose="02010600030101010101" pitchFamily="2" charset="-122"/>
              <a:cs typeface="+mn-cs"/>
            </a:endParaRPr>
          </a:p>
        </p:txBody>
      </p:sp>
      <p:cxnSp>
        <p:nvCxnSpPr>
          <p:cNvPr id="8" name="直接箭头连接符 7"/>
          <p:cNvCxnSpPr/>
          <p:nvPr/>
        </p:nvCxnSpPr>
        <p:spPr>
          <a:xfrm>
            <a:off x="5091113" y="3003550"/>
            <a:ext cx="1139825" cy="2047875"/>
          </a:xfrm>
          <a:prstGeom prst="straightConnector1">
            <a:avLst/>
          </a:prstGeom>
          <a:ln w="41275">
            <a:solidFill>
              <a:srgbClr val="92D050"/>
            </a:solidFill>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a:spLocks noChangeArrowheads="1"/>
          </p:cNvSpPr>
          <p:nvPr/>
        </p:nvSpPr>
        <p:spPr bwMode="auto">
          <a:xfrm>
            <a:off x="5091113" y="2520950"/>
            <a:ext cx="2697163"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790" b="1" i="0" u="none" strike="noStrike" kern="1200" cap="none" spc="0" normalizeH="0" baseline="0" noProof="0" smtClean="0">
                <a:ln>
                  <a:noFill/>
                </a:ln>
                <a:solidFill>
                  <a:srgbClr val="00B050"/>
                </a:solidFill>
                <a:effectLst/>
                <a:uLnTx/>
                <a:uFillTx/>
                <a:latin typeface="Comic Sans MS" panose="030F0702030302020204" pitchFamily="66" charset="0"/>
                <a:ea typeface="宋体" panose="02010600030101010101" pitchFamily="2" charset="-122"/>
                <a:cs typeface="+mn-cs"/>
              </a:rPr>
              <a:t>面向过程的方法</a:t>
            </a:r>
            <a:endParaRPr kumimoji="1" lang="zh-CN" altLang="en-US" sz="2790" b="1" i="0" u="none" strike="noStrike" kern="1200" cap="none" spc="0" normalizeH="0" baseline="0" noProof="0" smtClean="0">
              <a:ln>
                <a:noFill/>
              </a:ln>
              <a:solidFill>
                <a:srgbClr val="00B050"/>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标题 1"/>
          <p:cNvSpPr>
            <a:spLocks noGrp="1"/>
          </p:cNvSpPr>
          <p:nvPr>
            <p:ph type="title"/>
          </p:nvPr>
        </p:nvSpPr>
        <p:spPr>
          <a:ln/>
        </p:spPr>
        <p:txBody>
          <a:bodyPr vert="horz" wrap="square" lIns="0" tIns="45610" rIns="0" bIns="0" anchor="b" anchorCtr="0"/>
          <a:p>
            <a:pPr eaLnBrk="1" hangingPunct="1"/>
            <a:r>
              <a:rPr lang="zh-CN" altLang="en-US" b="1" dirty="0">
                <a:latin typeface="微软雅黑" panose="020B0503020204020204" pitchFamily="34" charset="-122"/>
                <a:ea typeface="微软雅黑" panose="020B0503020204020204" pitchFamily="34" charset="-122"/>
              </a:rPr>
              <a:t>课程进度</a:t>
            </a:r>
            <a:endParaRPr lang="zh-CN" altLang="en-US" b="1" dirty="0">
              <a:latin typeface="微软雅黑" panose="020B0503020204020204" pitchFamily="34" charset="-122"/>
              <a:ea typeface="微软雅黑" panose="020B0503020204020204" pitchFamily="34" charset="-122"/>
            </a:endParaRPr>
          </a:p>
        </p:txBody>
      </p:sp>
      <p:sp>
        <p:nvSpPr>
          <p:cNvPr id="56323" name="Rectangle 2"/>
          <p:cNvSpPr/>
          <p:nvPr/>
        </p:nvSpPr>
        <p:spPr>
          <a:xfrm>
            <a:off x="0" y="-230187"/>
            <a:ext cx="184150" cy="460375"/>
          </a:xfrm>
          <a:prstGeom prst="rect">
            <a:avLst/>
          </a:prstGeom>
          <a:noFill/>
          <a:ln w="9525">
            <a:noFill/>
          </a:ln>
        </p:spPr>
        <p:txBody>
          <a:bodyPr wrap="none" lIns="91221" tIns="45610" rIns="91221" bIns="45610"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endParaRPr lang="zh-CN" altLang="en-US" sz="2400" b="1" dirty="0">
              <a:latin typeface="黑体" panose="02010609060101010101" pitchFamily="49" charset="-122"/>
              <a:ea typeface="黑体" panose="02010609060101010101" pitchFamily="49" charset="-122"/>
            </a:endParaRPr>
          </a:p>
        </p:txBody>
      </p:sp>
      <p:graphicFrame>
        <p:nvGraphicFramePr>
          <p:cNvPr id="56324" name="对象 2"/>
          <p:cNvGraphicFramePr>
            <a:graphicFrameLocks noChangeAspect="1"/>
          </p:cNvGraphicFramePr>
          <p:nvPr/>
        </p:nvGraphicFramePr>
        <p:xfrm>
          <a:off x="987425" y="1901825"/>
          <a:ext cx="6838950" cy="4778375"/>
        </p:xfrm>
        <a:graphic>
          <a:graphicData uri="http://schemas.openxmlformats.org/presentationml/2006/ole">
            <mc:AlternateContent xmlns:mc="http://schemas.openxmlformats.org/markup-compatibility/2006">
              <mc:Choice xmlns:v="urn:schemas-microsoft-com:vml" Requires="v">
                <p:oleObj spid="_x0000_s3081" name="" r:id="rId1" imgW="9652000" imgH="6261100" progId="Visio.Drawing.11">
                  <p:embed/>
                </p:oleObj>
              </mc:Choice>
              <mc:Fallback>
                <p:oleObj name="" r:id="rId1" imgW="9652000" imgH="6261100" progId="Visio.Drawing.11">
                  <p:embed/>
                  <p:pic>
                    <p:nvPicPr>
                      <p:cNvPr id="0" name="图片 3080"/>
                      <p:cNvPicPr/>
                      <p:nvPr/>
                    </p:nvPicPr>
                    <p:blipFill>
                      <a:blip r:embed="rId2"/>
                      <a:stretch>
                        <a:fillRect/>
                      </a:stretch>
                    </p:blipFill>
                    <p:spPr>
                      <a:xfrm>
                        <a:off x="987425" y="1901825"/>
                        <a:ext cx="6838950" cy="4778375"/>
                      </a:xfrm>
                      <a:prstGeom prst="rect">
                        <a:avLst/>
                      </a:prstGeom>
                      <a:noFill/>
                      <a:ln w="38100">
                        <a:noFill/>
                        <a:miter/>
                      </a:ln>
                    </p:spPr>
                  </p:pic>
                </p:oleObj>
              </mc:Fallback>
            </mc:AlternateContent>
          </a:graphicData>
        </a:graphic>
      </p:graphicFrame>
      <p:sp>
        <p:nvSpPr>
          <p:cNvPr id="4" name="矩形标注 3"/>
          <p:cNvSpPr/>
          <p:nvPr/>
        </p:nvSpPr>
        <p:spPr>
          <a:xfrm>
            <a:off x="6646863" y="4143375"/>
            <a:ext cx="2279650" cy="1444625"/>
          </a:xfrm>
          <a:prstGeom prst="wedgeRectCallout">
            <a:avLst>
              <a:gd name="adj1" fmla="val -105169"/>
              <a:gd name="adj2" fmla="val -8638"/>
            </a:avLst>
          </a:prstGeom>
        </p:spPr>
        <p:style>
          <a:lnRef idx="2">
            <a:schemeClr val="accent1">
              <a:shade val="50000"/>
            </a:schemeClr>
          </a:lnRef>
          <a:fillRef idx="1">
            <a:schemeClr val="accent1"/>
          </a:fillRef>
          <a:effectRef idx="0">
            <a:schemeClr val="accent1"/>
          </a:effectRef>
          <a:fontRef idx="minor">
            <a:schemeClr val="lt1"/>
          </a:fontRef>
        </p:style>
        <p:txBody>
          <a:bodyPr lIns="91221" tIns="45610" rIns="91221" bIns="45610" anchor="ct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1" lang="zh-CN" altLang="en-US" sz="3200" b="1" i="0" u="none" strike="noStrike" kern="1200" cap="none" spc="0" normalizeH="0" baseline="0" noProof="0" dirty="0">
                <a:ln>
                  <a:noFill/>
                </a:ln>
                <a:solidFill>
                  <a:srgbClr val="FFFF00"/>
                </a:solidFill>
                <a:effectLst/>
                <a:uLnTx/>
                <a:uFillTx/>
                <a:latin typeface="+mn-lt"/>
                <a:ea typeface="+mn-ea"/>
                <a:cs typeface="+mn-cs"/>
              </a:rPr>
              <a:t>我们现在的位置</a:t>
            </a:r>
            <a:endParaRPr kumimoji="1" lang="zh-CN" altLang="en-US" sz="3200" b="1" i="0" u="none" strike="noStrike" kern="1200" cap="none" spc="0" normalizeH="0" baseline="0" noProof="0" dirty="0">
              <a:ln>
                <a:noFill/>
              </a:ln>
              <a:solidFill>
                <a:srgbClr val="FFFF00"/>
              </a:solidFill>
              <a:effectLst/>
              <a:uLnTx/>
              <a:uFillTx/>
              <a:latin typeface="+mn-lt"/>
              <a:ea typeface="+mn-ea"/>
              <a:cs typeface="+mn-cs"/>
            </a:endParaRP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灯片编号占位符 4"/>
          <p:cNvSpPr txBox="1">
            <a:spLocks noGrp="1"/>
          </p:cNvSpPr>
          <p:nvPr>
            <p:ph type="sldNum" sz="quarter" idx="12"/>
          </p:nvPr>
        </p:nvSpPr>
        <p:spPr>
          <a:xfrm>
            <a:off x="7902575" y="6345238"/>
            <a:ext cx="760413" cy="363537"/>
          </a:xfrm>
          <a:noFill/>
          <a:ln>
            <a:noFill/>
          </a:ln>
        </p:spPr>
        <p:txBody>
          <a:bodyPr lIns="0" tIns="0" rIns="0" bIns="0" anchor="b" anchorCtr="0"/>
          <a:p>
            <a:pPr marL="0" indent="0" algn="r" eaLnBrk="1" hangingPunct="1">
              <a:spcBef>
                <a:spcPct val="0"/>
              </a:spcBef>
              <a:buClrTx/>
              <a:buSzTx/>
              <a:buFont typeface="Wingdings" panose="05000000000000000000" pitchFamily="2" charset="2"/>
              <a:buNone/>
            </a:pPr>
            <a:fld id="{9A0DB2DC-4C9A-4742-B13C-FB6460FD3503}" type="slidenum">
              <a:rPr lang="en-US" altLang="zh-CN" sz="1200" b="1" dirty="0">
                <a:solidFill>
                  <a:srgbClr val="045C75"/>
                </a:solidFill>
                <a:latin typeface="黑体" panose="02010609060101010101" pitchFamily="49" charset="-122"/>
                <a:ea typeface="黑体" panose="02010609060101010101" pitchFamily="49" charset="-122"/>
              </a:rPr>
            </a:fld>
            <a:endParaRPr lang="en-US" altLang="zh-CN" sz="1200" b="1" dirty="0">
              <a:solidFill>
                <a:srgbClr val="045C75"/>
              </a:solidFill>
              <a:latin typeface="黑体" panose="02010609060101010101" pitchFamily="49" charset="-122"/>
              <a:ea typeface="黑体" panose="02010609060101010101" pitchFamily="49" charset="-122"/>
            </a:endParaRPr>
          </a:p>
        </p:txBody>
      </p:sp>
      <p:sp>
        <p:nvSpPr>
          <p:cNvPr id="96260" name="Text Box 4"/>
          <p:cNvSpPr txBox="1">
            <a:spLocks noChangeArrowheads="1"/>
          </p:cNvSpPr>
          <p:nvPr/>
        </p:nvSpPr>
        <p:spPr bwMode="auto">
          <a:xfrm>
            <a:off x="814388" y="2054225"/>
            <a:ext cx="7323138" cy="1563688"/>
          </a:xfrm>
          <a:prstGeom prst="rect">
            <a:avLst/>
          </a:prstGeom>
          <a:noFill/>
          <a:ln w="9525">
            <a:noFill/>
            <a:miter lim="800000"/>
          </a:ln>
          <a:effectLst/>
        </p:spPr>
        <p:txBody>
          <a:bodyPr lIns="0" tIns="0" rIns="0" bIns="0">
            <a:spAutoFit/>
          </a:bodyPr>
          <a:lstStyle/>
          <a:p>
            <a:pPr marR="0" algn="ctr" defTabSz="914400" eaLnBrk="1" hangingPunct="1">
              <a:lnSpc>
                <a:spcPts val="4000"/>
              </a:lnSpc>
              <a:buClrTx/>
              <a:buSzTx/>
              <a:buFontTx/>
              <a:buNone/>
              <a:defRPr/>
            </a:pPr>
            <a:r>
              <a:rPr kumimoji="1" lang="zh-CN" altLang="en-US" sz="5000" kern="1200" cap="none" spc="0" normalizeH="0" baseline="0" noProof="0" dirty="0">
                <a:solidFill>
                  <a:schemeClr val="tx2"/>
                </a:solidFill>
                <a:latin typeface="微软雅黑" panose="020B0503020204020204" pitchFamily="34" charset="-122"/>
                <a:ea typeface="微软雅黑" panose="020B0503020204020204" pitchFamily="34" charset="-122"/>
                <a:cs typeface="+mj-cs"/>
              </a:rPr>
              <a:t>第十二次课</a:t>
            </a:r>
            <a:endParaRPr kumimoji="1" lang="en-US" altLang="zh-CN" sz="5000" kern="1200" cap="none" spc="0" normalizeH="0" baseline="0" noProof="0" dirty="0">
              <a:solidFill>
                <a:schemeClr val="tx2"/>
              </a:solidFill>
              <a:latin typeface="微软雅黑" panose="020B0503020204020204" pitchFamily="34" charset="-122"/>
              <a:ea typeface="微软雅黑" panose="020B0503020204020204" pitchFamily="34" charset="-122"/>
              <a:cs typeface="+mj-cs"/>
            </a:endParaRPr>
          </a:p>
          <a:p>
            <a:pPr marR="0" defTabSz="914400" eaLnBrk="1" hangingPunct="1">
              <a:lnSpc>
                <a:spcPts val="4000"/>
              </a:lnSpc>
              <a:buClrTx/>
              <a:buSzTx/>
              <a:buFontTx/>
              <a:buNone/>
              <a:defRPr/>
            </a:pPr>
            <a:endParaRPr kumimoji="1" lang="en-US" altLang="zh-CN" sz="5000" kern="1200" cap="none" spc="0" normalizeH="0" baseline="0" noProof="0" dirty="0">
              <a:solidFill>
                <a:schemeClr val="tx2"/>
              </a:solidFill>
              <a:latin typeface="微软雅黑" panose="020B0503020204020204" pitchFamily="34" charset="-122"/>
              <a:ea typeface="微软雅黑" panose="020B0503020204020204" pitchFamily="34" charset="-122"/>
              <a:cs typeface="+mj-cs"/>
            </a:endParaRPr>
          </a:p>
          <a:p>
            <a:pPr marR="0" defTabSz="914400" eaLnBrk="1" hangingPunct="1">
              <a:lnSpc>
                <a:spcPts val="4000"/>
              </a:lnSpc>
              <a:buClrTx/>
              <a:buSzTx/>
              <a:buFontTx/>
              <a:buNone/>
              <a:defRPr/>
            </a:pPr>
            <a:r>
              <a:rPr kumimoji="1" lang="zh-CN" altLang="en-US" sz="5000" kern="1200" cap="none" spc="0" normalizeH="0" baseline="0" noProof="0" dirty="0">
                <a:solidFill>
                  <a:schemeClr val="tx2"/>
                </a:solidFill>
                <a:latin typeface="微软雅黑" panose="020B0503020204020204" pitchFamily="34" charset="-122"/>
                <a:ea typeface="微软雅黑" panose="020B0503020204020204" pitchFamily="34" charset="-122"/>
                <a:cs typeface="+mj-cs"/>
              </a:rPr>
              <a:t>用户界面设计与代码实现</a:t>
            </a:r>
            <a:endParaRPr kumimoji="1" lang="zh-CN" altLang="en-US" sz="5000" kern="1200" cap="none" spc="0" normalizeH="0" baseline="0" noProof="0" dirty="0">
              <a:solidFill>
                <a:schemeClr val="tx2"/>
              </a:solidFill>
              <a:latin typeface="微软雅黑" panose="020B0503020204020204" pitchFamily="34" charset="-122"/>
              <a:ea typeface="微软雅黑" panose="020B0503020204020204" pitchFamily="34" charset="-122"/>
              <a:cs typeface="+mj-cs"/>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内容占位符 1"/>
          <p:cNvSpPr>
            <a:spLocks noGrp="1"/>
          </p:cNvSpPr>
          <p:nvPr>
            <p:ph idx="1"/>
          </p:nvPr>
        </p:nvSpPr>
        <p:spPr>
          <a:ln/>
        </p:spPr>
        <p:txBody>
          <a:bodyPr vert="horz" wrap="square" lIns="91221" tIns="45610" rIns="91221" bIns="45610" anchor="t" anchorCtr="0"/>
          <a:p>
            <a:pPr marL="273050" lvl="1" indent="-273050" defTabSz="914400" eaLnBrk="1" hangingPunct="1">
              <a:buClr>
                <a:srgbClr val="0BD0D9"/>
              </a:buClr>
              <a:buSzPct val="95000"/>
              <a:buFont typeface="Wingdings" panose="05000000000000000000" pitchFamily="2" charset="2"/>
              <a:buChar char="p"/>
              <a:tabLst>
                <a:tab pos="457200" algn="l"/>
              </a:tabLst>
            </a:pPr>
            <a:r>
              <a:rPr lang="zh-CN" altLang="en-US" sz="2800" b="1" dirty="0"/>
              <a:t>用户界面</a:t>
            </a:r>
            <a:r>
              <a:rPr lang="en-US" altLang="zh-CN" sz="2800" b="1" dirty="0"/>
              <a:t>(User Interface</a:t>
            </a:r>
            <a:r>
              <a:rPr lang="zh-CN" altLang="en-US" sz="2800" b="1" dirty="0"/>
              <a:t>，</a:t>
            </a:r>
            <a:r>
              <a:rPr lang="en-US" altLang="zh-CN" sz="2800" b="1" dirty="0"/>
              <a:t>UI)</a:t>
            </a:r>
            <a:r>
              <a:rPr lang="zh-CN" altLang="en-US" sz="2800" b="1" dirty="0"/>
              <a:t>通常也称为人机界面</a:t>
            </a:r>
            <a:r>
              <a:rPr lang="en-US" altLang="zh-CN" sz="2800" b="1" dirty="0"/>
              <a:t>(Human Computer Interface</a:t>
            </a:r>
            <a:r>
              <a:rPr lang="zh-CN" altLang="en-US" sz="2800" b="1" dirty="0"/>
              <a:t>，</a:t>
            </a:r>
            <a:r>
              <a:rPr lang="en-US" altLang="zh-CN" sz="2800" b="1" dirty="0"/>
              <a:t>HCI)</a:t>
            </a:r>
            <a:r>
              <a:rPr lang="zh-CN" altLang="en-US" sz="2800" b="1" dirty="0"/>
              <a:t>，它是交互式应用软件系统的门面。</a:t>
            </a:r>
            <a:endParaRPr lang="en-US" altLang="zh-CN" sz="2800" b="1" dirty="0"/>
          </a:p>
          <a:p>
            <a:pPr marL="273050" lvl="1" indent="-273050" defTabSz="914400" eaLnBrk="1" hangingPunct="1">
              <a:buClr>
                <a:srgbClr val="0BD0D9"/>
              </a:buClr>
              <a:buSzPct val="95000"/>
              <a:buFont typeface="Wingdings" panose="05000000000000000000" pitchFamily="2" charset="2"/>
              <a:buChar char="p"/>
              <a:tabLst>
                <a:tab pos="457200" algn="l"/>
              </a:tabLst>
            </a:pPr>
            <a:r>
              <a:rPr lang="zh-CN" altLang="en-US" sz="2800" b="1" dirty="0"/>
              <a:t>将开发一个应用软件比喻为建筑一栋房子，楼房的结构布局设置相当于软件工程的体系结构设计，房间的具体设计相当于构件级设计，而门、窗、墙面砖等的设计相当于软件工程的界面设计。</a:t>
            </a:r>
            <a:endParaRPr lang="zh-CN" altLang="en-US" sz="2800" b="1" dirty="0"/>
          </a:p>
          <a:p>
            <a:pPr defTabSz="914400" eaLnBrk="1" hangingPunct="1">
              <a:tabLst>
                <a:tab pos="457200" algn="l"/>
              </a:tabLst>
            </a:pPr>
            <a:endParaRPr lang="zh-CN" altLang="en-US" dirty="0"/>
          </a:p>
          <a:p>
            <a:pPr defTabSz="914400" eaLnBrk="1" hangingPunct="1">
              <a:tabLst>
                <a:tab pos="457200" algn="l"/>
              </a:tabLst>
            </a:pPr>
            <a:endParaRPr lang="zh-CN" altLang="en-US" dirty="0"/>
          </a:p>
        </p:txBody>
      </p:sp>
      <p:sp>
        <p:nvSpPr>
          <p:cNvPr id="58371" name="标题 2"/>
          <p:cNvSpPr>
            <a:spLocks noGrp="1"/>
          </p:cNvSpPr>
          <p:nvPr>
            <p:ph type="title"/>
          </p:nvPr>
        </p:nvSpPr>
        <p:spPr>
          <a:xfrm>
            <a:off x="455613" y="469900"/>
            <a:ext cx="8207375" cy="1139825"/>
          </a:xfrm>
          <a:ln/>
        </p:spPr>
        <p:txBody>
          <a:bodyPr vert="horz" wrap="square" lIns="0" tIns="45610" rIns="0" bIns="0" anchor="b" anchorCtr="0"/>
          <a:p>
            <a:pPr eaLnBrk="1" hangingPunct="1">
              <a:lnSpc>
                <a:spcPts val="4000"/>
              </a:lnSpc>
            </a:pPr>
            <a:r>
              <a:rPr lang="zh-CN" altLang="en-US" b="1" dirty="0">
                <a:latin typeface="微软雅黑" panose="020B0503020204020204" pitchFamily="34" charset="-122"/>
                <a:ea typeface="微软雅黑" panose="020B0503020204020204" pitchFamily="34" charset="-122"/>
              </a:rPr>
              <a:t>用户界面设计</a:t>
            </a:r>
            <a:endParaRPr lang="zh-CN" altLang="en-US" b="1" dirty="0">
              <a:latin typeface="微软雅黑" panose="020B0503020204020204" pitchFamily="34" charset="-122"/>
              <a:ea typeface="微软雅黑" panose="020B0503020204020204" pitchFamily="34" charset="-122"/>
            </a:endParaRPr>
          </a:p>
        </p:txBody>
      </p:sp>
      <p:sp>
        <p:nvSpPr>
          <p:cNvPr id="58372" name="矩形 1"/>
          <p:cNvSpPr/>
          <p:nvPr/>
        </p:nvSpPr>
        <p:spPr>
          <a:xfrm>
            <a:off x="725488" y="5510213"/>
            <a:ext cx="7921625" cy="523875"/>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273050" lvl="1" indent="-273050" defTabSz="914400" eaLnBrk="1" hangingPunct="1">
              <a:spcBef>
                <a:spcPct val="0"/>
              </a:spcBef>
              <a:buClr>
                <a:srgbClr val="0BD0D9"/>
              </a:buClr>
              <a:buSzPct val="95000"/>
              <a:buFont typeface="Wingdings" panose="05000000000000000000" pitchFamily="2" charset="2"/>
              <a:buChar char="p"/>
              <a:tabLst>
                <a:tab pos="457200" algn="l"/>
              </a:tabLst>
            </a:pPr>
            <a:r>
              <a:rPr lang="zh-CN" altLang="en-US" sz="2800" b="1" dirty="0">
                <a:latin typeface="黑体" panose="02010609060101010101" pitchFamily="49" charset="-122"/>
                <a:ea typeface="黑体" panose="02010609060101010101" pitchFamily="49" charset="-122"/>
              </a:rPr>
              <a:t>用户界面设计的重要性：</a:t>
            </a:r>
            <a:r>
              <a:rPr lang="zh-CN" altLang="en-US" sz="2800" b="1" dirty="0">
                <a:solidFill>
                  <a:srgbClr val="FF0000"/>
                </a:solidFill>
                <a:latin typeface="黑体" panose="02010609060101010101" pitchFamily="49" charset="-122"/>
                <a:ea typeface="黑体" panose="02010609060101010101" pitchFamily="49" charset="-122"/>
              </a:rPr>
              <a:t>苹果的成功</a:t>
            </a:r>
            <a:endParaRPr lang="zh-CN" altLang="en-US" b="1" dirty="0">
              <a:solidFill>
                <a:srgbClr val="FF0000"/>
              </a:solidFill>
              <a:latin typeface="黑体" panose="02010609060101010101" pitchFamily="49" charset="-122"/>
              <a:ea typeface="黑体" panose="02010609060101010101" pitchFamily="49" charset="-122"/>
            </a:endParaRPr>
          </a:p>
        </p:txBody>
      </p:sp>
    </p:spTree>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标题 2"/>
          <p:cNvSpPr>
            <a:spLocks noGrp="1"/>
          </p:cNvSpPr>
          <p:nvPr>
            <p:ph type="title"/>
          </p:nvPr>
        </p:nvSpPr>
        <p:spPr>
          <a:xfrm>
            <a:off x="455613" y="398463"/>
            <a:ext cx="8207375" cy="1139825"/>
          </a:xfrm>
          <a:ln/>
        </p:spPr>
        <p:txBody>
          <a:bodyPr vert="horz" wrap="square" lIns="0" tIns="45610" rIns="0" bIns="0" anchor="b" anchorCtr="0"/>
          <a:p>
            <a:pPr eaLnBrk="1" hangingPunct="1">
              <a:lnSpc>
                <a:spcPts val="4000"/>
              </a:lnSpc>
            </a:pPr>
            <a:r>
              <a:rPr lang="zh-CN" altLang="en-US" sz="4000" b="1" dirty="0">
                <a:latin typeface="微软雅黑" panose="020B0503020204020204" pitchFamily="34" charset="-122"/>
                <a:ea typeface="微软雅黑" panose="020B0503020204020204" pitchFamily="34" charset="-122"/>
              </a:rPr>
              <a:t>用户界面设计在软件设计中的归类</a:t>
            </a:r>
            <a:endParaRPr lang="zh-CN" altLang="en-US" sz="4000" b="1" dirty="0">
              <a:latin typeface="微软雅黑" panose="020B0503020204020204" pitchFamily="34" charset="-122"/>
              <a:ea typeface="微软雅黑" panose="020B0503020204020204" pitchFamily="34" charset="-122"/>
            </a:endParaRPr>
          </a:p>
        </p:txBody>
      </p:sp>
      <p:sp>
        <p:nvSpPr>
          <p:cNvPr id="59395" name="内容占位符 1"/>
          <p:cNvSpPr>
            <a:spLocks noGrp="1"/>
          </p:cNvSpPr>
          <p:nvPr>
            <p:ph idx="1"/>
          </p:nvPr>
        </p:nvSpPr>
        <p:spPr>
          <a:ln/>
        </p:spPr>
        <p:txBody>
          <a:bodyPr vert="horz" wrap="square" lIns="91221" tIns="45610" rIns="91221" bIns="45610" anchor="t" anchorCtr="0"/>
          <a:p>
            <a:pPr marL="273050" lvl="1" indent="-273050" defTabSz="914400" eaLnBrk="1" hangingPunct="1">
              <a:buClr>
                <a:srgbClr val="0BD0D9"/>
              </a:buClr>
              <a:buSzPct val="95000"/>
              <a:buFont typeface="Wingdings" panose="05000000000000000000" pitchFamily="2" charset="2"/>
              <a:buChar char="p"/>
              <a:tabLst>
                <a:tab pos="457200" algn="l"/>
              </a:tabLst>
            </a:pPr>
            <a:r>
              <a:rPr lang="zh-CN" altLang="en-US" sz="2800" b="1" dirty="0"/>
              <a:t>软件设计的主要任务</a:t>
            </a:r>
            <a:endParaRPr lang="en-US" altLang="zh-CN" sz="2800" b="1" dirty="0"/>
          </a:p>
          <a:p>
            <a:pPr marL="730250" lvl="2" indent="-457200" defTabSz="914400" eaLnBrk="1" hangingPunct="1">
              <a:buClr>
                <a:srgbClr val="0BD0D9"/>
              </a:buClr>
              <a:buSzPct val="95000"/>
              <a:buFont typeface="Wingdings" panose="05000000000000000000" pitchFamily="2" charset="2"/>
              <a:buChar char="Ø"/>
              <a:tabLst>
                <a:tab pos="457200" algn="l"/>
              </a:tabLst>
            </a:pPr>
            <a:r>
              <a:rPr lang="zh-CN" altLang="en-US" sz="2500" b="1" dirty="0">
                <a:solidFill>
                  <a:srgbClr val="FF0000"/>
                </a:solidFill>
              </a:rPr>
              <a:t>体系结构设计</a:t>
            </a:r>
            <a:endParaRPr lang="en-US" altLang="zh-CN" sz="2500" b="1" dirty="0">
              <a:solidFill>
                <a:srgbClr val="FF0000"/>
              </a:solidFill>
            </a:endParaRPr>
          </a:p>
          <a:p>
            <a:pPr marL="730250" lvl="2" indent="-457200" defTabSz="914400" eaLnBrk="1" hangingPunct="1">
              <a:buClr>
                <a:srgbClr val="0BD0D9"/>
              </a:buClr>
              <a:buSzPct val="95000"/>
              <a:buFont typeface="Wingdings" panose="05000000000000000000" pitchFamily="2" charset="2"/>
              <a:buChar char="Ø"/>
              <a:tabLst>
                <a:tab pos="457200" algn="l"/>
              </a:tabLst>
            </a:pPr>
            <a:r>
              <a:rPr lang="zh-CN" altLang="en-US" sz="2500" b="1" dirty="0">
                <a:solidFill>
                  <a:srgbClr val="FF0000"/>
                </a:solidFill>
              </a:rPr>
              <a:t>接口设计</a:t>
            </a:r>
            <a:endParaRPr lang="en-US" altLang="zh-CN" sz="2500" b="1" dirty="0">
              <a:solidFill>
                <a:srgbClr val="FF0000"/>
              </a:solidFill>
            </a:endParaRPr>
          </a:p>
          <a:p>
            <a:pPr marL="730250" lvl="2" indent="-457200" defTabSz="914400" eaLnBrk="1" hangingPunct="1">
              <a:buClr>
                <a:srgbClr val="0BD0D9"/>
              </a:buClr>
              <a:buSzPct val="95000"/>
              <a:buFont typeface="Wingdings" panose="05000000000000000000" pitchFamily="2" charset="2"/>
              <a:buChar char="Ø"/>
              <a:tabLst>
                <a:tab pos="457200" algn="l"/>
              </a:tabLst>
            </a:pPr>
            <a:r>
              <a:rPr lang="zh-CN" altLang="en-US" sz="2500" b="1" dirty="0"/>
              <a:t>数据设计</a:t>
            </a:r>
            <a:endParaRPr lang="en-US" altLang="zh-CN" sz="2500" b="1" dirty="0"/>
          </a:p>
          <a:p>
            <a:pPr marL="730250" lvl="2" indent="-457200" defTabSz="914400" eaLnBrk="1" hangingPunct="1">
              <a:buClr>
                <a:srgbClr val="0BD0D9"/>
              </a:buClr>
              <a:buSzPct val="95000"/>
              <a:buFont typeface="Wingdings" panose="05000000000000000000" pitchFamily="2" charset="2"/>
              <a:buChar char="Ø"/>
              <a:tabLst>
                <a:tab pos="457200" algn="l"/>
              </a:tabLst>
            </a:pPr>
            <a:r>
              <a:rPr lang="zh-CN" altLang="en-US" sz="2500" b="1" dirty="0"/>
              <a:t>过程设计</a:t>
            </a:r>
            <a:endParaRPr lang="zh-CN" altLang="en-US" sz="2500" b="1" dirty="0"/>
          </a:p>
          <a:p>
            <a:pPr defTabSz="914400" eaLnBrk="1" hangingPunct="1">
              <a:tabLst>
                <a:tab pos="457200" algn="l"/>
              </a:tabLst>
            </a:pPr>
            <a:endParaRPr lang="zh-CN" altLang="en-US" dirty="0"/>
          </a:p>
          <a:p>
            <a:pPr defTabSz="914400" eaLnBrk="1" hangingPunct="1">
              <a:tabLst>
                <a:tab pos="457200" algn="l"/>
              </a:tabLst>
            </a:pPr>
            <a:endParaRPr lang="zh-CN" altLang="en-US" dirty="0"/>
          </a:p>
        </p:txBody>
      </p:sp>
      <p:sp>
        <p:nvSpPr>
          <p:cNvPr id="4" name="矩形标注 3"/>
          <p:cNvSpPr/>
          <p:nvPr/>
        </p:nvSpPr>
        <p:spPr>
          <a:xfrm>
            <a:off x="3907664" y="2630562"/>
            <a:ext cx="4824536" cy="3168352"/>
          </a:xfrm>
          <a:prstGeom prst="wedgeRectCallout">
            <a:avLst>
              <a:gd name="adj1" fmla="val -78860"/>
              <a:gd name="adj2" fmla="val -34494"/>
            </a:avLst>
          </a:prstGeom>
          <a:gradFill>
            <a:gsLst>
              <a:gs pos="0">
                <a:schemeClr val="bg2">
                  <a:tint val="80000"/>
                  <a:satMod val="400000"/>
                </a:schemeClr>
              </a:gs>
              <a:gs pos="25000">
                <a:schemeClr val="bg2">
                  <a:tint val="83000"/>
                  <a:satMod val="320000"/>
                </a:schemeClr>
              </a:gs>
              <a:gs pos="100000">
                <a:schemeClr val="bg2">
                  <a:shade val="15000"/>
                  <a:satMod val="320000"/>
                </a:schemeClr>
              </a:gs>
            </a:gsLst>
            <a:path path="circle">
              <a:fillToRect l="10000" t="110000" r="10000" b="100000"/>
            </a:path>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Char char="Ø"/>
              <a:defRPr/>
            </a:pPr>
            <a:r>
              <a:rPr kumimoji="1" lang="zh-CN" altLang="en-US" sz="2400" b="1" i="0" u="none" strike="noStrike" kern="1200" cap="none" spc="0" normalizeH="0" baseline="0" noProof="0" dirty="0">
                <a:ln>
                  <a:noFill/>
                </a:ln>
                <a:solidFill>
                  <a:schemeClr val="tx1"/>
                </a:solidFill>
                <a:effectLst/>
                <a:uLnTx/>
                <a:uFillTx/>
                <a:latin typeface="+mn-lt"/>
                <a:ea typeface="+mn-ea"/>
                <a:cs typeface="+mn-cs"/>
              </a:rPr>
              <a:t>软件构件间的接口设计</a:t>
            </a:r>
            <a:endParaRPr kumimoji="1"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Char char="Ø"/>
              <a:defRPr/>
            </a:pPr>
            <a:endParaRPr kumimoji="1"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Char char="Ø"/>
              <a:defRPr/>
            </a:pPr>
            <a:r>
              <a:rPr kumimoji="1" lang="zh-CN" altLang="en-US" sz="2400" b="1" i="0" u="none" strike="noStrike" kern="1200" cap="none" spc="0" normalizeH="0" baseline="0" noProof="0" dirty="0">
                <a:ln>
                  <a:noFill/>
                </a:ln>
                <a:solidFill>
                  <a:schemeClr val="tx1"/>
                </a:solidFill>
                <a:effectLst/>
                <a:uLnTx/>
                <a:uFillTx/>
                <a:latin typeface="+mn-lt"/>
                <a:ea typeface="+mn-ea"/>
                <a:cs typeface="+mn-cs"/>
              </a:rPr>
              <a:t>软件和其它硬件或软件间的接口设计</a:t>
            </a:r>
            <a:endParaRPr kumimoji="1"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Char char="Ø"/>
              <a:defRPr/>
            </a:pPr>
            <a:endParaRPr kumimoji="1"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Char char="Ø"/>
              <a:defRPr/>
            </a:pPr>
            <a:r>
              <a:rPr kumimoji="1" lang="zh-CN" altLang="en-US" sz="2400" b="1" i="0" u="none" strike="noStrike" kern="1200" cap="none" spc="0" normalizeH="0" baseline="0" noProof="0" dirty="0">
                <a:ln>
                  <a:noFill/>
                </a:ln>
                <a:solidFill>
                  <a:schemeClr val="tx1"/>
                </a:solidFill>
                <a:effectLst/>
                <a:uLnTx/>
                <a:uFillTx/>
                <a:latin typeface="+mn-lt"/>
                <a:ea typeface="+mn-ea"/>
                <a:cs typeface="+mn-cs"/>
              </a:rPr>
              <a:t>人与计算机间交互信息的</a:t>
            </a:r>
            <a:r>
              <a:rPr kumimoji="1" lang="zh-CN" altLang="en-US" sz="2400" b="1" i="0" u="none" strike="noStrike" kern="1200" cap="none" spc="0" normalizeH="0" baseline="0" noProof="0" dirty="0">
                <a:ln>
                  <a:noFill/>
                </a:ln>
                <a:solidFill>
                  <a:srgbClr val="FF0000"/>
                </a:solidFill>
                <a:effectLst/>
                <a:uLnTx/>
                <a:uFillTx/>
                <a:latin typeface="+mn-lt"/>
                <a:ea typeface="+mn-ea"/>
                <a:cs typeface="+mn-cs"/>
              </a:rPr>
              <a:t>界面设计</a:t>
            </a:r>
            <a:endParaRPr kumimoji="1" lang="zh-CN" altLang="en-US" sz="2400" b="1" i="0" u="none" strike="noStrike" kern="1200" cap="none" spc="0" normalizeH="0" baseline="0" noProof="0" dirty="0">
              <a:ln>
                <a:noFill/>
              </a:ln>
              <a:solidFill>
                <a:srgbClr val="FF0000"/>
              </a:solidFill>
              <a:effectLst/>
              <a:uLnTx/>
              <a:uFillTx/>
              <a:latin typeface="+mn-lt"/>
              <a:ea typeface="+mn-ea"/>
              <a:cs typeface="+mn-cs"/>
            </a:endParaRPr>
          </a:p>
        </p:txBody>
      </p:sp>
    </p:spTree>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内容占位符 2"/>
          <p:cNvSpPr>
            <a:spLocks noGrp="1"/>
          </p:cNvSpPr>
          <p:nvPr>
            <p:ph idx="1"/>
          </p:nvPr>
        </p:nvSpPr>
        <p:spPr/>
        <p:txBody>
          <a:bodyPr vert="horz" wrap="square" lIns="91221" tIns="45610" rIns="91221" bIns="45610" numCol="1" anchor="t" anchorCtr="0" compatLnSpc="1"/>
          <a:lstStyle/>
          <a:p>
            <a:pPr marL="273050" marR="0" lvl="1" indent="-27305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0" lang="zh-CN" altLang="en-US" sz="28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交互模型和框架</a:t>
            </a:r>
            <a:endParaRPr kumimoji="0" lang="en-US" altLang="zh-CN" sz="28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273050" marR="0" lvl="1" indent="-27305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0" lang="zh-CN" altLang="en-US" sz="28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人类工程学</a:t>
            </a:r>
            <a:endParaRPr kumimoji="0" lang="en-US" altLang="zh-CN" sz="28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273050" marR="0" lvl="1" indent="-27305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0" lang="zh-CN" altLang="en-US" sz="28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用户界面风格</a:t>
            </a:r>
            <a:endParaRPr kumimoji="0" lang="en-US" altLang="zh-CN" sz="28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931545" marR="0" lvl="1" indent="-457200" algn="l" defTabSz="914400" rtl="0" eaLnBrk="1" fontAlgn="auto" latinLnBrk="0" hangingPunct="1">
              <a:lnSpc>
                <a:spcPct val="100000"/>
              </a:lnSpc>
              <a:spcBef>
                <a:spcPct val="20000"/>
              </a:spcBef>
              <a:spcAft>
                <a:spcPts val="0"/>
              </a:spcAft>
              <a:buClr>
                <a:schemeClr val="accent1"/>
              </a:buClr>
              <a:buSzPct val="85000"/>
              <a:buFont typeface="Wingdings" panose="05000000000000000000" pitchFamily="2" charset="2"/>
              <a:buChar char="Ø"/>
              <a:defRPr/>
            </a:pPr>
            <a:r>
              <a:rPr kumimoji="0" lang="zh-CN" altLang="en-US" sz="24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命令语言</a:t>
            </a:r>
            <a:endParaRPr kumimoji="0" lang="en-US" altLang="zh-CN"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931545" marR="0" lvl="1" indent="-457200" algn="l" defTabSz="914400" rtl="0" eaLnBrk="1" fontAlgn="auto" latinLnBrk="0" hangingPunct="1">
              <a:lnSpc>
                <a:spcPct val="100000"/>
              </a:lnSpc>
              <a:spcBef>
                <a:spcPct val="20000"/>
              </a:spcBef>
              <a:spcAft>
                <a:spcPts val="0"/>
              </a:spcAft>
              <a:buClr>
                <a:schemeClr val="accent1"/>
              </a:buClr>
              <a:buSzPct val="85000"/>
              <a:buFont typeface="Wingdings" panose="05000000000000000000" pitchFamily="2" charset="2"/>
              <a:buChar char="Ø"/>
              <a:defRPr/>
            </a:pPr>
            <a:r>
              <a:rPr kumimoji="0" lang="zh-CN" altLang="en-US" sz="24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菜单</a:t>
            </a:r>
            <a:r>
              <a:rPr kumimoji="0" lang="zh-CN" altLang="en-US"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选项</a:t>
            </a:r>
            <a:endParaRPr kumimoji="0" lang="en-US" altLang="zh-CN"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931545" marR="0" lvl="1" indent="-457200" algn="l" defTabSz="914400" rtl="0" eaLnBrk="1" fontAlgn="auto" latinLnBrk="0" hangingPunct="1">
              <a:lnSpc>
                <a:spcPct val="100000"/>
              </a:lnSpc>
              <a:spcBef>
                <a:spcPct val="20000"/>
              </a:spcBef>
              <a:spcAft>
                <a:spcPts val="0"/>
              </a:spcAft>
              <a:buClr>
                <a:schemeClr val="accent1"/>
              </a:buClr>
              <a:buSzPct val="85000"/>
              <a:buFont typeface="Wingdings" panose="05000000000000000000" pitchFamily="2" charset="2"/>
              <a:buChar char="Ø"/>
              <a:defRPr/>
            </a:pPr>
            <a:r>
              <a:rPr kumimoji="0" lang="zh-CN" altLang="en-US" sz="24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面向</a:t>
            </a:r>
            <a:r>
              <a:rPr kumimoji="0" lang="zh-CN" altLang="en-US"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窗口的点选界面</a:t>
            </a:r>
            <a:endParaRPr kumimoji="0" lang="en-US" altLang="zh-CN"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931545" marR="0" lvl="1" indent="-457200" algn="l" defTabSz="914400" rtl="0" eaLnBrk="1" fontAlgn="auto" latinLnBrk="0" hangingPunct="1">
              <a:lnSpc>
                <a:spcPct val="100000"/>
              </a:lnSpc>
              <a:spcBef>
                <a:spcPct val="20000"/>
              </a:spcBef>
              <a:spcAft>
                <a:spcPts val="0"/>
              </a:spcAft>
              <a:buClr>
                <a:schemeClr val="accent1"/>
              </a:buClr>
              <a:buSzPct val="85000"/>
              <a:buFont typeface="Wingdings" panose="05000000000000000000" pitchFamily="2" charset="2"/>
              <a:buChar char="Ø"/>
              <a:defRPr/>
            </a:pPr>
            <a:r>
              <a:rPr kumimoji="0" lang="zh-CN" altLang="en-US" sz="24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自然语言</a:t>
            </a:r>
            <a:r>
              <a:rPr kumimoji="0" lang="zh-CN" altLang="en-US"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风格的界面</a:t>
            </a:r>
            <a:endParaRPr kumimoji="0" lang="zh-CN" altLang="en-US"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273050" marR="0" lvl="1" indent="-27305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p"/>
              <a:tabLst>
                <a:tab pos="457200" algn="l"/>
              </a:tabLst>
              <a:defRPr/>
            </a:pPr>
            <a:endParaRPr kumimoji="0" lang="en-US" altLang="zh-CN" sz="28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273050" marR="0" lvl="1" indent="-27305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p"/>
              <a:tabLst>
                <a:tab pos="457200" algn="l"/>
              </a:tabLst>
              <a:defRPr/>
            </a:pPr>
            <a:endParaRPr kumimoji="1" lang="en-US" altLang="zh-CN" sz="2800" b="1"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273050" marR="0" lvl="1" indent="-27305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p"/>
              <a:tabLst>
                <a:tab pos="457200" algn="l"/>
              </a:tabLst>
              <a:defRPr/>
            </a:pPr>
            <a:endParaRPr kumimoji="1" lang="en-US" altLang="zh-CN" sz="2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273050" marR="0" lvl="0" indent="-27305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Char char=""/>
              <a:defRPr/>
            </a:pPr>
            <a:endParaRPr kumimoji="0" lang="en-US" altLang="zh-CN" sz="26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273050" marR="0" lvl="0" indent="-27305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Char char=""/>
              <a:defRPr/>
            </a:pPr>
            <a:endParaRPr kumimoji="0" lang="zh-CN" altLang="en-US" sz="26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endParaRPr>
          </a:p>
        </p:txBody>
      </p:sp>
      <p:sp>
        <p:nvSpPr>
          <p:cNvPr id="60419" name="标题 1"/>
          <p:cNvSpPr>
            <a:spLocks noGrp="1"/>
          </p:cNvSpPr>
          <p:nvPr>
            <p:ph type="title"/>
          </p:nvPr>
        </p:nvSpPr>
        <p:spPr>
          <a:xfrm>
            <a:off x="455613" y="469900"/>
            <a:ext cx="8207375" cy="1139825"/>
          </a:xfrm>
          <a:ln/>
        </p:spPr>
        <p:txBody>
          <a:bodyPr vert="horz" wrap="square" lIns="0" tIns="45610" rIns="0" bIns="0" anchor="b" anchorCtr="0"/>
          <a:p>
            <a:pPr marL="608330" indent="-608330" eaLnBrk="1" hangingPunct="1">
              <a:lnSpc>
                <a:spcPts val="4000"/>
              </a:lnSpc>
            </a:pPr>
            <a:r>
              <a:rPr lang="zh-CN" altLang="en-US" sz="4800" b="1" dirty="0">
                <a:latin typeface="微软雅黑" panose="020B0503020204020204" pitchFamily="34" charset="-122"/>
                <a:ea typeface="微软雅黑" panose="020B0503020204020204" pitchFamily="34" charset="-122"/>
              </a:rPr>
              <a:t>用户界面设计的基础</a:t>
            </a:r>
            <a:endParaRPr lang="zh-CN" altLang="en-US" sz="4800"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内容占位符 2"/>
          <p:cNvSpPr>
            <a:spLocks noGrp="1"/>
          </p:cNvSpPr>
          <p:nvPr>
            <p:ph idx="1"/>
          </p:nvPr>
        </p:nvSpPr>
        <p:spPr>
          <a:xfrm>
            <a:off x="455613" y="1693863"/>
            <a:ext cx="8207375" cy="4381500"/>
          </a:xfrm>
        </p:spPr>
        <p:txBody>
          <a:bodyPr vert="horz" wrap="square" lIns="91221" tIns="45610" rIns="91221" bIns="45610" numCol="1" anchor="t" anchorCtr="0" compatLnSpc="1"/>
          <a:lstStyle/>
          <a:p>
            <a:pPr marL="273050" marR="0" lvl="1" indent="-27305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0" lang="zh-CN" altLang="en-US"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以用户为</a:t>
            </a:r>
            <a:r>
              <a:rPr kumimoji="0" lang="zh-CN" altLang="en-US" sz="24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中心：</a:t>
            </a:r>
            <a:r>
              <a:rPr kumimoji="0" lang="zh-CN" altLang="en-US" sz="2000" b="1" i="0" u="none" strike="noStrike" kern="1200" cap="none" spc="0" normalizeH="0" baseline="0" noProof="0" dirty="0" smtClean="0">
                <a:ln>
                  <a:noFill/>
                </a:ln>
                <a:solidFill>
                  <a:srgbClr val="FF0000"/>
                </a:solidFill>
                <a:effectLst/>
                <a:uLnTx/>
                <a:uFillTx/>
                <a:latin typeface="+mn-lt"/>
                <a:ea typeface="宋体" panose="02010600030101010101" pitchFamily="2" charset="-122"/>
                <a:cs typeface="+mn-cs"/>
              </a:rPr>
              <a:t>将界面置于用户的控制之下</a:t>
            </a:r>
            <a:endParaRPr kumimoji="0" lang="en-US" altLang="zh-CN" sz="2000" b="1" i="0" u="none" strike="noStrike" kern="1200" cap="none" spc="0" normalizeH="0" baseline="0" noProof="0" dirty="0" smtClean="0">
              <a:ln>
                <a:noFill/>
              </a:ln>
              <a:solidFill>
                <a:srgbClr val="FF0000"/>
              </a:solidFill>
              <a:effectLst/>
              <a:uLnTx/>
              <a:uFillTx/>
              <a:latin typeface="+mn-lt"/>
              <a:ea typeface="宋体" panose="02010600030101010101" pitchFamily="2" charset="-122"/>
              <a:cs typeface="+mn-cs"/>
            </a:endParaRPr>
          </a:p>
          <a:p>
            <a:pPr marL="638175" marR="0" lvl="1" indent="-246380" algn="l" defTabSz="914400" rtl="0" eaLnBrk="1" fontAlgn="base" latinLnBrk="0" hangingPunct="1">
              <a:lnSpc>
                <a:spcPct val="90000"/>
              </a:lnSpc>
              <a:spcBef>
                <a:spcPct val="20000"/>
              </a:spcBef>
              <a:spcAft>
                <a:spcPct val="0"/>
              </a:spcAft>
              <a:buClr>
                <a:schemeClr val="accent1"/>
              </a:buClr>
              <a:buSzPct val="85000"/>
              <a:buFont typeface="Wingdings" panose="05000000000000000000" pitchFamily="2" charset="2"/>
              <a:buChar char="Ø"/>
              <a:defRPr/>
            </a:pPr>
            <a:r>
              <a:rPr kumimoji="0" lang="zh-CN" altLang="en-US" sz="20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用户</a:t>
            </a:r>
            <a:r>
              <a:rPr kumimoji="0" lang="en-US" altLang="zh-CN" sz="20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0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而不是计算机或软件</a:t>
            </a:r>
            <a:r>
              <a:rPr kumimoji="0" lang="en-US" altLang="zh-CN" sz="20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0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开始动作</a:t>
            </a:r>
            <a:endParaRPr kumimoji="0" lang="zh-CN" altLang="en-US" sz="20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638175" marR="0" lvl="1" indent="-246380" algn="l" defTabSz="914400" rtl="0" eaLnBrk="1" fontAlgn="base" latinLnBrk="0" hangingPunct="1">
              <a:lnSpc>
                <a:spcPct val="90000"/>
              </a:lnSpc>
              <a:spcBef>
                <a:spcPct val="20000"/>
              </a:spcBef>
              <a:spcAft>
                <a:spcPct val="0"/>
              </a:spcAft>
              <a:buClr>
                <a:schemeClr val="accent1"/>
              </a:buClr>
              <a:buSzPct val="85000"/>
              <a:buFont typeface="Wingdings" panose="05000000000000000000" pitchFamily="2" charset="2"/>
              <a:buChar char="Ø"/>
              <a:defRPr/>
            </a:pPr>
            <a:r>
              <a:rPr kumimoji="0" lang="zh-CN" altLang="en-US" sz="20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提供灵活的交互</a:t>
            </a:r>
            <a:endParaRPr kumimoji="0" lang="en-US" altLang="zh-CN" sz="20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638175" marR="0" lvl="1" indent="-246380" algn="l" defTabSz="914400" rtl="0" eaLnBrk="1" fontAlgn="base" latinLnBrk="0" hangingPunct="1">
              <a:lnSpc>
                <a:spcPct val="90000"/>
              </a:lnSpc>
              <a:spcBef>
                <a:spcPct val="20000"/>
              </a:spcBef>
              <a:spcAft>
                <a:spcPct val="0"/>
              </a:spcAft>
              <a:buClr>
                <a:schemeClr val="accent1"/>
              </a:buClr>
              <a:buSzPct val="85000"/>
              <a:buFont typeface="Wingdings" panose="05000000000000000000" pitchFamily="2" charset="2"/>
              <a:buChar char="Ø"/>
              <a:defRPr/>
            </a:pPr>
            <a:r>
              <a:rPr kumimoji="0" lang="zh-CN" altLang="en-US" sz="20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允许用户中断和撤销</a:t>
            </a:r>
            <a:endParaRPr kumimoji="0" lang="en-US" altLang="zh-CN" sz="20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638175" marR="0" lvl="1" indent="-246380" algn="l" defTabSz="914400" rtl="0" eaLnBrk="1" fontAlgn="base" latinLnBrk="0" hangingPunct="1">
              <a:lnSpc>
                <a:spcPct val="90000"/>
              </a:lnSpc>
              <a:spcBef>
                <a:spcPct val="20000"/>
              </a:spcBef>
              <a:spcAft>
                <a:spcPct val="0"/>
              </a:spcAft>
              <a:buClr>
                <a:schemeClr val="accent1"/>
              </a:buClr>
              <a:buSzPct val="85000"/>
              <a:buFont typeface="Wingdings" panose="05000000000000000000" pitchFamily="2" charset="2"/>
              <a:buChar char="Ø"/>
              <a:defRPr/>
            </a:pPr>
            <a:r>
              <a:rPr kumimoji="0" lang="zh-CN" altLang="en-US" sz="20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使用户与内部细节隔离开来</a:t>
            </a:r>
            <a:endParaRPr kumimoji="0" lang="en-US" altLang="zh-CN" sz="20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638175" marR="0" lvl="1" indent="-246380" algn="l" defTabSz="914400" rtl="0" eaLnBrk="1" fontAlgn="base" latinLnBrk="0" hangingPunct="1">
              <a:lnSpc>
                <a:spcPct val="90000"/>
              </a:lnSpc>
              <a:spcBef>
                <a:spcPct val="20000"/>
              </a:spcBef>
              <a:spcAft>
                <a:spcPct val="0"/>
              </a:spcAft>
              <a:buClr>
                <a:schemeClr val="accent1"/>
              </a:buClr>
              <a:buSzPct val="85000"/>
              <a:buFont typeface="Wingdings" panose="05000000000000000000" pitchFamily="2" charset="2"/>
              <a:buChar char="Ø"/>
              <a:defRPr/>
            </a:pPr>
            <a:r>
              <a:rPr kumimoji="0" lang="zh-CN" altLang="en-US" sz="20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设计应允许用户和出现在屏幕上的对象直接交互</a:t>
            </a:r>
            <a:endParaRPr kumimoji="0" lang="en-US" altLang="zh-CN" sz="20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638175" marR="0" lvl="1" indent="-246380" algn="l" defTabSz="914400" rtl="0" eaLnBrk="1" fontAlgn="base" latinLnBrk="0" hangingPunct="1">
              <a:lnSpc>
                <a:spcPct val="90000"/>
              </a:lnSpc>
              <a:spcBef>
                <a:spcPct val="20000"/>
              </a:spcBef>
              <a:spcAft>
                <a:spcPct val="0"/>
              </a:spcAft>
              <a:buClr>
                <a:schemeClr val="accent1"/>
              </a:buClr>
              <a:buSzPct val="85000"/>
              <a:buFont typeface="Wingdings" panose="05000000000000000000" pitchFamily="2" charset="2"/>
              <a:buChar char="Ø"/>
              <a:defRPr/>
            </a:pPr>
            <a:r>
              <a:rPr kumimoji="0" lang="zh-CN" altLang="en-US" sz="20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容忍</a:t>
            </a:r>
            <a:r>
              <a:rPr kumimoji="0" lang="zh-CN" altLang="en-US" sz="20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用户探索中出错</a:t>
            </a:r>
            <a:endParaRPr kumimoji="0" lang="zh-CN" altLang="en-US" sz="20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273050" marR="0" lvl="1" indent="-27305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0" lang="zh-CN" altLang="en-US" sz="24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减轻</a:t>
            </a:r>
            <a:r>
              <a:rPr kumimoji="0" lang="zh-CN" altLang="en-US"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用户的记忆</a:t>
            </a:r>
            <a:r>
              <a:rPr kumimoji="0" lang="zh-CN" altLang="en-US" sz="24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负担：</a:t>
            </a:r>
            <a:r>
              <a:rPr kumimoji="0" lang="zh-CN" altLang="en-US" sz="2400" b="1" i="0" u="none" strike="noStrike" kern="1200" cap="none" spc="0" normalizeH="0" baseline="0" noProof="0" dirty="0">
                <a:ln>
                  <a:noFill/>
                </a:ln>
                <a:solidFill>
                  <a:srgbClr val="FF0000"/>
                </a:solidFill>
                <a:effectLst/>
                <a:uLnTx/>
                <a:uFillTx/>
                <a:latin typeface="+mn-lt"/>
                <a:ea typeface="宋体" panose="02010600030101010101" pitchFamily="2" charset="-122"/>
                <a:cs typeface="+mn-cs"/>
              </a:rPr>
              <a:t>良好的直觉特性</a:t>
            </a:r>
            <a:endParaRPr kumimoji="0" lang="zh-CN" altLang="en-US" sz="2400" b="1" i="0" u="none" strike="noStrike" kern="1200" cap="none" spc="0" normalizeH="0" baseline="0" noProof="0" dirty="0">
              <a:ln>
                <a:noFill/>
              </a:ln>
              <a:solidFill>
                <a:srgbClr val="FF0000"/>
              </a:solidFill>
              <a:effectLst/>
              <a:uLnTx/>
              <a:uFillTx/>
              <a:latin typeface="+mn-lt"/>
              <a:ea typeface="宋体" panose="02010600030101010101" pitchFamily="2" charset="-122"/>
              <a:cs typeface="+mn-cs"/>
            </a:endParaRPr>
          </a:p>
          <a:p>
            <a:pPr marL="638175" marR="0" lvl="1" indent="-246380" algn="l" defTabSz="914400" rtl="0" eaLnBrk="1" fontAlgn="base" latinLnBrk="0" hangingPunct="1">
              <a:lnSpc>
                <a:spcPct val="90000"/>
              </a:lnSpc>
              <a:spcBef>
                <a:spcPct val="20000"/>
              </a:spcBef>
              <a:spcAft>
                <a:spcPct val="0"/>
              </a:spcAft>
              <a:buClr>
                <a:schemeClr val="accent1"/>
              </a:buClr>
              <a:buSzPct val="85000"/>
              <a:buFont typeface="Wingdings" panose="05000000000000000000" pitchFamily="2" charset="2"/>
              <a:buChar char="Ø"/>
              <a:defRPr/>
            </a:pPr>
            <a:r>
              <a:rPr kumimoji="0" lang="zh-CN" altLang="en-US" sz="20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减少对短期记忆的要求</a:t>
            </a:r>
            <a:endParaRPr kumimoji="0" lang="zh-CN" altLang="en-US" sz="20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638175" marR="0" lvl="1" indent="-246380" algn="l" defTabSz="914400" rtl="0" eaLnBrk="1" fontAlgn="base" latinLnBrk="0" hangingPunct="1">
              <a:lnSpc>
                <a:spcPct val="90000"/>
              </a:lnSpc>
              <a:spcBef>
                <a:spcPct val="20000"/>
              </a:spcBef>
              <a:spcAft>
                <a:spcPct val="0"/>
              </a:spcAft>
              <a:buClr>
                <a:schemeClr val="accent1"/>
              </a:buClr>
              <a:buSzPct val="85000"/>
              <a:buFont typeface="Wingdings" panose="05000000000000000000" pitchFamily="2" charset="2"/>
              <a:buChar char="Ø"/>
              <a:defRPr/>
            </a:pPr>
            <a:r>
              <a:rPr kumimoji="0" lang="zh-CN" altLang="en-US" sz="20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建立有意义的默认</a:t>
            </a:r>
            <a:endParaRPr kumimoji="0" lang="en-US" altLang="zh-CN" sz="20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638175" marR="0" lvl="1" indent="-246380" algn="l" defTabSz="914400" rtl="0" eaLnBrk="1" fontAlgn="base" latinLnBrk="0" hangingPunct="1">
              <a:lnSpc>
                <a:spcPct val="90000"/>
              </a:lnSpc>
              <a:spcBef>
                <a:spcPct val="20000"/>
              </a:spcBef>
              <a:spcAft>
                <a:spcPct val="0"/>
              </a:spcAft>
              <a:buClr>
                <a:schemeClr val="accent1"/>
              </a:buClr>
              <a:buSzPct val="85000"/>
              <a:buFont typeface="Wingdings" panose="05000000000000000000" pitchFamily="2" charset="2"/>
              <a:buChar char="Ø"/>
              <a:defRPr/>
            </a:pPr>
            <a:r>
              <a:rPr kumimoji="0" lang="zh-CN" altLang="en-US" sz="20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定义直观的快捷方式</a:t>
            </a:r>
            <a:endParaRPr kumimoji="0" lang="en-US" altLang="zh-CN" sz="20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638175" marR="0" lvl="1" indent="-246380" algn="l" defTabSz="914400" rtl="0" eaLnBrk="1" fontAlgn="base" latinLnBrk="0" hangingPunct="1">
              <a:lnSpc>
                <a:spcPct val="90000"/>
              </a:lnSpc>
              <a:spcBef>
                <a:spcPct val="20000"/>
              </a:spcBef>
              <a:spcAft>
                <a:spcPct val="0"/>
              </a:spcAft>
              <a:buClr>
                <a:schemeClr val="accent1"/>
              </a:buClr>
              <a:buSzPct val="85000"/>
              <a:buFont typeface="Wingdings" panose="05000000000000000000" pitchFamily="2" charset="2"/>
              <a:buChar char="Ø"/>
              <a:defRPr/>
            </a:pPr>
            <a:r>
              <a:rPr kumimoji="0" lang="zh-CN" altLang="en-US" sz="20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界面的视觉布局应该基于真实世界的象征 </a:t>
            </a:r>
            <a:endParaRPr kumimoji="0" lang="zh-CN" altLang="en-US" sz="20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273050" marR="0" lvl="1" indent="-27305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0" lang="zh-CN" altLang="en-US" sz="24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保持</a:t>
            </a:r>
            <a:r>
              <a:rPr kumimoji="0" lang="zh-CN" altLang="en-US"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界面的一致性</a:t>
            </a:r>
            <a:endParaRPr kumimoji="0" lang="zh-CN" altLang="en-US"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p:txBody>
      </p:sp>
      <p:sp>
        <p:nvSpPr>
          <p:cNvPr id="61443" name="标题 1"/>
          <p:cNvSpPr>
            <a:spLocks noGrp="1"/>
          </p:cNvSpPr>
          <p:nvPr>
            <p:ph type="title"/>
          </p:nvPr>
        </p:nvSpPr>
        <p:spPr>
          <a:xfrm>
            <a:off x="455613" y="398463"/>
            <a:ext cx="8207375" cy="1139825"/>
          </a:xfrm>
          <a:ln/>
        </p:spPr>
        <p:txBody>
          <a:bodyPr vert="horz" wrap="square" lIns="0" tIns="45610" rIns="0" bIns="0" anchor="b" anchorCtr="0"/>
          <a:p>
            <a:pPr marL="608330" indent="-608330" eaLnBrk="1" hangingPunct="1">
              <a:lnSpc>
                <a:spcPts val="4000"/>
              </a:lnSpc>
            </a:pPr>
            <a:r>
              <a:rPr lang="zh-CN" altLang="en-US" sz="4800" b="1" dirty="0">
                <a:latin typeface="微软雅黑" panose="020B0503020204020204" pitchFamily="34" charset="-122"/>
                <a:ea typeface="微软雅黑" panose="020B0503020204020204" pitchFamily="34" charset="-122"/>
              </a:rPr>
              <a:t>用户界面设计原则</a:t>
            </a:r>
            <a:endParaRPr lang="zh-CN" altLang="en-US" sz="4800"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内容占位符 2"/>
          <p:cNvSpPr>
            <a:spLocks noGrp="1"/>
          </p:cNvSpPr>
          <p:nvPr>
            <p:ph idx="1"/>
          </p:nvPr>
        </p:nvSpPr>
        <p:spPr>
          <a:xfrm>
            <a:off x="455613" y="1766888"/>
            <a:ext cx="8207375" cy="4381500"/>
          </a:xfrm>
          <a:ln/>
        </p:spPr>
        <p:txBody>
          <a:bodyPr vert="horz" wrap="square" lIns="91221" tIns="45610" rIns="91221" bIns="45610" anchor="t" anchorCtr="0"/>
          <a:p>
            <a:pPr marL="273050" lvl="1" indent="-273050" defTabSz="914400" eaLnBrk="1" hangingPunct="1">
              <a:lnSpc>
                <a:spcPct val="150000"/>
              </a:lnSpc>
              <a:buClr>
                <a:srgbClr val="0BD0D9"/>
              </a:buClr>
              <a:buSzPct val="95000"/>
              <a:buFont typeface="Wingdings" panose="05000000000000000000" pitchFamily="2" charset="2"/>
              <a:buChar char="p"/>
              <a:tabLst>
                <a:tab pos="457200" algn="l"/>
              </a:tabLst>
            </a:pPr>
            <a:r>
              <a:rPr lang="zh-CN" altLang="en-US" dirty="0"/>
              <a:t>界面分析和建模</a:t>
            </a:r>
            <a:endParaRPr lang="en-US" altLang="zh-CN" dirty="0"/>
          </a:p>
          <a:p>
            <a:pPr marL="273050" lvl="1" indent="-273050" defTabSz="914400" eaLnBrk="1" hangingPunct="1">
              <a:lnSpc>
                <a:spcPct val="150000"/>
              </a:lnSpc>
              <a:buClr>
                <a:srgbClr val="0BD0D9"/>
              </a:buClr>
              <a:buSzPct val="95000"/>
              <a:buFont typeface="Wingdings" panose="05000000000000000000" pitchFamily="2" charset="2"/>
              <a:buChar char="p"/>
              <a:tabLst>
                <a:tab pos="457200" algn="l"/>
              </a:tabLst>
            </a:pPr>
            <a:r>
              <a:rPr lang="zh-CN" altLang="en-US" dirty="0"/>
              <a:t>界面设计</a:t>
            </a:r>
            <a:endParaRPr lang="en-US" altLang="zh-CN" dirty="0"/>
          </a:p>
          <a:p>
            <a:pPr marL="273050" lvl="1" indent="-273050" defTabSz="914400" eaLnBrk="1" hangingPunct="1">
              <a:lnSpc>
                <a:spcPct val="150000"/>
              </a:lnSpc>
              <a:buClr>
                <a:srgbClr val="0BD0D9"/>
              </a:buClr>
              <a:buSzPct val="95000"/>
              <a:buFont typeface="Wingdings" panose="05000000000000000000" pitchFamily="2" charset="2"/>
              <a:buChar char="p"/>
              <a:tabLst>
                <a:tab pos="457200" algn="l"/>
              </a:tabLst>
            </a:pPr>
            <a:r>
              <a:rPr lang="zh-CN" altLang="en-US" dirty="0"/>
              <a:t>界面实现和评估</a:t>
            </a:r>
            <a:endParaRPr lang="zh-CN" altLang="en-US" dirty="0"/>
          </a:p>
        </p:txBody>
      </p:sp>
      <p:sp>
        <p:nvSpPr>
          <p:cNvPr id="62467" name="标题 1"/>
          <p:cNvSpPr>
            <a:spLocks noGrp="1"/>
          </p:cNvSpPr>
          <p:nvPr>
            <p:ph type="title"/>
          </p:nvPr>
        </p:nvSpPr>
        <p:spPr>
          <a:xfrm>
            <a:off x="455613" y="398463"/>
            <a:ext cx="8207375" cy="1139825"/>
          </a:xfrm>
          <a:ln/>
        </p:spPr>
        <p:txBody>
          <a:bodyPr vert="horz" wrap="square" lIns="0" tIns="45610" rIns="0" bIns="0" anchor="b" anchorCtr="0"/>
          <a:p>
            <a:pPr marL="608330" indent="-608330" eaLnBrk="1" hangingPunct="1">
              <a:lnSpc>
                <a:spcPts val="4000"/>
              </a:lnSpc>
            </a:pPr>
            <a:r>
              <a:rPr lang="zh-CN" altLang="en-US" sz="4800" b="1" dirty="0">
                <a:latin typeface="微软雅黑" panose="020B0503020204020204" pitchFamily="34" charset="-122"/>
                <a:ea typeface="微软雅黑" panose="020B0503020204020204" pitchFamily="34" charset="-122"/>
              </a:rPr>
              <a:t>用户界面设计过程</a:t>
            </a:r>
            <a:endParaRPr lang="zh-CN" altLang="en-US" sz="4800"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内容占位符 2"/>
          <p:cNvSpPr>
            <a:spLocks noGrp="1"/>
          </p:cNvSpPr>
          <p:nvPr>
            <p:ph idx="1"/>
          </p:nvPr>
        </p:nvSpPr>
        <p:spPr>
          <a:ln/>
        </p:spPr>
        <p:txBody>
          <a:bodyPr vert="horz" wrap="square" lIns="91221" tIns="45610" rIns="91221" bIns="45610" anchor="t" anchorCtr="0"/>
          <a:p>
            <a:pPr marL="273050" lvl="1" indent="-273050" defTabSz="914400" eaLnBrk="1" hangingPunct="1">
              <a:lnSpc>
                <a:spcPct val="150000"/>
              </a:lnSpc>
              <a:buClr>
                <a:srgbClr val="0BD0D9"/>
              </a:buClr>
              <a:buSzPct val="95000"/>
              <a:buFont typeface="Wingdings" panose="05000000000000000000" pitchFamily="2" charset="2"/>
              <a:buChar char="p"/>
              <a:tabLst>
                <a:tab pos="457200" algn="l"/>
              </a:tabLst>
            </a:pPr>
            <a:r>
              <a:rPr lang="zh-CN" altLang="en-US" b="1" dirty="0"/>
              <a:t>用户分析</a:t>
            </a:r>
            <a:r>
              <a:rPr lang="zh-CN" altLang="en-US" dirty="0"/>
              <a:t>：属于哪一类用户、用户访谈</a:t>
            </a:r>
            <a:endParaRPr lang="en-US" altLang="zh-CN" dirty="0"/>
          </a:p>
          <a:p>
            <a:pPr marL="273050" lvl="1" indent="-273050" defTabSz="914400" eaLnBrk="1" hangingPunct="1">
              <a:lnSpc>
                <a:spcPct val="150000"/>
              </a:lnSpc>
              <a:buClr>
                <a:srgbClr val="0BD0D9"/>
              </a:buClr>
              <a:buSzPct val="95000"/>
              <a:buFont typeface="Wingdings" panose="05000000000000000000" pitchFamily="2" charset="2"/>
              <a:buChar char="p"/>
              <a:tabLst>
                <a:tab pos="457200" algn="l"/>
              </a:tabLst>
            </a:pPr>
            <a:r>
              <a:rPr lang="zh-CN" altLang="en-US" b="1" dirty="0"/>
              <a:t>任务分析和建模</a:t>
            </a:r>
            <a:r>
              <a:rPr lang="zh-CN" altLang="en-US" dirty="0"/>
              <a:t>：使用用例、任务细化、对象细化、工作流分析、层次表示。</a:t>
            </a:r>
            <a:endParaRPr lang="en-US" altLang="zh-CN" dirty="0"/>
          </a:p>
          <a:p>
            <a:pPr marL="273050" lvl="1" indent="-273050" defTabSz="914400" eaLnBrk="1" hangingPunct="1">
              <a:lnSpc>
                <a:spcPct val="150000"/>
              </a:lnSpc>
              <a:buClr>
                <a:srgbClr val="0BD0D9"/>
              </a:buClr>
              <a:buSzPct val="95000"/>
              <a:buFont typeface="Wingdings" panose="05000000000000000000" pitchFamily="2" charset="2"/>
              <a:buChar char="p"/>
              <a:tabLst>
                <a:tab pos="457200" algn="l"/>
              </a:tabLst>
            </a:pPr>
            <a:r>
              <a:rPr lang="zh-CN" altLang="en-US" b="1" dirty="0"/>
              <a:t>显示内容分析</a:t>
            </a:r>
            <a:endParaRPr lang="en-US" altLang="zh-CN" b="1" dirty="0"/>
          </a:p>
          <a:p>
            <a:pPr marL="273050" lvl="1" indent="-273050" defTabSz="914400" eaLnBrk="1" hangingPunct="1">
              <a:lnSpc>
                <a:spcPct val="150000"/>
              </a:lnSpc>
              <a:buClr>
                <a:srgbClr val="0BD0D9"/>
              </a:buClr>
              <a:buSzPct val="95000"/>
              <a:buFont typeface="Wingdings" panose="05000000000000000000" pitchFamily="2" charset="2"/>
              <a:buChar char="p"/>
              <a:tabLst>
                <a:tab pos="457200" algn="l"/>
              </a:tabLst>
            </a:pPr>
            <a:r>
              <a:rPr lang="zh-CN" altLang="en-US" b="1" dirty="0"/>
              <a:t>工作环境分析</a:t>
            </a:r>
            <a:endParaRPr lang="zh-CN" altLang="en-US" b="1" dirty="0"/>
          </a:p>
        </p:txBody>
      </p:sp>
      <p:sp>
        <p:nvSpPr>
          <p:cNvPr id="2" name="矩形 1"/>
          <p:cNvSpPr/>
          <p:nvPr/>
        </p:nvSpPr>
        <p:spPr>
          <a:xfrm>
            <a:off x="911225" y="901700"/>
            <a:ext cx="4494213" cy="606425"/>
          </a:xfrm>
          <a:prstGeom prst="rect">
            <a:avLst/>
          </a:prstGeom>
        </p:spPr>
        <p:txBody>
          <a:bodyPr wrap="none">
            <a:spAutoFit/>
          </a:bodyPr>
          <a:lstStyle/>
          <a:p>
            <a:pPr marL="608330" marR="0" lvl="0" indent="-608330" algn="l" defTabSz="914400" rtl="0" eaLnBrk="1" fontAlgn="base" latinLnBrk="0" hangingPunct="1">
              <a:lnSpc>
                <a:spcPts val="4000"/>
              </a:lnSpc>
              <a:spcBef>
                <a:spcPct val="0"/>
              </a:spcBef>
              <a:spcAft>
                <a:spcPct val="0"/>
              </a:spcAft>
              <a:buClrTx/>
              <a:buSzTx/>
              <a:buFont typeface="Wingdings" panose="05000000000000000000" pitchFamily="2" charset="2"/>
              <a:buNone/>
              <a:defRPr/>
            </a:pPr>
            <a:r>
              <a:rPr kumimoji="1" lang="zh-CN" altLang="en-US" sz="4800" b="1" i="0" u="none" strike="noStrike" kern="1200" cap="none" spc="0" normalizeH="0" baseline="0" noProof="0" dirty="0">
                <a:ln>
                  <a:noFill/>
                </a:ln>
                <a:solidFill>
                  <a:schemeClr val="tx2"/>
                </a:solidFill>
                <a:effectLst/>
                <a:uLnTx/>
                <a:uFillTx/>
                <a:latin typeface="微软雅黑" panose="020B0503020204020204" pitchFamily="34" charset="-122"/>
                <a:ea typeface="微软雅黑" panose="020B0503020204020204" pitchFamily="34" charset="-122"/>
                <a:cs typeface="+mj-cs"/>
              </a:rPr>
              <a:t>界面分析和建模</a:t>
            </a:r>
            <a:endParaRPr kumimoji="1" lang="en-US" altLang="zh-CN" sz="4800" b="1" i="0" u="none" strike="noStrike" kern="1200" cap="none" spc="0" normalizeH="0" baseline="0" noProof="0" dirty="0">
              <a:ln>
                <a:noFill/>
              </a:ln>
              <a:solidFill>
                <a:schemeClr val="tx2"/>
              </a:solidFill>
              <a:effectLst/>
              <a:uLnTx/>
              <a:uFillTx/>
              <a:latin typeface="微软雅黑" panose="020B0503020204020204" pitchFamily="34" charset="-122"/>
              <a:ea typeface="微软雅黑" panose="020B0503020204020204" pitchFamily="34" charset="-122"/>
              <a:cs typeface="+mj-cs"/>
            </a:endParaRPr>
          </a:p>
        </p:txBody>
      </p:sp>
    </p:spTree>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灯片编号占位符 4"/>
          <p:cNvSpPr txBox="1">
            <a:spLocks noGrp="1"/>
          </p:cNvSpPr>
          <p:nvPr>
            <p:ph type="sldNum" sz="quarter" idx="12"/>
          </p:nvPr>
        </p:nvSpPr>
        <p:spPr>
          <a:xfrm>
            <a:off x="7902575" y="6345238"/>
            <a:ext cx="760413" cy="363537"/>
          </a:xfrm>
          <a:noFill/>
          <a:ln>
            <a:noFill/>
          </a:ln>
        </p:spPr>
        <p:txBody>
          <a:bodyPr lIns="0" tIns="0" rIns="0" bIns="0" anchor="b" anchorCtr="0"/>
          <a:p>
            <a:pPr marL="0" indent="0" algn="r" eaLnBrk="1" hangingPunct="1">
              <a:spcBef>
                <a:spcPct val="0"/>
              </a:spcBef>
              <a:buClrTx/>
              <a:buSzTx/>
              <a:buFont typeface="Wingdings" panose="05000000000000000000" pitchFamily="2" charset="2"/>
              <a:buNone/>
            </a:pPr>
            <a:fld id="{9A0DB2DC-4C9A-4742-B13C-FB6460FD3503}" type="slidenum">
              <a:rPr lang="en-US" altLang="zh-CN" sz="1200" b="1" dirty="0">
                <a:solidFill>
                  <a:srgbClr val="045C75"/>
                </a:solidFill>
                <a:latin typeface="黑体" panose="02010609060101010101" pitchFamily="49" charset="-122"/>
                <a:ea typeface="黑体" panose="02010609060101010101" pitchFamily="49" charset="-122"/>
              </a:rPr>
            </a:fld>
            <a:endParaRPr lang="en-US" altLang="zh-CN" sz="1200" b="1" dirty="0">
              <a:solidFill>
                <a:srgbClr val="045C75"/>
              </a:solidFill>
              <a:latin typeface="黑体" panose="02010609060101010101" pitchFamily="49" charset="-122"/>
              <a:ea typeface="黑体" panose="02010609060101010101" pitchFamily="49" charset="-122"/>
            </a:endParaRPr>
          </a:p>
        </p:txBody>
      </p:sp>
      <p:sp>
        <p:nvSpPr>
          <p:cNvPr id="96260" name="Text Box 4"/>
          <p:cNvSpPr txBox="1">
            <a:spLocks noChangeArrowheads="1"/>
          </p:cNvSpPr>
          <p:nvPr/>
        </p:nvSpPr>
        <p:spPr bwMode="auto">
          <a:xfrm>
            <a:off x="1103313" y="2054225"/>
            <a:ext cx="7323138" cy="512763"/>
          </a:xfrm>
          <a:prstGeom prst="rect">
            <a:avLst/>
          </a:prstGeom>
          <a:noFill/>
          <a:ln w="9525">
            <a:noFill/>
            <a:miter lim="800000"/>
          </a:ln>
          <a:effectLst/>
        </p:spPr>
        <p:txBody>
          <a:bodyPr lIns="0" tIns="0" rIns="0" bIns="0">
            <a:spAutoFit/>
          </a:bodyPr>
          <a:lstStyle/>
          <a:p>
            <a:pPr marR="0" defTabSz="914400" eaLnBrk="1" hangingPunct="1">
              <a:lnSpc>
                <a:spcPts val="4000"/>
              </a:lnSpc>
              <a:buClrTx/>
              <a:buSzTx/>
              <a:buFontTx/>
              <a:buNone/>
              <a:defRPr/>
            </a:pPr>
            <a:r>
              <a:rPr kumimoji="1" lang="zh-CN" altLang="en-US" sz="5000" kern="1200" cap="none" spc="0" normalizeH="0" baseline="0" noProof="0" dirty="0">
                <a:solidFill>
                  <a:schemeClr val="tx2"/>
                </a:solidFill>
                <a:latin typeface="微软雅黑" panose="020B0503020204020204" pitchFamily="34" charset="-122"/>
                <a:ea typeface="微软雅黑" panose="020B0503020204020204" pitchFamily="34" charset="-122"/>
                <a:cs typeface="+mj-cs"/>
              </a:rPr>
              <a:t>第十二章：软件实现</a:t>
            </a:r>
            <a:endParaRPr kumimoji="1" lang="zh-CN" altLang="en-US" sz="5000" kern="1200" cap="none" spc="0" normalizeH="0" baseline="0" noProof="0" dirty="0">
              <a:solidFill>
                <a:schemeClr val="tx2"/>
              </a:solidFill>
              <a:latin typeface="微软雅黑" panose="020B0503020204020204" pitchFamily="34" charset="-122"/>
              <a:ea typeface="微软雅黑" panose="020B0503020204020204" pitchFamily="34" charset="-122"/>
              <a:cs typeface="+mj-cs"/>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灯片编号占位符 4"/>
          <p:cNvSpPr txBox="1">
            <a:spLocks noGrp="1"/>
          </p:cNvSpPr>
          <p:nvPr>
            <p:ph type="sldNum" sz="quarter" idx="12"/>
          </p:nvPr>
        </p:nvSpPr>
        <p:spPr>
          <a:xfrm>
            <a:off x="7902575" y="6345238"/>
            <a:ext cx="760413" cy="363537"/>
          </a:xfrm>
          <a:noFill/>
          <a:ln>
            <a:noFill/>
          </a:ln>
        </p:spPr>
        <p:txBody>
          <a:bodyPr lIns="0" tIns="0" rIns="0" bIns="0" anchor="b" anchorCtr="0"/>
          <a:p>
            <a:pPr marL="0" indent="0" algn="r" eaLnBrk="1" hangingPunct="1">
              <a:spcBef>
                <a:spcPct val="0"/>
              </a:spcBef>
              <a:buClrTx/>
              <a:buSzTx/>
              <a:buFont typeface="Wingdings" panose="05000000000000000000" pitchFamily="2" charset="2"/>
              <a:buNone/>
            </a:pPr>
            <a:fld id="{9A0DB2DC-4C9A-4742-B13C-FB6460FD3503}" type="slidenum">
              <a:rPr lang="en-US" altLang="zh-CN" sz="1200" b="1" dirty="0">
                <a:solidFill>
                  <a:srgbClr val="045C75"/>
                </a:solidFill>
                <a:latin typeface="黑体" panose="02010609060101010101" pitchFamily="49" charset="-122"/>
                <a:ea typeface="黑体" panose="02010609060101010101" pitchFamily="49" charset="-122"/>
              </a:rPr>
            </a:fld>
            <a:endParaRPr lang="en-US" altLang="zh-CN" sz="1200" b="1" dirty="0">
              <a:solidFill>
                <a:srgbClr val="045C75"/>
              </a:solidFill>
              <a:latin typeface="黑体" panose="02010609060101010101" pitchFamily="49" charset="-122"/>
              <a:ea typeface="黑体" panose="02010609060101010101" pitchFamily="49" charset="-122"/>
            </a:endParaRPr>
          </a:p>
        </p:txBody>
      </p:sp>
      <p:sp>
        <p:nvSpPr>
          <p:cNvPr id="96260" name="Text Box 4"/>
          <p:cNvSpPr txBox="1">
            <a:spLocks noChangeArrowheads="1"/>
          </p:cNvSpPr>
          <p:nvPr/>
        </p:nvSpPr>
        <p:spPr bwMode="auto">
          <a:xfrm>
            <a:off x="3046413" y="863600"/>
            <a:ext cx="2808288" cy="536575"/>
          </a:xfrm>
          <a:prstGeom prst="rect">
            <a:avLst/>
          </a:prstGeom>
          <a:noFill/>
          <a:ln w="9525">
            <a:noFill/>
            <a:miter lim="800000"/>
          </a:ln>
          <a:effectLst/>
        </p:spPr>
        <p:txBody>
          <a:bodyPr lIns="0" tIns="0" rIns="0" bIns="0">
            <a:spAutoFit/>
          </a:bodyPr>
          <a:lstStyle/>
          <a:p>
            <a:pPr marR="0" algn="ctr" defTabSz="914400" eaLnBrk="1" hangingPunct="1">
              <a:lnSpc>
                <a:spcPts val="4000"/>
              </a:lnSpc>
              <a:buClrTx/>
              <a:buSzTx/>
              <a:buFontTx/>
              <a:buNone/>
              <a:defRPr/>
            </a:pPr>
            <a:r>
              <a:rPr kumimoji="1" lang="zh-CN" altLang="en-US" sz="5000" kern="1200" cap="none" spc="0" normalizeH="0" baseline="0" noProof="0" dirty="0">
                <a:solidFill>
                  <a:schemeClr val="tx2"/>
                </a:solidFill>
                <a:latin typeface="微软雅黑" panose="020B0503020204020204" pitchFamily="34" charset="-122"/>
                <a:ea typeface="微软雅黑" panose="020B0503020204020204" pitchFamily="34" charset="-122"/>
                <a:cs typeface="+mj-cs"/>
              </a:rPr>
              <a:t>提纲</a:t>
            </a:r>
            <a:endParaRPr kumimoji="1" lang="zh-CN" altLang="en-US" sz="5000" kern="1200" cap="none" spc="0" normalizeH="0" baseline="0" noProof="0" dirty="0">
              <a:solidFill>
                <a:schemeClr val="tx2"/>
              </a:solidFill>
              <a:latin typeface="微软雅黑" panose="020B0503020204020204" pitchFamily="34" charset="-122"/>
              <a:ea typeface="微软雅黑" panose="020B0503020204020204" pitchFamily="34" charset="-122"/>
              <a:cs typeface="+mj-cs"/>
            </a:endParaRPr>
          </a:p>
        </p:txBody>
      </p:sp>
      <p:sp>
        <p:nvSpPr>
          <p:cNvPr id="65540" name="Text Box 5"/>
          <p:cNvSpPr txBox="1"/>
          <p:nvPr/>
        </p:nvSpPr>
        <p:spPr>
          <a:xfrm>
            <a:off x="982663" y="1531938"/>
            <a:ext cx="7897812" cy="3249612"/>
          </a:xfrm>
          <a:prstGeom prst="rect">
            <a:avLst/>
          </a:prstGeom>
          <a:noFill/>
          <a:ln w="9525">
            <a:noFill/>
          </a:ln>
        </p:spPr>
        <p:txBody>
          <a:bodyPr lIns="0" tIns="0" rIns="0" bIns="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273050" lvl="1" indent="-273050" defTabSz="914400" eaLnBrk="1" hangingPunct="1">
              <a:lnSpc>
                <a:spcPct val="150000"/>
              </a:lnSpc>
              <a:buClr>
                <a:srgbClr val="0BD0D9"/>
              </a:buClr>
              <a:buSzPct val="95000"/>
              <a:buFont typeface="Wingdings" panose="05000000000000000000" pitchFamily="2" charset="2"/>
              <a:buChar char="p"/>
              <a:tabLst>
                <a:tab pos="457200" algn="l"/>
              </a:tabLst>
            </a:pPr>
            <a:r>
              <a:rPr lang="zh-CN" altLang="en-US" sz="3200" b="1" dirty="0"/>
              <a:t>软件实现的目标和任务</a:t>
            </a:r>
            <a:endParaRPr lang="en-US" altLang="zh-CN" sz="3200" b="1" dirty="0"/>
          </a:p>
          <a:p>
            <a:pPr marL="273050" lvl="1" indent="-273050" defTabSz="914400" eaLnBrk="1" hangingPunct="1">
              <a:lnSpc>
                <a:spcPct val="150000"/>
              </a:lnSpc>
              <a:buClr>
                <a:srgbClr val="0BD0D9"/>
              </a:buClr>
              <a:buSzPct val="95000"/>
              <a:buFont typeface="Wingdings" panose="05000000000000000000" pitchFamily="2" charset="2"/>
              <a:buChar char="p"/>
              <a:tabLst>
                <a:tab pos="457200" algn="l"/>
              </a:tabLst>
            </a:pPr>
            <a:r>
              <a:rPr lang="zh-CN" altLang="en-US" sz="3200" b="1" dirty="0"/>
              <a:t>程序设计语言</a:t>
            </a:r>
            <a:endParaRPr lang="en-US" altLang="zh-CN" sz="3200" b="1" dirty="0"/>
          </a:p>
          <a:p>
            <a:pPr marL="273050" lvl="1" indent="-273050" defTabSz="914400" eaLnBrk="1" hangingPunct="1">
              <a:lnSpc>
                <a:spcPct val="150000"/>
              </a:lnSpc>
              <a:buClr>
                <a:srgbClr val="0BD0D9"/>
              </a:buClr>
              <a:buSzPct val="95000"/>
              <a:buFont typeface="Wingdings" panose="05000000000000000000" pitchFamily="2" charset="2"/>
              <a:buChar char="p"/>
              <a:tabLst>
                <a:tab pos="457200" algn="l"/>
              </a:tabLst>
            </a:pPr>
            <a:r>
              <a:rPr lang="zh-CN" altLang="en-US" sz="3200" b="1" dirty="0"/>
              <a:t>软件编码规范</a:t>
            </a:r>
            <a:endParaRPr lang="en-US" altLang="zh-CN" sz="3200" b="1" dirty="0"/>
          </a:p>
          <a:p>
            <a:pPr marL="273050" lvl="1" indent="-273050" defTabSz="914400" eaLnBrk="1" hangingPunct="1">
              <a:lnSpc>
                <a:spcPct val="150000"/>
              </a:lnSpc>
              <a:buClr>
                <a:srgbClr val="0BD0D9"/>
              </a:buClr>
              <a:buSzPct val="95000"/>
              <a:buFont typeface="Wingdings" panose="05000000000000000000" pitchFamily="2" charset="2"/>
              <a:buChar char="p"/>
              <a:tabLst>
                <a:tab pos="457200" algn="l"/>
              </a:tabLst>
            </a:pPr>
            <a:r>
              <a:rPr lang="zh-CN" altLang="en-US" sz="3200" b="1" dirty="0"/>
              <a:t>程序效率</a:t>
            </a:r>
            <a:endParaRPr lang="en-US" altLang="zh-CN" sz="3200" b="1"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1" name="内容占位符 2"/>
          <p:cNvSpPr>
            <a:spLocks noGrp="1"/>
          </p:cNvSpPr>
          <p:nvPr>
            <p:ph idx="1"/>
          </p:nvPr>
        </p:nvSpPr>
        <p:spPr>
          <a:xfrm>
            <a:off x="393700" y="1658938"/>
            <a:ext cx="8516938" cy="4572000"/>
          </a:xfrm>
        </p:spPr>
        <p:txBody>
          <a:bodyPr vert="horz" wrap="square" lIns="91221" tIns="45610" rIns="91221" bIns="45610" numCol="1" anchor="t" anchorCtr="0" compatLnSpc="1">
            <a:normAutofit/>
          </a:bodyPr>
          <a:lstStyle/>
          <a:p>
            <a:pPr marL="273050" marR="0" lvl="1" indent="-273050" algn="l" defTabSz="914400" rtl="0" eaLnBrk="1" fontAlgn="base" latinLnBrk="0" hangingPunct="1">
              <a:lnSpc>
                <a:spcPct val="15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0" lang="zh-CN" altLang="en-US" sz="2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目标：</a:t>
            </a:r>
            <a:endParaRPr kumimoji="0" lang="en-US" altLang="zh-CN" sz="2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109220" marR="0" lvl="0" indent="0" algn="l" defTabSz="914400" rtl="0" eaLnBrk="1" fontAlgn="auto" latinLnBrk="0" hangingPunct="1">
              <a:lnSpc>
                <a:spcPct val="120000"/>
              </a:lnSpc>
              <a:spcBef>
                <a:spcPct val="20000"/>
              </a:spcBef>
              <a:spcAft>
                <a:spcPts val="0"/>
              </a:spcAft>
              <a:buClr>
                <a:srgbClr val="0BD0D9"/>
              </a:buClr>
              <a:buSzPct val="95000"/>
              <a:buFont typeface="Wingdings 2" panose="05020102010507070707" pitchFamily="18" charset="2"/>
              <a:buNone/>
              <a:defRPr/>
            </a:pPr>
            <a:r>
              <a:rPr kumimoji="0" lang="zh-CN" altLang="en-US" sz="26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 </a:t>
            </a:r>
            <a:r>
              <a:rPr kumimoji="0" lang="zh-CN" altLang="en-US" sz="26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   选择</a:t>
            </a:r>
            <a:r>
              <a:rPr kumimoji="0" lang="zh-CN" altLang="en-US" sz="26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某种程序设计语言，将详细设计结构进行编码实现，并形成</a:t>
            </a:r>
            <a:r>
              <a:rPr kumimoji="0" lang="zh-CN" altLang="en-US" sz="26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可执行</a:t>
            </a:r>
            <a:r>
              <a:rPr kumimoji="0" lang="zh-CN" altLang="en-US" sz="26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的软件系统的过程</a:t>
            </a:r>
            <a:r>
              <a:rPr kumimoji="0" lang="zh-CN" altLang="en-US" sz="26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a:t>
            </a:r>
            <a:endParaRPr kumimoji="0" lang="en-US" altLang="zh-CN" sz="26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273050" marR="0" lvl="1" indent="-273050" algn="l" defTabSz="914400" rtl="0" eaLnBrk="1" fontAlgn="base" latinLnBrk="0" hangingPunct="1">
              <a:lnSpc>
                <a:spcPct val="15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0" lang="zh-CN" altLang="en-US" sz="2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任务：</a:t>
            </a:r>
            <a:endParaRPr kumimoji="0" lang="en-US" altLang="zh-CN" sz="2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638175" marR="0" lvl="1" indent="-246380" algn="l" defTabSz="914400" rtl="0" eaLnBrk="1" fontAlgn="auto" latinLnBrk="0" hangingPunct="1">
              <a:lnSpc>
                <a:spcPct val="120000"/>
              </a:lnSpc>
              <a:spcBef>
                <a:spcPct val="20000"/>
              </a:spcBef>
              <a:spcAft>
                <a:spcPts val="0"/>
              </a:spcAft>
              <a:buClr>
                <a:schemeClr val="accent1"/>
              </a:buClr>
              <a:buSzPct val="85000"/>
              <a:buFont typeface="Wingdings" panose="05000000000000000000" pitchFamily="2" charset="2"/>
              <a:buChar char="ü"/>
              <a:defRPr/>
            </a:pPr>
            <a:r>
              <a:rPr kumimoji="0" lang="zh-CN" altLang="en-US"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程序设计语言的选择</a:t>
            </a:r>
            <a:endParaRPr kumimoji="0" lang="en-US" altLang="zh-CN"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638175" marR="0" lvl="1" indent="-246380" algn="l" defTabSz="914400" rtl="0" eaLnBrk="1" fontAlgn="auto" latinLnBrk="0" hangingPunct="1">
              <a:lnSpc>
                <a:spcPct val="120000"/>
              </a:lnSpc>
              <a:spcBef>
                <a:spcPct val="20000"/>
              </a:spcBef>
              <a:spcAft>
                <a:spcPts val="0"/>
              </a:spcAft>
              <a:buClr>
                <a:schemeClr val="accent1"/>
              </a:buClr>
              <a:buSzPct val="85000"/>
              <a:buFont typeface="Wingdings" panose="05000000000000000000" pitchFamily="2" charset="2"/>
              <a:buChar char="ü"/>
              <a:defRPr/>
            </a:pPr>
            <a:r>
              <a:rPr kumimoji="0" lang="zh-CN" altLang="en-US" sz="24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集成</a:t>
            </a:r>
            <a:r>
              <a:rPr kumimoji="0" lang="zh-CN" altLang="en-US"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开发环境的</a:t>
            </a:r>
            <a:r>
              <a:rPr kumimoji="0" lang="zh-CN" altLang="en-US" sz="24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选择</a:t>
            </a:r>
            <a:endParaRPr kumimoji="0" lang="en-US" altLang="zh-CN" sz="24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638175" marR="0" lvl="1" indent="-246380" algn="l" defTabSz="914400" rtl="0" eaLnBrk="1" fontAlgn="auto" latinLnBrk="0" hangingPunct="1">
              <a:lnSpc>
                <a:spcPct val="120000"/>
              </a:lnSpc>
              <a:spcBef>
                <a:spcPct val="20000"/>
              </a:spcBef>
              <a:spcAft>
                <a:spcPts val="0"/>
              </a:spcAft>
              <a:buClr>
                <a:schemeClr val="accent1"/>
              </a:buClr>
              <a:buSzPct val="85000"/>
              <a:buFont typeface="Wingdings" panose="05000000000000000000" pitchFamily="2" charset="2"/>
              <a:buChar char="ü"/>
              <a:defRPr/>
            </a:pPr>
            <a:r>
              <a:rPr kumimoji="0" lang="zh-CN" altLang="en-US" sz="24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程序</a:t>
            </a:r>
            <a:r>
              <a:rPr kumimoji="0" lang="zh-CN" altLang="en-US"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编码</a:t>
            </a:r>
            <a:r>
              <a:rPr kumimoji="0" lang="zh-CN" altLang="en-US" sz="24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实现</a:t>
            </a:r>
            <a:endParaRPr kumimoji="0" lang="en-US" altLang="zh-CN" sz="24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endParaRPr>
          </a:p>
        </p:txBody>
      </p:sp>
      <p:sp>
        <p:nvSpPr>
          <p:cNvPr id="66563" name="标题 1"/>
          <p:cNvSpPr>
            <a:spLocks noGrp="1"/>
          </p:cNvSpPr>
          <p:nvPr>
            <p:ph type="title"/>
          </p:nvPr>
        </p:nvSpPr>
        <p:spPr>
          <a:xfrm>
            <a:off x="322263" y="327025"/>
            <a:ext cx="8516937" cy="1139825"/>
          </a:xfrm>
          <a:ln/>
        </p:spPr>
        <p:txBody>
          <a:bodyPr vert="horz" wrap="square" lIns="0" tIns="45610" rIns="0" bIns="0" anchor="b" anchorCtr="0"/>
          <a:p>
            <a:pPr marL="608330" indent="-608330" eaLnBrk="1" hangingPunct="1"/>
            <a:r>
              <a:rPr lang="zh-CN" altLang="en-US" b="1" dirty="0">
                <a:latin typeface="微软雅黑" panose="020B0503020204020204" pitchFamily="34" charset="-122"/>
                <a:ea typeface="微软雅黑" panose="020B0503020204020204" pitchFamily="34" charset="-122"/>
              </a:rPr>
              <a:t>软件实现的目标和任务</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171">
                                            <p:txEl>
                                              <p:charRg st="49" end="53"/>
                                            </p:txEl>
                                          </p:spTgt>
                                        </p:tgtEl>
                                        <p:attrNameLst>
                                          <p:attrName>style.visibility</p:attrName>
                                        </p:attrNameLst>
                                      </p:cBhvr>
                                      <p:to>
                                        <p:strVal val="visible"/>
                                      </p:to>
                                    </p:set>
                                    <p:animEffect transition="in" filter="barn(inVertical)">
                                      <p:cBhvr>
                                        <p:cTn id="7" dur="500"/>
                                        <p:tgtEl>
                                          <p:spTgt spid="7171">
                                            <p:txEl>
                                              <p:charRg st="49" end="5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7171">
                                            <p:txEl>
                                              <p:charRg st="53" end="63"/>
                                            </p:txEl>
                                          </p:spTgt>
                                        </p:tgtEl>
                                        <p:attrNameLst>
                                          <p:attrName>style.visibility</p:attrName>
                                        </p:attrNameLst>
                                      </p:cBhvr>
                                      <p:to>
                                        <p:strVal val="visible"/>
                                      </p:to>
                                    </p:set>
                                    <p:animEffect transition="in" filter="barn(inVertical)">
                                      <p:cBhvr>
                                        <p:cTn id="12" dur="500"/>
                                        <p:tgtEl>
                                          <p:spTgt spid="7171">
                                            <p:txEl>
                                              <p:charRg st="53" end="6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7171">
                                            <p:txEl>
                                              <p:charRg st="63" end="73"/>
                                            </p:txEl>
                                          </p:spTgt>
                                        </p:tgtEl>
                                        <p:attrNameLst>
                                          <p:attrName>style.visibility</p:attrName>
                                        </p:attrNameLst>
                                      </p:cBhvr>
                                      <p:to>
                                        <p:strVal val="visible"/>
                                      </p:to>
                                    </p:set>
                                    <p:animEffect transition="in" filter="barn(inVertical)">
                                      <p:cBhvr>
                                        <p:cTn id="17" dur="500"/>
                                        <p:tgtEl>
                                          <p:spTgt spid="7171">
                                            <p:txEl>
                                              <p:charRg st="63" end="7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7171">
                                            <p:txEl>
                                              <p:charRg st="73" end="80"/>
                                            </p:txEl>
                                          </p:spTgt>
                                        </p:tgtEl>
                                        <p:attrNameLst>
                                          <p:attrName>style.visibility</p:attrName>
                                        </p:attrNameLst>
                                      </p:cBhvr>
                                      <p:to>
                                        <p:strVal val="visible"/>
                                      </p:to>
                                    </p:set>
                                    <p:animEffect transition="in" filter="barn(inVertical)">
                                      <p:cBhvr>
                                        <p:cTn id="22" dur="500"/>
                                        <p:tgtEl>
                                          <p:spTgt spid="7171">
                                            <p:txEl>
                                              <p:charRg st="73" end="8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灯片编号占位符 4"/>
          <p:cNvSpPr txBox="1">
            <a:spLocks noGrp="1"/>
          </p:cNvSpPr>
          <p:nvPr>
            <p:ph type="sldNum" sz="quarter" idx="12"/>
          </p:nvPr>
        </p:nvSpPr>
        <p:spPr>
          <a:xfrm>
            <a:off x="7902575" y="6345238"/>
            <a:ext cx="760413" cy="363537"/>
          </a:xfrm>
          <a:noFill/>
          <a:ln>
            <a:noFill/>
          </a:ln>
        </p:spPr>
        <p:txBody>
          <a:bodyPr lIns="0" tIns="0" rIns="0" bIns="0" anchor="b" anchorCtr="0"/>
          <a:p>
            <a:pPr marL="0" indent="0" algn="r" eaLnBrk="1" hangingPunct="1">
              <a:spcBef>
                <a:spcPct val="0"/>
              </a:spcBef>
              <a:buClrTx/>
              <a:buSzTx/>
              <a:buFont typeface="Wingdings" panose="05000000000000000000" pitchFamily="2" charset="2"/>
              <a:buNone/>
            </a:pPr>
            <a:fld id="{9A0DB2DC-4C9A-4742-B13C-FB6460FD3503}" type="slidenum">
              <a:rPr lang="en-US" altLang="zh-CN" sz="1200" b="1" dirty="0">
                <a:solidFill>
                  <a:srgbClr val="045C75"/>
                </a:solidFill>
                <a:latin typeface="黑体" panose="02010609060101010101" pitchFamily="49" charset="-122"/>
                <a:ea typeface="黑体" panose="02010609060101010101" pitchFamily="49" charset="-122"/>
              </a:rPr>
            </a:fld>
            <a:endParaRPr lang="en-US" altLang="zh-CN" sz="1200" b="1" dirty="0">
              <a:solidFill>
                <a:srgbClr val="045C75"/>
              </a:solidFill>
              <a:latin typeface="黑体" panose="02010609060101010101" pitchFamily="49" charset="-122"/>
              <a:ea typeface="黑体" panose="02010609060101010101" pitchFamily="49" charset="-122"/>
            </a:endParaRPr>
          </a:p>
        </p:txBody>
      </p:sp>
      <p:sp>
        <p:nvSpPr>
          <p:cNvPr id="96260" name="Text Box 4"/>
          <p:cNvSpPr txBox="1">
            <a:spLocks noChangeArrowheads="1"/>
          </p:cNvSpPr>
          <p:nvPr/>
        </p:nvSpPr>
        <p:spPr bwMode="auto">
          <a:xfrm>
            <a:off x="3046413" y="863600"/>
            <a:ext cx="2808288" cy="536575"/>
          </a:xfrm>
          <a:prstGeom prst="rect">
            <a:avLst/>
          </a:prstGeom>
          <a:noFill/>
          <a:ln w="9525">
            <a:noFill/>
            <a:miter lim="800000"/>
          </a:ln>
          <a:effectLst/>
        </p:spPr>
        <p:txBody>
          <a:bodyPr lIns="0" tIns="0" rIns="0" bIns="0">
            <a:spAutoFit/>
          </a:bodyPr>
          <a:lstStyle/>
          <a:p>
            <a:pPr marR="0" algn="ctr" defTabSz="914400" eaLnBrk="1" hangingPunct="1">
              <a:lnSpc>
                <a:spcPts val="4000"/>
              </a:lnSpc>
              <a:buClrTx/>
              <a:buSzTx/>
              <a:buFontTx/>
              <a:buNone/>
              <a:defRPr/>
            </a:pPr>
            <a:r>
              <a:rPr kumimoji="1" lang="zh-CN" altLang="en-US" sz="5000" kern="1200" cap="none" spc="0" normalizeH="0" baseline="0" noProof="0" dirty="0">
                <a:solidFill>
                  <a:schemeClr val="tx2"/>
                </a:solidFill>
                <a:latin typeface="微软雅黑" panose="020B0503020204020204" pitchFamily="34" charset="-122"/>
                <a:ea typeface="微软雅黑" panose="020B0503020204020204" pitchFamily="34" charset="-122"/>
                <a:cs typeface="+mj-cs"/>
              </a:rPr>
              <a:t>提纲</a:t>
            </a:r>
            <a:endParaRPr kumimoji="1" lang="zh-CN" altLang="en-US" sz="5000" kern="1200" cap="none" spc="0" normalizeH="0" baseline="0" noProof="0" dirty="0">
              <a:solidFill>
                <a:schemeClr val="tx2"/>
              </a:solidFill>
              <a:latin typeface="微软雅黑" panose="020B0503020204020204" pitchFamily="34" charset="-122"/>
              <a:ea typeface="微软雅黑" panose="020B0503020204020204" pitchFamily="34" charset="-122"/>
              <a:cs typeface="+mj-cs"/>
            </a:endParaRPr>
          </a:p>
        </p:txBody>
      </p:sp>
      <p:sp>
        <p:nvSpPr>
          <p:cNvPr id="67588" name="Text Box 5"/>
          <p:cNvSpPr txBox="1"/>
          <p:nvPr/>
        </p:nvSpPr>
        <p:spPr>
          <a:xfrm>
            <a:off x="982663" y="1531938"/>
            <a:ext cx="7897812" cy="3249612"/>
          </a:xfrm>
          <a:prstGeom prst="rect">
            <a:avLst/>
          </a:prstGeom>
          <a:noFill/>
          <a:ln w="9525">
            <a:noFill/>
          </a:ln>
        </p:spPr>
        <p:txBody>
          <a:bodyPr lIns="0" tIns="0" rIns="0" bIns="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273050" lvl="1" indent="-273050" defTabSz="914400" eaLnBrk="1" hangingPunct="1">
              <a:lnSpc>
                <a:spcPct val="150000"/>
              </a:lnSpc>
              <a:buClr>
                <a:srgbClr val="0BD0D9"/>
              </a:buClr>
              <a:buSzPct val="95000"/>
              <a:buFont typeface="Wingdings" panose="05000000000000000000" pitchFamily="2" charset="2"/>
              <a:buChar char="p"/>
              <a:tabLst>
                <a:tab pos="457200" algn="l"/>
              </a:tabLst>
            </a:pPr>
            <a:r>
              <a:rPr lang="zh-CN" altLang="en-US" sz="3200" b="1" dirty="0">
                <a:solidFill>
                  <a:srgbClr val="FF0000"/>
                </a:solidFill>
              </a:rPr>
              <a:t>软件实现的目标和任务</a:t>
            </a:r>
            <a:endParaRPr lang="en-US" altLang="zh-CN" sz="3200" b="1" dirty="0">
              <a:solidFill>
                <a:srgbClr val="FF0000"/>
              </a:solidFill>
            </a:endParaRPr>
          </a:p>
          <a:p>
            <a:pPr marL="273050" lvl="1" indent="-273050" defTabSz="914400" eaLnBrk="1" hangingPunct="1">
              <a:lnSpc>
                <a:spcPct val="150000"/>
              </a:lnSpc>
              <a:buClr>
                <a:srgbClr val="0BD0D9"/>
              </a:buClr>
              <a:buSzPct val="95000"/>
              <a:buFont typeface="Wingdings" panose="05000000000000000000" pitchFamily="2" charset="2"/>
              <a:buChar char="p"/>
              <a:tabLst>
                <a:tab pos="457200" algn="l"/>
              </a:tabLst>
            </a:pPr>
            <a:r>
              <a:rPr lang="zh-CN" altLang="en-US" sz="3200" b="1" dirty="0"/>
              <a:t>程序设计语言</a:t>
            </a:r>
            <a:endParaRPr lang="en-US" altLang="zh-CN" sz="3200" b="1" dirty="0"/>
          </a:p>
          <a:p>
            <a:pPr marL="273050" lvl="1" indent="-273050" defTabSz="914400" eaLnBrk="1" hangingPunct="1">
              <a:lnSpc>
                <a:spcPct val="150000"/>
              </a:lnSpc>
              <a:buClr>
                <a:srgbClr val="0BD0D9"/>
              </a:buClr>
              <a:buSzPct val="95000"/>
              <a:buFont typeface="Wingdings" panose="05000000000000000000" pitchFamily="2" charset="2"/>
              <a:buChar char="p"/>
              <a:tabLst>
                <a:tab pos="457200" algn="l"/>
              </a:tabLst>
            </a:pPr>
            <a:r>
              <a:rPr lang="zh-CN" altLang="en-US" sz="3200" b="1" dirty="0"/>
              <a:t>软件编码规范</a:t>
            </a:r>
            <a:endParaRPr lang="en-US" altLang="zh-CN" sz="3200" b="1" dirty="0"/>
          </a:p>
          <a:p>
            <a:pPr marL="273050" lvl="1" indent="-273050" defTabSz="914400" eaLnBrk="1" hangingPunct="1">
              <a:lnSpc>
                <a:spcPct val="150000"/>
              </a:lnSpc>
              <a:buClr>
                <a:srgbClr val="0BD0D9"/>
              </a:buClr>
              <a:buSzPct val="95000"/>
              <a:buFont typeface="Wingdings" panose="05000000000000000000" pitchFamily="2" charset="2"/>
              <a:buChar char="p"/>
              <a:tabLst>
                <a:tab pos="457200" algn="l"/>
              </a:tabLst>
            </a:pPr>
            <a:r>
              <a:rPr lang="zh-CN" altLang="en-US" sz="3200" b="1" dirty="0"/>
              <a:t>程序效率</a:t>
            </a:r>
            <a:endParaRPr lang="en-US" altLang="zh-CN" sz="3200" b="1"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内容占位符 2"/>
          <p:cNvSpPr>
            <a:spLocks noGrp="1"/>
          </p:cNvSpPr>
          <p:nvPr>
            <p:ph idx="1"/>
          </p:nvPr>
        </p:nvSpPr>
        <p:spPr>
          <a:xfrm>
            <a:off x="444500" y="1489075"/>
            <a:ext cx="8794750" cy="4165600"/>
          </a:xfrm>
          <a:ln/>
        </p:spPr>
        <p:txBody>
          <a:bodyPr vert="horz" wrap="square" lIns="91221" tIns="45610" rIns="91221" bIns="45610" anchor="t" anchorCtr="0"/>
          <a:p>
            <a:pPr marL="273050" lvl="1" indent="-273050" defTabSz="914400" eaLnBrk="1" hangingPunct="1">
              <a:lnSpc>
                <a:spcPct val="150000"/>
              </a:lnSpc>
              <a:buClr>
                <a:srgbClr val="0BD0D9"/>
              </a:buClr>
              <a:buSzPct val="95000"/>
              <a:buFont typeface="Wingdings" panose="05000000000000000000" pitchFamily="2" charset="2"/>
              <a:buChar char="p"/>
              <a:tabLst>
                <a:tab pos="457200" algn="l"/>
              </a:tabLst>
            </a:pPr>
            <a:r>
              <a:rPr lang="zh-CN" altLang="en-US" sz="3200" b="1" dirty="0"/>
              <a:t>程序设计语言的分类</a:t>
            </a:r>
            <a:endParaRPr lang="en-US" altLang="zh-CN" sz="3200" b="1" dirty="0"/>
          </a:p>
          <a:p>
            <a:pPr marL="273050" lvl="1" indent="-273050" defTabSz="914400" eaLnBrk="1" hangingPunct="1">
              <a:lnSpc>
                <a:spcPct val="150000"/>
              </a:lnSpc>
              <a:buClr>
                <a:srgbClr val="0BD0D9"/>
              </a:buClr>
              <a:buSzPct val="95000"/>
              <a:buFont typeface="Wingdings" panose="05000000000000000000" pitchFamily="2" charset="2"/>
              <a:buChar char="p"/>
              <a:tabLst>
                <a:tab pos="457200" algn="l"/>
              </a:tabLst>
            </a:pPr>
            <a:r>
              <a:rPr lang="zh-CN" altLang="en-US" sz="3200" b="1" dirty="0"/>
              <a:t>程序设计语言介绍</a:t>
            </a:r>
            <a:endParaRPr lang="en-US" altLang="zh-CN" sz="3200" b="1" dirty="0"/>
          </a:p>
          <a:p>
            <a:pPr marL="273050" lvl="1" indent="-273050" defTabSz="914400" eaLnBrk="1" hangingPunct="1">
              <a:lnSpc>
                <a:spcPct val="150000"/>
              </a:lnSpc>
              <a:buClr>
                <a:srgbClr val="0BD0D9"/>
              </a:buClr>
              <a:buSzPct val="95000"/>
              <a:buFont typeface="Wingdings" panose="05000000000000000000" pitchFamily="2" charset="2"/>
              <a:buChar char="p"/>
              <a:tabLst>
                <a:tab pos="457200" algn="l"/>
              </a:tabLst>
            </a:pPr>
            <a:r>
              <a:rPr lang="zh-CN" altLang="en-US" sz="3200" b="1" dirty="0"/>
              <a:t>程序设计语言的选择</a:t>
            </a:r>
            <a:endParaRPr lang="zh-CN" altLang="en-US" sz="3200" b="1" dirty="0"/>
          </a:p>
        </p:txBody>
      </p:sp>
      <p:sp>
        <p:nvSpPr>
          <p:cNvPr id="68611" name="标题 1"/>
          <p:cNvSpPr>
            <a:spLocks noGrp="1"/>
          </p:cNvSpPr>
          <p:nvPr>
            <p:ph type="title"/>
          </p:nvPr>
        </p:nvSpPr>
        <p:spPr>
          <a:xfrm>
            <a:off x="382588" y="254000"/>
            <a:ext cx="8207375" cy="1139825"/>
          </a:xfrm>
          <a:ln/>
        </p:spPr>
        <p:txBody>
          <a:bodyPr vert="horz" wrap="square" lIns="0" tIns="45610" rIns="0" bIns="0" anchor="b" anchorCtr="0"/>
          <a:p>
            <a:pPr marL="608330" indent="-608330" eaLnBrk="1" hangingPunct="1"/>
            <a:r>
              <a:rPr lang="zh-CN" altLang="en-US" b="1" dirty="0">
                <a:latin typeface="微软雅黑" panose="020B0503020204020204" pitchFamily="34" charset="-122"/>
                <a:ea typeface="微软雅黑" panose="020B0503020204020204" pitchFamily="34" charset="-122"/>
              </a:rPr>
              <a:t>程序设计语言</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内容占位符 2"/>
          <p:cNvSpPr>
            <a:spLocks noGrp="1"/>
          </p:cNvSpPr>
          <p:nvPr>
            <p:ph idx="1"/>
          </p:nvPr>
        </p:nvSpPr>
        <p:spPr>
          <a:xfrm>
            <a:off x="293688" y="1562100"/>
            <a:ext cx="8796337" cy="5389563"/>
          </a:xfrm>
          <a:ln/>
        </p:spPr>
        <p:txBody>
          <a:bodyPr vert="horz" wrap="square" lIns="91221" tIns="45610" rIns="91221" bIns="45610" anchor="t" anchorCtr="0"/>
          <a:p>
            <a:pPr lvl="1" eaLnBrk="1" hangingPunct="1">
              <a:lnSpc>
                <a:spcPct val="120000"/>
              </a:lnSpc>
              <a:buFont typeface="Wingdings" panose="05000000000000000000" pitchFamily="2" charset="2"/>
              <a:buChar char="Ø"/>
            </a:pPr>
            <a:r>
              <a:rPr lang="zh-CN" altLang="en-US" b="1" dirty="0">
                <a:solidFill>
                  <a:srgbClr val="FF0000"/>
                </a:solidFill>
              </a:rPr>
              <a:t>按程序设计语言的历史发展过程：</a:t>
            </a:r>
            <a:r>
              <a:rPr lang="zh-CN" altLang="en-US" b="1" dirty="0"/>
              <a:t>机器语言、汇编语言、高级语言</a:t>
            </a:r>
            <a:endParaRPr lang="zh-CN" altLang="en-US" b="1" dirty="0"/>
          </a:p>
          <a:p>
            <a:pPr lvl="1" eaLnBrk="1" hangingPunct="1">
              <a:lnSpc>
                <a:spcPct val="120000"/>
              </a:lnSpc>
              <a:buFont typeface="Wingdings" panose="05000000000000000000" pitchFamily="2" charset="2"/>
              <a:buChar char="Ø"/>
            </a:pPr>
            <a:r>
              <a:rPr lang="zh-CN" altLang="en-US" b="1" dirty="0">
                <a:solidFill>
                  <a:srgbClr val="FF0000"/>
                </a:solidFill>
              </a:rPr>
              <a:t>按与机器的依赖程度：</a:t>
            </a:r>
            <a:r>
              <a:rPr lang="zh-CN" altLang="en-US" b="1" dirty="0"/>
              <a:t>低级、中级和高级语言</a:t>
            </a:r>
            <a:endParaRPr lang="en-US" altLang="zh-CN" b="1" dirty="0"/>
          </a:p>
          <a:p>
            <a:pPr lvl="1" eaLnBrk="1" hangingPunct="1">
              <a:lnSpc>
                <a:spcPct val="120000"/>
              </a:lnSpc>
              <a:buFont typeface="Wingdings" panose="05000000000000000000" pitchFamily="2" charset="2"/>
              <a:buChar char="Ø"/>
            </a:pPr>
            <a:r>
              <a:rPr lang="zh-CN" altLang="en-US" b="1" dirty="0">
                <a:solidFill>
                  <a:srgbClr val="FF0000"/>
                </a:solidFill>
              </a:rPr>
              <a:t>按应用范围：</a:t>
            </a:r>
            <a:r>
              <a:rPr lang="zh-CN" altLang="en-US" b="1" dirty="0"/>
              <a:t>通用语言与专用语言。</a:t>
            </a:r>
            <a:r>
              <a:rPr lang="zh-CN" altLang="en-US" b="1" dirty="0">
                <a:solidFill>
                  <a:srgbClr val="FF0000"/>
                </a:solidFill>
              </a:rPr>
              <a:t>通用语言</a:t>
            </a:r>
            <a:r>
              <a:rPr lang="zh-CN" altLang="en-US" b="1" dirty="0"/>
              <a:t>又可细分为系统程序设计语言、科学计算语言、事务处理语言和实时控制语言等</a:t>
            </a:r>
            <a:endParaRPr lang="zh-CN" altLang="en-US" b="1" dirty="0"/>
          </a:p>
          <a:p>
            <a:pPr lvl="1" eaLnBrk="1" hangingPunct="1">
              <a:lnSpc>
                <a:spcPct val="120000"/>
              </a:lnSpc>
              <a:buFont typeface="Wingdings" panose="05000000000000000000" pitchFamily="2" charset="2"/>
              <a:buChar char="Ø"/>
            </a:pPr>
            <a:r>
              <a:rPr lang="zh-CN" altLang="en-US" b="1" dirty="0">
                <a:solidFill>
                  <a:srgbClr val="FF0000"/>
                </a:solidFill>
              </a:rPr>
              <a:t>按语言的成分：</a:t>
            </a:r>
            <a:r>
              <a:rPr lang="zh-CN" altLang="en-US" b="1" dirty="0"/>
              <a:t>顺序语言、并行语言和实时语言等</a:t>
            </a:r>
            <a:endParaRPr lang="zh-CN" altLang="en-US" b="1" dirty="0"/>
          </a:p>
        </p:txBody>
      </p:sp>
      <p:sp>
        <p:nvSpPr>
          <p:cNvPr id="69635" name="标题 1"/>
          <p:cNvSpPr>
            <a:spLocks noGrp="1"/>
          </p:cNvSpPr>
          <p:nvPr>
            <p:ph type="title"/>
          </p:nvPr>
        </p:nvSpPr>
        <p:spPr>
          <a:xfrm>
            <a:off x="382588" y="254000"/>
            <a:ext cx="8207375" cy="1139825"/>
          </a:xfrm>
          <a:ln/>
        </p:spPr>
        <p:txBody>
          <a:bodyPr vert="horz" wrap="square" lIns="0" tIns="45610" rIns="0" bIns="0" anchor="b" anchorCtr="0"/>
          <a:p>
            <a:pPr marL="608330" indent="-608330" eaLnBrk="1" hangingPunct="1"/>
            <a:r>
              <a:rPr lang="zh-CN" altLang="en-US" b="1" dirty="0">
                <a:latin typeface="微软雅黑" panose="020B0503020204020204" pitchFamily="34" charset="-122"/>
                <a:ea typeface="微软雅黑" panose="020B0503020204020204" pitchFamily="34" charset="-122"/>
              </a:rPr>
              <a:t>程序设计语言的分类</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内容占位符 2"/>
          <p:cNvSpPr>
            <a:spLocks noGrp="1"/>
          </p:cNvSpPr>
          <p:nvPr>
            <p:ph idx="1"/>
          </p:nvPr>
        </p:nvSpPr>
        <p:spPr>
          <a:xfrm>
            <a:off x="293688" y="1560513"/>
            <a:ext cx="8796338" cy="5391150"/>
          </a:xfrm>
        </p:spPr>
        <p:txBody>
          <a:bodyPr vert="horz" wrap="square" lIns="91221" tIns="45610" rIns="91221" bIns="45610" numCol="1" anchor="t" anchorCtr="0" compatLnSpc="1"/>
          <a:lstStyle/>
          <a:p>
            <a:pPr marL="273050" marR="0" lvl="1" indent="-273050" algn="l" defTabSz="914400" rtl="0" eaLnBrk="1" fontAlgn="base" latinLnBrk="0" hangingPunct="1">
              <a:lnSpc>
                <a:spcPct val="15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32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按程序设计语言的历史发展</a:t>
            </a:r>
            <a:r>
              <a:rPr kumimoji="1" lang="zh-CN" altLang="en-US" sz="3200" b="1"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过程，程序设计语言可分为：</a:t>
            </a:r>
            <a:endParaRPr kumimoji="1" lang="en-US" altLang="zh-CN" sz="32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638175" marR="0" lvl="1" indent="-246380" algn="l" defTabSz="914400" rtl="0" eaLnBrk="1" fontAlgn="base" latinLnBrk="0" hangingPunct="1">
              <a:lnSpc>
                <a:spcPct val="120000"/>
              </a:lnSpc>
              <a:spcBef>
                <a:spcPct val="20000"/>
              </a:spcBef>
              <a:spcAft>
                <a:spcPct val="0"/>
              </a:spcAft>
              <a:buClr>
                <a:schemeClr val="accent1"/>
              </a:buClr>
              <a:buSzPct val="85000"/>
              <a:buFont typeface="Wingdings" panose="05000000000000000000" pitchFamily="2" charset="2"/>
              <a:buChar char="Ø"/>
              <a:defRPr/>
            </a:pPr>
            <a:r>
              <a:rPr kumimoji="0" lang="zh-CN" altLang="en-US" sz="2400" b="1"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机器语言</a:t>
            </a:r>
            <a:endParaRPr kumimoji="0" lang="en-US" altLang="zh-CN" sz="2400" b="1"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638175" marR="0" lvl="1" indent="-246380" algn="l" defTabSz="914400" rtl="0" eaLnBrk="1" fontAlgn="base" latinLnBrk="0" hangingPunct="1">
              <a:lnSpc>
                <a:spcPct val="120000"/>
              </a:lnSpc>
              <a:spcBef>
                <a:spcPct val="20000"/>
              </a:spcBef>
              <a:spcAft>
                <a:spcPct val="0"/>
              </a:spcAft>
              <a:buClr>
                <a:schemeClr val="accent1"/>
              </a:buClr>
              <a:buSzPct val="85000"/>
              <a:buFont typeface="Wingdings" panose="05000000000000000000" pitchFamily="2" charset="2"/>
              <a:buChar char="Ø"/>
              <a:defRPr/>
            </a:pPr>
            <a:r>
              <a:rPr kumimoji="0" lang="zh-CN" altLang="en-US" sz="2400" b="1"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汇编语言</a:t>
            </a:r>
            <a:endParaRPr kumimoji="0" lang="en-US" altLang="zh-CN" sz="2400" b="1"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638175" marR="0" lvl="1" indent="-246380" algn="l" defTabSz="914400" rtl="0" eaLnBrk="1" fontAlgn="base" latinLnBrk="0" hangingPunct="1">
              <a:lnSpc>
                <a:spcPct val="120000"/>
              </a:lnSpc>
              <a:spcBef>
                <a:spcPct val="20000"/>
              </a:spcBef>
              <a:spcAft>
                <a:spcPct val="0"/>
              </a:spcAft>
              <a:buClr>
                <a:schemeClr val="accent1"/>
              </a:buClr>
              <a:buSzPct val="85000"/>
              <a:buFont typeface="Wingdings" panose="05000000000000000000" pitchFamily="2" charset="2"/>
              <a:buChar char="Ø"/>
              <a:defRPr/>
            </a:pPr>
            <a:r>
              <a:rPr kumimoji="0" lang="zh-CN" altLang="en-US" sz="2400" b="1"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高级语言</a:t>
            </a:r>
            <a:endParaRPr kumimoji="0" lang="zh-CN" altLang="en-US" sz="24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p:txBody>
      </p:sp>
      <p:sp>
        <p:nvSpPr>
          <p:cNvPr id="70659" name="标题 1"/>
          <p:cNvSpPr>
            <a:spLocks noGrp="1"/>
          </p:cNvSpPr>
          <p:nvPr>
            <p:ph type="title"/>
          </p:nvPr>
        </p:nvSpPr>
        <p:spPr>
          <a:xfrm>
            <a:off x="382588" y="254000"/>
            <a:ext cx="8207375" cy="1139825"/>
          </a:xfrm>
          <a:ln/>
        </p:spPr>
        <p:txBody>
          <a:bodyPr vert="horz" wrap="square" lIns="0" tIns="45610" rIns="0" bIns="0" anchor="b" anchorCtr="0"/>
          <a:p>
            <a:pPr marL="608330" indent="-608330" eaLnBrk="1" hangingPunct="1"/>
            <a:r>
              <a:rPr lang="zh-CN" altLang="en-US" b="1" dirty="0">
                <a:latin typeface="微软雅黑" panose="020B0503020204020204" pitchFamily="34" charset="-122"/>
                <a:ea typeface="微软雅黑" panose="020B0503020204020204" pitchFamily="34" charset="-122"/>
              </a:rPr>
              <a:t>程序设计语言的介绍</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Rectangle 2"/>
          <p:cNvSpPr>
            <a:spLocks noGrp="1"/>
          </p:cNvSpPr>
          <p:nvPr>
            <p:ph type="title"/>
          </p:nvPr>
        </p:nvSpPr>
        <p:spPr>
          <a:ln/>
        </p:spPr>
        <p:txBody>
          <a:bodyPr vert="horz" wrap="square" lIns="0" tIns="45610" rIns="0" bIns="0" anchor="b" anchorCtr="0"/>
          <a:p>
            <a:pPr eaLnBrk="1" hangingPunct="1"/>
            <a:r>
              <a:rPr lang="zh-CN" altLang="en-US" b="1" dirty="0">
                <a:latin typeface="微软雅黑" panose="020B0503020204020204" pitchFamily="34" charset="-122"/>
                <a:ea typeface="微软雅黑" panose="020B0503020204020204" pitchFamily="34" charset="-122"/>
              </a:rPr>
              <a:t>机器语言</a:t>
            </a:r>
            <a:endParaRPr lang="zh-CN" altLang="en-US" b="1" dirty="0">
              <a:latin typeface="微软雅黑" panose="020B0503020204020204" pitchFamily="34" charset="-122"/>
              <a:ea typeface="微软雅黑" panose="020B0503020204020204" pitchFamily="34" charset="-122"/>
            </a:endParaRPr>
          </a:p>
        </p:txBody>
      </p:sp>
      <p:sp>
        <p:nvSpPr>
          <p:cNvPr id="125955" name="Rectangle 3"/>
          <p:cNvSpPr>
            <a:spLocks noGrp="1" noChangeArrowheads="1"/>
          </p:cNvSpPr>
          <p:nvPr>
            <p:ph idx="1"/>
          </p:nvPr>
        </p:nvSpPr>
        <p:spPr/>
        <p:txBody>
          <a:bodyPr vert="horz" wrap="square" lIns="91221" tIns="45610" rIns="91221" bIns="45610" numCol="1" anchor="t" anchorCtr="0" compatLnSpc="1"/>
          <a:lstStyle/>
          <a:p>
            <a:pPr marL="273050" marR="0" lvl="0" indent="-27305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Char char=""/>
              <a:defRPr/>
            </a:pPr>
            <a:r>
              <a:rPr kumimoji="0" lang="zh-CN" altLang="en-US" sz="2600" b="0" i="0" u="none" strike="noStrike" kern="1200" cap="none" spc="0" normalizeH="0" baseline="0" noProof="0" smtClean="0">
                <a:ln>
                  <a:noFill/>
                </a:ln>
                <a:solidFill>
                  <a:schemeClr val="tx1"/>
                </a:solidFill>
                <a:effectLst/>
                <a:uLnTx/>
                <a:uFillTx/>
                <a:latin typeface="+mn-lt"/>
                <a:ea typeface="宋体" panose="02010600030101010101" pitchFamily="2" charset="-122"/>
                <a:cs typeface="+mn-cs"/>
              </a:rPr>
              <a:t>由计算机硬件系统可以识别的二进制指令组成的语言称为</a:t>
            </a:r>
            <a:r>
              <a:rPr kumimoji="0" lang="zh-CN" altLang="en-US" sz="2600" b="0" i="0" u="none" strike="noStrike" kern="1200" cap="none" spc="0" normalizeH="0" baseline="0" noProof="0" smtClean="0">
                <a:ln>
                  <a:noFill/>
                </a:ln>
                <a:solidFill>
                  <a:srgbClr val="FF0000"/>
                </a:solidFill>
                <a:effectLst/>
                <a:uLnTx/>
                <a:uFillTx/>
                <a:latin typeface="+mn-lt"/>
                <a:ea typeface="宋体" panose="02010600030101010101" pitchFamily="2" charset="-122"/>
                <a:cs typeface="+mn-cs"/>
              </a:rPr>
              <a:t>机器语言。</a:t>
            </a:r>
            <a:endParaRPr kumimoji="0" lang="zh-CN" altLang="en-US" sz="3590" b="0" i="0" u="none" strike="noStrike" kern="1200" cap="none" spc="0" normalizeH="0" baseline="0" noProof="0">
              <a:ln>
                <a:noFill/>
              </a:ln>
              <a:solidFill>
                <a:srgbClr val="FF0000"/>
              </a:solidFill>
              <a:effectLst/>
              <a:uLnTx/>
              <a:uFillTx/>
              <a:latin typeface="+mn-lt"/>
              <a:ea typeface="宋体" panose="02010600030101010101" pitchFamily="2" charset="-122"/>
              <a:cs typeface="+mn-cs"/>
            </a:endParaRPr>
          </a:p>
          <a:p>
            <a:pPr marL="273050" marR="0" lvl="0" indent="-27305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Char char=""/>
              <a:defRPr/>
            </a:pPr>
            <a:r>
              <a:rPr kumimoji="0" lang="zh-CN" altLang="en-US" sz="2600" b="0" i="0" u="none" strike="noStrike" kern="1200" cap="none" spc="0" normalizeH="0" baseline="0" noProof="0" smtClean="0">
                <a:ln>
                  <a:noFill/>
                </a:ln>
                <a:solidFill>
                  <a:schemeClr val="tx1"/>
                </a:solidFill>
                <a:effectLst/>
                <a:uLnTx/>
                <a:uFillTx/>
                <a:latin typeface="楷体_GB2312" pitchFamily="49" charset="-122"/>
                <a:ea typeface="宋体" panose="02010600030101010101" pitchFamily="2" charset="-122"/>
                <a:cs typeface="+mn-cs"/>
              </a:rPr>
              <a:t>机器语言的特点： </a:t>
            </a:r>
            <a:endParaRPr kumimoji="0" lang="zh-CN" altLang="en-US" sz="2600" b="0" i="0" u="none" strike="noStrike" kern="1200" cap="none" spc="0" normalizeH="0" baseline="0" noProof="0" smtClean="0">
              <a:ln>
                <a:noFill/>
              </a:ln>
              <a:solidFill>
                <a:schemeClr val="tx1"/>
              </a:solidFill>
              <a:effectLst/>
              <a:uLnTx/>
              <a:uFillTx/>
              <a:latin typeface="楷体_GB2312" pitchFamily="49" charset="-122"/>
              <a:ea typeface="宋体" panose="02010600030101010101" pitchFamily="2" charset="-122"/>
              <a:cs typeface="+mn-cs"/>
            </a:endParaRPr>
          </a:p>
          <a:p>
            <a:pPr marL="638175" marR="0" lvl="1" indent="-246380" algn="l" defTabSz="914400" rtl="0" eaLnBrk="1" fontAlgn="base" latinLnBrk="0" hangingPunct="1">
              <a:lnSpc>
                <a:spcPct val="100000"/>
              </a:lnSpc>
              <a:spcBef>
                <a:spcPct val="20000"/>
              </a:spcBef>
              <a:spcAft>
                <a:spcPct val="0"/>
              </a:spcAft>
              <a:buClr>
                <a:schemeClr val="accent1"/>
              </a:buClr>
              <a:buSzPct val="85000"/>
              <a:buFont typeface="Wingdings 2" panose="05020102010507070707" pitchFamily="18" charset="2"/>
              <a:buChar char=""/>
              <a:defRPr/>
            </a:pPr>
            <a:r>
              <a:rPr kumimoji="0" lang="zh-CN" altLang="en-US" sz="2400" b="0" i="0" u="none" strike="noStrike" kern="1200" cap="none" spc="0" normalizeH="0" baseline="0" noProof="0" smtClean="0">
                <a:ln>
                  <a:noFill/>
                </a:ln>
                <a:solidFill>
                  <a:schemeClr val="tx1"/>
                </a:solidFill>
                <a:effectLst/>
                <a:uLnTx/>
                <a:uFillTx/>
                <a:latin typeface="楷体_GB2312" pitchFamily="49" charset="-122"/>
                <a:ea typeface="宋体" panose="02010600030101010101" pitchFamily="2" charset="-122"/>
                <a:cs typeface="+mn-cs"/>
              </a:rPr>
              <a:t>由</a:t>
            </a:r>
            <a:r>
              <a:rPr kumimoji="0" lang="zh-CN" altLang="en-US" sz="2400" b="0" i="0" u="none" strike="noStrike" kern="1200" cap="none" spc="0" normalizeH="0" baseline="0" noProof="0" smtClean="0">
                <a:ln>
                  <a:noFill/>
                </a:ln>
                <a:solidFill>
                  <a:srgbClr val="FF0000"/>
                </a:solidFill>
                <a:effectLst/>
                <a:uLnTx/>
                <a:uFillTx/>
                <a:latin typeface="楷体_GB2312" pitchFamily="49" charset="-122"/>
                <a:ea typeface="宋体" panose="02010600030101010101" pitchFamily="2" charset="-122"/>
                <a:cs typeface="+mn-cs"/>
              </a:rPr>
              <a:t>二进制编码指令</a:t>
            </a:r>
            <a:r>
              <a:rPr kumimoji="0" lang="zh-CN" altLang="en-US" sz="2400" b="0" i="0" u="none" strike="noStrike" kern="1200" cap="none" spc="0" normalizeH="0" baseline="0" noProof="0" smtClean="0">
                <a:ln>
                  <a:noFill/>
                </a:ln>
                <a:solidFill>
                  <a:schemeClr val="tx1"/>
                </a:solidFill>
                <a:effectLst/>
                <a:uLnTx/>
                <a:uFillTx/>
                <a:latin typeface="楷体_GB2312" pitchFamily="49" charset="-122"/>
                <a:ea typeface="宋体" panose="02010600030101010101" pitchFamily="2" charset="-122"/>
                <a:cs typeface="+mn-cs"/>
              </a:rPr>
              <a:t>构成的语言。</a:t>
            </a:r>
            <a:endParaRPr kumimoji="0" lang="zh-CN" altLang="en-US" sz="2400" b="0" i="0" u="none" strike="noStrike" kern="1200" cap="none" spc="0" normalizeH="0" baseline="0" noProof="0" smtClean="0">
              <a:ln>
                <a:noFill/>
              </a:ln>
              <a:solidFill>
                <a:schemeClr val="tx1"/>
              </a:solidFill>
              <a:effectLst/>
              <a:uLnTx/>
              <a:uFillTx/>
              <a:latin typeface="楷体_GB2312" pitchFamily="49" charset="-122"/>
              <a:ea typeface="宋体" panose="02010600030101010101" pitchFamily="2" charset="-122"/>
              <a:cs typeface="+mn-cs"/>
            </a:endParaRPr>
          </a:p>
          <a:p>
            <a:pPr marL="638175" marR="0" lvl="1" indent="-246380" algn="l" defTabSz="914400" rtl="0" eaLnBrk="1" fontAlgn="base" latinLnBrk="0" hangingPunct="1">
              <a:lnSpc>
                <a:spcPct val="100000"/>
              </a:lnSpc>
              <a:spcBef>
                <a:spcPct val="20000"/>
              </a:spcBef>
              <a:spcAft>
                <a:spcPct val="0"/>
              </a:spcAft>
              <a:buClr>
                <a:schemeClr val="accent1"/>
              </a:buClr>
              <a:buSzPct val="85000"/>
              <a:buFont typeface="Wingdings 2" panose="05020102010507070707" pitchFamily="18" charset="2"/>
              <a:buChar char=""/>
              <a:defRPr/>
            </a:pPr>
            <a:r>
              <a:rPr kumimoji="0" lang="zh-CN" altLang="en-US" sz="2400" b="0" i="0" u="none" strike="noStrike" kern="1200" cap="none" spc="0" normalizeH="0" baseline="0" noProof="0" smtClean="0">
                <a:ln>
                  <a:noFill/>
                </a:ln>
                <a:solidFill>
                  <a:schemeClr val="tx1"/>
                </a:solidFill>
                <a:effectLst/>
                <a:uLnTx/>
                <a:uFillTx/>
                <a:latin typeface="楷体_GB2312" pitchFamily="49" charset="-122"/>
                <a:ea typeface="宋体" panose="02010600030101010101" pitchFamily="2" charset="-122"/>
                <a:cs typeface="+mn-cs"/>
              </a:rPr>
              <a:t>是一种依附于机器硬件的语言。</a:t>
            </a:r>
            <a:endParaRPr kumimoji="0" lang="zh-CN" altLang="en-US" sz="2400" b="0" i="0" u="none" strike="noStrike" kern="1200" cap="none" spc="0" normalizeH="0" baseline="0" noProof="0" smtClean="0">
              <a:ln>
                <a:noFill/>
              </a:ln>
              <a:solidFill>
                <a:schemeClr val="tx1"/>
              </a:solidFill>
              <a:effectLst/>
              <a:uLnTx/>
              <a:uFillTx/>
              <a:latin typeface="楷体_GB2312" pitchFamily="49" charset="-122"/>
              <a:ea typeface="宋体" panose="02010600030101010101" pitchFamily="2" charset="-122"/>
              <a:cs typeface="+mn-cs"/>
            </a:endParaRPr>
          </a:p>
          <a:p>
            <a:pPr marL="638175" marR="0" lvl="1" indent="-246380" algn="l" defTabSz="914400" rtl="0" eaLnBrk="1" fontAlgn="base" latinLnBrk="0" hangingPunct="1">
              <a:lnSpc>
                <a:spcPct val="100000"/>
              </a:lnSpc>
              <a:spcBef>
                <a:spcPct val="20000"/>
              </a:spcBef>
              <a:spcAft>
                <a:spcPct val="0"/>
              </a:spcAft>
              <a:buClr>
                <a:schemeClr val="accent1"/>
              </a:buClr>
              <a:buSzPct val="85000"/>
              <a:buFont typeface="Wingdings 2" panose="05020102010507070707" pitchFamily="18" charset="2"/>
              <a:buChar char=""/>
              <a:defRPr/>
            </a:pPr>
            <a:r>
              <a:rPr kumimoji="0" lang="zh-CN" altLang="en-US" sz="2400" b="0" i="0" u="none" strike="noStrike" kern="1200" cap="none" spc="0" normalizeH="0" baseline="0" noProof="0" smtClean="0">
                <a:ln>
                  <a:noFill/>
                </a:ln>
                <a:solidFill>
                  <a:schemeClr val="tx1"/>
                </a:solidFill>
                <a:effectLst/>
                <a:uLnTx/>
                <a:uFillTx/>
                <a:latin typeface="楷体_GB2312" pitchFamily="49" charset="-122"/>
                <a:ea typeface="宋体" panose="02010600030101010101" pitchFamily="2" charset="-122"/>
                <a:cs typeface="+mn-cs"/>
              </a:rPr>
              <a:t>机器语言程序</a:t>
            </a:r>
            <a:r>
              <a:rPr kumimoji="0" lang="zh-CN" altLang="en-US" sz="2400" b="0" i="0" u="none" strike="noStrike" kern="1200" cap="none" spc="0" normalizeH="0" baseline="0" noProof="0" smtClean="0">
                <a:ln>
                  <a:noFill/>
                </a:ln>
                <a:solidFill>
                  <a:srgbClr val="FF0000"/>
                </a:solidFill>
                <a:effectLst/>
                <a:uLnTx/>
                <a:uFillTx/>
                <a:latin typeface="楷体_GB2312" pitchFamily="49" charset="-122"/>
                <a:ea typeface="宋体" panose="02010600030101010101" pitchFamily="2" charset="-122"/>
                <a:cs typeface="+mn-cs"/>
              </a:rPr>
              <a:t>可以直接执行</a:t>
            </a:r>
            <a:r>
              <a:rPr kumimoji="0" lang="zh-CN" altLang="en-US" sz="2400" b="0" i="0" u="none" strike="noStrike" kern="1200" cap="none" spc="0" normalizeH="0" baseline="0" noProof="0" smtClean="0">
                <a:ln>
                  <a:noFill/>
                </a:ln>
                <a:solidFill>
                  <a:schemeClr val="tx1"/>
                </a:solidFill>
                <a:effectLst/>
                <a:uLnTx/>
                <a:uFillTx/>
                <a:latin typeface="楷体_GB2312" pitchFamily="49" charset="-122"/>
                <a:ea typeface="宋体" panose="02010600030101010101" pitchFamily="2" charset="-122"/>
                <a:cs typeface="+mn-cs"/>
              </a:rPr>
              <a:t>。</a:t>
            </a:r>
            <a:endParaRPr kumimoji="0" lang="zh-CN" altLang="en-US" sz="2400" b="0" i="0" u="none" strike="noStrike" kern="1200" cap="none" spc="0" normalizeH="0" baseline="0" noProof="0" smtClean="0">
              <a:ln>
                <a:noFill/>
              </a:ln>
              <a:solidFill>
                <a:schemeClr val="tx1"/>
              </a:solidFill>
              <a:effectLst/>
              <a:uLnTx/>
              <a:uFillTx/>
              <a:latin typeface="楷体_GB2312" pitchFamily="49" charset="-122"/>
              <a:ea typeface="宋体" panose="02010600030101010101" pitchFamily="2" charset="-122"/>
              <a:cs typeface="+mn-cs"/>
            </a:endParaRPr>
          </a:p>
          <a:p>
            <a:pPr marL="273050" marR="0" lvl="0" indent="-27305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Char char=""/>
              <a:defRPr/>
            </a:pPr>
            <a:r>
              <a:rPr kumimoji="0" lang="zh-CN" altLang="en-US" sz="2600" b="0" i="0" u="none" strike="noStrike" kern="1200" cap="none" spc="0" normalizeH="0" baseline="0" noProof="0" smtClean="0">
                <a:ln>
                  <a:noFill/>
                </a:ln>
                <a:solidFill>
                  <a:schemeClr val="tx1"/>
                </a:solidFill>
                <a:effectLst/>
                <a:uLnTx/>
                <a:uFillTx/>
                <a:latin typeface="楷体_GB2312" pitchFamily="49" charset="-122"/>
                <a:ea typeface="宋体" panose="02010600030101010101" pitchFamily="2" charset="-122"/>
                <a:cs typeface="+mn-cs"/>
              </a:rPr>
              <a:t>机器语言指令的组成：</a:t>
            </a:r>
            <a:r>
              <a:rPr kumimoji="0" lang="zh-CN" altLang="en-US" sz="2600" b="0" i="0" u="none" strike="noStrike" kern="1200" cap="none" spc="0" normalizeH="0" baseline="0" noProof="0" smtClean="0">
                <a:ln>
                  <a:noFill/>
                </a:ln>
                <a:solidFill>
                  <a:srgbClr val="FF0000"/>
                </a:solidFill>
                <a:effectLst/>
                <a:uLnTx/>
                <a:uFillTx/>
                <a:latin typeface="楷体_GB2312" pitchFamily="49" charset="-122"/>
                <a:ea typeface="宋体" panose="02010600030101010101" pitchFamily="2" charset="-122"/>
                <a:cs typeface="+mn-cs"/>
              </a:rPr>
              <a:t>操作码</a:t>
            </a:r>
            <a:r>
              <a:rPr kumimoji="0" lang="en-US" altLang="zh-CN" sz="2600" b="0" i="0" u="none" strike="noStrike" kern="1200" cap="none" spc="0" normalizeH="0" baseline="0" noProof="0" smtClean="0">
                <a:ln>
                  <a:noFill/>
                </a:ln>
                <a:solidFill>
                  <a:srgbClr val="FF0000"/>
                </a:solidFill>
                <a:effectLst/>
                <a:uLnTx/>
                <a:uFillTx/>
                <a:latin typeface="楷体_GB2312" pitchFamily="49" charset="-122"/>
                <a:ea typeface="宋体" panose="02010600030101010101" pitchFamily="2" charset="-122"/>
                <a:cs typeface="+mn-cs"/>
              </a:rPr>
              <a:t>+</a:t>
            </a:r>
            <a:r>
              <a:rPr kumimoji="0" lang="zh-CN" altLang="en-US" sz="2600" b="0" i="0" u="none" strike="noStrike" kern="1200" cap="none" spc="0" normalizeH="0" baseline="0" noProof="0" smtClean="0">
                <a:ln>
                  <a:noFill/>
                </a:ln>
                <a:solidFill>
                  <a:srgbClr val="FF0000"/>
                </a:solidFill>
                <a:effectLst/>
                <a:uLnTx/>
                <a:uFillTx/>
                <a:latin typeface="楷体_GB2312" pitchFamily="49" charset="-122"/>
                <a:ea typeface="宋体" panose="02010600030101010101" pitchFamily="2" charset="-122"/>
                <a:cs typeface="+mn-cs"/>
              </a:rPr>
              <a:t>操作数</a:t>
            </a:r>
            <a:r>
              <a:rPr kumimoji="0" lang="zh-CN" altLang="en-US" sz="2790" b="0" i="0" u="none" strike="noStrike" kern="1200" cap="none" spc="0" normalizeH="0" baseline="0" noProof="0">
                <a:ln>
                  <a:noFill/>
                </a:ln>
                <a:solidFill>
                  <a:schemeClr val="tx1"/>
                </a:solidFill>
                <a:effectLst/>
                <a:uLnTx/>
                <a:uFillTx/>
                <a:latin typeface="楷体_GB2312" pitchFamily="49" charset="-122"/>
                <a:ea typeface="宋体" panose="02010600030101010101" pitchFamily="2" charset="-122"/>
                <a:cs typeface="+mn-cs"/>
              </a:rPr>
              <a:t> </a:t>
            </a:r>
            <a:endParaRPr kumimoji="0" lang="zh-CN" altLang="en-US" sz="2790" b="0" i="0" u="none" strike="noStrike" kern="1200" cap="none" spc="0" normalizeH="0" baseline="0" noProof="0">
              <a:ln>
                <a:noFill/>
              </a:ln>
              <a:solidFill>
                <a:schemeClr val="tx1"/>
              </a:solidFill>
              <a:effectLst/>
              <a:uLnTx/>
              <a:uFillTx/>
              <a:latin typeface="楷体_GB2312" pitchFamily="49" charset="-122"/>
              <a:ea typeface="宋体" panose="02010600030101010101" pitchFamily="2" charset="-122"/>
              <a:cs typeface="+mn-cs"/>
            </a:endParaRPr>
          </a:p>
          <a:p>
            <a:pPr marL="638175" marR="0" lvl="1" indent="-246380" algn="l" defTabSz="914400" rtl="0" eaLnBrk="1" fontAlgn="base" latinLnBrk="0" hangingPunct="1">
              <a:lnSpc>
                <a:spcPct val="100000"/>
              </a:lnSpc>
              <a:spcBef>
                <a:spcPct val="20000"/>
              </a:spcBef>
              <a:spcAft>
                <a:spcPct val="0"/>
              </a:spcAft>
              <a:buClr>
                <a:schemeClr val="accent1"/>
              </a:buClr>
              <a:buSzPct val="85000"/>
              <a:buFont typeface="Wingdings 2" panose="05020102010507070707" pitchFamily="18" charset="2"/>
              <a:buChar char=""/>
              <a:defRPr/>
            </a:pPr>
            <a:r>
              <a:rPr kumimoji="0" lang="zh-CN" altLang="en-US" sz="1995" b="0" i="0" u="none" strike="noStrike" kern="1200" cap="none" spc="0" normalizeH="0" baseline="0" noProof="0">
                <a:ln>
                  <a:noFill/>
                </a:ln>
                <a:solidFill>
                  <a:srgbClr val="FF0000"/>
                </a:solidFill>
                <a:effectLst/>
                <a:uLnTx/>
                <a:uFillTx/>
                <a:latin typeface="楷体_GB2312" pitchFamily="49" charset="-122"/>
                <a:ea typeface="宋体" panose="02010600030101010101" pitchFamily="2" charset="-122"/>
                <a:cs typeface="+mn-cs"/>
              </a:rPr>
              <a:t>操作码</a:t>
            </a:r>
            <a:r>
              <a:rPr kumimoji="0" lang="en-US" altLang="zh-CN" sz="1995" b="0" i="0" u="none" strike="noStrike" kern="1200" cap="none" spc="0" normalizeH="0" baseline="0" noProof="0">
                <a:ln>
                  <a:noFill/>
                </a:ln>
                <a:solidFill>
                  <a:schemeClr val="tx1"/>
                </a:solidFill>
                <a:effectLst/>
                <a:uLnTx/>
                <a:uFillTx/>
                <a:latin typeface="华文中宋" panose="02010600040101010101" pitchFamily="2" charset="-122"/>
                <a:ea typeface="宋体" panose="02010600030101010101" pitchFamily="2" charset="-122"/>
                <a:cs typeface="+mn-cs"/>
              </a:rPr>
              <a:t>——</a:t>
            </a:r>
            <a:r>
              <a:rPr kumimoji="0" lang="zh-CN" altLang="en-US" sz="1995" b="0" i="0" u="none" strike="noStrike" kern="1200" cap="none" spc="0" normalizeH="0" baseline="0" noProof="0">
                <a:ln>
                  <a:noFill/>
                </a:ln>
                <a:solidFill>
                  <a:schemeClr val="tx1"/>
                </a:solidFill>
                <a:effectLst/>
                <a:uLnTx/>
                <a:uFillTx/>
                <a:latin typeface="楷体_GB2312" pitchFamily="49" charset="-122"/>
                <a:ea typeface="宋体" panose="02010600030101010101" pitchFamily="2" charset="-122"/>
                <a:cs typeface="+mn-cs"/>
              </a:rPr>
              <a:t>用于说明</a:t>
            </a:r>
            <a:r>
              <a:rPr kumimoji="0" lang="zh-CN" altLang="en-US" sz="1995" b="0" i="0" u="none" strike="noStrike" kern="1200" cap="none" spc="0" normalizeH="0" baseline="0" noProof="0">
                <a:ln>
                  <a:noFill/>
                </a:ln>
                <a:solidFill>
                  <a:srgbClr val="0000FF"/>
                </a:solidFill>
                <a:effectLst/>
                <a:uLnTx/>
                <a:uFillTx/>
                <a:latin typeface="楷体_GB2312" pitchFamily="49" charset="-122"/>
                <a:ea typeface="宋体" panose="02010600030101010101" pitchFamily="2" charset="-122"/>
                <a:cs typeface="+mn-cs"/>
              </a:rPr>
              <a:t>指令的功能</a:t>
            </a:r>
            <a:r>
              <a:rPr kumimoji="0" lang="zh-CN" altLang="en-US" sz="1995" b="0" i="0" u="none" strike="noStrike" kern="1200" cap="none" spc="0" normalizeH="0" baseline="0" noProof="0">
                <a:ln>
                  <a:noFill/>
                </a:ln>
                <a:solidFill>
                  <a:schemeClr val="tx1"/>
                </a:solidFill>
                <a:effectLst/>
                <a:uLnTx/>
                <a:uFillTx/>
                <a:latin typeface="楷体_GB2312" pitchFamily="49" charset="-122"/>
                <a:ea typeface="宋体" panose="02010600030101010101" pitchFamily="2" charset="-122"/>
                <a:cs typeface="+mn-cs"/>
              </a:rPr>
              <a:t>；</a:t>
            </a:r>
            <a:endParaRPr kumimoji="0" lang="zh-CN" altLang="en-US" sz="1995" b="0" i="0" u="none" strike="noStrike" kern="1200" cap="none" spc="0" normalizeH="0" baseline="0" noProof="0">
              <a:ln>
                <a:noFill/>
              </a:ln>
              <a:solidFill>
                <a:schemeClr val="tx1"/>
              </a:solidFill>
              <a:effectLst/>
              <a:uLnTx/>
              <a:uFillTx/>
              <a:latin typeface="楷体_GB2312" pitchFamily="49" charset="-122"/>
              <a:ea typeface="宋体" panose="02010600030101010101" pitchFamily="2" charset="-122"/>
              <a:cs typeface="+mn-cs"/>
            </a:endParaRPr>
          </a:p>
          <a:p>
            <a:pPr marL="638175" marR="0" lvl="1" indent="-246380" algn="l" defTabSz="914400" rtl="0" eaLnBrk="1" fontAlgn="base" latinLnBrk="0" hangingPunct="1">
              <a:lnSpc>
                <a:spcPct val="100000"/>
              </a:lnSpc>
              <a:spcBef>
                <a:spcPct val="20000"/>
              </a:spcBef>
              <a:spcAft>
                <a:spcPct val="0"/>
              </a:spcAft>
              <a:buClr>
                <a:schemeClr val="accent1"/>
              </a:buClr>
              <a:buSzPct val="85000"/>
              <a:buFont typeface="Wingdings 2" panose="05020102010507070707" pitchFamily="18" charset="2"/>
              <a:buChar char=""/>
              <a:defRPr/>
            </a:pPr>
            <a:r>
              <a:rPr kumimoji="0" lang="zh-CN" altLang="en-US" sz="1995" b="0" i="0" u="none" strike="noStrike" kern="1200" cap="none" spc="0" normalizeH="0" baseline="0" noProof="0">
                <a:ln>
                  <a:noFill/>
                </a:ln>
                <a:solidFill>
                  <a:srgbClr val="FF0000"/>
                </a:solidFill>
                <a:effectLst/>
                <a:uLnTx/>
                <a:uFillTx/>
                <a:latin typeface="楷体_GB2312" pitchFamily="49" charset="-122"/>
                <a:ea typeface="宋体" panose="02010600030101010101" pitchFamily="2" charset="-122"/>
                <a:cs typeface="+mn-cs"/>
              </a:rPr>
              <a:t>操作数</a:t>
            </a:r>
            <a:r>
              <a:rPr kumimoji="0" lang="en-US" altLang="zh-CN" sz="1995" b="0" i="0" u="none" strike="noStrike" kern="1200" cap="none" spc="0" normalizeH="0" baseline="0" noProof="0">
                <a:ln>
                  <a:noFill/>
                </a:ln>
                <a:solidFill>
                  <a:schemeClr val="tx1"/>
                </a:solidFill>
                <a:effectLst/>
                <a:uLnTx/>
                <a:uFillTx/>
                <a:latin typeface="华文中宋" panose="02010600040101010101" pitchFamily="2" charset="-122"/>
                <a:ea typeface="宋体" panose="02010600030101010101" pitchFamily="2" charset="-122"/>
                <a:cs typeface="+mn-cs"/>
              </a:rPr>
              <a:t>——</a:t>
            </a:r>
            <a:r>
              <a:rPr kumimoji="0" lang="zh-CN" altLang="en-US" sz="1995" b="0" i="0" u="none" strike="noStrike" kern="1200" cap="none" spc="0" normalizeH="0" baseline="0" noProof="0">
                <a:ln>
                  <a:noFill/>
                </a:ln>
                <a:solidFill>
                  <a:schemeClr val="tx1"/>
                </a:solidFill>
                <a:effectLst/>
                <a:uLnTx/>
                <a:uFillTx/>
                <a:latin typeface="楷体_GB2312" pitchFamily="49" charset="-122"/>
                <a:ea typeface="宋体" panose="02010600030101010101" pitchFamily="2" charset="-122"/>
                <a:cs typeface="+mn-cs"/>
              </a:rPr>
              <a:t>用于说明</a:t>
            </a:r>
            <a:r>
              <a:rPr kumimoji="0" lang="zh-CN" altLang="en-US" sz="1995" b="0" i="0" u="none" strike="noStrike" kern="1200" cap="none" spc="0" normalizeH="0" baseline="0" noProof="0">
                <a:ln>
                  <a:noFill/>
                </a:ln>
                <a:solidFill>
                  <a:srgbClr val="0000FF"/>
                </a:solidFill>
                <a:effectLst/>
                <a:uLnTx/>
                <a:uFillTx/>
                <a:latin typeface="楷体_GB2312" pitchFamily="49" charset="-122"/>
                <a:ea typeface="宋体" panose="02010600030101010101" pitchFamily="2" charset="-122"/>
                <a:cs typeface="+mn-cs"/>
              </a:rPr>
              <a:t>参与操作的数据或数据所在单元的地址</a:t>
            </a:r>
            <a:r>
              <a:rPr kumimoji="0" lang="zh-CN" altLang="en-US" sz="1995" b="0" i="0" u="none" strike="noStrike" kern="1200" cap="none" spc="0" normalizeH="0" baseline="0" noProof="0">
                <a:ln>
                  <a:noFill/>
                </a:ln>
                <a:solidFill>
                  <a:schemeClr val="tx1"/>
                </a:solidFill>
                <a:effectLst/>
                <a:uLnTx/>
                <a:uFillTx/>
                <a:latin typeface="楷体_GB2312" pitchFamily="49" charset="-122"/>
                <a:ea typeface="宋体" panose="02010600030101010101" pitchFamily="2" charset="-122"/>
                <a:cs typeface="+mn-cs"/>
              </a:rPr>
              <a:t>。</a:t>
            </a:r>
            <a:endParaRPr kumimoji="0" lang="zh-CN" altLang="en-US" sz="1995" b="0" i="0" u="none" strike="noStrike" kern="1200" cap="none" spc="0" normalizeH="0" baseline="0" noProof="0">
              <a:ln>
                <a:noFill/>
              </a:ln>
              <a:solidFill>
                <a:schemeClr val="tx1"/>
              </a:solidFill>
              <a:effectLst/>
              <a:uLnTx/>
              <a:uFillTx/>
              <a:latin typeface="楷体_GB2312" pitchFamily="49" charset="-122"/>
              <a:ea typeface="宋体" panose="02010600030101010101" pitchFamily="2" charset="-122"/>
              <a:cs typeface="+mn-cs"/>
            </a:endParaRPr>
          </a:p>
          <a:p>
            <a:pPr marL="638175" marR="0" lvl="1" indent="-246380" algn="l" defTabSz="914400" rtl="0" eaLnBrk="1" fontAlgn="base" latinLnBrk="0" hangingPunct="1">
              <a:lnSpc>
                <a:spcPct val="100000"/>
              </a:lnSpc>
              <a:spcBef>
                <a:spcPct val="20000"/>
              </a:spcBef>
              <a:spcAft>
                <a:spcPct val="0"/>
              </a:spcAft>
              <a:buClr>
                <a:schemeClr val="accent1"/>
              </a:buClr>
              <a:buSzPct val="85000"/>
              <a:buFont typeface="Wingdings 2" panose="05020102010507070707" pitchFamily="18" charset="2"/>
              <a:buChar char=""/>
              <a:defRPr/>
            </a:pPr>
            <a:r>
              <a:rPr kumimoji="0" lang="zh-CN" altLang="en-US" sz="1995" b="0" i="0" u="none" strike="noStrike" kern="1200" cap="none" spc="0" normalizeH="0" baseline="0" noProof="0">
                <a:ln>
                  <a:noFill/>
                </a:ln>
                <a:solidFill>
                  <a:schemeClr val="tx1"/>
                </a:solidFill>
                <a:effectLst/>
                <a:uLnTx/>
                <a:uFillTx/>
                <a:latin typeface="楷体_GB2312" pitchFamily="49" charset="-122"/>
                <a:ea typeface="宋体" panose="02010600030101010101" pitchFamily="2" charset="-122"/>
                <a:cs typeface="+mn-cs"/>
              </a:rPr>
              <a:t>操作码和操作数都是</a:t>
            </a:r>
            <a:r>
              <a:rPr kumimoji="0" lang="zh-CN" altLang="en-US" sz="1995" b="0" i="0" u="none" strike="noStrike" kern="1200" cap="none" spc="0" normalizeH="0" baseline="0" noProof="0">
                <a:ln>
                  <a:noFill/>
                </a:ln>
                <a:solidFill>
                  <a:srgbClr val="FF0000"/>
                </a:solidFill>
                <a:effectLst/>
                <a:uLnTx/>
                <a:uFillTx/>
                <a:latin typeface="楷体_GB2312" pitchFamily="49" charset="-122"/>
                <a:ea typeface="宋体" panose="02010600030101010101" pitchFamily="2" charset="-122"/>
                <a:cs typeface="+mn-cs"/>
              </a:rPr>
              <a:t>以二进制的形式表示</a:t>
            </a:r>
            <a:r>
              <a:rPr kumimoji="0" lang="zh-CN" altLang="en-US" sz="1995" b="0" i="0" u="none" strike="noStrike" kern="1200" cap="none" spc="0" normalizeH="0" baseline="0" noProof="0">
                <a:ln>
                  <a:noFill/>
                </a:ln>
                <a:solidFill>
                  <a:schemeClr val="tx1"/>
                </a:solidFill>
                <a:effectLst/>
                <a:uLnTx/>
                <a:uFillTx/>
                <a:latin typeface="楷体_GB2312" pitchFamily="49" charset="-122"/>
                <a:ea typeface="宋体" panose="02010600030101010101" pitchFamily="2" charset="-122"/>
                <a:cs typeface="+mn-cs"/>
              </a:rPr>
              <a:t>。</a:t>
            </a:r>
            <a:endParaRPr kumimoji="0" lang="zh-CN" altLang="en-US" sz="1995" b="0" i="0" u="none" strike="noStrike" kern="1200" cap="none" spc="0" normalizeH="0" baseline="0" noProof="0">
              <a:ln>
                <a:noFill/>
              </a:ln>
              <a:solidFill>
                <a:schemeClr val="tx1"/>
              </a:solidFill>
              <a:effectLst/>
              <a:uLnTx/>
              <a:uFillTx/>
              <a:latin typeface="楷体_GB2312" pitchFamily="49" charset="-122"/>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125955">
                                            <p:txEl>
                                              <p:charRg st="0" end="31"/>
                                            </p:txEl>
                                          </p:spTgt>
                                        </p:tgtEl>
                                        <p:attrNameLst>
                                          <p:attrName>style.visibility</p:attrName>
                                        </p:attrNameLst>
                                      </p:cBhvr>
                                      <p:to>
                                        <p:strVal val="visible"/>
                                      </p:to>
                                    </p:set>
                                    <p:anim calcmode="lin" valueType="num">
                                      <p:cBhvr>
                                        <p:cTn id="7" dur="500" fill="hold"/>
                                        <p:tgtEl>
                                          <p:spTgt spid="125955">
                                            <p:txEl>
                                              <p:charRg st="0" end="31"/>
                                            </p:txEl>
                                          </p:spTgt>
                                        </p:tgtEl>
                                        <p:attrNameLst>
                                          <p:attrName>ppt_w</p:attrName>
                                        </p:attrNameLst>
                                      </p:cBhvr>
                                      <p:tavLst>
                                        <p:tav tm="0">
                                          <p:val>
                                            <p:fltVal val="0.000000"/>
                                          </p:val>
                                        </p:tav>
                                        <p:tav tm="100000">
                                          <p:val>
                                            <p:strVal val="#ppt_w"/>
                                          </p:val>
                                        </p:tav>
                                      </p:tavLst>
                                    </p:anim>
                                    <p:anim calcmode="lin" valueType="num">
                                      <p:cBhvr>
                                        <p:cTn id="8" dur="500" fill="hold"/>
                                        <p:tgtEl>
                                          <p:spTgt spid="125955">
                                            <p:txEl>
                                              <p:charRg st="0" end="31"/>
                                            </p:txEl>
                                          </p:spTgt>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0" fill="hold" nodeType="clickEffect">
                                  <p:stCondLst>
                                    <p:cond delay="0"/>
                                  </p:stCondLst>
                                  <p:childTnLst>
                                    <p:set>
                                      <p:cBhvr>
                                        <p:cTn id="12" dur="1" fill="hold">
                                          <p:stCondLst>
                                            <p:cond delay="0"/>
                                          </p:stCondLst>
                                        </p:cTn>
                                        <p:tgtEl>
                                          <p:spTgt spid="125955">
                                            <p:txEl>
                                              <p:charRg st="31" end="41"/>
                                            </p:txEl>
                                          </p:spTgt>
                                        </p:tgtEl>
                                        <p:attrNameLst>
                                          <p:attrName>style.visibility</p:attrName>
                                        </p:attrNameLst>
                                      </p:cBhvr>
                                      <p:to>
                                        <p:strVal val="visible"/>
                                      </p:to>
                                    </p:set>
                                    <p:anim calcmode="lin" valueType="num">
                                      <p:cBhvr>
                                        <p:cTn id="13" dur="500" fill="hold"/>
                                        <p:tgtEl>
                                          <p:spTgt spid="125955">
                                            <p:txEl>
                                              <p:charRg st="31" end="41"/>
                                            </p:txEl>
                                          </p:spTgt>
                                        </p:tgtEl>
                                        <p:attrNameLst>
                                          <p:attrName>ppt_w</p:attrName>
                                        </p:attrNameLst>
                                      </p:cBhvr>
                                      <p:tavLst>
                                        <p:tav tm="0">
                                          <p:val>
                                            <p:fltVal val="0.000000"/>
                                          </p:val>
                                        </p:tav>
                                        <p:tav tm="100000">
                                          <p:val>
                                            <p:strVal val="#ppt_w"/>
                                          </p:val>
                                        </p:tav>
                                      </p:tavLst>
                                    </p:anim>
                                    <p:anim calcmode="lin" valueType="num">
                                      <p:cBhvr>
                                        <p:cTn id="14" dur="500" fill="hold"/>
                                        <p:tgtEl>
                                          <p:spTgt spid="125955">
                                            <p:txEl>
                                              <p:charRg st="31" end="41"/>
                                            </p:txEl>
                                          </p:spTgt>
                                        </p:tgtEl>
                                        <p:attrNameLst>
                                          <p:attrName>ppt_h</p:attrName>
                                        </p:attrNameLst>
                                      </p:cBhvr>
                                      <p:tavLst>
                                        <p:tav tm="0">
                                          <p:val>
                                            <p:strVal val="#ppt_h"/>
                                          </p:val>
                                        </p:tav>
                                        <p:tav tm="100000">
                                          <p:val>
                                            <p:strVal val="#ppt_h"/>
                                          </p:val>
                                        </p:tav>
                                      </p:tavLst>
                                    </p:anim>
                                  </p:childTnLst>
                                </p:cTn>
                              </p:par>
                              <p:par>
                                <p:cTn id="15" presetID="17" presetClass="entr" presetSubtype="10" fill="hold" nodeType="withEffect">
                                  <p:stCondLst>
                                    <p:cond delay="0"/>
                                  </p:stCondLst>
                                  <p:childTnLst>
                                    <p:set>
                                      <p:cBhvr>
                                        <p:cTn id="16" dur="1" fill="hold">
                                          <p:stCondLst>
                                            <p:cond delay="0"/>
                                          </p:stCondLst>
                                        </p:cTn>
                                        <p:tgtEl>
                                          <p:spTgt spid="125955">
                                            <p:txEl>
                                              <p:charRg st="41" end="56"/>
                                            </p:txEl>
                                          </p:spTgt>
                                        </p:tgtEl>
                                        <p:attrNameLst>
                                          <p:attrName>style.visibility</p:attrName>
                                        </p:attrNameLst>
                                      </p:cBhvr>
                                      <p:to>
                                        <p:strVal val="visible"/>
                                      </p:to>
                                    </p:set>
                                    <p:anim calcmode="lin" valueType="num">
                                      <p:cBhvr>
                                        <p:cTn id="17" dur="500" fill="hold"/>
                                        <p:tgtEl>
                                          <p:spTgt spid="125955">
                                            <p:txEl>
                                              <p:charRg st="41" end="56"/>
                                            </p:txEl>
                                          </p:spTgt>
                                        </p:tgtEl>
                                        <p:attrNameLst>
                                          <p:attrName>ppt_w</p:attrName>
                                        </p:attrNameLst>
                                      </p:cBhvr>
                                      <p:tavLst>
                                        <p:tav tm="0">
                                          <p:val>
                                            <p:fltVal val="0.000000"/>
                                          </p:val>
                                        </p:tav>
                                        <p:tav tm="100000">
                                          <p:val>
                                            <p:strVal val="#ppt_w"/>
                                          </p:val>
                                        </p:tav>
                                      </p:tavLst>
                                    </p:anim>
                                    <p:anim calcmode="lin" valueType="num">
                                      <p:cBhvr>
                                        <p:cTn id="18" dur="500" fill="hold"/>
                                        <p:tgtEl>
                                          <p:spTgt spid="125955">
                                            <p:txEl>
                                              <p:charRg st="41" end="56"/>
                                            </p:txEl>
                                          </p:spTgt>
                                        </p:tgtEl>
                                        <p:attrNameLst>
                                          <p:attrName>ppt_h</p:attrName>
                                        </p:attrNameLst>
                                      </p:cBhvr>
                                      <p:tavLst>
                                        <p:tav tm="0">
                                          <p:val>
                                            <p:strVal val="#ppt_h"/>
                                          </p:val>
                                        </p:tav>
                                        <p:tav tm="100000">
                                          <p:val>
                                            <p:strVal val="#ppt_h"/>
                                          </p:val>
                                        </p:tav>
                                      </p:tavLst>
                                    </p:anim>
                                  </p:childTnLst>
                                </p:cTn>
                              </p:par>
                              <p:par>
                                <p:cTn id="19" presetID="17" presetClass="entr" presetSubtype="10" fill="hold" nodeType="withEffect">
                                  <p:stCondLst>
                                    <p:cond delay="0"/>
                                  </p:stCondLst>
                                  <p:childTnLst>
                                    <p:set>
                                      <p:cBhvr>
                                        <p:cTn id="20" dur="1" fill="hold">
                                          <p:stCondLst>
                                            <p:cond delay="0"/>
                                          </p:stCondLst>
                                        </p:cTn>
                                        <p:tgtEl>
                                          <p:spTgt spid="125955">
                                            <p:txEl>
                                              <p:charRg st="56" end="71"/>
                                            </p:txEl>
                                          </p:spTgt>
                                        </p:tgtEl>
                                        <p:attrNameLst>
                                          <p:attrName>style.visibility</p:attrName>
                                        </p:attrNameLst>
                                      </p:cBhvr>
                                      <p:to>
                                        <p:strVal val="visible"/>
                                      </p:to>
                                    </p:set>
                                    <p:anim calcmode="lin" valueType="num">
                                      <p:cBhvr>
                                        <p:cTn id="21" dur="500" fill="hold"/>
                                        <p:tgtEl>
                                          <p:spTgt spid="125955">
                                            <p:txEl>
                                              <p:charRg st="56" end="71"/>
                                            </p:txEl>
                                          </p:spTgt>
                                        </p:tgtEl>
                                        <p:attrNameLst>
                                          <p:attrName>ppt_w</p:attrName>
                                        </p:attrNameLst>
                                      </p:cBhvr>
                                      <p:tavLst>
                                        <p:tav tm="0">
                                          <p:val>
                                            <p:fltVal val="0.000000"/>
                                          </p:val>
                                        </p:tav>
                                        <p:tav tm="100000">
                                          <p:val>
                                            <p:strVal val="#ppt_w"/>
                                          </p:val>
                                        </p:tav>
                                      </p:tavLst>
                                    </p:anim>
                                    <p:anim calcmode="lin" valueType="num">
                                      <p:cBhvr>
                                        <p:cTn id="22" dur="500" fill="hold"/>
                                        <p:tgtEl>
                                          <p:spTgt spid="125955">
                                            <p:txEl>
                                              <p:charRg st="56" end="71"/>
                                            </p:txEl>
                                          </p:spTgt>
                                        </p:tgtEl>
                                        <p:attrNameLst>
                                          <p:attrName>ppt_h</p:attrName>
                                        </p:attrNameLst>
                                      </p:cBhvr>
                                      <p:tavLst>
                                        <p:tav tm="0">
                                          <p:val>
                                            <p:strVal val="#ppt_h"/>
                                          </p:val>
                                        </p:tav>
                                        <p:tav tm="100000">
                                          <p:val>
                                            <p:strVal val="#ppt_h"/>
                                          </p:val>
                                        </p:tav>
                                      </p:tavLst>
                                    </p:anim>
                                  </p:childTnLst>
                                </p:cTn>
                              </p:par>
                              <p:par>
                                <p:cTn id="23" presetID="17" presetClass="entr" presetSubtype="10" fill="hold" nodeType="withEffect">
                                  <p:stCondLst>
                                    <p:cond delay="0"/>
                                  </p:stCondLst>
                                  <p:childTnLst>
                                    <p:set>
                                      <p:cBhvr>
                                        <p:cTn id="24" dur="1" fill="hold">
                                          <p:stCondLst>
                                            <p:cond delay="0"/>
                                          </p:stCondLst>
                                        </p:cTn>
                                        <p:tgtEl>
                                          <p:spTgt spid="125955">
                                            <p:txEl>
                                              <p:charRg st="71" end="85"/>
                                            </p:txEl>
                                          </p:spTgt>
                                        </p:tgtEl>
                                        <p:attrNameLst>
                                          <p:attrName>style.visibility</p:attrName>
                                        </p:attrNameLst>
                                      </p:cBhvr>
                                      <p:to>
                                        <p:strVal val="visible"/>
                                      </p:to>
                                    </p:set>
                                    <p:anim calcmode="lin" valueType="num">
                                      <p:cBhvr>
                                        <p:cTn id="25" dur="500" fill="hold"/>
                                        <p:tgtEl>
                                          <p:spTgt spid="125955">
                                            <p:txEl>
                                              <p:charRg st="71" end="85"/>
                                            </p:txEl>
                                          </p:spTgt>
                                        </p:tgtEl>
                                        <p:attrNameLst>
                                          <p:attrName>ppt_w</p:attrName>
                                        </p:attrNameLst>
                                      </p:cBhvr>
                                      <p:tavLst>
                                        <p:tav tm="0">
                                          <p:val>
                                            <p:fltVal val="0.000000"/>
                                          </p:val>
                                        </p:tav>
                                        <p:tav tm="100000">
                                          <p:val>
                                            <p:strVal val="#ppt_w"/>
                                          </p:val>
                                        </p:tav>
                                      </p:tavLst>
                                    </p:anim>
                                    <p:anim calcmode="lin" valueType="num">
                                      <p:cBhvr>
                                        <p:cTn id="26" dur="500" fill="hold"/>
                                        <p:tgtEl>
                                          <p:spTgt spid="125955">
                                            <p:txEl>
                                              <p:charRg st="71" end="85"/>
                                            </p:txEl>
                                          </p:spTgt>
                                        </p:tgtEl>
                                        <p:attrNameLst>
                                          <p:attrName>ppt_h</p:attrName>
                                        </p:attrNameLst>
                                      </p:cBhvr>
                                      <p:tavLst>
                                        <p:tav tm="0">
                                          <p:val>
                                            <p:strVal val="#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17" presetClass="entr" presetSubtype="10" fill="hold" nodeType="clickEffect">
                                  <p:stCondLst>
                                    <p:cond delay="0"/>
                                  </p:stCondLst>
                                  <p:childTnLst>
                                    <p:set>
                                      <p:cBhvr>
                                        <p:cTn id="30" dur="1" fill="hold">
                                          <p:stCondLst>
                                            <p:cond delay="0"/>
                                          </p:stCondLst>
                                        </p:cTn>
                                        <p:tgtEl>
                                          <p:spTgt spid="125955">
                                            <p:txEl>
                                              <p:charRg st="85" end="104"/>
                                            </p:txEl>
                                          </p:spTgt>
                                        </p:tgtEl>
                                        <p:attrNameLst>
                                          <p:attrName>style.visibility</p:attrName>
                                        </p:attrNameLst>
                                      </p:cBhvr>
                                      <p:to>
                                        <p:strVal val="visible"/>
                                      </p:to>
                                    </p:set>
                                    <p:anim calcmode="lin" valueType="num">
                                      <p:cBhvr>
                                        <p:cTn id="31" dur="500" fill="hold"/>
                                        <p:tgtEl>
                                          <p:spTgt spid="125955">
                                            <p:txEl>
                                              <p:charRg st="85" end="104"/>
                                            </p:txEl>
                                          </p:spTgt>
                                        </p:tgtEl>
                                        <p:attrNameLst>
                                          <p:attrName>ppt_w</p:attrName>
                                        </p:attrNameLst>
                                      </p:cBhvr>
                                      <p:tavLst>
                                        <p:tav tm="0">
                                          <p:val>
                                            <p:fltVal val="0.000000"/>
                                          </p:val>
                                        </p:tav>
                                        <p:tav tm="100000">
                                          <p:val>
                                            <p:strVal val="#ppt_w"/>
                                          </p:val>
                                        </p:tav>
                                      </p:tavLst>
                                    </p:anim>
                                    <p:anim calcmode="lin" valueType="num">
                                      <p:cBhvr>
                                        <p:cTn id="32" dur="500" fill="hold"/>
                                        <p:tgtEl>
                                          <p:spTgt spid="125955">
                                            <p:txEl>
                                              <p:charRg st="85" end="104"/>
                                            </p:txEl>
                                          </p:spTgt>
                                        </p:tgtEl>
                                        <p:attrNameLst>
                                          <p:attrName>ppt_h</p:attrName>
                                        </p:attrNameLst>
                                      </p:cBhvr>
                                      <p:tavLst>
                                        <p:tav tm="0">
                                          <p:val>
                                            <p:strVal val="#ppt_h"/>
                                          </p:val>
                                        </p:tav>
                                        <p:tav tm="100000">
                                          <p:val>
                                            <p:strVal val="#ppt_h"/>
                                          </p:val>
                                        </p:tav>
                                      </p:tavLst>
                                    </p:anim>
                                  </p:childTnLst>
                                </p:cTn>
                              </p:par>
                              <p:par>
                                <p:cTn id="33" presetID="17" presetClass="entr" presetSubtype="10" fill="hold" nodeType="withEffect">
                                  <p:stCondLst>
                                    <p:cond delay="0"/>
                                  </p:stCondLst>
                                  <p:childTnLst>
                                    <p:set>
                                      <p:cBhvr>
                                        <p:cTn id="34" dur="1" fill="hold">
                                          <p:stCondLst>
                                            <p:cond delay="0"/>
                                          </p:stCondLst>
                                        </p:cTn>
                                        <p:tgtEl>
                                          <p:spTgt spid="125955">
                                            <p:txEl>
                                              <p:charRg st="104" end="120"/>
                                            </p:txEl>
                                          </p:spTgt>
                                        </p:tgtEl>
                                        <p:attrNameLst>
                                          <p:attrName>style.visibility</p:attrName>
                                        </p:attrNameLst>
                                      </p:cBhvr>
                                      <p:to>
                                        <p:strVal val="visible"/>
                                      </p:to>
                                    </p:set>
                                    <p:anim calcmode="lin" valueType="num">
                                      <p:cBhvr>
                                        <p:cTn id="35" dur="500" fill="hold"/>
                                        <p:tgtEl>
                                          <p:spTgt spid="125955">
                                            <p:txEl>
                                              <p:charRg st="104" end="120"/>
                                            </p:txEl>
                                          </p:spTgt>
                                        </p:tgtEl>
                                        <p:attrNameLst>
                                          <p:attrName>ppt_w</p:attrName>
                                        </p:attrNameLst>
                                      </p:cBhvr>
                                      <p:tavLst>
                                        <p:tav tm="0">
                                          <p:val>
                                            <p:fltVal val="0.000000"/>
                                          </p:val>
                                        </p:tav>
                                        <p:tav tm="100000">
                                          <p:val>
                                            <p:strVal val="#ppt_w"/>
                                          </p:val>
                                        </p:tav>
                                      </p:tavLst>
                                    </p:anim>
                                    <p:anim calcmode="lin" valueType="num">
                                      <p:cBhvr>
                                        <p:cTn id="36" dur="500" fill="hold"/>
                                        <p:tgtEl>
                                          <p:spTgt spid="125955">
                                            <p:txEl>
                                              <p:charRg st="104" end="120"/>
                                            </p:txEl>
                                          </p:spTgt>
                                        </p:tgtEl>
                                        <p:attrNameLst>
                                          <p:attrName>ppt_h</p:attrName>
                                        </p:attrNameLst>
                                      </p:cBhvr>
                                      <p:tavLst>
                                        <p:tav tm="0">
                                          <p:val>
                                            <p:strVal val="#ppt_h"/>
                                          </p:val>
                                        </p:tav>
                                        <p:tav tm="100000">
                                          <p:val>
                                            <p:strVal val="#ppt_h"/>
                                          </p:val>
                                        </p:tav>
                                      </p:tavLst>
                                    </p:anim>
                                  </p:childTnLst>
                                </p:cTn>
                              </p:par>
                              <p:par>
                                <p:cTn id="37" presetID="17" presetClass="entr" presetSubtype="10" fill="hold" nodeType="withEffect">
                                  <p:stCondLst>
                                    <p:cond delay="0"/>
                                  </p:stCondLst>
                                  <p:childTnLst>
                                    <p:set>
                                      <p:cBhvr>
                                        <p:cTn id="38" dur="1" fill="hold">
                                          <p:stCondLst>
                                            <p:cond delay="0"/>
                                          </p:stCondLst>
                                        </p:cTn>
                                        <p:tgtEl>
                                          <p:spTgt spid="125955">
                                            <p:txEl>
                                              <p:charRg st="120" end="148"/>
                                            </p:txEl>
                                          </p:spTgt>
                                        </p:tgtEl>
                                        <p:attrNameLst>
                                          <p:attrName>style.visibility</p:attrName>
                                        </p:attrNameLst>
                                      </p:cBhvr>
                                      <p:to>
                                        <p:strVal val="visible"/>
                                      </p:to>
                                    </p:set>
                                    <p:anim calcmode="lin" valueType="num">
                                      <p:cBhvr>
                                        <p:cTn id="39" dur="500" fill="hold"/>
                                        <p:tgtEl>
                                          <p:spTgt spid="125955">
                                            <p:txEl>
                                              <p:charRg st="120" end="148"/>
                                            </p:txEl>
                                          </p:spTgt>
                                        </p:tgtEl>
                                        <p:attrNameLst>
                                          <p:attrName>ppt_w</p:attrName>
                                        </p:attrNameLst>
                                      </p:cBhvr>
                                      <p:tavLst>
                                        <p:tav tm="0">
                                          <p:val>
                                            <p:fltVal val="0.000000"/>
                                          </p:val>
                                        </p:tav>
                                        <p:tav tm="100000">
                                          <p:val>
                                            <p:strVal val="#ppt_w"/>
                                          </p:val>
                                        </p:tav>
                                      </p:tavLst>
                                    </p:anim>
                                    <p:anim calcmode="lin" valueType="num">
                                      <p:cBhvr>
                                        <p:cTn id="40" dur="500" fill="hold"/>
                                        <p:tgtEl>
                                          <p:spTgt spid="125955">
                                            <p:txEl>
                                              <p:charRg st="120" end="148"/>
                                            </p:txEl>
                                          </p:spTgt>
                                        </p:tgtEl>
                                        <p:attrNameLst>
                                          <p:attrName>ppt_h</p:attrName>
                                        </p:attrNameLst>
                                      </p:cBhvr>
                                      <p:tavLst>
                                        <p:tav tm="0">
                                          <p:val>
                                            <p:strVal val="#ppt_h"/>
                                          </p:val>
                                        </p:tav>
                                        <p:tav tm="100000">
                                          <p:val>
                                            <p:strVal val="#ppt_h"/>
                                          </p:val>
                                        </p:tav>
                                      </p:tavLst>
                                    </p:anim>
                                  </p:childTnLst>
                                </p:cTn>
                              </p:par>
                              <p:par>
                                <p:cTn id="41" presetID="17" presetClass="entr" presetSubtype="10" fill="hold" nodeType="withEffect">
                                  <p:stCondLst>
                                    <p:cond delay="0"/>
                                  </p:stCondLst>
                                  <p:childTnLst>
                                    <p:set>
                                      <p:cBhvr>
                                        <p:cTn id="42" dur="1" fill="hold">
                                          <p:stCondLst>
                                            <p:cond delay="0"/>
                                          </p:stCondLst>
                                        </p:cTn>
                                        <p:tgtEl>
                                          <p:spTgt spid="125955">
                                            <p:txEl>
                                              <p:charRg st="148" end="168"/>
                                            </p:txEl>
                                          </p:spTgt>
                                        </p:tgtEl>
                                        <p:attrNameLst>
                                          <p:attrName>style.visibility</p:attrName>
                                        </p:attrNameLst>
                                      </p:cBhvr>
                                      <p:to>
                                        <p:strVal val="visible"/>
                                      </p:to>
                                    </p:set>
                                    <p:anim calcmode="lin" valueType="num">
                                      <p:cBhvr>
                                        <p:cTn id="43" dur="500" fill="hold"/>
                                        <p:tgtEl>
                                          <p:spTgt spid="125955">
                                            <p:txEl>
                                              <p:charRg st="148" end="168"/>
                                            </p:txEl>
                                          </p:spTgt>
                                        </p:tgtEl>
                                        <p:attrNameLst>
                                          <p:attrName>ppt_w</p:attrName>
                                        </p:attrNameLst>
                                      </p:cBhvr>
                                      <p:tavLst>
                                        <p:tav tm="0">
                                          <p:val>
                                            <p:fltVal val="0.000000"/>
                                          </p:val>
                                        </p:tav>
                                        <p:tav tm="100000">
                                          <p:val>
                                            <p:strVal val="#ppt_w"/>
                                          </p:val>
                                        </p:tav>
                                      </p:tavLst>
                                    </p:anim>
                                    <p:anim calcmode="lin" valueType="num">
                                      <p:cBhvr>
                                        <p:cTn id="44" dur="500" fill="hold"/>
                                        <p:tgtEl>
                                          <p:spTgt spid="125955">
                                            <p:txEl>
                                              <p:charRg st="148" end="168"/>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Rectangle 2"/>
          <p:cNvSpPr>
            <a:spLocks noGrp="1"/>
          </p:cNvSpPr>
          <p:nvPr>
            <p:ph type="title"/>
          </p:nvPr>
        </p:nvSpPr>
        <p:spPr>
          <a:xfrm>
            <a:off x="538163" y="784225"/>
            <a:ext cx="3792537" cy="788988"/>
          </a:xfrm>
          <a:ln/>
        </p:spPr>
        <p:txBody>
          <a:bodyPr vert="horz" wrap="square" lIns="0" tIns="45610" rIns="0" bIns="0" anchor="b" anchorCtr="0"/>
          <a:p>
            <a:pPr eaLnBrk="1" hangingPunct="1"/>
            <a:r>
              <a:rPr lang="zh-CN" altLang="en-US" b="1" dirty="0">
                <a:latin typeface="微软雅黑" panose="020B0503020204020204" pitchFamily="34" charset="-122"/>
                <a:ea typeface="微软雅黑" panose="020B0503020204020204" pitchFamily="34" charset="-122"/>
              </a:rPr>
              <a:t>机器语言</a:t>
            </a:r>
            <a:endParaRPr lang="zh-CN" altLang="en-US" b="1" dirty="0">
              <a:latin typeface="微软雅黑" panose="020B0503020204020204" pitchFamily="34" charset="-122"/>
              <a:ea typeface="微软雅黑" panose="020B0503020204020204" pitchFamily="34" charset="-122"/>
            </a:endParaRPr>
          </a:p>
        </p:txBody>
      </p:sp>
      <p:sp>
        <p:nvSpPr>
          <p:cNvPr id="37891" name="Rectangle 3"/>
          <p:cNvSpPr>
            <a:spLocks noGrp="1" noChangeArrowheads="1"/>
          </p:cNvSpPr>
          <p:nvPr>
            <p:ph idx="1"/>
          </p:nvPr>
        </p:nvSpPr>
        <p:spPr>
          <a:xfrm>
            <a:off x="455613" y="1731963"/>
            <a:ext cx="8283575" cy="1443038"/>
          </a:xfrm>
        </p:spPr>
        <p:txBody>
          <a:bodyPr vert="horz" wrap="square" lIns="91221" tIns="45610" rIns="91221" bIns="45610" numCol="1" anchor="t" anchorCtr="0" compatLnSpc="1"/>
          <a:lstStyle/>
          <a:p>
            <a:pPr marL="273050" marR="0" lvl="0" indent="-27305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None/>
              <a:defRPr/>
            </a:pPr>
            <a:r>
              <a:rPr kumimoji="0" lang="en-US" altLang="zh-CN" sz="279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79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例</a:t>
            </a:r>
            <a:r>
              <a:rPr kumimoji="0" lang="en-US" altLang="zh-CN" sz="279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1】</a:t>
            </a:r>
            <a:r>
              <a:rPr kumimoji="0" lang="zh-CN" altLang="en-US" sz="279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机器语言程序示例。</a:t>
            </a:r>
            <a:endParaRPr kumimoji="0" lang="zh-CN" altLang="en-US" sz="279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273050" marR="0" lvl="0" indent="-27305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None/>
              <a:defRPr/>
            </a:pPr>
            <a:r>
              <a:rPr kumimoji="0" lang="zh-CN" altLang="en-US" sz="2395" b="0" i="0" u="none" strike="noStrike" kern="1200" cap="none" spc="0" normalizeH="0" baseline="0" noProof="0" dirty="0">
                <a:ln>
                  <a:noFill/>
                </a:ln>
                <a:solidFill>
                  <a:srgbClr val="0000FF"/>
                </a:solidFill>
                <a:effectLst/>
                <a:uLnTx/>
                <a:uFillTx/>
                <a:latin typeface="楷体_GB2312" pitchFamily="49" charset="-122"/>
                <a:ea typeface="宋体" panose="02010600030101010101" pitchFamily="2" charset="-122"/>
                <a:cs typeface="+mn-cs"/>
              </a:rPr>
              <a:t>程序功能</a:t>
            </a:r>
            <a:r>
              <a:rPr kumimoji="0" lang="zh-CN" altLang="en-US" sz="2395" b="0" i="0" u="none" strike="noStrike" kern="1200" cap="none" spc="0" normalizeH="0" baseline="0" noProof="0" dirty="0">
                <a:ln>
                  <a:noFill/>
                </a:ln>
                <a:solidFill>
                  <a:srgbClr val="000000"/>
                </a:solidFill>
                <a:effectLst/>
                <a:uLnTx/>
                <a:uFillTx/>
                <a:latin typeface="楷体_GB2312" pitchFamily="49" charset="-122"/>
                <a:ea typeface="宋体" panose="02010600030101010101" pitchFamily="2" charset="-122"/>
                <a:cs typeface="+mn-cs"/>
              </a:rPr>
              <a:t>：把两个内存单元中的数相加，并将结果存入另外</a:t>
            </a:r>
            <a:endParaRPr kumimoji="0" lang="zh-CN" altLang="en-US" sz="2395" b="0" i="0" u="none" strike="noStrike" kern="1200" cap="none" spc="0" normalizeH="0" baseline="0" noProof="0" dirty="0">
              <a:ln>
                <a:noFill/>
              </a:ln>
              <a:solidFill>
                <a:srgbClr val="000000"/>
              </a:solidFill>
              <a:effectLst/>
              <a:uLnTx/>
              <a:uFillTx/>
              <a:latin typeface="楷体_GB2312" pitchFamily="49" charset="-122"/>
              <a:ea typeface="宋体" panose="02010600030101010101" pitchFamily="2" charset="-122"/>
              <a:cs typeface="+mn-cs"/>
            </a:endParaRPr>
          </a:p>
          <a:p>
            <a:pPr marL="273050" marR="0" lvl="0" indent="-27305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None/>
              <a:defRPr/>
            </a:pPr>
            <a:r>
              <a:rPr kumimoji="0" lang="zh-CN" altLang="en-US" sz="2395" b="0" i="0" u="none" strike="noStrike" kern="1200" cap="none" spc="0" normalizeH="0" baseline="0" noProof="0" dirty="0">
                <a:ln>
                  <a:noFill/>
                </a:ln>
                <a:solidFill>
                  <a:srgbClr val="000000"/>
                </a:solidFill>
                <a:effectLst/>
                <a:uLnTx/>
                <a:uFillTx/>
                <a:latin typeface="楷体_GB2312" pitchFamily="49" charset="-122"/>
                <a:ea typeface="宋体" panose="02010600030101010101" pitchFamily="2" charset="-122"/>
                <a:cs typeface="+mn-cs"/>
              </a:rPr>
              <a:t>                  一个单元。</a:t>
            </a:r>
            <a:endParaRPr kumimoji="0" lang="zh-CN" altLang="en-US" sz="2395" b="0" i="0" u="none" strike="noStrike" kern="1200" cap="none" spc="0" normalizeH="0" baseline="0" noProof="0" dirty="0">
              <a:ln>
                <a:noFill/>
              </a:ln>
              <a:solidFill>
                <a:srgbClr val="000000"/>
              </a:solidFill>
              <a:effectLst/>
              <a:uLnTx/>
              <a:uFillTx/>
              <a:latin typeface="楷体_GB2312" pitchFamily="49" charset="-122"/>
              <a:ea typeface="宋体" panose="02010600030101010101" pitchFamily="2" charset="-122"/>
              <a:cs typeface="+mn-cs"/>
            </a:endParaRPr>
          </a:p>
          <a:p>
            <a:pPr marL="638175" marR="0" lvl="1" indent="-246380" algn="l" defTabSz="914400" rtl="0" eaLnBrk="1" fontAlgn="base" latinLnBrk="0" hangingPunct="1">
              <a:lnSpc>
                <a:spcPct val="80000"/>
              </a:lnSpc>
              <a:spcBef>
                <a:spcPct val="20000"/>
              </a:spcBef>
              <a:spcAft>
                <a:spcPct val="0"/>
              </a:spcAft>
              <a:buClr>
                <a:schemeClr val="accent1"/>
              </a:buClr>
              <a:buSzPct val="85000"/>
              <a:buFont typeface="Wingdings" panose="05000000000000000000" pitchFamily="2" charset="2"/>
              <a:buNone/>
              <a:defRPr/>
            </a:pPr>
            <a:endParaRPr kumimoji="0" lang="en-US" altLang="zh-CN" sz="2395" b="0"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endParaRPr>
          </a:p>
        </p:txBody>
      </p:sp>
      <p:sp>
        <p:nvSpPr>
          <p:cNvPr id="126980" name="Rectangle 4"/>
          <p:cNvSpPr>
            <a:spLocks noChangeArrowheads="1"/>
          </p:cNvSpPr>
          <p:nvPr/>
        </p:nvSpPr>
        <p:spPr bwMode="auto">
          <a:xfrm>
            <a:off x="379413" y="3327400"/>
            <a:ext cx="8739188" cy="3190875"/>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hlink"/>
              </a:buClr>
              <a:buFont typeface="Wingdings" panose="05000000000000000000" pitchFamily="2" charset="2"/>
              <a:buChar char="v"/>
              <a:defRPr sz="3200" b="1">
                <a:solidFill>
                  <a:schemeClr val="tx2"/>
                </a:solidFill>
                <a:latin typeface="Arial" panose="020B0604020202020204" pitchFamily="34" charset="0"/>
                <a:ea typeface="楷体_GB2312" pitchFamily="49" charset="-122"/>
              </a:defRPr>
            </a:lvl1pPr>
            <a:lvl2pPr marL="742950" indent="-285750">
              <a:spcBef>
                <a:spcPct val="20000"/>
              </a:spcBef>
              <a:buClr>
                <a:srgbClr val="CC0000"/>
              </a:buClr>
              <a:buFont typeface="Wingdings" panose="05000000000000000000" pitchFamily="2" charset="2"/>
              <a:buChar char="ü"/>
              <a:defRPr sz="2800" b="1">
                <a:solidFill>
                  <a:srgbClr val="000000"/>
                </a:solidFill>
                <a:latin typeface="Arial" panose="020B0604020202020204" pitchFamily="34" charset="0"/>
                <a:ea typeface="楷体_GB2312" pitchFamily="49" charset="-122"/>
              </a:defRPr>
            </a:lvl2pPr>
            <a:lvl3pPr marL="1143000" indent="-228600">
              <a:spcBef>
                <a:spcPct val="20000"/>
              </a:spcBef>
              <a:buClr>
                <a:schemeClr val="tx1"/>
              </a:buClr>
              <a:buSzPct val="50000"/>
              <a:buFont typeface="Wingdings" panose="05000000000000000000" pitchFamily="2" charset="2"/>
              <a:buChar char="n"/>
              <a:defRPr sz="2400" b="1">
                <a:solidFill>
                  <a:schemeClr val="tx1"/>
                </a:solidFill>
                <a:latin typeface="Arial" panose="020B0604020202020204" pitchFamily="34" charset="0"/>
                <a:ea typeface="楷体_GB2312" pitchFamily="49" charset="-122"/>
              </a:defRPr>
            </a:lvl3pPr>
            <a:lvl4pPr marL="1600200" indent="-228600">
              <a:spcBef>
                <a:spcPct val="20000"/>
              </a:spcBef>
              <a:buClr>
                <a:srgbClr val="000000"/>
              </a:buClr>
              <a:buSzPct val="50000"/>
              <a:buFont typeface="Wingdings" panose="05000000000000000000" pitchFamily="2" charset="2"/>
              <a:buChar char="l"/>
              <a:defRPr sz="2000" b="1">
                <a:solidFill>
                  <a:schemeClr val="tx1"/>
                </a:solidFill>
                <a:latin typeface="Arial" panose="020B0604020202020204" pitchFamily="34" charset="0"/>
                <a:ea typeface="楷体_GB2312" pitchFamily="49" charset="-122"/>
              </a:defRPr>
            </a:lvl4pPr>
            <a:lvl5pPr marL="2057400" indent="-228600">
              <a:spcBef>
                <a:spcPct val="20000"/>
              </a:spcBef>
              <a:buFont typeface="Arial" panose="020B0604020202020204" pitchFamily="34" charset="0"/>
              <a:buChar char="»"/>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Font typeface="Arial" panose="020B0604020202020204" pitchFamily="34" charset="0"/>
              <a:buChar char="»"/>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Font typeface="Arial" panose="020B0604020202020204" pitchFamily="34" charset="0"/>
              <a:buChar char="»"/>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Font typeface="Arial" panose="020B0604020202020204" pitchFamily="34" charset="0"/>
              <a:buChar char="»"/>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Font typeface="Arial" panose="020B0604020202020204" pitchFamily="34" charset="0"/>
              <a:buChar char="»"/>
              <a:defRPr b="1">
                <a:solidFill>
                  <a:schemeClr val="tx1"/>
                </a:solidFill>
                <a:latin typeface="Arial" panose="020B0604020202020204" pitchFamily="34" charset="0"/>
                <a:ea typeface="楷体_GB2312" pitchFamily="49" charset="-122"/>
              </a:defRPr>
            </a:lvl9pPr>
          </a:lstStyle>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r>
              <a:rPr kumimoji="1" lang="en-US" altLang="zh-CN" sz="2395" b="1" i="0" u="none" strike="noStrike" kern="1200" cap="none" spc="0" normalizeH="0" baseline="0" noProof="0" smtClean="0">
                <a:ln>
                  <a:noFill/>
                </a:ln>
                <a:solidFill>
                  <a:schemeClr val="accent2"/>
                </a:solidFill>
                <a:effectLst/>
                <a:uLnTx/>
                <a:uFillTx/>
                <a:latin typeface="Arial" panose="020B0604020202020204" pitchFamily="34" charset="0"/>
                <a:ea typeface="宋体" panose="02010600030101010101" pitchFamily="2" charset="-122"/>
                <a:cs typeface="+mn-cs"/>
              </a:rPr>
              <a:t>0001</a:t>
            </a:r>
            <a:r>
              <a:rPr kumimoji="1" lang="en-US" altLang="zh-CN" sz="2395" b="1" i="0" u="none" strike="noStrike" kern="1200" cap="none" spc="0" normalizeH="0" baseline="0" noProof="0" smtClean="0">
                <a:ln>
                  <a:noFill/>
                </a:ln>
                <a:solidFill>
                  <a:srgbClr val="008080"/>
                </a:solidFill>
                <a:effectLst/>
                <a:uLnTx/>
                <a:uFillTx/>
                <a:latin typeface="Arial" panose="020B0604020202020204" pitchFamily="34" charset="0"/>
                <a:ea typeface="宋体" panose="02010600030101010101" pitchFamily="2" charset="-122"/>
                <a:cs typeface="+mn-cs"/>
              </a:rPr>
              <a:t> </a:t>
            </a:r>
            <a:r>
              <a:rPr kumimoji="1" lang="en-US" altLang="zh-CN" sz="2395" b="1" i="0" u="none" strike="noStrike" kern="1200" cap="none" spc="0" normalizeH="0" baseline="0" noProof="0" smtClean="0">
                <a:ln>
                  <a:noFill/>
                </a:ln>
                <a:solidFill>
                  <a:srgbClr val="CC3300"/>
                </a:solidFill>
                <a:effectLst/>
                <a:uLnTx/>
                <a:uFillTx/>
                <a:latin typeface="Arial" panose="020B0604020202020204" pitchFamily="34" charset="0"/>
                <a:ea typeface="宋体" panose="02010600030101010101" pitchFamily="2" charset="-122"/>
                <a:cs typeface="+mn-cs"/>
              </a:rPr>
              <a:t>0101</a:t>
            </a:r>
            <a:r>
              <a:rPr kumimoji="1" lang="en-US" altLang="zh-CN" sz="2395" b="1" i="0" u="none" strike="noStrike" kern="1200" cap="none" spc="0" normalizeH="0" baseline="0" noProof="0" smtClean="0">
                <a:ln>
                  <a:noFill/>
                </a:ln>
                <a:solidFill>
                  <a:srgbClr val="008080"/>
                </a:solidFill>
                <a:effectLst/>
                <a:uLnTx/>
                <a:uFillTx/>
                <a:latin typeface="Arial" panose="020B0604020202020204" pitchFamily="34" charset="0"/>
                <a:ea typeface="宋体" panose="02010600030101010101" pitchFamily="2" charset="-122"/>
                <a:cs typeface="+mn-cs"/>
              </a:rPr>
              <a:t> 01101100</a:t>
            </a:r>
            <a:r>
              <a:rPr kumimoji="1" lang="en-US" altLang="zh-CN" sz="2395" b="1" i="0" u="none" strike="noStrike" kern="1200" cap="none" spc="0" normalizeH="0" baseline="0" noProof="0" smtClean="0">
                <a:ln>
                  <a:noFill/>
                </a:ln>
                <a:solidFill>
                  <a:schemeClr val="tx2"/>
                </a:solidFill>
                <a:effectLst/>
                <a:uLnTx/>
                <a:uFillTx/>
                <a:latin typeface="Arial" panose="020B0604020202020204" pitchFamily="34" charset="0"/>
                <a:ea typeface="楷体_GB2312" pitchFamily="49" charset="-122"/>
                <a:cs typeface="+mn-cs"/>
              </a:rPr>
              <a:t>  </a:t>
            </a:r>
            <a:r>
              <a:rPr kumimoji="1" lang="en-US" altLang="zh-CN" sz="1995" b="1" i="0" u="none" strike="noStrike" kern="1200" cap="none" spc="0" normalizeH="0" baseline="0" noProof="0" smtClean="0">
                <a:ln>
                  <a:noFill/>
                </a:ln>
                <a:solidFill>
                  <a:srgbClr val="000000"/>
                </a:solidFill>
                <a:effectLst/>
                <a:uLnTx/>
                <a:uFillTx/>
                <a:latin typeface="Arial" panose="020B0604020202020204" pitchFamily="34" charset="0"/>
                <a:ea typeface="楷体_GB2312" pitchFamily="49" charset="-122"/>
                <a:cs typeface="+mn-cs"/>
              </a:rPr>
              <a:t>//</a:t>
            </a:r>
            <a:r>
              <a:rPr kumimoji="1" lang="zh-CN" altLang="en-US" sz="1995" b="1" i="0" u="none" strike="noStrike" kern="1200" cap="none" spc="0" normalizeH="0" baseline="0" noProof="0" smtClean="0">
                <a:ln>
                  <a:noFill/>
                </a:ln>
                <a:solidFill>
                  <a:srgbClr val="000000"/>
                </a:solidFill>
                <a:effectLst/>
                <a:uLnTx/>
                <a:uFillTx/>
                <a:latin typeface="Arial" panose="020B0604020202020204" pitchFamily="34" charset="0"/>
                <a:ea typeface="楷体_GB2312" pitchFamily="49" charset="-122"/>
                <a:cs typeface="+mn-cs"/>
              </a:rPr>
              <a:t>把地址为</a:t>
            </a:r>
            <a:r>
              <a:rPr kumimoji="1" lang="en-US" altLang="zh-CN" sz="1995" b="1" i="0" u="none" strike="noStrike" kern="1200" cap="none" spc="0" normalizeH="0" baseline="0" noProof="0" smtClean="0">
                <a:ln>
                  <a:noFill/>
                </a:ln>
                <a:solidFill>
                  <a:srgbClr val="000000"/>
                </a:solidFill>
                <a:effectLst/>
                <a:uLnTx/>
                <a:uFillTx/>
                <a:latin typeface="Arial" panose="020B0604020202020204" pitchFamily="34" charset="0"/>
                <a:ea typeface="楷体_GB2312" pitchFamily="49" charset="-122"/>
                <a:cs typeface="+mn-cs"/>
              </a:rPr>
              <a:t>01101100</a:t>
            </a:r>
            <a:r>
              <a:rPr kumimoji="1" lang="zh-CN" altLang="en-US" sz="1995" b="1" i="0" u="none" strike="noStrike" kern="1200" cap="none" spc="0" normalizeH="0" baseline="0" noProof="0" smtClean="0">
                <a:ln>
                  <a:noFill/>
                </a:ln>
                <a:solidFill>
                  <a:srgbClr val="000000"/>
                </a:solidFill>
                <a:effectLst/>
                <a:uLnTx/>
                <a:uFillTx/>
                <a:latin typeface="Arial" panose="020B0604020202020204" pitchFamily="34" charset="0"/>
                <a:ea typeface="楷体_GB2312" pitchFamily="49" charset="-122"/>
                <a:cs typeface="+mn-cs"/>
              </a:rPr>
              <a:t>的内存单元中的数装入 </a:t>
            </a:r>
            <a:endParaRPr kumimoji="1" lang="zh-CN" altLang="en-US" sz="1995" b="1" i="0" u="none" strike="noStrike" kern="1200" cap="none" spc="0" normalizeH="0" baseline="0" noProof="0" smtClean="0">
              <a:ln>
                <a:noFill/>
              </a:ln>
              <a:solidFill>
                <a:srgbClr val="000000"/>
              </a:solidFill>
              <a:effectLst/>
              <a:uLnTx/>
              <a:uFillTx/>
              <a:latin typeface="Arial" panose="020B0604020202020204" pitchFamily="34" charset="0"/>
              <a:ea typeface="楷体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r>
              <a:rPr kumimoji="1" lang="zh-CN" altLang="en-US" sz="1995" b="1" i="0" u="none" strike="noStrike" kern="1200" cap="none" spc="0" normalizeH="0" baseline="0" noProof="0" smtClean="0">
                <a:ln>
                  <a:noFill/>
                </a:ln>
                <a:solidFill>
                  <a:srgbClr val="000000"/>
                </a:solidFill>
                <a:effectLst/>
                <a:uLnTx/>
                <a:uFillTx/>
                <a:latin typeface="Arial" panose="020B0604020202020204" pitchFamily="34" charset="0"/>
                <a:ea typeface="楷体_GB2312" pitchFamily="49" charset="-122"/>
                <a:cs typeface="+mn-cs"/>
              </a:rPr>
              <a:t>                                             </a:t>
            </a:r>
            <a:r>
              <a:rPr kumimoji="1" lang="en-US" altLang="zh-CN" sz="1995" b="1" i="0" u="none" strike="noStrike" kern="1200" cap="none" spc="0" normalizeH="0" baseline="0" noProof="0" smtClean="0">
                <a:ln>
                  <a:noFill/>
                </a:ln>
                <a:solidFill>
                  <a:srgbClr val="000000"/>
                </a:solidFill>
                <a:effectLst/>
                <a:uLnTx/>
                <a:uFillTx/>
                <a:latin typeface="Arial" panose="020B0604020202020204" pitchFamily="34" charset="0"/>
                <a:ea typeface="楷体_GB2312" pitchFamily="49" charset="-122"/>
                <a:cs typeface="+mn-cs"/>
              </a:rPr>
              <a:t>0101</a:t>
            </a:r>
            <a:r>
              <a:rPr kumimoji="1" lang="zh-CN" altLang="en-US" sz="1995" b="1" i="0" u="none" strike="noStrike" kern="1200" cap="none" spc="0" normalizeH="0" baseline="0" noProof="0" smtClean="0">
                <a:ln>
                  <a:noFill/>
                </a:ln>
                <a:solidFill>
                  <a:srgbClr val="000000"/>
                </a:solidFill>
                <a:effectLst/>
                <a:uLnTx/>
                <a:uFillTx/>
                <a:latin typeface="Arial" panose="020B0604020202020204" pitchFamily="34" charset="0"/>
                <a:ea typeface="楷体_GB2312" pitchFamily="49" charset="-122"/>
                <a:cs typeface="+mn-cs"/>
              </a:rPr>
              <a:t>号寄存器</a:t>
            </a:r>
            <a:endParaRPr kumimoji="1" lang="zh-CN" altLang="en-US" sz="1995" b="1" i="0" u="none" strike="noStrike" kern="1200" cap="none" spc="0" normalizeH="0" baseline="0" noProof="0" smtClean="0">
              <a:ln>
                <a:noFill/>
              </a:ln>
              <a:solidFill>
                <a:srgbClr val="000000"/>
              </a:solidFill>
              <a:effectLst/>
              <a:uLnTx/>
              <a:uFillTx/>
              <a:latin typeface="Arial" panose="020B0604020202020204" pitchFamily="34" charset="0"/>
              <a:ea typeface="楷体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r>
              <a:rPr kumimoji="1" lang="en-US" altLang="zh-CN" sz="2395" b="1" i="0" u="none" strike="noStrike" kern="1200" cap="none" spc="0" normalizeH="0" baseline="0" noProof="0" smtClean="0">
                <a:ln>
                  <a:noFill/>
                </a:ln>
                <a:solidFill>
                  <a:schemeClr val="accent2"/>
                </a:solidFill>
                <a:effectLst/>
                <a:uLnTx/>
                <a:uFillTx/>
                <a:latin typeface="Arial" panose="020B0604020202020204" pitchFamily="34" charset="0"/>
                <a:ea typeface="楷体_GB2312" pitchFamily="49" charset="-122"/>
                <a:cs typeface="+mn-cs"/>
              </a:rPr>
              <a:t>0001</a:t>
            </a:r>
            <a:r>
              <a:rPr kumimoji="1" lang="en-US" altLang="zh-CN" sz="2395" b="1" i="0" u="none" strike="noStrike" kern="1200" cap="none" spc="0" normalizeH="0" baseline="0" noProof="0" smtClean="0">
                <a:ln>
                  <a:noFill/>
                </a:ln>
                <a:solidFill>
                  <a:schemeClr val="tx2"/>
                </a:solidFill>
                <a:effectLst/>
                <a:uLnTx/>
                <a:uFillTx/>
                <a:latin typeface="Arial" panose="020B0604020202020204" pitchFamily="34" charset="0"/>
                <a:ea typeface="楷体_GB2312" pitchFamily="49" charset="-122"/>
                <a:cs typeface="+mn-cs"/>
              </a:rPr>
              <a:t> </a:t>
            </a:r>
            <a:r>
              <a:rPr kumimoji="1" lang="en-US" altLang="zh-CN" sz="2395" b="1" i="0" u="none" strike="noStrike" kern="1200" cap="none" spc="0" normalizeH="0" baseline="0" noProof="0" smtClean="0">
                <a:ln>
                  <a:noFill/>
                </a:ln>
                <a:solidFill>
                  <a:srgbClr val="CC3300"/>
                </a:solidFill>
                <a:effectLst/>
                <a:uLnTx/>
                <a:uFillTx/>
                <a:latin typeface="Arial" panose="020B0604020202020204" pitchFamily="34" charset="0"/>
                <a:ea typeface="楷体_GB2312" pitchFamily="49" charset="-122"/>
                <a:cs typeface="+mn-cs"/>
              </a:rPr>
              <a:t>0110</a:t>
            </a:r>
            <a:r>
              <a:rPr kumimoji="1" lang="en-US" altLang="zh-CN" sz="2395" b="1" i="0" u="none" strike="noStrike" kern="1200" cap="none" spc="0" normalizeH="0" baseline="0" noProof="0" smtClean="0">
                <a:ln>
                  <a:noFill/>
                </a:ln>
                <a:solidFill>
                  <a:schemeClr val="tx2"/>
                </a:solidFill>
                <a:effectLst/>
                <a:uLnTx/>
                <a:uFillTx/>
                <a:latin typeface="Arial" panose="020B0604020202020204" pitchFamily="34" charset="0"/>
                <a:ea typeface="楷体_GB2312" pitchFamily="49" charset="-122"/>
                <a:cs typeface="+mn-cs"/>
              </a:rPr>
              <a:t> </a:t>
            </a:r>
            <a:r>
              <a:rPr kumimoji="1" lang="en-US" altLang="zh-CN" sz="2395" b="1" i="0" u="none" strike="noStrike" kern="1200" cap="none" spc="0" normalizeH="0" baseline="0" noProof="0" smtClean="0">
                <a:ln>
                  <a:noFill/>
                </a:ln>
                <a:solidFill>
                  <a:srgbClr val="008080"/>
                </a:solidFill>
                <a:effectLst/>
                <a:uLnTx/>
                <a:uFillTx/>
                <a:latin typeface="Arial" panose="020B0604020202020204" pitchFamily="34" charset="0"/>
                <a:ea typeface="楷体_GB2312" pitchFamily="49" charset="-122"/>
                <a:cs typeface="+mn-cs"/>
              </a:rPr>
              <a:t>01101101</a:t>
            </a:r>
            <a:r>
              <a:rPr kumimoji="1" lang="en-US" altLang="zh-CN" sz="2395" b="1" i="0" u="none" strike="noStrike" kern="1200" cap="none" spc="0" normalizeH="0" baseline="0" noProof="0" smtClean="0">
                <a:ln>
                  <a:noFill/>
                </a:ln>
                <a:solidFill>
                  <a:schemeClr val="tx2"/>
                </a:solidFill>
                <a:effectLst/>
                <a:uLnTx/>
                <a:uFillTx/>
                <a:latin typeface="Arial" panose="020B0604020202020204" pitchFamily="34" charset="0"/>
                <a:ea typeface="楷体_GB2312" pitchFamily="49" charset="-122"/>
                <a:cs typeface="+mn-cs"/>
              </a:rPr>
              <a:t>  </a:t>
            </a:r>
            <a:r>
              <a:rPr kumimoji="1" lang="en-US" altLang="zh-CN" sz="1995" b="1" i="0" u="none" strike="noStrike" kern="1200" cap="none" spc="0" normalizeH="0" baseline="0" noProof="0" smtClean="0">
                <a:ln>
                  <a:noFill/>
                </a:ln>
                <a:solidFill>
                  <a:srgbClr val="000000"/>
                </a:solidFill>
                <a:effectLst/>
                <a:uLnTx/>
                <a:uFillTx/>
                <a:latin typeface="Arial" panose="020B0604020202020204" pitchFamily="34" charset="0"/>
                <a:ea typeface="楷体_GB2312" pitchFamily="49" charset="-122"/>
                <a:cs typeface="+mn-cs"/>
              </a:rPr>
              <a:t>//</a:t>
            </a:r>
            <a:r>
              <a:rPr kumimoji="1" lang="zh-CN" altLang="en-US" sz="1995" b="1" i="0" u="none" strike="noStrike" kern="1200" cap="none" spc="0" normalizeH="0" baseline="0" noProof="0" smtClean="0">
                <a:ln>
                  <a:noFill/>
                </a:ln>
                <a:solidFill>
                  <a:srgbClr val="000000"/>
                </a:solidFill>
                <a:effectLst/>
                <a:uLnTx/>
                <a:uFillTx/>
                <a:latin typeface="Arial" panose="020B0604020202020204" pitchFamily="34" charset="0"/>
                <a:ea typeface="楷体_GB2312" pitchFamily="49" charset="-122"/>
                <a:cs typeface="+mn-cs"/>
              </a:rPr>
              <a:t>把地址为</a:t>
            </a:r>
            <a:r>
              <a:rPr kumimoji="1" lang="en-US" altLang="zh-CN" sz="1995" b="1" i="0" u="none" strike="noStrike" kern="1200" cap="none" spc="0" normalizeH="0" baseline="0" noProof="0" smtClean="0">
                <a:ln>
                  <a:noFill/>
                </a:ln>
                <a:solidFill>
                  <a:srgbClr val="000000"/>
                </a:solidFill>
                <a:effectLst/>
                <a:uLnTx/>
                <a:uFillTx/>
                <a:latin typeface="Arial" panose="020B0604020202020204" pitchFamily="34" charset="0"/>
                <a:ea typeface="楷体_GB2312" pitchFamily="49" charset="-122"/>
                <a:cs typeface="+mn-cs"/>
              </a:rPr>
              <a:t>01101101</a:t>
            </a:r>
            <a:r>
              <a:rPr kumimoji="1" lang="zh-CN" altLang="en-US" sz="1995" b="1" i="0" u="none" strike="noStrike" kern="1200" cap="none" spc="0" normalizeH="0" baseline="0" noProof="0" smtClean="0">
                <a:ln>
                  <a:noFill/>
                </a:ln>
                <a:solidFill>
                  <a:srgbClr val="000000"/>
                </a:solidFill>
                <a:effectLst/>
                <a:uLnTx/>
                <a:uFillTx/>
                <a:latin typeface="Arial" panose="020B0604020202020204" pitchFamily="34" charset="0"/>
                <a:ea typeface="楷体_GB2312" pitchFamily="49" charset="-122"/>
                <a:cs typeface="+mn-cs"/>
              </a:rPr>
              <a:t>的内存单元中的数装入</a:t>
            </a:r>
            <a:endParaRPr kumimoji="1" lang="zh-CN" altLang="en-US" sz="1995" b="1" i="0" u="none" strike="noStrike" kern="1200" cap="none" spc="0" normalizeH="0" baseline="0" noProof="0" smtClean="0">
              <a:ln>
                <a:noFill/>
              </a:ln>
              <a:solidFill>
                <a:srgbClr val="000000"/>
              </a:solidFill>
              <a:effectLst/>
              <a:uLnTx/>
              <a:uFillTx/>
              <a:latin typeface="Arial" panose="020B0604020202020204" pitchFamily="34" charset="0"/>
              <a:ea typeface="楷体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r>
              <a:rPr kumimoji="1" lang="zh-CN" altLang="en-US" sz="1995" b="1" i="0" u="none" strike="noStrike" kern="1200" cap="none" spc="0" normalizeH="0" baseline="0" noProof="0" smtClean="0">
                <a:ln>
                  <a:noFill/>
                </a:ln>
                <a:solidFill>
                  <a:srgbClr val="000000"/>
                </a:solidFill>
                <a:effectLst/>
                <a:uLnTx/>
                <a:uFillTx/>
                <a:latin typeface="Arial" panose="020B0604020202020204" pitchFamily="34" charset="0"/>
                <a:ea typeface="楷体_GB2312" pitchFamily="49" charset="-122"/>
                <a:cs typeface="+mn-cs"/>
              </a:rPr>
              <a:t>                                              </a:t>
            </a:r>
            <a:r>
              <a:rPr kumimoji="1" lang="en-US" altLang="zh-CN" sz="1995" b="1" i="0" u="none" strike="noStrike" kern="1200" cap="none" spc="0" normalizeH="0" baseline="0" noProof="0" smtClean="0">
                <a:ln>
                  <a:noFill/>
                </a:ln>
                <a:solidFill>
                  <a:srgbClr val="000000"/>
                </a:solidFill>
                <a:effectLst/>
                <a:uLnTx/>
                <a:uFillTx/>
                <a:latin typeface="Arial" panose="020B0604020202020204" pitchFamily="34" charset="0"/>
                <a:ea typeface="楷体_GB2312" pitchFamily="49" charset="-122"/>
                <a:cs typeface="+mn-cs"/>
              </a:rPr>
              <a:t>0110</a:t>
            </a:r>
            <a:r>
              <a:rPr kumimoji="1" lang="zh-CN" altLang="en-US" sz="1995" b="1" i="0" u="none" strike="noStrike" kern="1200" cap="none" spc="0" normalizeH="0" baseline="0" noProof="0" smtClean="0">
                <a:ln>
                  <a:noFill/>
                </a:ln>
                <a:solidFill>
                  <a:srgbClr val="000000"/>
                </a:solidFill>
                <a:effectLst/>
                <a:uLnTx/>
                <a:uFillTx/>
                <a:latin typeface="Arial" panose="020B0604020202020204" pitchFamily="34" charset="0"/>
                <a:ea typeface="楷体_GB2312" pitchFamily="49" charset="-122"/>
                <a:cs typeface="+mn-cs"/>
              </a:rPr>
              <a:t>号寄存器</a:t>
            </a:r>
            <a:endParaRPr kumimoji="1" lang="zh-CN" altLang="en-US" sz="1995" b="1" i="0" u="none" strike="noStrike" kern="1200" cap="none" spc="0" normalizeH="0" baseline="0" noProof="0" smtClean="0">
              <a:ln>
                <a:noFill/>
              </a:ln>
              <a:solidFill>
                <a:srgbClr val="000000"/>
              </a:solidFill>
              <a:effectLst/>
              <a:uLnTx/>
              <a:uFillTx/>
              <a:latin typeface="Arial" panose="020B0604020202020204" pitchFamily="34" charset="0"/>
              <a:ea typeface="楷体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r>
              <a:rPr kumimoji="1" lang="en-US" altLang="zh-CN" sz="2395" b="1" i="0" u="none" strike="noStrike" kern="1200" cap="none" spc="0" normalizeH="0" baseline="0" noProof="0" smtClean="0">
                <a:ln>
                  <a:noFill/>
                </a:ln>
                <a:solidFill>
                  <a:schemeClr val="accent2"/>
                </a:solidFill>
                <a:effectLst/>
                <a:uLnTx/>
                <a:uFillTx/>
                <a:latin typeface="Arial" panose="020B0604020202020204" pitchFamily="34" charset="0"/>
                <a:ea typeface="楷体_GB2312" pitchFamily="49" charset="-122"/>
                <a:cs typeface="+mn-cs"/>
              </a:rPr>
              <a:t>0101</a:t>
            </a:r>
            <a:r>
              <a:rPr kumimoji="1" lang="en-US" altLang="zh-CN" sz="2395" b="1" i="0" u="none" strike="noStrike" kern="1200" cap="none" spc="0" normalizeH="0" baseline="0" noProof="0" smtClean="0">
                <a:ln>
                  <a:noFill/>
                </a:ln>
                <a:solidFill>
                  <a:schemeClr val="tx2"/>
                </a:solidFill>
                <a:effectLst/>
                <a:uLnTx/>
                <a:uFillTx/>
                <a:latin typeface="Arial" panose="020B0604020202020204" pitchFamily="34" charset="0"/>
                <a:ea typeface="楷体_GB2312" pitchFamily="49" charset="-122"/>
                <a:cs typeface="+mn-cs"/>
              </a:rPr>
              <a:t> </a:t>
            </a:r>
            <a:r>
              <a:rPr kumimoji="1" lang="en-US" altLang="zh-CN" sz="2395" b="1" i="0" u="none" strike="noStrike" kern="1200" cap="none" spc="0" normalizeH="0" baseline="0" noProof="0" smtClean="0">
                <a:ln>
                  <a:noFill/>
                </a:ln>
                <a:solidFill>
                  <a:srgbClr val="CC3300"/>
                </a:solidFill>
                <a:effectLst/>
                <a:uLnTx/>
                <a:uFillTx/>
                <a:latin typeface="Arial" panose="020B0604020202020204" pitchFamily="34" charset="0"/>
                <a:ea typeface="楷体_GB2312" pitchFamily="49" charset="-122"/>
                <a:cs typeface="+mn-cs"/>
              </a:rPr>
              <a:t>0000 </a:t>
            </a:r>
            <a:r>
              <a:rPr kumimoji="1" lang="en-US" altLang="zh-CN" sz="2395" b="1" i="0" u="none" strike="noStrike" kern="1200" cap="none" spc="0" normalizeH="0" baseline="0" noProof="0" smtClean="0">
                <a:ln>
                  <a:noFill/>
                </a:ln>
                <a:solidFill>
                  <a:srgbClr val="008080"/>
                </a:solidFill>
                <a:effectLst/>
                <a:uLnTx/>
                <a:uFillTx/>
                <a:latin typeface="Arial" panose="020B0604020202020204" pitchFamily="34" charset="0"/>
                <a:ea typeface="楷体_GB2312" pitchFamily="49" charset="-122"/>
                <a:cs typeface="+mn-cs"/>
              </a:rPr>
              <a:t>0101 0110</a:t>
            </a:r>
            <a:r>
              <a:rPr kumimoji="1" lang="en-US" altLang="zh-CN" sz="2395" b="1" i="0" u="none" strike="noStrike" kern="1200" cap="none" spc="0" normalizeH="0" baseline="0" noProof="0" smtClean="0">
                <a:ln>
                  <a:noFill/>
                </a:ln>
                <a:solidFill>
                  <a:schemeClr val="tx2"/>
                </a:solidFill>
                <a:effectLst/>
                <a:uLnTx/>
                <a:uFillTx/>
                <a:latin typeface="Arial" panose="020B0604020202020204" pitchFamily="34" charset="0"/>
                <a:ea typeface="楷体_GB2312" pitchFamily="49" charset="-122"/>
                <a:cs typeface="+mn-cs"/>
              </a:rPr>
              <a:t>  </a:t>
            </a:r>
            <a:r>
              <a:rPr kumimoji="1" lang="en-US" altLang="zh-CN" sz="1995" b="1" i="0" u="none" strike="noStrike" kern="1200" cap="none" spc="0" normalizeH="0" baseline="0" noProof="0" smtClean="0">
                <a:ln>
                  <a:noFill/>
                </a:ln>
                <a:solidFill>
                  <a:srgbClr val="000000"/>
                </a:solidFill>
                <a:effectLst/>
                <a:uLnTx/>
                <a:uFillTx/>
                <a:latin typeface="Arial" panose="020B0604020202020204" pitchFamily="34" charset="0"/>
                <a:ea typeface="楷体_GB2312" pitchFamily="49" charset="-122"/>
                <a:cs typeface="+mn-cs"/>
              </a:rPr>
              <a:t>//</a:t>
            </a:r>
            <a:r>
              <a:rPr kumimoji="1" lang="zh-CN" altLang="en-US" sz="1995" b="1" i="0" u="none" strike="noStrike" kern="1200" cap="none" spc="0" normalizeH="0" baseline="0" noProof="0" smtClean="0">
                <a:ln>
                  <a:noFill/>
                </a:ln>
                <a:solidFill>
                  <a:srgbClr val="000000"/>
                </a:solidFill>
                <a:effectLst/>
                <a:uLnTx/>
                <a:uFillTx/>
                <a:latin typeface="Arial" panose="020B0604020202020204" pitchFamily="34" charset="0"/>
                <a:ea typeface="楷体_GB2312" pitchFamily="49" charset="-122"/>
                <a:cs typeface="+mn-cs"/>
              </a:rPr>
              <a:t>把</a:t>
            </a:r>
            <a:r>
              <a:rPr kumimoji="1" lang="en-US" altLang="zh-CN" sz="1995" b="1" i="0" u="none" strike="noStrike" kern="1200" cap="none" spc="0" normalizeH="0" baseline="0" noProof="0" smtClean="0">
                <a:ln>
                  <a:noFill/>
                </a:ln>
                <a:solidFill>
                  <a:srgbClr val="000000"/>
                </a:solidFill>
                <a:effectLst/>
                <a:uLnTx/>
                <a:uFillTx/>
                <a:latin typeface="Arial" panose="020B0604020202020204" pitchFamily="34" charset="0"/>
                <a:ea typeface="楷体_GB2312" pitchFamily="49" charset="-122"/>
                <a:cs typeface="+mn-cs"/>
              </a:rPr>
              <a:t>0101</a:t>
            </a:r>
            <a:r>
              <a:rPr kumimoji="1" lang="zh-CN" altLang="en-US" sz="1995" b="1" i="0" u="none" strike="noStrike" kern="1200" cap="none" spc="0" normalizeH="0" baseline="0" noProof="0" smtClean="0">
                <a:ln>
                  <a:noFill/>
                </a:ln>
                <a:solidFill>
                  <a:srgbClr val="000000"/>
                </a:solidFill>
                <a:effectLst/>
                <a:uLnTx/>
                <a:uFillTx/>
                <a:latin typeface="Arial" panose="020B0604020202020204" pitchFamily="34" charset="0"/>
                <a:ea typeface="楷体_GB2312" pitchFamily="49" charset="-122"/>
                <a:cs typeface="+mn-cs"/>
              </a:rPr>
              <a:t>和</a:t>
            </a:r>
            <a:r>
              <a:rPr kumimoji="1" lang="en-US" altLang="zh-CN" sz="1995" b="1" i="0" u="none" strike="noStrike" kern="1200" cap="none" spc="0" normalizeH="0" baseline="0" noProof="0" smtClean="0">
                <a:ln>
                  <a:noFill/>
                </a:ln>
                <a:solidFill>
                  <a:srgbClr val="000000"/>
                </a:solidFill>
                <a:effectLst/>
                <a:uLnTx/>
                <a:uFillTx/>
                <a:latin typeface="Arial" panose="020B0604020202020204" pitchFamily="34" charset="0"/>
                <a:ea typeface="楷体_GB2312" pitchFamily="49" charset="-122"/>
                <a:cs typeface="+mn-cs"/>
              </a:rPr>
              <a:t>0110</a:t>
            </a:r>
            <a:r>
              <a:rPr kumimoji="1" lang="zh-CN" altLang="en-US" sz="1995" b="1" i="0" u="none" strike="noStrike" kern="1200" cap="none" spc="0" normalizeH="0" baseline="0" noProof="0" smtClean="0">
                <a:ln>
                  <a:noFill/>
                </a:ln>
                <a:solidFill>
                  <a:srgbClr val="000000"/>
                </a:solidFill>
                <a:effectLst/>
                <a:uLnTx/>
                <a:uFillTx/>
                <a:latin typeface="Arial" panose="020B0604020202020204" pitchFamily="34" charset="0"/>
                <a:ea typeface="楷体_GB2312" pitchFamily="49" charset="-122"/>
                <a:cs typeface="+mn-cs"/>
              </a:rPr>
              <a:t>寄存器中的数相加</a:t>
            </a:r>
            <a:r>
              <a:rPr kumimoji="1" lang="en-US" altLang="zh-CN" sz="1995" b="1" i="0" u="none" strike="noStrike" kern="1200" cap="none" spc="0" normalizeH="0" baseline="0" noProof="0" smtClean="0">
                <a:ln>
                  <a:noFill/>
                </a:ln>
                <a:solidFill>
                  <a:srgbClr val="000000"/>
                </a:solidFill>
                <a:effectLst/>
                <a:uLnTx/>
                <a:uFillTx/>
                <a:latin typeface="Arial" panose="020B0604020202020204" pitchFamily="34" charset="0"/>
                <a:ea typeface="楷体_GB2312" pitchFamily="49" charset="-122"/>
                <a:cs typeface="+mn-cs"/>
              </a:rPr>
              <a:t>, </a:t>
            </a:r>
            <a:r>
              <a:rPr kumimoji="1" lang="zh-CN" altLang="en-US" sz="1995" b="1" i="0" u="none" strike="noStrike" kern="1200" cap="none" spc="0" normalizeH="0" baseline="0" noProof="0" smtClean="0">
                <a:ln>
                  <a:noFill/>
                </a:ln>
                <a:solidFill>
                  <a:srgbClr val="000000"/>
                </a:solidFill>
                <a:effectLst/>
                <a:uLnTx/>
                <a:uFillTx/>
                <a:latin typeface="Arial" panose="020B0604020202020204" pitchFamily="34" charset="0"/>
                <a:ea typeface="楷体_GB2312" pitchFamily="49" charset="-122"/>
                <a:cs typeface="+mn-cs"/>
              </a:rPr>
              <a:t>结果存入</a:t>
            </a:r>
            <a:endParaRPr kumimoji="1" lang="zh-CN" altLang="en-US" sz="1995" b="1" i="0" u="none" strike="noStrike" kern="1200" cap="none" spc="0" normalizeH="0" baseline="0" noProof="0" smtClean="0">
              <a:ln>
                <a:noFill/>
              </a:ln>
              <a:solidFill>
                <a:srgbClr val="000000"/>
              </a:solidFill>
              <a:effectLst/>
              <a:uLnTx/>
              <a:uFillTx/>
              <a:latin typeface="Arial" panose="020B0604020202020204" pitchFamily="34" charset="0"/>
              <a:ea typeface="楷体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r>
              <a:rPr kumimoji="1" lang="zh-CN" altLang="en-US" sz="1995" b="1" i="0" u="none" strike="noStrike" kern="1200" cap="none" spc="0" normalizeH="0" baseline="0" noProof="0" smtClean="0">
                <a:ln>
                  <a:noFill/>
                </a:ln>
                <a:solidFill>
                  <a:srgbClr val="000000"/>
                </a:solidFill>
                <a:effectLst/>
                <a:uLnTx/>
                <a:uFillTx/>
                <a:latin typeface="Arial" panose="020B0604020202020204" pitchFamily="34" charset="0"/>
                <a:ea typeface="楷体_GB2312" pitchFamily="49" charset="-122"/>
                <a:cs typeface="+mn-cs"/>
              </a:rPr>
              <a:t>                                              </a:t>
            </a:r>
            <a:r>
              <a:rPr kumimoji="1" lang="en-US" altLang="zh-CN" sz="1995" b="1" i="0" u="none" strike="noStrike" kern="1200" cap="none" spc="0" normalizeH="0" baseline="0" noProof="0" smtClean="0">
                <a:ln>
                  <a:noFill/>
                </a:ln>
                <a:solidFill>
                  <a:srgbClr val="000000"/>
                </a:solidFill>
                <a:effectLst/>
                <a:uLnTx/>
                <a:uFillTx/>
                <a:latin typeface="Arial" panose="020B0604020202020204" pitchFamily="34" charset="0"/>
                <a:ea typeface="楷体_GB2312" pitchFamily="49" charset="-122"/>
                <a:cs typeface="+mn-cs"/>
              </a:rPr>
              <a:t>0000</a:t>
            </a:r>
            <a:r>
              <a:rPr kumimoji="1" lang="zh-CN" altLang="en-US" sz="1995" b="1" i="0" u="none" strike="noStrike" kern="1200" cap="none" spc="0" normalizeH="0" baseline="0" noProof="0" smtClean="0">
                <a:ln>
                  <a:noFill/>
                </a:ln>
                <a:solidFill>
                  <a:srgbClr val="000000"/>
                </a:solidFill>
                <a:effectLst/>
                <a:uLnTx/>
                <a:uFillTx/>
                <a:latin typeface="Arial" panose="020B0604020202020204" pitchFamily="34" charset="0"/>
                <a:ea typeface="楷体_GB2312" pitchFamily="49" charset="-122"/>
                <a:cs typeface="+mn-cs"/>
              </a:rPr>
              <a:t>号寄存器</a:t>
            </a:r>
            <a:endParaRPr kumimoji="1" lang="zh-CN" altLang="en-US" sz="1995" b="1" i="0" u="none" strike="noStrike" kern="1200" cap="none" spc="0" normalizeH="0" baseline="0" noProof="0" smtClean="0">
              <a:ln>
                <a:noFill/>
              </a:ln>
              <a:solidFill>
                <a:srgbClr val="000000"/>
              </a:solidFill>
              <a:effectLst/>
              <a:uLnTx/>
              <a:uFillTx/>
              <a:latin typeface="Arial" panose="020B0604020202020204" pitchFamily="34" charset="0"/>
              <a:ea typeface="楷体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r>
              <a:rPr kumimoji="1" lang="en-US" altLang="zh-CN" sz="2395" b="1" i="0" u="none" strike="noStrike" kern="1200" cap="none" spc="0" normalizeH="0" baseline="0" noProof="0" smtClean="0">
                <a:ln>
                  <a:noFill/>
                </a:ln>
                <a:solidFill>
                  <a:schemeClr val="accent2"/>
                </a:solidFill>
                <a:effectLst/>
                <a:uLnTx/>
                <a:uFillTx/>
                <a:latin typeface="Arial" panose="020B0604020202020204" pitchFamily="34" charset="0"/>
                <a:ea typeface="楷体_GB2312" pitchFamily="49" charset="-122"/>
                <a:cs typeface="+mn-cs"/>
              </a:rPr>
              <a:t>0011 </a:t>
            </a:r>
            <a:r>
              <a:rPr kumimoji="1" lang="en-US" altLang="zh-CN" sz="2395" b="1" i="0" u="none" strike="noStrike" kern="1200" cap="none" spc="0" normalizeH="0" baseline="0" noProof="0" smtClean="0">
                <a:ln>
                  <a:noFill/>
                </a:ln>
                <a:solidFill>
                  <a:srgbClr val="CC3300"/>
                </a:solidFill>
                <a:effectLst/>
                <a:uLnTx/>
                <a:uFillTx/>
                <a:latin typeface="Arial" panose="020B0604020202020204" pitchFamily="34" charset="0"/>
                <a:ea typeface="楷体_GB2312" pitchFamily="49" charset="-122"/>
                <a:cs typeface="+mn-cs"/>
              </a:rPr>
              <a:t>0000 </a:t>
            </a:r>
            <a:r>
              <a:rPr kumimoji="1" lang="en-US" altLang="zh-CN" sz="2395" b="1" i="0" u="none" strike="noStrike" kern="1200" cap="none" spc="0" normalizeH="0" baseline="0" noProof="0" smtClean="0">
                <a:ln>
                  <a:noFill/>
                </a:ln>
                <a:solidFill>
                  <a:srgbClr val="008080"/>
                </a:solidFill>
                <a:effectLst/>
                <a:uLnTx/>
                <a:uFillTx/>
                <a:latin typeface="Arial" panose="020B0604020202020204" pitchFamily="34" charset="0"/>
                <a:ea typeface="楷体_GB2312" pitchFamily="49" charset="-122"/>
                <a:cs typeface="+mn-cs"/>
              </a:rPr>
              <a:t>01101110</a:t>
            </a:r>
            <a:r>
              <a:rPr kumimoji="1" lang="en-US" altLang="zh-CN" sz="2395" b="1" i="0" u="none" strike="noStrike" kern="1200" cap="none" spc="0" normalizeH="0" baseline="0" noProof="0" smtClean="0">
                <a:ln>
                  <a:noFill/>
                </a:ln>
                <a:solidFill>
                  <a:schemeClr val="tx2"/>
                </a:solidFill>
                <a:effectLst/>
                <a:uLnTx/>
                <a:uFillTx/>
                <a:latin typeface="Arial" panose="020B0604020202020204" pitchFamily="34" charset="0"/>
                <a:ea typeface="楷体_GB2312" pitchFamily="49" charset="-122"/>
                <a:cs typeface="+mn-cs"/>
              </a:rPr>
              <a:t>  </a:t>
            </a:r>
            <a:r>
              <a:rPr kumimoji="1" lang="en-US" altLang="zh-CN" sz="1995" b="1" i="0" u="none" strike="noStrike" kern="1200" cap="none" spc="0" normalizeH="0" baseline="0" noProof="0" smtClean="0">
                <a:ln>
                  <a:noFill/>
                </a:ln>
                <a:solidFill>
                  <a:srgbClr val="000000"/>
                </a:solidFill>
                <a:effectLst/>
                <a:uLnTx/>
                <a:uFillTx/>
                <a:latin typeface="Arial" panose="020B0604020202020204" pitchFamily="34" charset="0"/>
                <a:ea typeface="楷体_GB2312" pitchFamily="49" charset="-122"/>
                <a:cs typeface="+mn-cs"/>
              </a:rPr>
              <a:t>//</a:t>
            </a:r>
            <a:r>
              <a:rPr kumimoji="1" lang="zh-CN" altLang="en-US" sz="1995" b="1" i="0" u="none" strike="noStrike" kern="1200" cap="none" spc="0" normalizeH="0" baseline="0" noProof="0" smtClean="0">
                <a:ln>
                  <a:noFill/>
                </a:ln>
                <a:solidFill>
                  <a:srgbClr val="000000"/>
                </a:solidFill>
                <a:effectLst/>
                <a:uLnTx/>
                <a:uFillTx/>
                <a:latin typeface="Arial" panose="020B0604020202020204" pitchFamily="34" charset="0"/>
                <a:ea typeface="楷体_GB2312" pitchFamily="49" charset="-122"/>
                <a:cs typeface="+mn-cs"/>
              </a:rPr>
              <a:t>把</a:t>
            </a:r>
            <a:r>
              <a:rPr kumimoji="1" lang="en-US" altLang="zh-CN" sz="1995" b="1" i="0" u="none" strike="noStrike" kern="1200" cap="none" spc="0" normalizeH="0" baseline="0" noProof="0" smtClean="0">
                <a:ln>
                  <a:noFill/>
                </a:ln>
                <a:solidFill>
                  <a:srgbClr val="000000"/>
                </a:solidFill>
                <a:effectLst/>
                <a:uLnTx/>
                <a:uFillTx/>
                <a:latin typeface="Arial" panose="020B0604020202020204" pitchFamily="34" charset="0"/>
                <a:ea typeface="楷体_GB2312" pitchFamily="49" charset="-122"/>
                <a:cs typeface="+mn-cs"/>
              </a:rPr>
              <a:t>0000</a:t>
            </a:r>
            <a:r>
              <a:rPr kumimoji="1" lang="zh-CN" altLang="en-US" sz="1995" b="1" i="0" u="none" strike="noStrike" kern="1200" cap="none" spc="0" normalizeH="0" baseline="0" noProof="0" smtClean="0">
                <a:ln>
                  <a:noFill/>
                </a:ln>
                <a:solidFill>
                  <a:srgbClr val="000000"/>
                </a:solidFill>
                <a:effectLst/>
                <a:uLnTx/>
                <a:uFillTx/>
                <a:latin typeface="Arial" panose="020B0604020202020204" pitchFamily="34" charset="0"/>
                <a:ea typeface="楷体_GB2312" pitchFamily="49" charset="-122"/>
                <a:cs typeface="+mn-cs"/>
              </a:rPr>
              <a:t>号寄存器中的数存入地址为</a:t>
            </a:r>
            <a:r>
              <a:rPr kumimoji="1" lang="en-US" altLang="zh-CN" sz="1995" b="1" i="0" u="none" strike="noStrike" kern="1200" cap="none" spc="0" normalizeH="0" baseline="0" noProof="0" smtClean="0">
                <a:ln>
                  <a:noFill/>
                </a:ln>
                <a:solidFill>
                  <a:srgbClr val="000000"/>
                </a:solidFill>
                <a:effectLst/>
                <a:uLnTx/>
                <a:uFillTx/>
                <a:latin typeface="Arial" panose="020B0604020202020204" pitchFamily="34" charset="0"/>
                <a:ea typeface="楷体_GB2312" pitchFamily="49" charset="-122"/>
                <a:cs typeface="+mn-cs"/>
              </a:rPr>
              <a:t>01101110</a:t>
            </a:r>
            <a:r>
              <a:rPr kumimoji="1" lang="zh-CN" altLang="en-US" sz="1995" b="1" i="0" u="none" strike="noStrike" kern="1200" cap="none" spc="0" normalizeH="0" baseline="0" noProof="0" smtClean="0">
                <a:ln>
                  <a:noFill/>
                </a:ln>
                <a:solidFill>
                  <a:srgbClr val="000000"/>
                </a:solidFill>
                <a:effectLst/>
                <a:uLnTx/>
                <a:uFillTx/>
                <a:latin typeface="Arial" panose="020B0604020202020204" pitchFamily="34" charset="0"/>
                <a:ea typeface="楷体_GB2312" pitchFamily="49" charset="-122"/>
                <a:cs typeface="+mn-cs"/>
              </a:rPr>
              <a:t>的</a:t>
            </a:r>
            <a:endParaRPr kumimoji="1" lang="zh-CN" altLang="en-US" sz="1995" b="1" i="0" u="none" strike="noStrike" kern="1200" cap="none" spc="0" normalizeH="0" baseline="0" noProof="0" smtClean="0">
              <a:ln>
                <a:noFill/>
              </a:ln>
              <a:solidFill>
                <a:srgbClr val="000000"/>
              </a:solidFill>
              <a:effectLst/>
              <a:uLnTx/>
              <a:uFillTx/>
              <a:latin typeface="Arial" panose="020B0604020202020204" pitchFamily="34" charset="0"/>
              <a:ea typeface="楷体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r>
              <a:rPr kumimoji="1" lang="zh-CN" altLang="en-US" sz="1995" b="1" i="0" u="none" strike="noStrike" kern="1200" cap="none" spc="0" normalizeH="0" baseline="0" noProof="0" smtClean="0">
                <a:ln>
                  <a:noFill/>
                </a:ln>
                <a:solidFill>
                  <a:srgbClr val="000000"/>
                </a:solidFill>
                <a:effectLst/>
                <a:uLnTx/>
                <a:uFillTx/>
                <a:latin typeface="Arial" panose="020B0604020202020204" pitchFamily="34" charset="0"/>
                <a:ea typeface="楷体_GB2312" pitchFamily="49" charset="-122"/>
                <a:cs typeface="+mn-cs"/>
              </a:rPr>
              <a:t>                                              内存单元中</a:t>
            </a:r>
            <a:endParaRPr kumimoji="1" lang="zh-CN" altLang="en-US" sz="1995" b="1" i="0" u="none" strike="noStrike" kern="1200" cap="none" spc="0" normalizeH="0" baseline="0" noProof="0" smtClean="0">
              <a:ln>
                <a:noFill/>
              </a:ln>
              <a:solidFill>
                <a:srgbClr val="000000"/>
              </a:solidFill>
              <a:effectLst/>
              <a:uLnTx/>
              <a:uFillTx/>
              <a:latin typeface="Arial" panose="020B0604020202020204" pitchFamily="34" charset="0"/>
              <a:ea typeface="楷体_GB2312" pitchFamily="49"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6980"/>
                                        </p:tgtEl>
                                        <p:attrNameLst>
                                          <p:attrName>style.visibility</p:attrName>
                                        </p:attrNameLst>
                                      </p:cBhvr>
                                      <p:to>
                                        <p:strVal val="visible"/>
                                      </p:to>
                                    </p:set>
                                    <p:anim calcmode="lin" valueType="num">
                                      <p:cBhvr additive="base">
                                        <p:cTn id="7" dur="500" fill="hold"/>
                                        <p:tgtEl>
                                          <p:spTgt spid="126980"/>
                                        </p:tgtEl>
                                        <p:attrNameLst>
                                          <p:attrName>ppt_x</p:attrName>
                                        </p:attrNameLst>
                                      </p:cBhvr>
                                      <p:tavLst>
                                        <p:tav tm="0">
                                          <p:val>
                                            <p:strVal val="#ppt_x"/>
                                          </p:val>
                                        </p:tav>
                                        <p:tav tm="100000">
                                          <p:val>
                                            <p:strVal val="#ppt_x"/>
                                          </p:val>
                                        </p:tav>
                                      </p:tavLst>
                                    </p:anim>
                                    <p:anim calcmode="lin" valueType="num">
                                      <p:cBhvr additive="base">
                                        <p:cTn id="8" dur="500" fill="hold"/>
                                        <p:tgtEl>
                                          <p:spTgt spid="12698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80"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Rectangle 5"/>
          <p:cNvSpPr/>
          <p:nvPr/>
        </p:nvSpPr>
        <p:spPr>
          <a:xfrm>
            <a:off x="241300" y="2127250"/>
            <a:ext cx="8891588" cy="1039813"/>
          </a:xfrm>
          <a:prstGeom prst="rect">
            <a:avLst/>
          </a:prstGeom>
          <a:noFill/>
          <a:ln w="9525">
            <a:noFill/>
          </a:ln>
        </p:spPr>
        <p:txBody>
          <a:bodyPr lIns="91212" tIns="45605" rIns="91212" bIns="45605"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273050" lvl="1" indent="-273050" defTabSz="914400" eaLnBrk="1" hangingPunct="1">
              <a:buClr>
                <a:srgbClr val="0BD0D9"/>
              </a:buClr>
              <a:buSzPct val="95000"/>
              <a:buFont typeface="Wingdings" panose="05000000000000000000" pitchFamily="2" charset="2"/>
              <a:buChar char="p"/>
              <a:tabLst>
                <a:tab pos="457200" algn="l"/>
              </a:tabLst>
            </a:pPr>
            <a:r>
              <a:rPr lang="zh-CN" altLang="en-US" sz="2800" b="1" dirty="0"/>
              <a:t>光电阅读机将记录在穿孔卡片上数据读入计算机</a:t>
            </a:r>
            <a:endParaRPr lang="en-US" altLang="zh-CN" sz="2800" b="1" dirty="0"/>
          </a:p>
          <a:p>
            <a:pPr marL="273050" lvl="1" indent="-273050" defTabSz="914400" eaLnBrk="1" hangingPunct="1">
              <a:buClr>
                <a:srgbClr val="0BD0D9"/>
              </a:buClr>
              <a:buSzPct val="95000"/>
              <a:buFont typeface="Wingdings" panose="05000000000000000000" pitchFamily="2" charset="2"/>
              <a:buChar char="p"/>
              <a:tabLst>
                <a:tab pos="457200" algn="l"/>
              </a:tabLst>
            </a:pPr>
            <a:r>
              <a:rPr lang="zh-CN" altLang="en-US" sz="2800" b="1" dirty="0"/>
              <a:t>计算的结果则利用打孔机在卡片上打出的一些小孔</a:t>
            </a:r>
            <a:endParaRPr lang="zh-CN" altLang="en-US" sz="2800" b="1" dirty="0"/>
          </a:p>
        </p:txBody>
      </p:sp>
      <p:pic>
        <p:nvPicPr>
          <p:cNvPr id="73731" name="Picture 6" descr="14b3872d-4b97-40ac-aea5-fe91f8a4f339"/>
          <p:cNvPicPr>
            <a:picLocks noChangeAspect="1"/>
          </p:cNvPicPr>
          <p:nvPr/>
        </p:nvPicPr>
        <p:blipFill>
          <a:blip r:embed="rId1"/>
          <a:stretch>
            <a:fillRect/>
          </a:stretch>
        </p:blipFill>
        <p:spPr>
          <a:xfrm>
            <a:off x="4919663" y="3294063"/>
            <a:ext cx="3602037" cy="3079750"/>
          </a:xfrm>
          <a:prstGeom prst="rect">
            <a:avLst/>
          </a:prstGeom>
          <a:noFill/>
          <a:ln w="9525">
            <a:noFill/>
          </a:ln>
        </p:spPr>
      </p:pic>
      <p:sp>
        <p:nvSpPr>
          <p:cNvPr id="73732" name="Rectangle 8"/>
          <p:cNvSpPr>
            <a:spLocks noGrp="1"/>
          </p:cNvSpPr>
          <p:nvPr>
            <p:ph type="title" idx="4294967295"/>
          </p:nvPr>
        </p:nvSpPr>
        <p:spPr>
          <a:xfrm>
            <a:off x="455613" y="182563"/>
            <a:ext cx="7750175" cy="1458912"/>
          </a:xfrm>
          <a:ln/>
        </p:spPr>
        <p:txBody>
          <a:bodyPr vert="horz" wrap="square" lIns="0" tIns="45610" rIns="0" bIns="0" anchor="b" anchorCtr="0"/>
          <a:p>
            <a:r>
              <a:rPr lang="zh-CN" altLang="en-US" b="1" dirty="0">
                <a:latin typeface="微软雅黑" panose="020B0503020204020204" pitchFamily="34" charset="-122"/>
                <a:ea typeface="微软雅黑" panose="020B0503020204020204" pitchFamily="34" charset="-122"/>
              </a:rPr>
              <a:t>机器语言</a:t>
            </a:r>
            <a:endParaRPr lang="zh-CN" altLang="en-US" b="1" dirty="0">
              <a:latin typeface="微软雅黑" panose="020B0503020204020204" pitchFamily="34" charset="-122"/>
              <a:ea typeface="微软雅黑" panose="020B0503020204020204" pitchFamily="34" charset="-122"/>
            </a:endParaRPr>
          </a:p>
        </p:txBody>
      </p:sp>
      <p:sp>
        <p:nvSpPr>
          <p:cNvPr id="73733" name="矩形 1"/>
          <p:cNvSpPr/>
          <p:nvPr/>
        </p:nvSpPr>
        <p:spPr>
          <a:xfrm>
            <a:off x="241300" y="3105150"/>
            <a:ext cx="4559300" cy="2333625"/>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273050" lvl="1" indent="-273050" defTabSz="914400" eaLnBrk="1" hangingPunct="1">
              <a:buClr>
                <a:srgbClr val="0BD0D9"/>
              </a:buClr>
              <a:buSzPct val="95000"/>
              <a:buFont typeface="Wingdings" panose="05000000000000000000" pitchFamily="2" charset="2"/>
              <a:buChar char="p"/>
              <a:tabLst>
                <a:tab pos="457200" algn="l"/>
              </a:tabLst>
            </a:pPr>
            <a:r>
              <a:rPr lang="zh-CN" altLang="en-US" sz="2800" b="1" dirty="0">
                <a:solidFill>
                  <a:srgbClr val="FF0000"/>
                </a:solidFill>
              </a:rPr>
              <a:t>卡片上的小孔</a:t>
            </a:r>
            <a:r>
              <a:rPr lang="zh-CN" altLang="en-US" sz="2800" b="1" dirty="0"/>
              <a:t>就组成了计算机和专家明白但绝大多数人不明白的天书</a:t>
            </a:r>
            <a:r>
              <a:rPr lang="en-US" altLang="zh-CN" sz="2800" b="1" dirty="0"/>
              <a:t>——</a:t>
            </a:r>
            <a:r>
              <a:rPr lang="zh-CN" altLang="en-US" sz="2800" b="1" dirty="0">
                <a:solidFill>
                  <a:srgbClr val="FF0000"/>
                </a:solidFill>
              </a:rPr>
              <a:t>机器语言</a:t>
            </a:r>
            <a:r>
              <a:rPr lang="zh-CN" altLang="en-US" sz="2800" b="1" dirty="0"/>
              <a:t>（</a:t>
            </a:r>
            <a:r>
              <a:rPr lang="zh-CN" altLang="en-US" sz="2800" b="1" u="sng" dirty="0">
                <a:solidFill>
                  <a:srgbClr val="FF0000"/>
                </a:solidFill>
              </a:rPr>
              <a:t>完全用</a:t>
            </a:r>
            <a:r>
              <a:rPr lang="en-US" altLang="zh-CN" sz="2800" b="1" u="sng" dirty="0">
                <a:solidFill>
                  <a:srgbClr val="FF0000"/>
                </a:solidFill>
              </a:rPr>
              <a:t>0</a:t>
            </a:r>
            <a:r>
              <a:rPr lang="zh-CN" altLang="en-US" sz="2800" b="1" u="sng" dirty="0">
                <a:solidFill>
                  <a:srgbClr val="FF0000"/>
                </a:solidFill>
              </a:rPr>
              <a:t>、</a:t>
            </a:r>
            <a:r>
              <a:rPr lang="en-US" altLang="zh-CN" sz="2800" b="1" u="sng" dirty="0">
                <a:solidFill>
                  <a:srgbClr val="FF0000"/>
                </a:solidFill>
              </a:rPr>
              <a:t>1</a:t>
            </a:r>
            <a:r>
              <a:rPr lang="zh-CN" altLang="en-US" sz="2800" b="1" u="sng" dirty="0">
                <a:solidFill>
                  <a:srgbClr val="FF0000"/>
                </a:solidFill>
              </a:rPr>
              <a:t>代码写的程序</a:t>
            </a:r>
            <a:r>
              <a:rPr lang="zh-CN" altLang="en-US" sz="2800" b="1" dirty="0"/>
              <a:t>） </a:t>
            </a:r>
            <a:endParaRPr lang="zh-CN" altLang="en-US" sz="2800" b="1"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Rectangle 2"/>
          <p:cNvSpPr>
            <a:spLocks noGrp="1"/>
          </p:cNvSpPr>
          <p:nvPr>
            <p:ph type="title"/>
          </p:nvPr>
        </p:nvSpPr>
        <p:spPr>
          <a:ln/>
        </p:spPr>
        <p:txBody>
          <a:bodyPr vert="horz" wrap="square" lIns="0" tIns="45610" rIns="0" bIns="0" anchor="b" anchorCtr="0"/>
          <a:p>
            <a:pPr eaLnBrk="1" hangingPunct="1"/>
            <a:r>
              <a:rPr lang="zh-CN" altLang="en-US" b="1" dirty="0">
                <a:latin typeface="微软雅黑" panose="020B0503020204020204" pitchFamily="34" charset="-122"/>
                <a:ea typeface="微软雅黑" panose="020B0503020204020204" pitchFamily="34" charset="-122"/>
              </a:rPr>
              <a:t>机器语言</a:t>
            </a:r>
            <a:endParaRPr lang="zh-CN" altLang="en-US" b="1" dirty="0">
              <a:latin typeface="微软雅黑" panose="020B0503020204020204" pitchFamily="34" charset="-122"/>
              <a:ea typeface="微软雅黑" panose="020B0503020204020204" pitchFamily="34" charset="-122"/>
            </a:endParaRPr>
          </a:p>
        </p:txBody>
      </p:sp>
      <p:sp>
        <p:nvSpPr>
          <p:cNvPr id="74755" name="Rectangle 3"/>
          <p:cNvSpPr>
            <a:spLocks noGrp="1"/>
          </p:cNvSpPr>
          <p:nvPr>
            <p:ph idx="1"/>
          </p:nvPr>
        </p:nvSpPr>
        <p:spPr>
          <a:ln/>
        </p:spPr>
        <p:txBody>
          <a:bodyPr vert="horz" wrap="square" lIns="91221" tIns="45610" rIns="91221" bIns="45610" anchor="t" anchorCtr="0"/>
          <a:p>
            <a:pPr eaLnBrk="1" hangingPunct="1"/>
            <a:r>
              <a:rPr lang="zh-CN" altLang="en-US" dirty="0"/>
              <a:t>机器语言的优缺点 </a:t>
            </a:r>
            <a:endParaRPr lang="zh-CN" altLang="en-US" dirty="0"/>
          </a:p>
          <a:p>
            <a:pPr eaLnBrk="1" hangingPunct="1"/>
            <a:r>
              <a:rPr lang="zh-CN" altLang="en-US" dirty="0"/>
              <a:t>缺点 ：</a:t>
            </a:r>
            <a:endParaRPr lang="zh-CN" altLang="en-US" dirty="0"/>
          </a:p>
          <a:p>
            <a:pPr lvl="1" eaLnBrk="1" hangingPunct="1"/>
            <a:r>
              <a:rPr lang="zh-CN" altLang="en-US" dirty="0"/>
              <a:t>指令难以准确记忆；</a:t>
            </a:r>
            <a:endParaRPr lang="zh-CN" altLang="en-US" dirty="0"/>
          </a:p>
          <a:p>
            <a:pPr lvl="1" eaLnBrk="1" hangingPunct="1"/>
            <a:r>
              <a:rPr lang="zh-CN" altLang="en-US" dirty="0"/>
              <a:t>程序容易写错；</a:t>
            </a:r>
            <a:endParaRPr lang="zh-CN" altLang="en-US" dirty="0"/>
          </a:p>
          <a:p>
            <a:pPr lvl="1" eaLnBrk="1" hangingPunct="1"/>
            <a:r>
              <a:rPr lang="zh-CN" altLang="en-US" dirty="0"/>
              <a:t>程序难以理解和修改。</a:t>
            </a:r>
            <a:endParaRPr lang="zh-CN" altLang="en-US" dirty="0"/>
          </a:p>
          <a:p>
            <a:pPr eaLnBrk="1" hangingPunct="1"/>
            <a:r>
              <a:rPr lang="zh-CN" altLang="en-US" dirty="0"/>
              <a:t>优点：</a:t>
            </a:r>
            <a:endParaRPr lang="zh-CN" altLang="en-US" dirty="0"/>
          </a:p>
          <a:p>
            <a:pPr lvl="1" eaLnBrk="1" hangingPunct="1"/>
            <a:r>
              <a:rPr lang="zh-CN" altLang="en-US" dirty="0"/>
              <a:t>可直接执行，运行效率高</a:t>
            </a:r>
            <a:endParaRPr lang="zh-CN" alt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Rectangle 2"/>
          <p:cNvSpPr>
            <a:spLocks noGrp="1"/>
          </p:cNvSpPr>
          <p:nvPr>
            <p:ph type="title"/>
          </p:nvPr>
        </p:nvSpPr>
        <p:spPr>
          <a:xfrm>
            <a:off x="455613" y="398463"/>
            <a:ext cx="8207375" cy="1139825"/>
          </a:xfrm>
          <a:ln/>
        </p:spPr>
        <p:txBody>
          <a:bodyPr vert="horz" wrap="square" lIns="0" tIns="45610" rIns="0" bIns="0" anchor="b" anchorCtr="0"/>
          <a:p>
            <a:pPr eaLnBrk="1" hangingPunct="1"/>
            <a:r>
              <a:rPr lang="zh-CN" altLang="en-US" b="1" dirty="0">
                <a:latin typeface="微软雅黑" panose="020B0503020204020204" pitchFamily="34" charset="-122"/>
                <a:ea typeface="微软雅黑" panose="020B0503020204020204" pitchFamily="34" charset="-122"/>
              </a:rPr>
              <a:t>汇编语言</a:t>
            </a:r>
            <a:endParaRPr lang="zh-CN" altLang="en-US" b="1" dirty="0">
              <a:latin typeface="微软雅黑" panose="020B0503020204020204" pitchFamily="34" charset="-122"/>
              <a:ea typeface="微软雅黑" panose="020B0503020204020204" pitchFamily="34" charset="-122"/>
            </a:endParaRPr>
          </a:p>
        </p:txBody>
      </p:sp>
      <p:sp>
        <p:nvSpPr>
          <p:cNvPr id="129027" name="Rectangle 3"/>
          <p:cNvSpPr>
            <a:spLocks noGrp="1" noChangeArrowheads="1"/>
          </p:cNvSpPr>
          <p:nvPr>
            <p:ph idx="1"/>
          </p:nvPr>
        </p:nvSpPr>
        <p:spPr>
          <a:xfrm>
            <a:off x="455613" y="1622425"/>
            <a:ext cx="8207375" cy="4381500"/>
          </a:xfrm>
        </p:spPr>
        <p:txBody>
          <a:bodyPr vert="horz" wrap="square" lIns="91221" tIns="45610" rIns="91221" bIns="45610" numCol="1" anchor="t" anchorCtr="0" compatLnSpc="1"/>
          <a:lstStyle/>
          <a:p>
            <a:pPr marL="273050" marR="0" lvl="0" indent="-27305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Char char=""/>
              <a:defRPr/>
            </a:pPr>
            <a:r>
              <a:rPr kumimoji="0" lang="zh-CN" altLang="en-US" sz="279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用一些简洁的英文字母符号串（助记符）来替代一个特定指令的二进制串，这种</a:t>
            </a:r>
            <a:r>
              <a:rPr kumimoji="0" lang="zh-CN" altLang="en-US" sz="2790" b="0" i="0" u="none" strike="noStrike" kern="1200" cap="none" spc="0" normalizeH="0" baseline="0" noProof="0" dirty="0">
                <a:ln>
                  <a:noFill/>
                </a:ln>
                <a:solidFill>
                  <a:srgbClr val="FF0000"/>
                </a:solidFill>
                <a:effectLst/>
                <a:uLnTx/>
                <a:uFillTx/>
                <a:latin typeface="+mn-lt"/>
                <a:ea typeface="宋体" panose="02010600030101010101" pitchFamily="2" charset="-122"/>
                <a:cs typeface="+mn-cs"/>
              </a:rPr>
              <a:t>助记符语言</a:t>
            </a:r>
            <a:r>
              <a:rPr kumimoji="0" lang="zh-CN" altLang="en-US" sz="279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称为</a:t>
            </a:r>
            <a:r>
              <a:rPr kumimoji="0" lang="zh-CN" altLang="en-US" sz="2790" b="0" i="0" u="none" strike="noStrike" kern="1200" cap="none" spc="0" normalizeH="0" baseline="0" noProof="0" dirty="0">
                <a:ln>
                  <a:noFill/>
                </a:ln>
                <a:solidFill>
                  <a:srgbClr val="FF0000"/>
                </a:solidFill>
                <a:effectLst/>
                <a:uLnTx/>
                <a:uFillTx/>
                <a:latin typeface="+mn-lt"/>
                <a:ea typeface="宋体" panose="02010600030101010101" pitchFamily="2" charset="-122"/>
                <a:cs typeface="+mn-cs"/>
              </a:rPr>
              <a:t>汇编语言</a:t>
            </a:r>
            <a:r>
              <a:rPr kumimoji="0" lang="zh-CN" altLang="en-US" sz="279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a:t>
            </a:r>
            <a:endParaRPr kumimoji="0" lang="zh-CN" altLang="en-US" sz="279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273050" marR="0" lvl="0" indent="-27305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Char char=""/>
              <a:defRPr/>
            </a:pPr>
            <a:r>
              <a:rPr kumimoji="0" lang="zh-CN" altLang="en-US" sz="2790" b="0"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rPr>
              <a:t>汇编语言的特点： </a:t>
            </a:r>
            <a:endParaRPr kumimoji="0" lang="zh-CN" altLang="en-US" sz="2790" b="0"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endParaRPr>
          </a:p>
          <a:p>
            <a:pPr marL="638175" marR="0" lvl="1" indent="-246380" algn="l" defTabSz="914400" rtl="0" eaLnBrk="1" fontAlgn="base" latinLnBrk="0" hangingPunct="1">
              <a:lnSpc>
                <a:spcPct val="100000"/>
              </a:lnSpc>
              <a:spcBef>
                <a:spcPct val="20000"/>
              </a:spcBef>
              <a:spcAft>
                <a:spcPct val="0"/>
              </a:spcAft>
              <a:buClr>
                <a:schemeClr val="accent1"/>
              </a:buClr>
              <a:buSzPct val="85000"/>
              <a:buFont typeface="Wingdings 2" panose="05020102010507070707" pitchFamily="18" charset="2"/>
              <a:buChar char=""/>
              <a:defRPr/>
            </a:pPr>
            <a:r>
              <a:rPr kumimoji="0" lang="zh-CN" altLang="en-US" sz="2395" b="0"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rPr>
              <a:t>由</a:t>
            </a:r>
            <a:r>
              <a:rPr kumimoji="0" lang="zh-CN" altLang="en-US" sz="2395" b="1" i="0" u="none" strike="noStrike" kern="1200" cap="none" spc="0" normalizeH="0" baseline="0" noProof="0" dirty="0">
                <a:ln>
                  <a:noFill/>
                </a:ln>
                <a:solidFill>
                  <a:srgbClr val="FF0000"/>
                </a:solidFill>
                <a:effectLst/>
                <a:uLnTx/>
                <a:uFillTx/>
                <a:latin typeface="楷体_GB2312" pitchFamily="49" charset="-122"/>
                <a:ea typeface="宋体" panose="02010600030101010101" pitchFamily="2" charset="-122"/>
                <a:cs typeface="+mn-cs"/>
              </a:rPr>
              <a:t>助记符指令</a:t>
            </a:r>
            <a:r>
              <a:rPr kumimoji="0" lang="zh-CN" altLang="en-US" sz="2395" b="0"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rPr>
              <a:t>构成的语言。</a:t>
            </a:r>
            <a:endParaRPr kumimoji="0" lang="zh-CN" altLang="en-US" sz="2395" b="0"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endParaRPr>
          </a:p>
          <a:p>
            <a:pPr marL="638175" marR="0" lvl="1" indent="-246380" algn="l" defTabSz="914400" rtl="0" eaLnBrk="1" fontAlgn="base" latinLnBrk="0" hangingPunct="1">
              <a:lnSpc>
                <a:spcPct val="100000"/>
              </a:lnSpc>
              <a:spcBef>
                <a:spcPct val="20000"/>
              </a:spcBef>
              <a:spcAft>
                <a:spcPct val="0"/>
              </a:spcAft>
              <a:buClr>
                <a:schemeClr val="accent1"/>
              </a:buClr>
              <a:buSzPct val="85000"/>
              <a:buFont typeface="Wingdings 2" panose="05020102010507070707" pitchFamily="18" charset="2"/>
              <a:buChar char=""/>
              <a:defRPr/>
            </a:pPr>
            <a:r>
              <a:rPr kumimoji="0" lang="zh-CN" altLang="en-US" sz="2395" b="0"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rPr>
              <a:t>也是一种依附于机器硬件的语言。</a:t>
            </a:r>
            <a:endParaRPr kumimoji="0" lang="zh-CN" altLang="en-US" sz="2395" b="0"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endParaRPr>
          </a:p>
          <a:p>
            <a:pPr marL="638175" marR="0" lvl="1" indent="-246380" algn="l" defTabSz="914400" rtl="0" eaLnBrk="1" fontAlgn="base" latinLnBrk="0" hangingPunct="1">
              <a:lnSpc>
                <a:spcPct val="100000"/>
              </a:lnSpc>
              <a:spcBef>
                <a:spcPct val="20000"/>
              </a:spcBef>
              <a:spcAft>
                <a:spcPct val="0"/>
              </a:spcAft>
              <a:buClr>
                <a:schemeClr val="accent1"/>
              </a:buClr>
              <a:buSzPct val="85000"/>
              <a:buFont typeface="Wingdings 2" panose="05020102010507070707" pitchFamily="18" charset="2"/>
              <a:buChar char=""/>
              <a:defRPr/>
            </a:pPr>
            <a:r>
              <a:rPr kumimoji="0" lang="zh-CN" altLang="en-US" sz="2395" b="0"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rPr>
              <a:t>汇编语言源程序</a:t>
            </a:r>
            <a:r>
              <a:rPr kumimoji="0" lang="zh-CN" altLang="en-US" sz="2395" b="0" i="0" u="none" strike="noStrike" kern="1200" cap="none" spc="0" normalizeH="0" baseline="0" noProof="0" dirty="0">
                <a:ln>
                  <a:noFill/>
                </a:ln>
                <a:solidFill>
                  <a:srgbClr val="FF0000"/>
                </a:solidFill>
                <a:effectLst/>
                <a:uLnTx/>
                <a:uFillTx/>
                <a:latin typeface="楷体_GB2312" pitchFamily="49" charset="-122"/>
                <a:ea typeface="宋体" panose="02010600030101010101" pitchFamily="2" charset="-122"/>
                <a:cs typeface="+mn-cs"/>
              </a:rPr>
              <a:t>需要翻译后才能执行</a:t>
            </a:r>
            <a:r>
              <a:rPr kumimoji="0" lang="zh-CN" altLang="en-US" sz="2395" b="0"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rPr>
              <a:t>。</a:t>
            </a:r>
            <a:r>
              <a:rPr kumimoji="0" lang="en-US" altLang="zh-CN" sz="2395" b="0" i="0" u="none" strike="noStrike" kern="1200" cap="none" spc="0" normalizeH="0" baseline="0" noProof="0" dirty="0">
                <a:ln>
                  <a:noFill/>
                </a:ln>
                <a:solidFill>
                  <a:srgbClr val="CC3300"/>
                </a:solidFill>
                <a:effectLst/>
                <a:uLnTx/>
                <a:uFillTx/>
                <a:latin typeface="+mn-lt"/>
                <a:ea typeface="宋体" panose="02010600030101010101" pitchFamily="2" charset="-122"/>
                <a:cs typeface="+mn-cs"/>
              </a:rPr>
              <a:t>—</a:t>
            </a:r>
            <a:r>
              <a:rPr kumimoji="0" lang="zh-CN" altLang="en-US" sz="2395" b="0" i="0" u="none" strike="noStrike" kern="1200" cap="none" spc="0" normalizeH="0" baseline="0" noProof="0" dirty="0">
                <a:ln>
                  <a:noFill/>
                </a:ln>
                <a:solidFill>
                  <a:srgbClr val="CC3300"/>
                </a:solidFill>
                <a:effectLst/>
                <a:uLnTx/>
                <a:uFillTx/>
                <a:latin typeface="楷体_GB2312" pitchFamily="49" charset="-122"/>
                <a:ea typeface="宋体" panose="02010600030101010101" pitchFamily="2" charset="-122"/>
                <a:cs typeface="+mn-cs"/>
              </a:rPr>
              <a:t>汇编程序</a:t>
            </a:r>
            <a:endParaRPr kumimoji="0" lang="zh-CN" altLang="en-US" sz="2395" b="0" i="0" u="none" strike="noStrike" kern="1200" cap="none" spc="0" normalizeH="0" baseline="0" noProof="0" dirty="0">
              <a:ln>
                <a:noFill/>
              </a:ln>
              <a:solidFill>
                <a:srgbClr val="CC3300"/>
              </a:solidFill>
              <a:effectLst/>
              <a:uLnTx/>
              <a:uFillTx/>
              <a:latin typeface="楷体_GB2312" pitchFamily="49" charset="-122"/>
              <a:ea typeface="宋体" panose="02010600030101010101" pitchFamily="2" charset="-122"/>
              <a:cs typeface="+mn-cs"/>
            </a:endParaRPr>
          </a:p>
          <a:p>
            <a:pPr marL="273050" marR="0" lvl="0" indent="-27305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Char char=""/>
              <a:defRPr/>
            </a:pPr>
            <a:r>
              <a:rPr kumimoji="0" lang="zh-CN" altLang="en-US" sz="2790" b="0"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rPr>
              <a:t>汇编语言指令的组成：</a:t>
            </a:r>
            <a:endParaRPr kumimoji="0" lang="zh-CN" altLang="en-US" sz="2790" b="0"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endParaRPr>
          </a:p>
          <a:p>
            <a:pPr marL="638175" marR="0" lvl="1" indent="-246380" algn="l" defTabSz="914400" rtl="0" eaLnBrk="1" fontAlgn="base" latinLnBrk="0" hangingPunct="1">
              <a:lnSpc>
                <a:spcPct val="100000"/>
              </a:lnSpc>
              <a:spcBef>
                <a:spcPct val="20000"/>
              </a:spcBef>
              <a:spcAft>
                <a:spcPct val="0"/>
              </a:spcAft>
              <a:buClr>
                <a:schemeClr val="accent1"/>
              </a:buClr>
              <a:buSzPct val="85000"/>
              <a:buFont typeface="Wingdings 2" panose="05020102010507070707" pitchFamily="18" charset="2"/>
              <a:buChar char=""/>
              <a:defRPr/>
            </a:pPr>
            <a:r>
              <a:rPr kumimoji="0" lang="zh-CN" altLang="en-US" sz="2395" b="1" i="0" u="none" strike="noStrike" kern="1200" cap="none" spc="0" normalizeH="0" baseline="0" noProof="0" dirty="0">
                <a:ln>
                  <a:noFill/>
                </a:ln>
                <a:solidFill>
                  <a:srgbClr val="CC3300"/>
                </a:solidFill>
                <a:effectLst/>
                <a:uLnTx/>
                <a:uFillTx/>
                <a:latin typeface="楷体_GB2312" pitchFamily="49" charset="-122"/>
                <a:ea typeface="宋体" panose="02010600030101010101" pitchFamily="2" charset="-122"/>
                <a:cs typeface="+mn-cs"/>
              </a:rPr>
              <a:t>助记符</a:t>
            </a:r>
            <a:r>
              <a:rPr kumimoji="0" lang="zh-CN" altLang="en-US" sz="2395" b="0" i="0" u="none" strike="noStrike" kern="1200" cap="none" spc="0" normalizeH="0" baseline="0" noProof="0" dirty="0">
                <a:ln>
                  <a:noFill/>
                </a:ln>
                <a:solidFill>
                  <a:srgbClr val="CC3300"/>
                </a:solidFill>
                <a:effectLst/>
                <a:uLnTx/>
                <a:uFillTx/>
                <a:latin typeface="楷体_GB2312" pitchFamily="49" charset="-122"/>
                <a:ea typeface="宋体" panose="02010600030101010101" pitchFamily="2" charset="-122"/>
                <a:cs typeface="+mn-cs"/>
              </a:rPr>
              <a:t>：</a:t>
            </a:r>
            <a:r>
              <a:rPr kumimoji="0" lang="zh-CN" altLang="en-US" sz="2395" b="0"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rPr>
              <a:t>表示指令的操作码。</a:t>
            </a:r>
            <a:endParaRPr kumimoji="0" lang="zh-CN" altLang="en-US" sz="2395" b="0"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endParaRPr>
          </a:p>
          <a:p>
            <a:pPr marL="638175" marR="0" lvl="1" indent="-246380" algn="l" defTabSz="914400" rtl="0" eaLnBrk="1" fontAlgn="base" latinLnBrk="0" hangingPunct="1">
              <a:lnSpc>
                <a:spcPct val="100000"/>
              </a:lnSpc>
              <a:spcBef>
                <a:spcPct val="20000"/>
              </a:spcBef>
              <a:spcAft>
                <a:spcPct val="0"/>
              </a:spcAft>
              <a:buClr>
                <a:schemeClr val="accent1"/>
              </a:buClr>
              <a:buSzPct val="85000"/>
              <a:buFont typeface="Wingdings" panose="05000000000000000000" pitchFamily="2" charset="2"/>
              <a:buNone/>
              <a:defRPr/>
            </a:pPr>
            <a:r>
              <a:rPr kumimoji="0" lang="zh-CN" altLang="en-US" sz="2395" b="0"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rPr>
              <a:t>（如</a:t>
            </a:r>
            <a:r>
              <a:rPr kumimoji="0" lang="en-US" altLang="zh-CN" sz="2395"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MOV</a:t>
            </a:r>
            <a:r>
              <a:rPr kumimoji="0" lang="zh-CN" altLang="en-US" sz="2395" b="0" i="0" u="none" strike="noStrike" kern="1200" cap="none" spc="0" normalizeH="0" baseline="0" noProof="0" dirty="0">
                <a:ln>
                  <a:noFill/>
                </a:ln>
                <a:solidFill>
                  <a:srgbClr val="0000FF"/>
                </a:solidFill>
                <a:effectLst/>
                <a:uLnTx/>
                <a:uFillTx/>
                <a:latin typeface="楷体_GB2312" pitchFamily="49" charset="-122"/>
                <a:ea typeface="宋体" panose="02010600030101010101" pitchFamily="2" charset="-122"/>
                <a:cs typeface="+mn-cs"/>
              </a:rPr>
              <a:t>表示数据传送操作</a:t>
            </a:r>
            <a:r>
              <a:rPr kumimoji="0" lang="zh-CN" altLang="en-US" sz="2395" b="0"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rPr>
              <a:t>，</a:t>
            </a:r>
            <a:r>
              <a:rPr kumimoji="0" lang="en-US" altLang="zh-CN" sz="2395"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ADD</a:t>
            </a:r>
            <a:r>
              <a:rPr kumimoji="0" lang="zh-CN" altLang="en-US" sz="2395" b="0" i="0" u="none" strike="noStrike" kern="1200" cap="none" spc="0" normalizeH="0" baseline="0" noProof="0" dirty="0">
                <a:ln>
                  <a:noFill/>
                </a:ln>
                <a:solidFill>
                  <a:srgbClr val="0000FF"/>
                </a:solidFill>
                <a:effectLst/>
                <a:uLnTx/>
                <a:uFillTx/>
                <a:latin typeface="楷体_GB2312" pitchFamily="49" charset="-122"/>
                <a:ea typeface="宋体" panose="02010600030101010101" pitchFamily="2" charset="-122"/>
                <a:cs typeface="+mn-cs"/>
              </a:rPr>
              <a:t>表示加法操作</a:t>
            </a:r>
            <a:r>
              <a:rPr kumimoji="0" lang="zh-CN" altLang="en-US" sz="2395" b="0"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rPr>
              <a:t>等。）</a:t>
            </a:r>
            <a:endParaRPr kumimoji="0" lang="zh-CN" altLang="en-US" sz="2395" b="0"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endParaRPr>
          </a:p>
          <a:p>
            <a:pPr marL="638175" marR="0" lvl="1" indent="-246380" algn="l" defTabSz="914400" rtl="0" eaLnBrk="1" fontAlgn="base" latinLnBrk="0" hangingPunct="1">
              <a:lnSpc>
                <a:spcPct val="100000"/>
              </a:lnSpc>
              <a:spcBef>
                <a:spcPct val="20000"/>
              </a:spcBef>
              <a:spcAft>
                <a:spcPct val="0"/>
              </a:spcAft>
              <a:buClr>
                <a:schemeClr val="accent1"/>
              </a:buClr>
              <a:buSzPct val="85000"/>
              <a:buFont typeface="Wingdings 2" panose="05020102010507070707" pitchFamily="18" charset="2"/>
              <a:buChar char=""/>
              <a:defRPr/>
            </a:pPr>
            <a:r>
              <a:rPr kumimoji="0" lang="zh-CN" altLang="en-US" sz="2395" b="1" i="0" u="none" strike="noStrike" kern="1200" cap="none" spc="0" normalizeH="0" baseline="0" noProof="0" dirty="0">
                <a:ln>
                  <a:noFill/>
                </a:ln>
                <a:solidFill>
                  <a:srgbClr val="CC3300"/>
                </a:solidFill>
                <a:effectLst/>
                <a:uLnTx/>
                <a:uFillTx/>
                <a:latin typeface="楷体_GB2312" pitchFamily="49" charset="-122"/>
                <a:ea typeface="宋体" panose="02010600030101010101" pitchFamily="2" charset="-122"/>
                <a:cs typeface="+mn-cs"/>
              </a:rPr>
              <a:t>存储单元</a:t>
            </a:r>
            <a:r>
              <a:rPr kumimoji="0" lang="en-US" altLang="zh-CN" sz="2395" b="1" i="0" u="none" strike="noStrike" kern="1200" cap="none" spc="0" normalizeH="0" baseline="0" noProof="0" dirty="0">
                <a:ln>
                  <a:noFill/>
                </a:ln>
                <a:solidFill>
                  <a:srgbClr val="CC3300"/>
                </a:solidFill>
                <a:effectLst/>
                <a:uLnTx/>
                <a:uFillTx/>
                <a:latin typeface="楷体_GB2312" pitchFamily="49" charset="-122"/>
                <a:ea typeface="宋体" panose="02010600030101010101" pitchFamily="2" charset="-122"/>
                <a:cs typeface="+mn-cs"/>
              </a:rPr>
              <a:t>/</a:t>
            </a:r>
            <a:r>
              <a:rPr kumimoji="0" lang="zh-CN" altLang="en-US" sz="2395" b="1" i="0" u="none" strike="noStrike" kern="1200" cap="none" spc="0" normalizeH="0" baseline="0" noProof="0" dirty="0">
                <a:ln>
                  <a:noFill/>
                </a:ln>
                <a:solidFill>
                  <a:srgbClr val="CC3300"/>
                </a:solidFill>
                <a:effectLst/>
                <a:uLnTx/>
                <a:uFillTx/>
                <a:latin typeface="楷体_GB2312" pitchFamily="49" charset="-122"/>
                <a:ea typeface="宋体" panose="02010600030101010101" pitchFamily="2" charset="-122"/>
                <a:cs typeface="+mn-cs"/>
              </a:rPr>
              <a:t>寄存器</a:t>
            </a:r>
            <a:r>
              <a:rPr kumimoji="0" lang="zh-CN" altLang="en-US" sz="2395" b="0" i="0" u="none" strike="noStrike" kern="1200" cap="none" spc="0" normalizeH="0" baseline="0" noProof="0" dirty="0">
                <a:ln>
                  <a:noFill/>
                </a:ln>
                <a:solidFill>
                  <a:srgbClr val="CC3300"/>
                </a:solidFill>
                <a:effectLst/>
                <a:uLnTx/>
                <a:uFillTx/>
                <a:latin typeface="楷体_GB2312" pitchFamily="49" charset="-122"/>
                <a:ea typeface="宋体" panose="02010600030101010101" pitchFamily="2" charset="-122"/>
                <a:cs typeface="+mn-cs"/>
              </a:rPr>
              <a:t>：</a:t>
            </a:r>
            <a:r>
              <a:rPr kumimoji="0" lang="zh-CN" altLang="en-US" sz="2395" b="0"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rPr>
              <a:t>表示操作数。</a:t>
            </a:r>
            <a:endParaRPr kumimoji="0" lang="zh-CN" altLang="en-US" sz="2395" b="0" i="0" u="none" strike="noStrike" kern="1200" cap="none" spc="0" normalizeH="0" baseline="0" noProof="0" dirty="0">
              <a:ln>
                <a:noFill/>
              </a:ln>
              <a:solidFill>
                <a:schemeClr val="tx1"/>
              </a:solidFill>
              <a:effectLst/>
              <a:uLnTx/>
              <a:uFillTx/>
              <a:latin typeface="楷体_GB2312" pitchFamily="49" charset="-122"/>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129027">
                                            <p:txEl>
                                              <p:charRg st="48" end="58"/>
                                            </p:txEl>
                                          </p:spTgt>
                                        </p:tgtEl>
                                        <p:attrNameLst>
                                          <p:attrName>style.visibility</p:attrName>
                                        </p:attrNameLst>
                                      </p:cBhvr>
                                      <p:to>
                                        <p:strVal val="visible"/>
                                      </p:to>
                                    </p:set>
                                    <p:animEffect transition="in" filter="fade">
                                      <p:cBhvr>
                                        <p:cTn id="7" dur="1000"/>
                                        <p:tgtEl>
                                          <p:spTgt spid="129027">
                                            <p:txEl>
                                              <p:charRg st="48" end="58"/>
                                            </p:txEl>
                                          </p:spTgt>
                                        </p:tgtEl>
                                      </p:cBhvr>
                                    </p:animEffect>
                                    <p:anim calcmode="lin" valueType="num">
                                      <p:cBhvr>
                                        <p:cTn id="8" dur="1000" fill="hold"/>
                                        <p:tgtEl>
                                          <p:spTgt spid="129027">
                                            <p:txEl>
                                              <p:charRg st="48" end="58"/>
                                            </p:txEl>
                                          </p:spTgt>
                                        </p:tgtEl>
                                        <p:attrNameLst>
                                          <p:attrName>ppt_x</p:attrName>
                                        </p:attrNameLst>
                                      </p:cBhvr>
                                      <p:tavLst>
                                        <p:tav tm="0">
                                          <p:val>
                                            <p:strVal val="#ppt_x"/>
                                          </p:val>
                                        </p:tav>
                                        <p:tav tm="100000">
                                          <p:val>
                                            <p:strVal val="#ppt_x"/>
                                          </p:val>
                                        </p:tav>
                                      </p:tavLst>
                                    </p:anim>
                                    <p:anim calcmode="lin" valueType="num">
                                      <p:cBhvr>
                                        <p:cTn id="9" dur="1000" fill="hold"/>
                                        <p:tgtEl>
                                          <p:spTgt spid="129027">
                                            <p:txEl>
                                              <p:charRg st="48" end="58"/>
                                            </p:txEl>
                                          </p:spTgt>
                                        </p:tgtEl>
                                        <p:attrNameLst>
                                          <p:attrName>ppt_y</p:attrName>
                                        </p:attrNameLst>
                                      </p:cBhvr>
                                      <p:tavLst>
                                        <p:tav tm="0">
                                          <p:val>
                                            <p:strVal val="#ppt_y-.1"/>
                                          </p:val>
                                        </p:tav>
                                        <p:tav tm="100000">
                                          <p:val>
                                            <p:strVal val="#ppt_y"/>
                                          </p:val>
                                        </p:tav>
                                      </p:tavLst>
                                    </p:anim>
                                  </p:childTnLst>
                                </p:cTn>
                              </p:par>
                              <p:par>
                                <p:cTn id="10" presetID="47" presetClass="entr" presetSubtype="0" fill="hold" nodeType="withEffect">
                                  <p:stCondLst>
                                    <p:cond delay="0"/>
                                  </p:stCondLst>
                                  <p:childTnLst>
                                    <p:set>
                                      <p:cBhvr>
                                        <p:cTn id="11" dur="1" fill="hold">
                                          <p:stCondLst>
                                            <p:cond delay="0"/>
                                          </p:stCondLst>
                                        </p:cTn>
                                        <p:tgtEl>
                                          <p:spTgt spid="129027">
                                            <p:txEl>
                                              <p:charRg st="58" end="71"/>
                                            </p:txEl>
                                          </p:spTgt>
                                        </p:tgtEl>
                                        <p:attrNameLst>
                                          <p:attrName>style.visibility</p:attrName>
                                        </p:attrNameLst>
                                      </p:cBhvr>
                                      <p:to>
                                        <p:strVal val="visible"/>
                                      </p:to>
                                    </p:set>
                                    <p:animEffect transition="in" filter="fade">
                                      <p:cBhvr>
                                        <p:cTn id="12" dur="1000"/>
                                        <p:tgtEl>
                                          <p:spTgt spid="129027">
                                            <p:txEl>
                                              <p:charRg st="58" end="71"/>
                                            </p:txEl>
                                          </p:spTgt>
                                        </p:tgtEl>
                                      </p:cBhvr>
                                    </p:animEffect>
                                    <p:anim calcmode="lin" valueType="num">
                                      <p:cBhvr>
                                        <p:cTn id="13" dur="1000" fill="hold"/>
                                        <p:tgtEl>
                                          <p:spTgt spid="129027">
                                            <p:txEl>
                                              <p:charRg st="58" end="71"/>
                                            </p:txEl>
                                          </p:spTgt>
                                        </p:tgtEl>
                                        <p:attrNameLst>
                                          <p:attrName>ppt_x</p:attrName>
                                        </p:attrNameLst>
                                      </p:cBhvr>
                                      <p:tavLst>
                                        <p:tav tm="0">
                                          <p:val>
                                            <p:strVal val="#ppt_x"/>
                                          </p:val>
                                        </p:tav>
                                        <p:tav tm="100000">
                                          <p:val>
                                            <p:strVal val="#ppt_x"/>
                                          </p:val>
                                        </p:tav>
                                      </p:tavLst>
                                    </p:anim>
                                    <p:anim calcmode="lin" valueType="num">
                                      <p:cBhvr>
                                        <p:cTn id="14" dur="1000" fill="hold"/>
                                        <p:tgtEl>
                                          <p:spTgt spid="129027">
                                            <p:txEl>
                                              <p:charRg st="58" end="71"/>
                                            </p:txEl>
                                          </p:spTgt>
                                        </p:tgtEl>
                                        <p:attrNameLst>
                                          <p:attrName>ppt_y</p:attrName>
                                        </p:attrNameLst>
                                      </p:cBhvr>
                                      <p:tavLst>
                                        <p:tav tm="0">
                                          <p:val>
                                            <p:strVal val="#ppt_y-.1"/>
                                          </p:val>
                                        </p:tav>
                                        <p:tav tm="100000">
                                          <p:val>
                                            <p:strVal val="#ppt_y"/>
                                          </p:val>
                                        </p:tav>
                                      </p:tavLst>
                                    </p:anim>
                                  </p:childTnLst>
                                </p:cTn>
                              </p:par>
                              <p:par>
                                <p:cTn id="15" presetID="47" presetClass="entr" presetSubtype="0" fill="hold" nodeType="withEffect">
                                  <p:stCondLst>
                                    <p:cond delay="0"/>
                                  </p:stCondLst>
                                  <p:childTnLst>
                                    <p:set>
                                      <p:cBhvr>
                                        <p:cTn id="16" dur="1" fill="hold">
                                          <p:stCondLst>
                                            <p:cond delay="0"/>
                                          </p:stCondLst>
                                        </p:cTn>
                                        <p:tgtEl>
                                          <p:spTgt spid="129027">
                                            <p:txEl>
                                              <p:charRg st="71" end="87"/>
                                            </p:txEl>
                                          </p:spTgt>
                                        </p:tgtEl>
                                        <p:attrNameLst>
                                          <p:attrName>style.visibility</p:attrName>
                                        </p:attrNameLst>
                                      </p:cBhvr>
                                      <p:to>
                                        <p:strVal val="visible"/>
                                      </p:to>
                                    </p:set>
                                    <p:animEffect transition="in" filter="fade">
                                      <p:cBhvr>
                                        <p:cTn id="17" dur="1000"/>
                                        <p:tgtEl>
                                          <p:spTgt spid="129027">
                                            <p:txEl>
                                              <p:charRg st="71" end="87"/>
                                            </p:txEl>
                                          </p:spTgt>
                                        </p:tgtEl>
                                      </p:cBhvr>
                                    </p:animEffect>
                                    <p:anim calcmode="lin" valueType="num">
                                      <p:cBhvr>
                                        <p:cTn id="18" dur="1000" fill="hold"/>
                                        <p:tgtEl>
                                          <p:spTgt spid="129027">
                                            <p:txEl>
                                              <p:charRg st="71" end="87"/>
                                            </p:txEl>
                                          </p:spTgt>
                                        </p:tgtEl>
                                        <p:attrNameLst>
                                          <p:attrName>ppt_x</p:attrName>
                                        </p:attrNameLst>
                                      </p:cBhvr>
                                      <p:tavLst>
                                        <p:tav tm="0">
                                          <p:val>
                                            <p:strVal val="#ppt_x"/>
                                          </p:val>
                                        </p:tav>
                                        <p:tav tm="100000">
                                          <p:val>
                                            <p:strVal val="#ppt_x"/>
                                          </p:val>
                                        </p:tav>
                                      </p:tavLst>
                                    </p:anim>
                                    <p:anim calcmode="lin" valueType="num">
                                      <p:cBhvr>
                                        <p:cTn id="19" dur="1000" fill="hold"/>
                                        <p:tgtEl>
                                          <p:spTgt spid="129027">
                                            <p:txEl>
                                              <p:charRg st="71" end="87"/>
                                            </p:txEl>
                                          </p:spTgt>
                                        </p:tgtEl>
                                        <p:attrNameLst>
                                          <p:attrName>ppt_y</p:attrName>
                                        </p:attrNameLst>
                                      </p:cBhvr>
                                      <p:tavLst>
                                        <p:tav tm="0">
                                          <p:val>
                                            <p:strVal val="#ppt_y-.1"/>
                                          </p:val>
                                        </p:tav>
                                        <p:tav tm="100000">
                                          <p:val>
                                            <p:strVal val="#ppt_y"/>
                                          </p:val>
                                        </p:tav>
                                      </p:tavLst>
                                    </p:anim>
                                  </p:childTnLst>
                                </p:cTn>
                              </p:par>
                              <p:par>
                                <p:cTn id="20" presetID="47" presetClass="entr" presetSubtype="0" fill="hold" nodeType="withEffect">
                                  <p:stCondLst>
                                    <p:cond delay="0"/>
                                  </p:stCondLst>
                                  <p:childTnLst>
                                    <p:set>
                                      <p:cBhvr>
                                        <p:cTn id="21" dur="1" fill="hold">
                                          <p:stCondLst>
                                            <p:cond delay="0"/>
                                          </p:stCondLst>
                                        </p:cTn>
                                        <p:tgtEl>
                                          <p:spTgt spid="129027">
                                            <p:txEl>
                                              <p:charRg st="87" end="110"/>
                                            </p:txEl>
                                          </p:spTgt>
                                        </p:tgtEl>
                                        <p:attrNameLst>
                                          <p:attrName>style.visibility</p:attrName>
                                        </p:attrNameLst>
                                      </p:cBhvr>
                                      <p:to>
                                        <p:strVal val="visible"/>
                                      </p:to>
                                    </p:set>
                                    <p:animEffect transition="in" filter="fade">
                                      <p:cBhvr>
                                        <p:cTn id="22" dur="1000"/>
                                        <p:tgtEl>
                                          <p:spTgt spid="129027">
                                            <p:txEl>
                                              <p:charRg st="87" end="110"/>
                                            </p:txEl>
                                          </p:spTgt>
                                        </p:tgtEl>
                                      </p:cBhvr>
                                    </p:animEffect>
                                    <p:anim calcmode="lin" valueType="num">
                                      <p:cBhvr>
                                        <p:cTn id="23" dur="1000" fill="hold"/>
                                        <p:tgtEl>
                                          <p:spTgt spid="129027">
                                            <p:txEl>
                                              <p:charRg st="87" end="110"/>
                                            </p:txEl>
                                          </p:spTgt>
                                        </p:tgtEl>
                                        <p:attrNameLst>
                                          <p:attrName>ppt_x</p:attrName>
                                        </p:attrNameLst>
                                      </p:cBhvr>
                                      <p:tavLst>
                                        <p:tav tm="0">
                                          <p:val>
                                            <p:strVal val="#ppt_x"/>
                                          </p:val>
                                        </p:tav>
                                        <p:tav tm="100000">
                                          <p:val>
                                            <p:strVal val="#ppt_x"/>
                                          </p:val>
                                        </p:tav>
                                      </p:tavLst>
                                    </p:anim>
                                    <p:anim calcmode="lin" valueType="num">
                                      <p:cBhvr>
                                        <p:cTn id="24" dur="1000" fill="hold"/>
                                        <p:tgtEl>
                                          <p:spTgt spid="129027">
                                            <p:txEl>
                                              <p:charRg st="87" end="110"/>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7" presetClass="entr" presetSubtype="0" fill="hold" nodeType="clickEffect">
                                  <p:stCondLst>
                                    <p:cond delay="0"/>
                                  </p:stCondLst>
                                  <p:childTnLst>
                                    <p:set>
                                      <p:cBhvr>
                                        <p:cTn id="28" dur="1" fill="hold">
                                          <p:stCondLst>
                                            <p:cond delay="0"/>
                                          </p:stCondLst>
                                        </p:cTn>
                                        <p:tgtEl>
                                          <p:spTgt spid="129027">
                                            <p:txEl>
                                              <p:charRg st="110" end="121"/>
                                            </p:txEl>
                                          </p:spTgt>
                                        </p:tgtEl>
                                        <p:attrNameLst>
                                          <p:attrName>style.visibility</p:attrName>
                                        </p:attrNameLst>
                                      </p:cBhvr>
                                      <p:to>
                                        <p:strVal val="visible"/>
                                      </p:to>
                                    </p:set>
                                    <p:animEffect transition="in" filter="fade">
                                      <p:cBhvr>
                                        <p:cTn id="29" dur="1000"/>
                                        <p:tgtEl>
                                          <p:spTgt spid="129027">
                                            <p:txEl>
                                              <p:charRg st="110" end="121"/>
                                            </p:txEl>
                                          </p:spTgt>
                                        </p:tgtEl>
                                      </p:cBhvr>
                                    </p:animEffect>
                                    <p:anim calcmode="lin" valueType="num">
                                      <p:cBhvr>
                                        <p:cTn id="30" dur="1000" fill="hold"/>
                                        <p:tgtEl>
                                          <p:spTgt spid="129027">
                                            <p:txEl>
                                              <p:charRg st="110" end="121"/>
                                            </p:txEl>
                                          </p:spTgt>
                                        </p:tgtEl>
                                        <p:attrNameLst>
                                          <p:attrName>ppt_x</p:attrName>
                                        </p:attrNameLst>
                                      </p:cBhvr>
                                      <p:tavLst>
                                        <p:tav tm="0">
                                          <p:val>
                                            <p:strVal val="#ppt_x"/>
                                          </p:val>
                                        </p:tav>
                                        <p:tav tm="100000">
                                          <p:val>
                                            <p:strVal val="#ppt_x"/>
                                          </p:val>
                                        </p:tav>
                                      </p:tavLst>
                                    </p:anim>
                                    <p:anim calcmode="lin" valueType="num">
                                      <p:cBhvr>
                                        <p:cTn id="31" dur="1000" fill="hold"/>
                                        <p:tgtEl>
                                          <p:spTgt spid="129027">
                                            <p:txEl>
                                              <p:charRg st="110" end="121"/>
                                            </p:txEl>
                                          </p:spTgt>
                                        </p:tgtEl>
                                        <p:attrNameLst>
                                          <p:attrName>ppt_y</p:attrName>
                                        </p:attrNameLst>
                                      </p:cBhvr>
                                      <p:tavLst>
                                        <p:tav tm="0">
                                          <p:val>
                                            <p:strVal val="#ppt_y-.1"/>
                                          </p:val>
                                        </p:tav>
                                        <p:tav tm="100000">
                                          <p:val>
                                            <p:strVal val="#ppt_y"/>
                                          </p:val>
                                        </p:tav>
                                      </p:tavLst>
                                    </p:anim>
                                  </p:childTnLst>
                                </p:cTn>
                              </p:par>
                              <p:par>
                                <p:cTn id="32" presetID="47" presetClass="entr" presetSubtype="0" fill="hold" nodeType="withEffect">
                                  <p:stCondLst>
                                    <p:cond delay="0"/>
                                  </p:stCondLst>
                                  <p:childTnLst>
                                    <p:set>
                                      <p:cBhvr>
                                        <p:cTn id="33" dur="1" fill="hold">
                                          <p:stCondLst>
                                            <p:cond delay="0"/>
                                          </p:stCondLst>
                                        </p:cTn>
                                        <p:tgtEl>
                                          <p:spTgt spid="129027">
                                            <p:txEl>
                                              <p:charRg st="121" end="135"/>
                                            </p:txEl>
                                          </p:spTgt>
                                        </p:tgtEl>
                                        <p:attrNameLst>
                                          <p:attrName>style.visibility</p:attrName>
                                        </p:attrNameLst>
                                      </p:cBhvr>
                                      <p:to>
                                        <p:strVal val="visible"/>
                                      </p:to>
                                    </p:set>
                                    <p:animEffect transition="in" filter="fade">
                                      <p:cBhvr>
                                        <p:cTn id="34" dur="1000"/>
                                        <p:tgtEl>
                                          <p:spTgt spid="129027">
                                            <p:txEl>
                                              <p:charRg st="121" end="135"/>
                                            </p:txEl>
                                          </p:spTgt>
                                        </p:tgtEl>
                                      </p:cBhvr>
                                    </p:animEffect>
                                    <p:anim calcmode="lin" valueType="num">
                                      <p:cBhvr>
                                        <p:cTn id="35" dur="1000" fill="hold"/>
                                        <p:tgtEl>
                                          <p:spTgt spid="129027">
                                            <p:txEl>
                                              <p:charRg st="121" end="135"/>
                                            </p:txEl>
                                          </p:spTgt>
                                        </p:tgtEl>
                                        <p:attrNameLst>
                                          <p:attrName>ppt_x</p:attrName>
                                        </p:attrNameLst>
                                      </p:cBhvr>
                                      <p:tavLst>
                                        <p:tav tm="0">
                                          <p:val>
                                            <p:strVal val="#ppt_x"/>
                                          </p:val>
                                        </p:tav>
                                        <p:tav tm="100000">
                                          <p:val>
                                            <p:strVal val="#ppt_x"/>
                                          </p:val>
                                        </p:tav>
                                      </p:tavLst>
                                    </p:anim>
                                    <p:anim calcmode="lin" valueType="num">
                                      <p:cBhvr>
                                        <p:cTn id="36" dur="1000" fill="hold"/>
                                        <p:tgtEl>
                                          <p:spTgt spid="129027">
                                            <p:txEl>
                                              <p:charRg st="121" end="135"/>
                                            </p:txEl>
                                          </p:spTgt>
                                        </p:tgtEl>
                                        <p:attrNameLst>
                                          <p:attrName>ppt_y</p:attrName>
                                        </p:attrNameLst>
                                      </p:cBhvr>
                                      <p:tavLst>
                                        <p:tav tm="0">
                                          <p:val>
                                            <p:strVal val="#ppt_y-.1"/>
                                          </p:val>
                                        </p:tav>
                                        <p:tav tm="100000">
                                          <p:val>
                                            <p:strVal val="#ppt_y"/>
                                          </p:val>
                                        </p:tav>
                                      </p:tavLst>
                                    </p:anim>
                                  </p:childTnLst>
                                </p:cTn>
                              </p:par>
                              <p:par>
                                <p:cTn id="37" presetID="47" presetClass="entr" presetSubtype="0" fill="hold" nodeType="withEffect">
                                  <p:stCondLst>
                                    <p:cond delay="0"/>
                                  </p:stCondLst>
                                  <p:childTnLst>
                                    <p:set>
                                      <p:cBhvr>
                                        <p:cTn id="38" dur="1" fill="hold">
                                          <p:stCondLst>
                                            <p:cond delay="0"/>
                                          </p:stCondLst>
                                        </p:cTn>
                                        <p:tgtEl>
                                          <p:spTgt spid="129027">
                                            <p:txEl>
                                              <p:charRg st="135" end="162"/>
                                            </p:txEl>
                                          </p:spTgt>
                                        </p:tgtEl>
                                        <p:attrNameLst>
                                          <p:attrName>style.visibility</p:attrName>
                                        </p:attrNameLst>
                                      </p:cBhvr>
                                      <p:to>
                                        <p:strVal val="visible"/>
                                      </p:to>
                                    </p:set>
                                    <p:animEffect transition="in" filter="fade">
                                      <p:cBhvr>
                                        <p:cTn id="39" dur="1000"/>
                                        <p:tgtEl>
                                          <p:spTgt spid="129027">
                                            <p:txEl>
                                              <p:charRg st="135" end="162"/>
                                            </p:txEl>
                                          </p:spTgt>
                                        </p:tgtEl>
                                      </p:cBhvr>
                                    </p:animEffect>
                                    <p:anim calcmode="lin" valueType="num">
                                      <p:cBhvr>
                                        <p:cTn id="40" dur="1000" fill="hold"/>
                                        <p:tgtEl>
                                          <p:spTgt spid="129027">
                                            <p:txEl>
                                              <p:charRg st="135" end="162"/>
                                            </p:txEl>
                                          </p:spTgt>
                                        </p:tgtEl>
                                        <p:attrNameLst>
                                          <p:attrName>ppt_x</p:attrName>
                                        </p:attrNameLst>
                                      </p:cBhvr>
                                      <p:tavLst>
                                        <p:tav tm="0">
                                          <p:val>
                                            <p:strVal val="#ppt_x"/>
                                          </p:val>
                                        </p:tav>
                                        <p:tav tm="100000">
                                          <p:val>
                                            <p:strVal val="#ppt_x"/>
                                          </p:val>
                                        </p:tav>
                                      </p:tavLst>
                                    </p:anim>
                                    <p:anim calcmode="lin" valueType="num">
                                      <p:cBhvr>
                                        <p:cTn id="41" dur="1000" fill="hold"/>
                                        <p:tgtEl>
                                          <p:spTgt spid="129027">
                                            <p:txEl>
                                              <p:charRg st="135" end="162"/>
                                            </p:txEl>
                                          </p:spTgt>
                                        </p:tgtEl>
                                        <p:attrNameLst>
                                          <p:attrName>ppt_y</p:attrName>
                                        </p:attrNameLst>
                                      </p:cBhvr>
                                      <p:tavLst>
                                        <p:tav tm="0">
                                          <p:val>
                                            <p:strVal val="#ppt_y-.1"/>
                                          </p:val>
                                        </p:tav>
                                        <p:tav tm="100000">
                                          <p:val>
                                            <p:strVal val="#ppt_y"/>
                                          </p:val>
                                        </p:tav>
                                      </p:tavLst>
                                    </p:anim>
                                  </p:childTnLst>
                                </p:cTn>
                              </p:par>
                              <p:par>
                                <p:cTn id="42" presetID="47" presetClass="entr" presetSubtype="0" fill="hold" nodeType="withEffect">
                                  <p:stCondLst>
                                    <p:cond delay="0"/>
                                  </p:stCondLst>
                                  <p:childTnLst>
                                    <p:set>
                                      <p:cBhvr>
                                        <p:cTn id="43" dur="1" fill="hold">
                                          <p:stCondLst>
                                            <p:cond delay="0"/>
                                          </p:stCondLst>
                                        </p:cTn>
                                        <p:tgtEl>
                                          <p:spTgt spid="129027">
                                            <p:txEl>
                                              <p:charRg st="162" end="178"/>
                                            </p:txEl>
                                          </p:spTgt>
                                        </p:tgtEl>
                                        <p:attrNameLst>
                                          <p:attrName>style.visibility</p:attrName>
                                        </p:attrNameLst>
                                      </p:cBhvr>
                                      <p:to>
                                        <p:strVal val="visible"/>
                                      </p:to>
                                    </p:set>
                                    <p:animEffect transition="in" filter="fade">
                                      <p:cBhvr>
                                        <p:cTn id="44" dur="1000"/>
                                        <p:tgtEl>
                                          <p:spTgt spid="129027">
                                            <p:txEl>
                                              <p:charRg st="162" end="178"/>
                                            </p:txEl>
                                          </p:spTgt>
                                        </p:tgtEl>
                                      </p:cBhvr>
                                    </p:animEffect>
                                    <p:anim calcmode="lin" valueType="num">
                                      <p:cBhvr>
                                        <p:cTn id="45" dur="1000" fill="hold"/>
                                        <p:tgtEl>
                                          <p:spTgt spid="129027">
                                            <p:txEl>
                                              <p:charRg st="162" end="178"/>
                                            </p:txEl>
                                          </p:spTgt>
                                        </p:tgtEl>
                                        <p:attrNameLst>
                                          <p:attrName>ppt_x</p:attrName>
                                        </p:attrNameLst>
                                      </p:cBhvr>
                                      <p:tavLst>
                                        <p:tav tm="0">
                                          <p:val>
                                            <p:strVal val="#ppt_x"/>
                                          </p:val>
                                        </p:tav>
                                        <p:tav tm="100000">
                                          <p:val>
                                            <p:strVal val="#ppt_x"/>
                                          </p:val>
                                        </p:tav>
                                      </p:tavLst>
                                    </p:anim>
                                    <p:anim calcmode="lin" valueType="num">
                                      <p:cBhvr>
                                        <p:cTn id="46" dur="1000" fill="hold"/>
                                        <p:tgtEl>
                                          <p:spTgt spid="129027">
                                            <p:txEl>
                                              <p:charRg st="162" end="17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Rectangle 2"/>
          <p:cNvSpPr>
            <a:spLocks noGrp="1"/>
          </p:cNvSpPr>
          <p:nvPr>
            <p:ph type="title"/>
          </p:nvPr>
        </p:nvSpPr>
        <p:spPr>
          <a:xfrm>
            <a:off x="538163" y="550863"/>
            <a:ext cx="3641725" cy="790575"/>
          </a:xfrm>
          <a:ln/>
        </p:spPr>
        <p:txBody>
          <a:bodyPr vert="horz" wrap="square" lIns="0" tIns="45610" rIns="0" bIns="0" anchor="b" anchorCtr="0"/>
          <a:p>
            <a:pPr eaLnBrk="1" hangingPunct="1"/>
            <a:r>
              <a:rPr lang="zh-CN" altLang="en-US" b="1" dirty="0">
                <a:latin typeface="微软雅黑" panose="020B0503020204020204" pitchFamily="34" charset="-122"/>
                <a:ea typeface="微软雅黑" panose="020B0503020204020204" pitchFamily="34" charset="-122"/>
              </a:rPr>
              <a:t>汇编语言</a:t>
            </a:r>
            <a:endParaRPr lang="zh-CN" altLang="en-US" b="1" dirty="0">
              <a:latin typeface="微软雅黑" panose="020B0503020204020204" pitchFamily="34" charset="-122"/>
              <a:ea typeface="微软雅黑" panose="020B0503020204020204" pitchFamily="34" charset="-122"/>
            </a:endParaRPr>
          </a:p>
        </p:txBody>
      </p:sp>
      <p:sp>
        <p:nvSpPr>
          <p:cNvPr id="40963" name="Rectangle 3"/>
          <p:cNvSpPr>
            <a:spLocks noChangeArrowheads="1"/>
          </p:cNvSpPr>
          <p:nvPr/>
        </p:nvSpPr>
        <p:spPr bwMode="auto">
          <a:xfrm>
            <a:off x="455613" y="1500188"/>
            <a:ext cx="8662988" cy="1443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hlink"/>
              </a:buClr>
              <a:buFont typeface="Wingdings" panose="05000000000000000000" pitchFamily="2" charset="2"/>
              <a:buChar char="v"/>
              <a:defRPr sz="3200" b="1">
                <a:solidFill>
                  <a:schemeClr val="tx2"/>
                </a:solidFill>
                <a:latin typeface="Arial" panose="020B0604020202020204" pitchFamily="34" charset="0"/>
                <a:ea typeface="楷体_GB2312" pitchFamily="49" charset="-122"/>
              </a:defRPr>
            </a:lvl1pPr>
            <a:lvl2pPr marL="742950" indent="-285750">
              <a:spcBef>
                <a:spcPct val="20000"/>
              </a:spcBef>
              <a:buClr>
                <a:srgbClr val="CC0000"/>
              </a:buClr>
              <a:buFont typeface="Wingdings" panose="05000000000000000000" pitchFamily="2" charset="2"/>
              <a:buChar char="ü"/>
              <a:defRPr sz="2800" b="1">
                <a:solidFill>
                  <a:srgbClr val="000000"/>
                </a:solidFill>
                <a:latin typeface="Arial" panose="020B0604020202020204" pitchFamily="34" charset="0"/>
                <a:ea typeface="楷体_GB2312" pitchFamily="49" charset="-122"/>
              </a:defRPr>
            </a:lvl2pPr>
            <a:lvl3pPr marL="1143000" indent="-228600">
              <a:spcBef>
                <a:spcPct val="20000"/>
              </a:spcBef>
              <a:buClr>
                <a:schemeClr val="tx1"/>
              </a:buClr>
              <a:buSzPct val="50000"/>
              <a:buFont typeface="Wingdings" panose="05000000000000000000" pitchFamily="2" charset="2"/>
              <a:buChar char="n"/>
              <a:defRPr sz="2400" b="1">
                <a:solidFill>
                  <a:schemeClr val="tx1"/>
                </a:solidFill>
                <a:latin typeface="Arial" panose="020B0604020202020204" pitchFamily="34" charset="0"/>
                <a:ea typeface="楷体_GB2312" pitchFamily="49" charset="-122"/>
              </a:defRPr>
            </a:lvl3pPr>
            <a:lvl4pPr marL="1600200" indent="-228600">
              <a:spcBef>
                <a:spcPct val="20000"/>
              </a:spcBef>
              <a:buClr>
                <a:srgbClr val="000000"/>
              </a:buClr>
              <a:buSzPct val="50000"/>
              <a:buFont typeface="Wingdings" panose="05000000000000000000" pitchFamily="2" charset="2"/>
              <a:buChar char="l"/>
              <a:defRPr sz="2000" b="1">
                <a:solidFill>
                  <a:schemeClr val="tx1"/>
                </a:solidFill>
                <a:latin typeface="Arial" panose="020B0604020202020204" pitchFamily="34" charset="0"/>
                <a:ea typeface="楷体_GB2312" pitchFamily="49" charset="-122"/>
              </a:defRPr>
            </a:lvl4pPr>
            <a:lvl5pPr marL="2057400" indent="-228600">
              <a:spcBef>
                <a:spcPct val="20000"/>
              </a:spcBef>
              <a:buFont typeface="Arial" panose="020B0604020202020204" pitchFamily="34" charset="0"/>
              <a:buChar char="»"/>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Font typeface="Arial" panose="020B0604020202020204" pitchFamily="34" charset="0"/>
              <a:buChar char="»"/>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Font typeface="Arial" panose="020B0604020202020204" pitchFamily="34" charset="0"/>
              <a:buChar char="»"/>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Font typeface="Arial" panose="020B0604020202020204" pitchFamily="34" charset="0"/>
              <a:buChar char="»"/>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Font typeface="Arial" panose="020B0604020202020204" pitchFamily="34" charset="0"/>
              <a:buChar char="»"/>
              <a:defRPr b="1">
                <a:solidFill>
                  <a:schemeClr val="tx1"/>
                </a:solidFill>
                <a:latin typeface="Arial" panose="020B0604020202020204" pitchFamily="34" charset="0"/>
                <a:ea typeface="楷体_GB2312" pitchFamily="49" charset="-122"/>
              </a:defRPr>
            </a:lvl9pPr>
          </a:lstStyle>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r>
              <a:rPr kumimoji="1" lang="en-US" altLang="zh-CN" sz="2790" b="1" i="0" u="none" strike="noStrike" kern="1200" cap="none" spc="0" normalizeH="0" baseline="0" noProof="0" smtClean="0">
                <a:ln>
                  <a:noFill/>
                </a:ln>
                <a:solidFill>
                  <a:schemeClr val="tx2"/>
                </a:solidFill>
                <a:effectLst/>
                <a:uLnTx/>
                <a:uFillTx/>
                <a:latin typeface="Arial" panose="020B0604020202020204" pitchFamily="34" charset="0"/>
                <a:ea typeface="宋体" panose="02010600030101010101" pitchFamily="2" charset="-122"/>
                <a:cs typeface="+mn-cs"/>
              </a:rPr>
              <a:t>【</a:t>
            </a:r>
            <a:r>
              <a:rPr kumimoji="1" lang="zh-CN" altLang="en-US" sz="2790" b="1" i="0" u="none" strike="noStrike" kern="1200" cap="none" spc="0" normalizeH="0" baseline="0" noProof="0" smtClean="0">
                <a:ln>
                  <a:noFill/>
                </a:ln>
                <a:solidFill>
                  <a:schemeClr val="tx2"/>
                </a:solidFill>
                <a:effectLst/>
                <a:uLnTx/>
                <a:uFillTx/>
                <a:latin typeface="Arial" panose="020B0604020202020204" pitchFamily="34" charset="0"/>
                <a:ea typeface="宋体" panose="02010600030101010101" pitchFamily="2" charset="-122"/>
                <a:cs typeface="+mn-cs"/>
              </a:rPr>
              <a:t>例</a:t>
            </a:r>
            <a:r>
              <a:rPr kumimoji="1" lang="en-US" altLang="zh-CN" sz="2790" b="1" i="0" u="none" strike="noStrike" kern="1200" cap="none" spc="0" normalizeH="0" baseline="0" noProof="0" smtClean="0">
                <a:ln>
                  <a:noFill/>
                </a:ln>
                <a:solidFill>
                  <a:schemeClr val="tx2"/>
                </a:solidFill>
                <a:effectLst/>
                <a:uLnTx/>
                <a:uFillTx/>
                <a:latin typeface="Arial" panose="020B0604020202020204" pitchFamily="34" charset="0"/>
                <a:ea typeface="宋体" panose="02010600030101010101" pitchFamily="2" charset="-122"/>
                <a:cs typeface="+mn-cs"/>
              </a:rPr>
              <a:t>2】</a:t>
            </a:r>
            <a:r>
              <a:rPr kumimoji="1" lang="zh-CN" altLang="en-US" sz="2790" b="1" i="0" u="none" strike="noStrike" kern="1200" cap="none" spc="0" normalizeH="0" baseline="0" noProof="0" smtClean="0">
                <a:ln>
                  <a:noFill/>
                </a:ln>
                <a:solidFill>
                  <a:schemeClr val="tx2"/>
                </a:solidFill>
                <a:effectLst/>
                <a:uLnTx/>
                <a:uFillTx/>
                <a:latin typeface="Arial" panose="020B0604020202020204" pitchFamily="34" charset="0"/>
                <a:ea typeface="宋体" panose="02010600030101010101" pitchFamily="2" charset="-122"/>
                <a:cs typeface="+mn-cs"/>
              </a:rPr>
              <a:t>汇编语言程序示例。</a:t>
            </a:r>
            <a:endParaRPr kumimoji="1" lang="zh-CN" altLang="en-US" sz="2790" b="1" i="0" u="none" strike="noStrike" kern="1200" cap="none" spc="0" normalizeH="0" baseline="0" noProof="0" smtClean="0">
              <a:ln>
                <a:noFill/>
              </a:ln>
              <a:solidFill>
                <a:schemeClr val="tx2"/>
              </a:solidFill>
              <a:effectLst/>
              <a:uLnTx/>
              <a:uFillTx/>
              <a:latin typeface="Arial" panose="020B0604020202020204" pitchFamily="34" charset="0"/>
              <a:ea typeface="宋体" panose="0201060003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r>
              <a:rPr kumimoji="1" lang="zh-CN" altLang="en-US" sz="2395" b="1" i="0" u="none" strike="noStrike" kern="1200" cap="none" spc="0" normalizeH="0" baseline="0" noProof="0" smtClean="0">
                <a:ln>
                  <a:noFill/>
                </a:ln>
                <a:solidFill>
                  <a:srgbClr val="0000FF"/>
                </a:solidFill>
                <a:effectLst/>
                <a:uLnTx/>
                <a:uFillTx/>
                <a:latin typeface="Arial" panose="020B0604020202020204" pitchFamily="34" charset="0"/>
                <a:ea typeface="楷体_GB2312" pitchFamily="49" charset="-122"/>
                <a:cs typeface="+mn-cs"/>
              </a:rPr>
              <a:t>程序功能：</a:t>
            </a:r>
            <a:r>
              <a:rPr kumimoji="1" lang="zh-CN" altLang="en-US" sz="2395" b="1" i="0" u="none" strike="noStrike" kern="1200" cap="none" spc="0" normalizeH="0" baseline="0" noProof="0" smtClean="0">
                <a:ln>
                  <a:noFill/>
                </a:ln>
                <a:solidFill>
                  <a:srgbClr val="000000"/>
                </a:solidFill>
                <a:effectLst/>
                <a:uLnTx/>
                <a:uFillTx/>
                <a:latin typeface="Arial" panose="020B0604020202020204" pitchFamily="34" charset="0"/>
                <a:ea typeface="楷体_GB2312" pitchFamily="49" charset="-122"/>
                <a:cs typeface="+mn-cs"/>
              </a:rPr>
              <a:t>把两个内存单元中的数据相加，并将结果存入另外</a:t>
            </a:r>
            <a:endParaRPr kumimoji="1" lang="zh-CN" altLang="en-US" sz="2395" b="1" i="0" u="none" strike="noStrike" kern="1200" cap="none" spc="0" normalizeH="0" baseline="0" noProof="0" smtClean="0">
              <a:ln>
                <a:noFill/>
              </a:ln>
              <a:solidFill>
                <a:srgbClr val="000000"/>
              </a:solidFill>
              <a:effectLst/>
              <a:uLnTx/>
              <a:uFillTx/>
              <a:latin typeface="Arial" panose="020B0604020202020204" pitchFamily="34" charset="0"/>
              <a:ea typeface="楷体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r>
              <a:rPr kumimoji="1" lang="zh-CN" altLang="en-US" sz="2395" b="1" i="0" u="none" strike="noStrike" kern="1200" cap="none" spc="0" normalizeH="0" baseline="0" noProof="0" smtClean="0">
                <a:ln>
                  <a:noFill/>
                </a:ln>
                <a:solidFill>
                  <a:srgbClr val="000000"/>
                </a:solidFill>
                <a:effectLst/>
                <a:uLnTx/>
                <a:uFillTx/>
                <a:latin typeface="Arial" panose="020B0604020202020204" pitchFamily="34" charset="0"/>
                <a:ea typeface="楷体_GB2312" pitchFamily="49" charset="-122"/>
                <a:cs typeface="+mn-cs"/>
              </a:rPr>
              <a:t>                  一个单元。</a:t>
            </a:r>
            <a:endParaRPr kumimoji="1" lang="zh-CN" altLang="en-US" sz="2395" b="1" i="0" u="none" strike="noStrike" kern="1200" cap="none" spc="0" normalizeH="0" baseline="0" noProof="0" smtClean="0">
              <a:ln>
                <a:noFill/>
              </a:ln>
              <a:solidFill>
                <a:srgbClr val="000000"/>
              </a:solidFill>
              <a:effectLst/>
              <a:uLnTx/>
              <a:uFillTx/>
              <a:latin typeface="楷体_GB2312" pitchFamily="49" charset="-122"/>
              <a:ea typeface="楷体_GB2312" pitchFamily="49" charset="-122"/>
              <a:cs typeface="+mn-cs"/>
            </a:endParaRPr>
          </a:p>
        </p:txBody>
      </p:sp>
      <p:sp>
        <p:nvSpPr>
          <p:cNvPr id="130052" name="Rectangle 4"/>
          <p:cNvSpPr>
            <a:spLocks noChangeArrowheads="1"/>
          </p:cNvSpPr>
          <p:nvPr/>
        </p:nvSpPr>
        <p:spPr bwMode="auto">
          <a:xfrm>
            <a:off x="531813" y="3019425"/>
            <a:ext cx="8358188" cy="1444625"/>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hlink"/>
              </a:buClr>
              <a:buFont typeface="Wingdings" panose="05000000000000000000" pitchFamily="2" charset="2"/>
              <a:buChar char="v"/>
              <a:defRPr sz="3200" b="1">
                <a:solidFill>
                  <a:schemeClr val="tx2"/>
                </a:solidFill>
                <a:latin typeface="Arial" panose="020B0604020202020204" pitchFamily="34" charset="0"/>
                <a:ea typeface="楷体_GB2312" pitchFamily="49" charset="-122"/>
              </a:defRPr>
            </a:lvl1pPr>
            <a:lvl2pPr marL="742950" indent="-285750">
              <a:spcBef>
                <a:spcPct val="20000"/>
              </a:spcBef>
              <a:buClr>
                <a:srgbClr val="CC0000"/>
              </a:buClr>
              <a:buFont typeface="Wingdings" panose="05000000000000000000" pitchFamily="2" charset="2"/>
              <a:buChar char="ü"/>
              <a:defRPr sz="2800" b="1">
                <a:solidFill>
                  <a:srgbClr val="000000"/>
                </a:solidFill>
                <a:latin typeface="Arial" panose="020B0604020202020204" pitchFamily="34" charset="0"/>
                <a:ea typeface="楷体_GB2312" pitchFamily="49" charset="-122"/>
              </a:defRPr>
            </a:lvl2pPr>
            <a:lvl3pPr marL="1143000" indent="-228600">
              <a:spcBef>
                <a:spcPct val="20000"/>
              </a:spcBef>
              <a:buClr>
                <a:schemeClr val="tx1"/>
              </a:buClr>
              <a:buSzPct val="50000"/>
              <a:buFont typeface="Wingdings" panose="05000000000000000000" pitchFamily="2" charset="2"/>
              <a:buChar char="n"/>
              <a:defRPr sz="2400" b="1">
                <a:solidFill>
                  <a:schemeClr val="tx1"/>
                </a:solidFill>
                <a:latin typeface="Arial" panose="020B0604020202020204" pitchFamily="34" charset="0"/>
                <a:ea typeface="楷体_GB2312" pitchFamily="49" charset="-122"/>
              </a:defRPr>
            </a:lvl3pPr>
            <a:lvl4pPr marL="1600200" indent="-228600">
              <a:spcBef>
                <a:spcPct val="20000"/>
              </a:spcBef>
              <a:buClr>
                <a:srgbClr val="000000"/>
              </a:buClr>
              <a:buSzPct val="50000"/>
              <a:buFont typeface="Wingdings" panose="05000000000000000000" pitchFamily="2" charset="2"/>
              <a:buChar char="l"/>
              <a:defRPr sz="2000" b="1">
                <a:solidFill>
                  <a:schemeClr val="tx1"/>
                </a:solidFill>
                <a:latin typeface="Arial" panose="020B0604020202020204" pitchFamily="34" charset="0"/>
                <a:ea typeface="楷体_GB2312" pitchFamily="49" charset="-122"/>
              </a:defRPr>
            </a:lvl4pPr>
            <a:lvl5pPr marL="2057400" indent="-228600">
              <a:spcBef>
                <a:spcPct val="20000"/>
              </a:spcBef>
              <a:buFont typeface="Arial" panose="020B0604020202020204" pitchFamily="34" charset="0"/>
              <a:buChar char="»"/>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Font typeface="Arial" panose="020B0604020202020204" pitchFamily="34" charset="0"/>
              <a:buChar char="»"/>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Font typeface="Arial" panose="020B0604020202020204" pitchFamily="34" charset="0"/>
              <a:buChar char="»"/>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Font typeface="Arial" panose="020B0604020202020204" pitchFamily="34" charset="0"/>
              <a:buChar char="»"/>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Font typeface="Arial" panose="020B0604020202020204" pitchFamily="34" charset="0"/>
              <a:buChar char="»"/>
              <a:defRPr b="1">
                <a:solidFill>
                  <a:schemeClr val="tx1"/>
                </a:solidFill>
                <a:latin typeface="Arial" panose="020B0604020202020204" pitchFamily="34" charset="0"/>
                <a:ea typeface="楷体_GB2312" pitchFamily="49" charset="-122"/>
              </a:defRPr>
            </a:lvl9pPr>
          </a:lstStyle>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r>
              <a:rPr kumimoji="1" lang="en-US" altLang="zh-CN" sz="2395" b="1" i="0" u="none" strike="noStrike" kern="1200" cap="none" spc="0" normalizeH="0" baseline="0" noProof="0" smtClean="0">
                <a:ln>
                  <a:noFill/>
                </a:ln>
                <a:solidFill>
                  <a:srgbClr val="CC3300"/>
                </a:solidFill>
                <a:effectLst/>
                <a:uLnTx/>
                <a:uFillTx/>
                <a:latin typeface="Arial" panose="020B0604020202020204" pitchFamily="34" charset="0"/>
                <a:ea typeface="宋体" panose="02010600030101010101" pitchFamily="2" charset="-122"/>
                <a:cs typeface="+mn-cs"/>
              </a:rPr>
              <a:t>MOV R5, X</a:t>
            </a:r>
            <a:r>
              <a:rPr kumimoji="1" lang="en-US" altLang="zh-CN" sz="2395" b="1" i="0" u="none" strike="noStrike" kern="1200" cap="none" spc="0" normalizeH="0" baseline="0" noProof="0" smtClean="0">
                <a:ln>
                  <a:noFill/>
                </a:ln>
                <a:solidFill>
                  <a:schemeClr val="tx2"/>
                </a:solidFill>
                <a:effectLst/>
                <a:uLnTx/>
                <a:uFillTx/>
                <a:latin typeface="Arial" panose="020B0604020202020204" pitchFamily="34" charset="0"/>
                <a:ea typeface="宋体" panose="02010600030101010101" pitchFamily="2" charset="-122"/>
                <a:cs typeface="+mn-cs"/>
              </a:rPr>
              <a:t>   </a:t>
            </a:r>
            <a:r>
              <a:rPr kumimoji="1" lang="en-US" altLang="zh-CN" sz="2395" b="1"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t>//</a:t>
            </a:r>
            <a:r>
              <a:rPr kumimoji="1" lang="zh-CN" altLang="en-US" sz="2395" b="1" i="0" u="none" strike="noStrike" kern="1200" cap="none" spc="0" normalizeH="0" baseline="0" noProof="0" smtClean="0">
                <a:ln>
                  <a:noFill/>
                </a:ln>
                <a:solidFill>
                  <a:srgbClr val="000000"/>
                </a:solidFill>
                <a:effectLst/>
                <a:uLnTx/>
                <a:uFillTx/>
                <a:latin typeface="楷体_GB2312" pitchFamily="49" charset="-122"/>
                <a:ea typeface="楷体_GB2312" pitchFamily="49" charset="-122"/>
                <a:cs typeface="+mn-cs"/>
              </a:rPr>
              <a:t>把内存单元</a:t>
            </a:r>
            <a:r>
              <a:rPr kumimoji="1" lang="en-US" altLang="zh-CN" sz="2395" b="1"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t>X</a:t>
            </a:r>
            <a:r>
              <a:rPr kumimoji="1" lang="zh-CN" altLang="en-US" sz="2395" b="1" i="0" u="none" strike="noStrike" kern="1200" cap="none" spc="0" normalizeH="0" baseline="0" noProof="0" smtClean="0">
                <a:ln>
                  <a:noFill/>
                </a:ln>
                <a:solidFill>
                  <a:srgbClr val="000000"/>
                </a:solidFill>
                <a:effectLst/>
                <a:uLnTx/>
                <a:uFillTx/>
                <a:latin typeface="楷体_GB2312" pitchFamily="49" charset="-122"/>
                <a:ea typeface="楷体_GB2312" pitchFamily="49" charset="-122"/>
                <a:cs typeface="+mn-cs"/>
              </a:rPr>
              <a:t>中的数装入</a:t>
            </a:r>
            <a:r>
              <a:rPr kumimoji="1" lang="en-US" altLang="zh-CN" sz="2395" b="1"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t>R5</a:t>
            </a:r>
            <a:r>
              <a:rPr kumimoji="1" lang="zh-CN" altLang="en-US" sz="2395" b="1" i="0" u="none" strike="noStrike" kern="1200" cap="none" spc="0" normalizeH="0" baseline="0" noProof="0" smtClean="0">
                <a:ln>
                  <a:noFill/>
                </a:ln>
                <a:solidFill>
                  <a:srgbClr val="000000"/>
                </a:solidFill>
                <a:effectLst/>
                <a:uLnTx/>
                <a:uFillTx/>
                <a:latin typeface="楷体_GB2312" pitchFamily="49" charset="-122"/>
                <a:ea typeface="楷体_GB2312" pitchFamily="49" charset="-122"/>
                <a:cs typeface="+mn-cs"/>
              </a:rPr>
              <a:t>寄存器</a:t>
            </a:r>
            <a:endParaRPr kumimoji="1" lang="zh-CN" altLang="en-US" sz="2395" b="1" i="0" u="none" strike="noStrike" kern="1200" cap="none" spc="0" normalizeH="0" baseline="0" noProof="0" smtClean="0">
              <a:ln>
                <a:noFill/>
              </a:ln>
              <a:solidFill>
                <a:srgbClr val="000000"/>
              </a:solidFill>
              <a:effectLst/>
              <a:uLnTx/>
              <a:uFillTx/>
              <a:latin typeface="楷体_GB2312" pitchFamily="49" charset="-122"/>
              <a:ea typeface="楷体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r>
              <a:rPr kumimoji="1" lang="en-US" altLang="zh-CN" sz="2395" b="1" i="0" u="none" strike="noStrike" kern="1200" cap="none" spc="0" normalizeH="0" baseline="0" noProof="0" smtClean="0">
                <a:ln>
                  <a:noFill/>
                </a:ln>
                <a:solidFill>
                  <a:srgbClr val="CC3300"/>
                </a:solidFill>
                <a:effectLst/>
                <a:uLnTx/>
                <a:uFillTx/>
                <a:latin typeface="Arial" panose="020B0604020202020204" pitchFamily="34" charset="0"/>
                <a:ea typeface="宋体" panose="02010600030101010101" pitchFamily="2" charset="-122"/>
                <a:cs typeface="+mn-cs"/>
              </a:rPr>
              <a:t>ADD R5, Y</a:t>
            </a:r>
            <a:r>
              <a:rPr kumimoji="1" lang="en-US" altLang="zh-CN" sz="2395" b="1" i="0" u="none" strike="noStrike" kern="1200" cap="none" spc="0" normalizeH="0" baseline="0" noProof="0" smtClean="0">
                <a:ln>
                  <a:noFill/>
                </a:ln>
                <a:solidFill>
                  <a:schemeClr val="tx2"/>
                </a:solidFill>
                <a:effectLst/>
                <a:uLnTx/>
                <a:uFillTx/>
                <a:latin typeface="Arial" panose="020B0604020202020204" pitchFamily="34" charset="0"/>
                <a:ea typeface="宋体" panose="02010600030101010101" pitchFamily="2" charset="-122"/>
                <a:cs typeface="+mn-cs"/>
              </a:rPr>
              <a:t>  </a:t>
            </a:r>
            <a:r>
              <a:rPr kumimoji="1" lang="en-US" altLang="zh-CN" sz="2395" b="1"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t>//</a:t>
            </a:r>
            <a:r>
              <a:rPr kumimoji="1" lang="zh-CN" altLang="en-US" sz="2395" b="1" i="0" u="none" strike="noStrike" kern="1200" cap="none" spc="0" normalizeH="0" baseline="0" noProof="0" smtClean="0">
                <a:ln>
                  <a:noFill/>
                </a:ln>
                <a:solidFill>
                  <a:srgbClr val="000000"/>
                </a:solidFill>
                <a:effectLst/>
                <a:uLnTx/>
                <a:uFillTx/>
                <a:latin typeface="楷体_GB2312" pitchFamily="49" charset="-122"/>
                <a:ea typeface="楷体_GB2312" pitchFamily="49" charset="-122"/>
                <a:cs typeface="+mn-cs"/>
              </a:rPr>
              <a:t>把</a:t>
            </a:r>
            <a:r>
              <a:rPr kumimoji="1" lang="en-US" altLang="zh-CN" sz="2395" b="1"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t>R5</a:t>
            </a:r>
            <a:r>
              <a:rPr kumimoji="1" lang="zh-CN" altLang="en-US" sz="2395" b="1" i="0" u="none" strike="noStrike" kern="1200" cap="none" spc="0" normalizeH="0" baseline="0" noProof="0" smtClean="0">
                <a:ln>
                  <a:noFill/>
                </a:ln>
                <a:solidFill>
                  <a:srgbClr val="000000"/>
                </a:solidFill>
                <a:effectLst/>
                <a:uLnTx/>
                <a:uFillTx/>
                <a:latin typeface="楷体_GB2312" pitchFamily="49" charset="-122"/>
                <a:ea typeface="楷体_GB2312" pitchFamily="49" charset="-122"/>
                <a:cs typeface="+mn-cs"/>
              </a:rPr>
              <a:t>中的数与</a:t>
            </a:r>
            <a:r>
              <a:rPr kumimoji="1" lang="en-US" altLang="zh-CN" sz="2395" b="1"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t>Y</a:t>
            </a:r>
            <a:r>
              <a:rPr kumimoji="1" lang="zh-CN" altLang="en-US" sz="2395" b="1" i="0" u="none" strike="noStrike" kern="1200" cap="none" spc="0" normalizeH="0" baseline="0" noProof="0" smtClean="0">
                <a:ln>
                  <a:noFill/>
                </a:ln>
                <a:solidFill>
                  <a:srgbClr val="000000"/>
                </a:solidFill>
                <a:effectLst/>
                <a:uLnTx/>
                <a:uFillTx/>
                <a:latin typeface="楷体_GB2312" pitchFamily="49" charset="-122"/>
                <a:ea typeface="楷体_GB2312" pitchFamily="49" charset="-122"/>
                <a:cs typeface="+mn-cs"/>
              </a:rPr>
              <a:t>单元中的数相加，结果存入</a:t>
            </a:r>
            <a:r>
              <a:rPr kumimoji="1" lang="en-US" altLang="zh-CN" sz="2395" b="1"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t>R5</a:t>
            </a:r>
            <a:endParaRPr kumimoji="1" lang="en-US" altLang="zh-CN" sz="2395" b="1"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r>
              <a:rPr kumimoji="1" lang="en-US" altLang="zh-CN" sz="2395" b="1" i="0" u="none" strike="noStrike" kern="1200" cap="none" spc="0" normalizeH="0" baseline="0" noProof="0" smtClean="0">
                <a:ln>
                  <a:noFill/>
                </a:ln>
                <a:solidFill>
                  <a:srgbClr val="CC3300"/>
                </a:solidFill>
                <a:effectLst/>
                <a:uLnTx/>
                <a:uFillTx/>
                <a:latin typeface="Arial" panose="020B0604020202020204" pitchFamily="34" charset="0"/>
                <a:ea typeface="宋体" panose="02010600030101010101" pitchFamily="2" charset="-122"/>
                <a:cs typeface="+mn-cs"/>
              </a:rPr>
              <a:t>MOV Z, R5</a:t>
            </a:r>
            <a:r>
              <a:rPr kumimoji="1" lang="en-US" altLang="zh-CN" sz="2395" b="1" i="0" u="none" strike="noStrike" kern="1200" cap="none" spc="0" normalizeH="0" baseline="0" noProof="0" smtClean="0">
                <a:ln>
                  <a:noFill/>
                </a:ln>
                <a:solidFill>
                  <a:schemeClr val="tx2"/>
                </a:solidFill>
                <a:effectLst/>
                <a:uLnTx/>
                <a:uFillTx/>
                <a:latin typeface="Arial" panose="020B0604020202020204" pitchFamily="34" charset="0"/>
                <a:ea typeface="宋体" panose="02010600030101010101" pitchFamily="2" charset="-122"/>
                <a:cs typeface="+mn-cs"/>
              </a:rPr>
              <a:t>    </a:t>
            </a:r>
            <a:r>
              <a:rPr kumimoji="1" lang="en-US" altLang="zh-CN" sz="2395" b="1"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t>//</a:t>
            </a:r>
            <a:r>
              <a:rPr kumimoji="1" lang="zh-CN" altLang="en-US" sz="2395" b="1" i="0" u="none" strike="noStrike" kern="1200" cap="none" spc="0" normalizeH="0" baseline="0" noProof="0" smtClean="0">
                <a:ln>
                  <a:noFill/>
                </a:ln>
                <a:solidFill>
                  <a:srgbClr val="000000"/>
                </a:solidFill>
                <a:effectLst/>
                <a:uLnTx/>
                <a:uFillTx/>
                <a:latin typeface="楷体_GB2312" pitchFamily="49" charset="-122"/>
                <a:ea typeface="楷体_GB2312" pitchFamily="49" charset="-122"/>
                <a:cs typeface="+mn-cs"/>
              </a:rPr>
              <a:t>把</a:t>
            </a:r>
            <a:r>
              <a:rPr kumimoji="1" lang="en-US" altLang="zh-CN" sz="2395" b="1"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t>R5</a:t>
            </a:r>
            <a:r>
              <a:rPr kumimoji="1" lang="zh-CN" altLang="en-US" sz="2395" b="1" i="0" u="none" strike="noStrike" kern="1200" cap="none" spc="0" normalizeH="0" baseline="0" noProof="0" smtClean="0">
                <a:ln>
                  <a:noFill/>
                </a:ln>
                <a:solidFill>
                  <a:srgbClr val="000000"/>
                </a:solidFill>
                <a:effectLst/>
                <a:uLnTx/>
                <a:uFillTx/>
                <a:latin typeface="楷体_GB2312" pitchFamily="49" charset="-122"/>
                <a:ea typeface="楷体_GB2312" pitchFamily="49" charset="-122"/>
                <a:cs typeface="+mn-cs"/>
              </a:rPr>
              <a:t>中的数存入</a:t>
            </a:r>
            <a:r>
              <a:rPr kumimoji="1" lang="en-US" altLang="zh-CN" sz="2395" b="1"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t>Z</a:t>
            </a:r>
            <a:r>
              <a:rPr kumimoji="1" lang="zh-CN" altLang="en-US" sz="2395" b="1" i="0" u="none" strike="noStrike" kern="1200" cap="none" spc="0" normalizeH="0" baseline="0" noProof="0" smtClean="0">
                <a:ln>
                  <a:noFill/>
                </a:ln>
                <a:solidFill>
                  <a:srgbClr val="000000"/>
                </a:solidFill>
                <a:effectLst/>
                <a:uLnTx/>
                <a:uFillTx/>
                <a:latin typeface="楷体_GB2312" pitchFamily="49" charset="-122"/>
                <a:ea typeface="楷体_GB2312" pitchFamily="49" charset="-122"/>
                <a:cs typeface="+mn-cs"/>
              </a:rPr>
              <a:t>单元中 </a:t>
            </a:r>
            <a:endParaRPr kumimoji="1" lang="zh-CN" altLang="en-US" sz="2395" b="1" i="0" u="none" strike="noStrike" kern="1200" cap="none" spc="0" normalizeH="0" baseline="0" noProof="0" smtClean="0">
              <a:ln>
                <a:noFill/>
              </a:ln>
              <a:solidFill>
                <a:srgbClr val="000000"/>
              </a:solidFill>
              <a:effectLst/>
              <a:uLnTx/>
              <a:uFillTx/>
              <a:latin typeface="楷体_GB2312" pitchFamily="49" charset="-122"/>
              <a:ea typeface="楷体_GB2312" pitchFamily="49" charset="-122"/>
              <a:cs typeface="+mn-cs"/>
            </a:endParaRPr>
          </a:p>
        </p:txBody>
      </p:sp>
      <p:sp>
        <p:nvSpPr>
          <p:cNvPr id="130053" name="Rectangle 5"/>
          <p:cNvSpPr>
            <a:spLocks noChangeArrowheads="1"/>
          </p:cNvSpPr>
          <p:nvPr/>
        </p:nvSpPr>
        <p:spPr bwMode="auto">
          <a:xfrm>
            <a:off x="379413" y="4614863"/>
            <a:ext cx="8739188" cy="1976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hlink"/>
              </a:buClr>
              <a:buFont typeface="Wingdings" panose="05000000000000000000" pitchFamily="2" charset="2"/>
              <a:buChar char="v"/>
              <a:defRPr sz="3200" b="1">
                <a:solidFill>
                  <a:schemeClr val="tx2"/>
                </a:solidFill>
                <a:latin typeface="Arial" panose="020B0604020202020204" pitchFamily="34" charset="0"/>
                <a:ea typeface="楷体_GB2312" pitchFamily="49" charset="-122"/>
              </a:defRPr>
            </a:lvl1pPr>
            <a:lvl2pPr marL="742950" indent="-285750">
              <a:spcBef>
                <a:spcPct val="20000"/>
              </a:spcBef>
              <a:buClr>
                <a:srgbClr val="CC0000"/>
              </a:buClr>
              <a:buFont typeface="Wingdings" panose="05000000000000000000" pitchFamily="2" charset="2"/>
              <a:buChar char="ü"/>
              <a:defRPr sz="2800" b="1">
                <a:solidFill>
                  <a:srgbClr val="000000"/>
                </a:solidFill>
                <a:latin typeface="Arial" panose="020B0604020202020204" pitchFamily="34" charset="0"/>
                <a:ea typeface="楷体_GB2312" pitchFamily="49" charset="-122"/>
              </a:defRPr>
            </a:lvl2pPr>
            <a:lvl3pPr marL="1143000" indent="-228600">
              <a:spcBef>
                <a:spcPct val="20000"/>
              </a:spcBef>
              <a:buClr>
                <a:schemeClr val="tx1"/>
              </a:buClr>
              <a:buSzPct val="50000"/>
              <a:buFont typeface="Wingdings" panose="05000000000000000000" pitchFamily="2" charset="2"/>
              <a:buChar char="n"/>
              <a:defRPr sz="2400" b="1">
                <a:solidFill>
                  <a:schemeClr val="tx1"/>
                </a:solidFill>
                <a:latin typeface="Arial" panose="020B0604020202020204" pitchFamily="34" charset="0"/>
                <a:ea typeface="楷体_GB2312" pitchFamily="49" charset="-122"/>
              </a:defRPr>
            </a:lvl3pPr>
            <a:lvl4pPr marL="1600200" indent="-228600">
              <a:spcBef>
                <a:spcPct val="20000"/>
              </a:spcBef>
              <a:buClr>
                <a:srgbClr val="000000"/>
              </a:buClr>
              <a:buSzPct val="50000"/>
              <a:buFont typeface="Wingdings" panose="05000000000000000000" pitchFamily="2" charset="2"/>
              <a:buChar char="l"/>
              <a:defRPr sz="2000" b="1">
                <a:solidFill>
                  <a:schemeClr val="tx1"/>
                </a:solidFill>
                <a:latin typeface="Arial" panose="020B0604020202020204" pitchFamily="34" charset="0"/>
                <a:ea typeface="楷体_GB2312" pitchFamily="49" charset="-122"/>
              </a:defRPr>
            </a:lvl4pPr>
            <a:lvl5pPr marL="2057400" indent="-228600">
              <a:spcBef>
                <a:spcPct val="20000"/>
              </a:spcBef>
              <a:buFont typeface="Arial" panose="020B0604020202020204" pitchFamily="34" charset="0"/>
              <a:buChar char="»"/>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Font typeface="Arial" panose="020B0604020202020204" pitchFamily="34" charset="0"/>
              <a:buChar char="»"/>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Font typeface="Arial" panose="020B0604020202020204" pitchFamily="34" charset="0"/>
              <a:buChar char="»"/>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Font typeface="Arial" panose="020B0604020202020204" pitchFamily="34" charset="0"/>
              <a:buChar char="»"/>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Font typeface="Arial" panose="020B0604020202020204" pitchFamily="34" charset="0"/>
              <a:buChar char="»"/>
              <a:defRPr b="1">
                <a:solidFill>
                  <a:schemeClr val="tx1"/>
                </a:solidFill>
                <a:latin typeface="Arial" panose="020B0604020202020204" pitchFamily="34" charset="0"/>
                <a:ea typeface="楷体_GB2312" pitchFamily="49" charset="-122"/>
              </a:defRPr>
            </a:lvl9pPr>
          </a:lstStyle>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Char char="v"/>
              <a:defRPr/>
            </a:pPr>
            <a:r>
              <a:rPr kumimoji="1" lang="zh-CN" altLang="en-US" sz="2790" b="1" i="0" u="none" strike="noStrike" kern="1200" cap="none" spc="0" normalizeH="0" baseline="0" noProof="0" smtClean="0">
                <a:ln>
                  <a:noFill/>
                </a:ln>
                <a:solidFill>
                  <a:schemeClr val="tx2"/>
                </a:solidFill>
                <a:effectLst/>
                <a:uLnTx/>
                <a:uFillTx/>
                <a:latin typeface="Arial" panose="020B0604020202020204" pitchFamily="34" charset="0"/>
                <a:ea typeface="宋体" panose="02010600030101010101" pitchFamily="2" charset="-122"/>
                <a:cs typeface="+mn-cs"/>
              </a:rPr>
              <a:t>汇编语言的优缺点</a:t>
            </a:r>
            <a:endParaRPr kumimoji="1" lang="zh-CN" altLang="en-US" sz="2790" b="1" i="0" u="none" strike="noStrike" kern="1200" cap="none" spc="0" normalizeH="0" baseline="0" noProof="0" smtClean="0">
              <a:ln>
                <a:noFill/>
              </a:ln>
              <a:solidFill>
                <a:schemeClr val="tx2"/>
              </a:solidFill>
              <a:effectLst/>
              <a:uLnTx/>
              <a:uFillTx/>
              <a:latin typeface="Arial" panose="020B0604020202020204" pitchFamily="34" charset="0"/>
              <a:ea typeface="宋体" panose="0201060003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r>
              <a:rPr kumimoji="1" lang="zh-CN" altLang="en-US" sz="2395" b="1" i="0" u="none" strike="noStrike" kern="1200" cap="none" spc="0" normalizeH="0" baseline="0" noProof="0" smtClean="0">
                <a:ln>
                  <a:noFill/>
                </a:ln>
                <a:solidFill>
                  <a:srgbClr val="FF0000"/>
                </a:solidFill>
                <a:effectLst/>
                <a:uLnTx/>
                <a:uFillTx/>
                <a:latin typeface="楷体_GB2312" pitchFamily="49" charset="-122"/>
                <a:ea typeface="楷体_GB2312" pitchFamily="49" charset="-122"/>
                <a:cs typeface="+mn-cs"/>
              </a:rPr>
              <a:t>优点：</a:t>
            </a:r>
            <a:r>
              <a:rPr kumimoji="1" lang="zh-CN" altLang="en-US" sz="2395" b="1" i="0" u="none" strike="noStrike" kern="1200" cap="none" spc="0" normalizeH="0" baseline="0" noProof="0" smtClean="0">
                <a:ln>
                  <a:noFill/>
                </a:ln>
                <a:solidFill>
                  <a:srgbClr val="000000"/>
                </a:solidFill>
                <a:effectLst/>
                <a:uLnTx/>
                <a:uFillTx/>
                <a:latin typeface="楷体_GB2312" pitchFamily="49" charset="-122"/>
                <a:ea typeface="楷体_GB2312" pitchFamily="49" charset="-122"/>
                <a:cs typeface="+mn-cs"/>
              </a:rPr>
              <a:t>指令容易记忆，程序容易编写和理解；</a:t>
            </a:r>
            <a:r>
              <a:rPr kumimoji="1" lang="en-US" altLang="zh-CN" sz="2395" b="1" i="0" u="none" strike="noStrike" kern="1200" cap="none" spc="0" normalizeH="0" baseline="0" noProof="0" smtClean="0">
                <a:ln>
                  <a:noFill/>
                </a:ln>
                <a:solidFill>
                  <a:srgbClr val="CC3300"/>
                </a:solidFill>
                <a:effectLst/>
                <a:uLnTx/>
                <a:uFillTx/>
                <a:latin typeface="Times New Roman" panose="02020603050405020304" pitchFamily="18" charset="0"/>
                <a:ea typeface="楷体_GB2312" pitchFamily="49" charset="-122"/>
                <a:cs typeface="+mn-cs"/>
              </a:rPr>
              <a:t>——</a:t>
            </a:r>
            <a:r>
              <a:rPr kumimoji="1" lang="zh-CN" altLang="en-US" sz="2395" b="1" i="0" u="none" strike="noStrike" kern="1200" cap="none" spc="0" normalizeH="0" baseline="0" noProof="0" smtClean="0">
                <a:ln>
                  <a:noFill/>
                </a:ln>
                <a:solidFill>
                  <a:srgbClr val="CC3300"/>
                </a:solidFill>
                <a:effectLst/>
                <a:uLnTx/>
                <a:uFillTx/>
                <a:latin typeface="楷体_GB2312" pitchFamily="49" charset="-122"/>
                <a:ea typeface="楷体_GB2312" pitchFamily="49" charset="-122"/>
                <a:cs typeface="+mn-cs"/>
              </a:rPr>
              <a:t>相对机器语言</a:t>
            </a:r>
            <a:endParaRPr kumimoji="1" lang="zh-CN" altLang="en-US" sz="2395" b="1" i="0" u="none" strike="noStrike" kern="1200" cap="none" spc="0" normalizeH="0" baseline="0" noProof="0" smtClean="0">
              <a:ln>
                <a:noFill/>
              </a:ln>
              <a:solidFill>
                <a:srgbClr val="CC3300"/>
              </a:solidFill>
              <a:effectLst/>
              <a:uLnTx/>
              <a:uFillTx/>
              <a:latin typeface="楷体_GB2312" pitchFamily="49" charset="-122"/>
              <a:ea typeface="楷体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r>
              <a:rPr kumimoji="1" lang="zh-CN" altLang="en-US" sz="2395" b="1" i="0" u="none" strike="noStrike" kern="1200" cap="none" spc="0" normalizeH="0" baseline="0" noProof="0" smtClean="0">
                <a:ln>
                  <a:noFill/>
                </a:ln>
                <a:solidFill>
                  <a:srgbClr val="FF0000"/>
                </a:solidFill>
                <a:effectLst/>
                <a:uLnTx/>
                <a:uFillTx/>
                <a:latin typeface="楷体_GB2312" pitchFamily="49" charset="-122"/>
                <a:ea typeface="楷体_GB2312" pitchFamily="49" charset="-122"/>
                <a:cs typeface="+mn-cs"/>
              </a:rPr>
              <a:t>缺点：</a:t>
            </a:r>
            <a:r>
              <a:rPr kumimoji="1" lang="zh-CN" altLang="en-US" sz="2395" b="1" i="0" u="none" strike="noStrike" kern="1200" cap="none" spc="0" normalizeH="0" baseline="0" noProof="0" smtClean="0">
                <a:ln>
                  <a:noFill/>
                </a:ln>
                <a:solidFill>
                  <a:srgbClr val="000000"/>
                </a:solidFill>
                <a:effectLst/>
                <a:uLnTx/>
                <a:uFillTx/>
                <a:latin typeface="楷体_GB2312" pitchFamily="49" charset="-122"/>
                <a:ea typeface="楷体_GB2312" pitchFamily="49" charset="-122"/>
                <a:cs typeface="+mn-cs"/>
              </a:rPr>
              <a:t>助记符比较难以记忆，需要编程人员对计算机的硬件结构</a:t>
            </a:r>
            <a:endParaRPr kumimoji="1" lang="zh-CN" altLang="en-US" sz="2395" b="1" i="0" u="none" strike="noStrike" kern="1200" cap="none" spc="0" normalizeH="0" baseline="0" noProof="0" smtClean="0">
              <a:ln>
                <a:noFill/>
              </a:ln>
              <a:solidFill>
                <a:srgbClr val="000000"/>
              </a:solidFill>
              <a:effectLst/>
              <a:uLnTx/>
              <a:uFillTx/>
              <a:latin typeface="楷体_GB2312" pitchFamily="49" charset="-122"/>
              <a:ea typeface="楷体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r>
              <a:rPr kumimoji="1" lang="zh-CN" altLang="en-US" sz="2395" b="1" i="0" u="none" strike="noStrike" kern="1200" cap="none" spc="0" normalizeH="0" baseline="0" noProof="0" smtClean="0">
                <a:ln>
                  <a:noFill/>
                </a:ln>
                <a:solidFill>
                  <a:srgbClr val="000000"/>
                </a:solidFill>
                <a:effectLst/>
                <a:uLnTx/>
                <a:uFillTx/>
                <a:latin typeface="楷体_GB2312" pitchFamily="49" charset="-122"/>
                <a:ea typeface="楷体_GB2312" pitchFamily="49" charset="-122"/>
                <a:cs typeface="+mn-cs"/>
              </a:rPr>
              <a:t>      有比较深入的了解。抽象层次很低，仍然是</a:t>
            </a:r>
            <a:r>
              <a:rPr kumimoji="1" lang="zh-CN" altLang="en-US" sz="2395" b="1" i="0" u="none" strike="noStrike" kern="1200" cap="none" spc="0" normalizeH="0" baseline="0" noProof="0" smtClean="0">
                <a:ln>
                  <a:noFill/>
                </a:ln>
                <a:solidFill>
                  <a:srgbClr val="CC3300"/>
                </a:solidFill>
                <a:effectLst/>
                <a:uLnTx/>
                <a:uFillTx/>
                <a:latin typeface="楷体_GB2312" pitchFamily="49" charset="-122"/>
                <a:ea typeface="楷体_GB2312" pitchFamily="49" charset="-122"/>
                <a:cs typeface="+mn-cs"/>
              </a:rPr>
              <a:t>低级语言</a:t>
            </a:r>
            <a:r>
              <a:rPr kumimoji="1" lang="zh-CN" altLang="en-US" sz="2395" b="1" i="0" u="none" strike="noStrike" kern="1200" cap="none" spc="0" normalizeH="0" baseline="0" noProof="0" smtClean="0">
                <a:ln>
                  <a:noFill/>
                </a:ln>
                <a:solidFill>
                  <a:srgbClr val="000000"/>
                </a:solidFill>
                <a:effectLst/>
                <a:uLnTx/>
                <a:uFillTx/>
                <a:latin typeface="楷体_GB2312" pitchFamily="49" charset="-122"/>
                <a:ea typeface="楷体_GB2312" pitchFamily="49" charset="-122"/>
                <a:cs typeface="+mn-cs"/>
              </a:rPr>
              <a:t>。</a:t>
            </a:r>
            <a:endParaRPr kumimoji="1" lang="zh-CN" altLang="en-US" sz="2395" b="1" i="0" u="none" strike="noStrike" kern="1200" cap="none" spc="0" normalizeH="0" baseline="0" noProof="0" smtClean="0">
              <a:ln>
                <a:noFill/>
              </a:ln>
              <a:solidFill>
                <a:srgbClr val="000000"/>
              </a:solidFill>
              <a:effectLst/>
              <a:uLnTx/>
              <a:uFillTx/>
              <a:latin typeface="楷体_GB2312" pitchFamily="49" charset="-122"/>
              <a:ea typeface="楷体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endParaRPr kumimoji="1" lang="en-US" altLang="zh-CN" sz="2395" b="1" i="0" u="none" strike="noStrike" kern="1200" cap="none" spc="0" normalizeH="0" baseline="0" noProof="0" smtClean="0">
              <a:ln>
                <a:noFill/>
              </a:ln>
              <a:solidFill>
                <a:srgbClr val="000000"/>
              </a:solidFill>
              <a:effectLst/>
              <a:uLnTx/>
              <a:uFillTx/>
              <a:latin typeface="楷体_GB2312" pitchFamily="49" charset="-122"/>
              <a:ea typeface="楷体_GB2312" pitchFamily="49"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0052"/>
                                        </p:tgtEl>
                                        <p:attrNameLst>
                                          <p:attrName>style.visibility</p:attrName>
                                        </p:attrNameLst>
                                      </p:cBhvr>
                                      <p:to>
                                        <p:strVal val="visible"/>
                                      </p:to>
                                    </p:set>
                                    <p:anim calcmode="lin" valueType="num">
                                      <p:cBhvr additive="base">
                                        <p:cTn id="7" dur="500" fill="hold"/>
                                        <p:tgtEl>
                                          <p:spTgt spid="130052"/>
                                        </p:tgtEl>
                                        <p:attrNameLst>
                                          <p:attrName>ppt_x</p:attrName>
                                        </p:attrNameLst>
                                      </p:cBhvr>
                                      <p:tavLst>
                                        <p:tav tm="0">
                                          <p:val>
                                            <p:strVal val="#ppt_x"/>
                                          </p:val>
                                        </p:tav>
                                        <p:tav tm="100000">
                                          <p:val>
                                            <p:strVal val="#ppt_x"/>
                                          </p:val>
                                        </p:tav>
                                      </p:tavLst>
                                    </p:anim>
                                    <p:anim calcmode="lin" valueType="num">
                                      <p:cBhvr additive="base">
                                        <p:cTn id="8" dur="500" fill="hold"/>
                                        <p:tgtEl>
                                          <p:spTgt spid="13005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0053"/>
                                        </p:tgtEl>
                                        <p:attrNameLst>
                                          <p:attrName>style.visibility</p:attrName>
                                        </p:attrNameLst>
                                      </p:cBhvr>
                                      <p:to>
                                        <p:strVal val="visible"/>
                                      </p:to>
                                    </p:set>
                                    <p:anim calcmode="lin" valueType="num">
                                      <p:cBhvr additive="base">
                                        <p:cTn id="13" dur="500" fill="hold"/>
                                        <p:tgtEl>
                                          <p:spTgt spid="130053"/>
                                        </p:tgtEl>
                                        <p:attrNameLst>
                                          <p:attrName>ppt_x</p:attrName>
                                        </p:attrNameLst>
                                      </p:cBhvr>
                                      <p:tavLst>
                                        <p:tav tm="0">
                                          <p:val>
                                            <p:strVal val="#ppt_x"/>
                                          </p:val>
                                        </p:tav>
                                        <p:tav tm="100000">
                                          <p:val>
                                            <p:strVal val="#ppt_x"/>
                                          </p:val>
                                        </p:tav>
                                      </p:tavLst>
                                    </p:anim>
                                    <p:anim calcmode="lin" valueType="num">
                                      <p:cBhvr additive="base">
                                        <p:cTn id="14" dur="500" fill="hold"/>
                                        <p:tgtEl>
                                          <p:spTgt spid="13005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52" grpId="0" animBg="1"/>
      <p:bldP spid="130053"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Rectangle 2"/>
          <p:cNvSpPr>
            <a:spLocks noGrp="1"/>
          </p:cNvSpPr>
          <p:nvPr>
            <p:ph type="title"/>
          </p:nvPr>
        </p:nvSpPr>
        <p:spPr>
          <a:xfrm>
            <a:off x="538163" y="119063"/>
            <a:ext cx="3641725" cy="788987"/>
          </a:xfrm>
          <a:ln/>
        </p:spPr>
        <p:txBody>
          <a:bodyPr vert="horz" wrap="square" lIns="0" tIns="45610" rIns="0" bIns="0" anchor="b" anchorCtr="0"/>
          <a:p>
            <a:pPr eaLnBrk="1" hangingPunct="1"/>
            <a:r>
              <a:rPr lang="zh-CN" altLang="en-US" b="1" dirty="0">
                <a:latin typeface="微软雅黑" panose="020B0503020204020204" pitchFamily="34" charset="-122"/>
                <a:ea typeface="微软雅黑" panose="020B0503020204020204" pitchFamily="34" charset="-122"/>
              </a:rPr>
              <a:t>高级语言</a:t>
            </a:r>
            <a:endParaRPr lang="zh-CN" altLang="en-US" b="1" dirty="0">
              <a:latin typeface="微软雅黑" panose="020B0503020204020204" pitchFamily="34" charset="-122"/>
              <a:ea typeface="微软雅黑" panose="020B0503020204020204" pitchFamily="34" charset="-122"/>
            </a:endParaRPr>
          </a:p>
        </p:txBody>
      </p:sp>
      <p:sp>
        <p:nvSpPr>
          <p:cNvPr id="77827" name="Rectangle 3"/>
          <p:cNvSpPr>
            <a:spLocks noGrp="1"/>
          </p:cNvSpPr>
          <p:nvPr>
            <p:ph idx="1"/>
          </p:nvPr>
        </p:nvSpPr>
        <p:spPr>
          <a:xfrm>
            <a:off x="393700" y="1125538"/>
            <a:ext cx="6189663" cy="1976437"/>
          </a:xfrm>
          <a:ln/>
        </p:spPr>
        <p:txBody>
          <a:bodyPr vert="horz" wrap="square" lIns="91221" tIns="45610" rIns="91221" bIns="45610" anchor="t" anchorCtr="0"/>
          <a:p>
            <a:pPr eaLnBrk="1" hangingPunct="1"/>
            <a:r>
              <a:rPr lang="zh-CN" altLang="en-US" sz="2800" b="1" dirty="0"/>
              <a:t>高级语言的特点</a:t>
            </a:r>
            <a:r>
              <a:rPr lang="zh-CN" altLang="en-US" sz="3600" b="1" dirty="0"/>
              <a:t> </a:t>
            </a:r>
            <a:endParaRPr lang="zh-CN" altLang="en-US" sz="3600" b="1" dirty="0"/>
          </a:p>
          <a:p>
            <a:pPr lvl="1" eaLnBrk="1" hangingPunct="1"/>
            <a:r>
              <a:rPr lang="zh-CN" altLang="en-US" b="1" dirty="0">
                <a:latin typeface="楷体_GB2312" pitchFamily="49" charset="-122"/>
              </a:rPr>
              <a:t>由</a:t>
            </a:r>
            <a:r>
              <a:rPr lang="zh-CN" altLang="en-US" b="1" dirty="0">
                <a:solidFill>
                  <a:srgbClr val="FF0000"/>
                </a:solidFill>
                <a:latin typeface="楷体_GB2312" pitchFamily="49" charset="-122"/>
              </a:rPr>
              <a:t>自然语言</a:t>
            </a:r>
            <a:r>
              <a:rPr lang="zh-CN" altLang="en-US" b="1" dirty="0">
                <a:latin typeface="楷体_GB2312" pitchFamily="49" charset="-122"/>
              </a:rPr>
              <a:t>和</a:t>
            </a:r>
            <a:r>
              <a:rPr lang="zh-CN" altLang="en-US" b="1" dirty="0">
                <a:solidFill>
                  <a:srgbClr val="FF0000"/>
                </a:solidFill>
                <a:latin typeface="楷体_GB2312" pitchFamily="49" charset="-122"/>
              </a:rPr>
              <a:t>数学公式</a:t>
            </a:r>
            <a:r>
              <a:rPr lang="zh-CN" altLang="en-US" b="1" dirty="0">
                <a:latin typeface="楷体_GB2312" pitchFamily="49" charset="-122"/>
              </a:rPr>
              <a:t>表示的语言。</a:t>
            </a:r>
            <a:endParaRPr lang="zh-CN" altLang="en-US" b="1" dirty="0">
              <a:latin typeface="楷体_GB2312" pitchFamily="49" charset="-122"/>
            </a:endParaRPr>
          </a:p>
          <a:p>
            <a:pPr lvl="1" eaLnBrk="1" hangingPunct="1"/>
            <a:r>
              <a:rPr lang="zh-CN" altLang="en-US" b="1" dirty="0">
                <a:latin typeface="楷体_GB2312" pitchFamily="49" charset="-122"/>
              </a:rPr>
              <a:t>是一种独立于机器硬件的语言。</a:t>
            </a:r>
            <a:endParaRPr lang="zh-CN" altLang="en-US" b="1" dirty="0">
              <a:latin typeface="楷体_GB2312" pitchFamily="49" charset="-122"/>
            </a:endParaRPr>
          </a:p>
          <a:p>
            <a:pPr lvl="1" eaLnBrk="1" hangingPunct="1"/>
            <a:r>
              <a:rPr lang="zh-CN" altLang="en-US" b="1" dirty="0">
                <a:latin typeface="楷体_GB2312" pitchFamily="49" charset="-122"/>
              </a:rPr>
              <a:t>高级语言程序</a:t>
            </a:r>
            <a:r>
              <a:rPr lang="zh-CN" altLang="en-US" b="1" dirty="0">
                <a:solidFill>
                  <a:srgbClr val="FF0000"/>
                </a:solidFill>
                <a:latin typeface="楷体_GB2312" pitchFamily="49" charset="-122"/>
              </a:rPr>
              <a:t>需要编译后才能执行</a:t>
            </a:r>
            <a:r>
              <a:rPr lang="zh-CN" altLang="en-US" b="1" dirty="0">
                <a:latin typeface="楷体_GB2312" pitchFamily="49" charset="-122"/>
              </a:rPr>
              <a:t>。</a:t>
            </a:r>
            <a:endParaRPr lang="zh-CN" altLang="en-US" b="1" dirty="0">
              <a:latin typeface="楷体_GB2312" pitchFamily="49" charset="-122"/>
            </a:endParaRPr>
          </a:p>
        </p:txBody>
      </p:sp>
      <p:sp>
        <p:nvSpPr>
          <p:cNvPr id="41988" name="Rectangle 4"/>
          <p:cNvSpPr>
            <a:spLocks noChangeArrowheads="1"/>
          </p:cNvSpPr>
          <p:nvPr/>
        </p:nvSpPr>
        <p:spPr bwMode="auto">
          <a:xfrm>
            <a:off x="531813" y="3451225"/>
            <a:ext cx="8283575" cy="1443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hlink"/>
              </a:buClr>
              <a:buFont typeface="Wingdings" panose="05000000000000000000" pitchFamily="2" charset="2"/>
              <a:buChar char="v"/>
              <a:defRPr sz="3200" b="1">
                <a:solidFill>
                  <a:schemeClr val="tx2"/>
                </a:solidFill>
                <a:latin typeface="Arial" panose="020B0604020202020204" pitchFamily="34" charset="0"/>
                <a:ea typeface="楷体_GB2312" pitchFamily="49" charset="-122"/>
              </a:defRPr>
            </a:lvl1pPr>
            <a:lvl2pPr marL="742950" indent="-285750">
              <a:spcBef>
                <a:spcPct val="20000"/>
              </a:spcBef>
              <a:buClr>
                <a:srgbClr val="CC0000"/>
              </a:buClr>
              <a:buFont typeface="Wingdings" panose="05000000000000000000" pitchFamily="2" charset="2"/>
              <a:buChar char="ü"/>
              <a:defRPr sz="2800" b="1">
                <a:solidFill>
                  <a:srgbClr val="000000"/>
                </a:solidFill>
                <a:latin typeface="Arial" panose="020B0604020202020204" pitchFamily="34" charset="0"/>
                <a:ea typeface="楷体_GB2312" pitchFamily="49" charset="-122"/>
              </a:defRPr>
            </a:lvl2pPr>
            <a:lvl3pPr marL="1143000" indent="-228600">
              <a:spcBef>
                <a:spcPct val="20000"/>
              </a:spcBef>
              <a:buClr>
                <a:schemeClr val="tx1"/>
              </a:buClr>
              <a:buSzPct val="50000"/>
              <a:buFont typeface="Wingdings" panose="05000000000000000000" pitchFamily="2" charset="2"/>
              <a:buChar char="n"/>
              <a:defRPr sz="2400" b="1">
                <a:solidFill>
                  <a:schemeClr val="tx1"/>
                </a:solidFill>
                <a:latin typeface="Arial" panose="020B0604020202020204" pitchFamily="34" charset="0"/>
                <a:ea typeface="楷体_GB2312" pitchFamily="49" charset="-122"/>
              </a:defRPr>
            </a:lvl3pPr>
            <a:lvl4pPr marL="1600200" indent="-228600">
              <a:spcBef>
                <a:spcPct val="20000"/>
              </a:spcBef>
              <a:buClr>
                <a:srgbClr val="000000"/>
              </a:buClr>
              <a:buSzPct val="50000"/>
              <a:buFont typeface="Wingdings" panose="05000000000000000000" pitchFamily="2" charset="2"/>
              <a:buChar char="l"/>
              <a:defRPr sz="2000" b="1">
                <a:solidFill>
                  <a:schemeClr val="tx1"/>
                </a:solidFill>
                <a:latin typeface="Arial" panose="020B0604020202020204" pitchFamily="34" charset="0"/>
                <a:ea typeface="楷体_GB2312" pitchFamily="49" charset="-122"/>
              </a:defRPr>
            </a:lvl4pPr>
            <a:lvl5pPr marL="2057400" indent="-228600">
              <a:spcBef>
                <a:spcPct val="20000"/>
              </a:spcBef>
              <a:buFont typeface="Arial" panose="020B0604020202020204" pitchFamily="34" charset="0"/>
              <a:buChar char="»"/>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Font typeface="Arial" panose="020B0604020202020204" pitchFamily="34" charset="0"/>
              <a:buChar char="»"/>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Font typeface="Arial" panose="020B0604020202020204" pitchFamily="34" charset="0"/>
              <a:buChar char="»"/>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Font typeface="Arial" panose="020B0604020202020204" pitchFamily="34" charset="0"/>
              <a:buChar char="»"/>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Font typeface="Arial" panose="020B0604020202020204" pitchFamily="34" charset="0"/>
              <a:buChar char="»"/>
              <a:defRPr b="1">
                <a:solidFill>
                  <a:schemeClr val="tx1"/>
                </a:solidFill>
                <a:latin typeface="Arial" panose="020B0604020202020204" pitchFamily="34" charset="0"/>
                <a:ea typeface="楷体_GB2312" pitchFamily="49" charset="-122"/>
              </a:defRPr>
            </a:lvl9pPr>
          </a:lstStyle>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r>
              <a:rPr kumimoji="1" lang="en-US" altLang="zh-CN" sz="3190" b="1" i="0" u="none" strike="noStrike" kern="1200" cap="none" spc="0" normalizeH="0" baseline="0" noProof="0" dirty="0" smtClean="0">
                <a:ln>
                  <a:noFill/>
                </a:ln>
                <a:solidFill>
                  <a:schemeClr val="tx2"/>
                </a:solidFill>
                <a:effectLst/>
                <a:uLnTx/>
                <a:uFillTx/>
                <a:latin typeface="Arial" panose="020B0604020202020204" pitchFamily="34" charset="0"/>
                <a:ea typeface="宋体" panose="02010600030101010101" pitchFamily="2" charset="-122"/>
                <a:cs typeface="+mn-cs"/>
              </a:rPr>
              <a:t>【</a:t>
            </a:r>
            <a:r>
              <a:rPr kumimoji="1" lang="zh-CN" altLang="en-US" sz="3190" b="1" i="0" u="none" strike="noStrike" kern="1200" cap="none" spc="0" normalizeH="0" baseline="0" noProof="0" dirty="0" smtClean="0">
                <a:ln>
                  <a:noFill/>
                </a:ln>
                <a:solidFill>
                  <a:schemeClr val="tx2"/>
                </a:solidFill>
                <a:effectLst/>
                <a:uLnTx/>
                <a:uFillTx/>
                <a:latin typeface="Arial" panose="020B0604020202020204" pitchFamily="34" charset="0"/>
                <a:ea typeface="宋体" panose="02010600030101010101" pitchFamily="2" charset="-122"/>
                <a:cs typeface="+mn-cs"/>
              </a:rPr>
              <a:t>例</a:t>
            </a:r>
            <a:r>
              <a:rPr kumimoji="1" lang="en-US" altLang="zh-CN" sz="3190" b="1" i="0" u="none" strike="noStrike" kern="1200" cap="none" spc="0" normalizeH="0" baseline="0" noProof="0" dirty="0" smtClean="0">
                <a:ln>
                  <a:noFill/>
                </a:ln>
                <a:solidFill>
                  <a:schemeClr val="tx2"/>
                </a:solidFill>
                <a:effectLst/>
                <a:uLnTx/>
                <a:uFillTx/>
                <a:latin typeface="Arial" panose="020B0604020202020204" pitchFamily="34" charset="0"/>
                <a:ea typeface="宋体" panose="02010600030101010101" pitchFamily="2" charset="-122"/>
                <a:cs typeface="+mn-cs"/>
              </a:rPr>
              <a:t>3】</a:t>
            </a:r>
            <a:r>
              <a:rPr kumimoji="1" lang="zh-CN" altLang="en-US" sz="3190" b="1" i="0" u="none" strike="noStrike" kern="1200" cap="none" spc="0" normalizeH="0" baseline="0" noProof="0" dirty="0" smtClean="0">
                <a:ln>
                  <a:noFill/>
                </a:ln>
                <a:solidFill>
                  <a:schemeClr val="tx2"/>
                </a:solidFill>
                <a:effectLst/>
                <a:uLnTx/>
                <a:uFillTx/>
                <a:latin typeface="Arial" panose="020B0604020202020204" pitchFamily="34" charset="0"/>
                <a:ea typeface="宋体" panose="02010600030101010101" pitchFamily="2" charset="-122"/>
                <a:cs typeface="+mn-cs"/>
              </a:rPr>
              <a:t>高级语言程序示例。</a:t>
            </a:r>
            <a:endParaRPr kumimoji="1" lang="zh-CN" altLang="en-US" sz="3190" b="1" i="0" u="none" strike="noStrike" kern="1200" cap="none" spc="0" normalizeH="0" baseline="0" noProof="0" dirty="0" smtClean="0">
              <a:ln>
                <a:noFill/>
              </a:ln>
              <a:solidFill>
                <a:schemeClr val="tx2"/>
              </a:solidFill>
              <a:effectLst/>
              <a:uLnTx/>
              <a:uFillTx/>
              <a:latin typeface="Arial" panose="020B0604020202020204" pitchFamily="34" charset="0"/>
              <a:ea typeface="宋体" panose="0201060003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r>
              <a:rPr kumimoji="1" lang="zh-CN" altLang="en-US" sz="2395" b="1" i="0" u="none" strike="noStrike" kern="1200" cap="none" spc="0" normalizeH="0" baseline="0" noProof="0" dirty="0" smtClean="0">
                <a:ln>
                  <a:noFill/>
                </a:ln>
                <a:solidFill>
                  <a:srgbClr val="0000FF"/>
                </a:solidFill>
                <a:effectLst/>
                <a:uLnTx/>
                <a:uFillTx/>
                <a:latin typeface="Arial" panose="020B0604020202020204" pitchFamily="34" charset="0"/>
                <a:ea typeface="楷体_GB2312" pitchFamily="49" charset="-122"/>
                <a:cs typeface="+mn-cs"/>
              </a:rPr>
              <a:t>程序功能：</a:t>
            </a:r>
            <a:r>
              <a:rPr kumimoji="1" lang="zh-CN" altLang="en-US" sz="2395" b="1" i="0" u="none" strike="noStrike" kern="1200" cap="none" spc="0" normalizeH="0" baseline="0" noProof="0" dirty="0" smtClean="0">
                <a:ln>
                  <a:noFill/>
                </a:ln>
                <a:solidFill>
                  <a:srgbClr val="000000"/>
                </a:solidFill>
                <a:effectLst/>
                <a:uLnTx/>
                <a:uFillTx/>
                <a:latin typeface="Arial" panose="020B0604020202020204" pitchFamily="34" charset="0"/>
                <a:ea typeface="楷体_GB2312" pitchFamily="49" charset="-122"/>
                <a:cs typeface="+mn-cs"/>
              </a:rPr>
              <a:t>把两个内存单元中的数相加，并将结果存入另外</a:t>
            </a:r>
            <a:endParaRPr kumimoji="1" lang="zh-CN" altLang="en-US" sz="2395" b="1" i="0" u="none" strike="noStrike" kern="1200" cap="none" spc="0" normalizeH="0" baseline="0" noProof="0" dirty="0" smtClean="0">
              <a:ln>
                <a:noFill/>
              </a:ln>
              <a:solidFill>
                <a:srgbClr val="000000"/>
              </a:solidFill>
              <a:effectLst/>
              <a:uLnTx/>
              <a:uFillTx/>
              <a:latin typeface="Arial" panose="020B0604020202020204" pitchFamily="34" charset="0"/>
              <a:ea typeface="楷体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r>
              <a:rPr kumimoji="1" lang="zh-CN" altLang="en-US" sz="2395" b="1" i="0" u="none" strike="noStrike" kern="1200" cap="none" spc="0" normalizeH="0" baseline="0" noProof="0" dirty="0" smtClean="0">
                <a:ln>
                  <a:noFill/>
                </a:ln>
                <a:solidFill>
                  <a:srgbClr val="000000"/>
                </a:solidFill>
                <a:effectLst/>
                <a:uLnTx/>
                <a:uFillTx/>
                <a:latin typeface="Arial" panose="020B0604020202020204" pitchFamily="34" charset="0"/>
                <a:ea typeface="楷体_GB2312" pitchFamily="49" charset="-122"/>
                <a:cs typeface="+mn-cs"/>
              </a:rPr>
              <a:t>                   一个单元。</a:t>
            </a:r>
            <a:endParaRPr kumimoji="1" lang="zh-CN" altLang="en-US" sz="2395" b="1" i="0" u="none" strike="noStrike" kern="1200" cap="none" spc="0" normalizeH="0" baseline="0" noProof="0" dirty="0" smtClean="0">
              <a:ln>
                <a:noFill/>
              </a:ln>
              <a:solidFill>
                <a:srgbClr val="000000"/>
              </a:solidFill>
              <a:effectLst/>
              <a:uLnTx/>
              <a:uFillTx/>
              <a:latin typeface="楷体_GB2312" pitchFamily="49" charset="-122"/>
              <a:ea typeface="楷体_GB2312" pitchFamily="49" charset="-122"/>
              <a:cs typeface="+mn-cs"/>
            </a:endParaRPr>
          </a:p>
        </p:txBody>
      </p:sp>
      <p:sp>
        <p:nvSpPr>
          <p:cNvPr id="131077" name="Rectangle 5"/>
          <p:cNvSpPr>
            <a:spLocks noChangeArrowheads="1"/>
          </p:cNvSpPr>
          <p:nvPr/>
        </p:nvSpPr>
        <p:spPr bwMode="auto">
          <a:xfrm>
            <a:off x="608013" y="5046663"/>
            <a:ext cx="7978775" cy="608013"/>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hlink"/>
              </a:buClr>
              <a:buFont typeface="Wingdings" panose="05000000000000000000" pitchFamily="2" charset="2"/>
              <a:buChar char="v"/>
              <a:defRPr sz="3200" b="1">
                <a:solidFill>
                  <a:schemeClr val="tx2"/>
                </a:solidFill>
                <a:latin typeface="Arial" panose="020B0604020202020204" pitchFamily="34" charset="0"/>
                <a:ea typeface="楷体_GB2312" pitchFamily="49" charset="-122"/>
              </a:defRPr>
            </a:lvl1pPr>
            <a:lvl2pPr marL="742950" indent="-285750">
              <a:spcBef>
                <a:spcPct val="20000"/>
              </a:spcBef>
              <a:buClr>
                <a:srgbClr val="CC0000"/>
              </a:buClr>
              <a:buFont typeface="Wingdings" panose="05000000000000000000" pitchFamily="2" charset="2"/>
              <a:buChar char="ü"/>
              <a:defRPr sz="2800" b="1">
                <a:solidFill>
                  <a:srgbClr val="000000"/>
                </a:solidFill>
                <a:latin typeface="Arial" panose="020B0604020202020204" pitchFamily="34" charset="0"/>
                <a:ea typeface="楷体_GB2312" pitchFamily="49" charset="-122"/>
              </a:defRPr>
            </a:lvl2pPr>
            <a:lvl3pPr marL="1143000" indent="-228600">
              <a:spcBef>
                <a:spcPct val="20000"/>
              </a:spcBef>
              <a:buClr>
                <a:schemeClr val="tx1"/>
              </a:buClr>
              <a:buSzPct val="50000"/>
              <a:buFont typeface="Wingdings" panose="05000000000000000000" pitchFamily="2" charset="2"/>
              <a:buChar char="n"/>
              <a:defRPr sz="2400" b="1">
                <a:solidFill>
                  <a:schemeClr val="tx1"/>
                </a:solidFill>
                <a:latin typeface="Arial" panose="020B0604020202020204" pitchFamily="34" charset="0"/>
                <a:ea typeface="楷体_GB2312" pitchFamily="49" charset="-122"/>
              </a:defRPr>
            </a:lvl3pPr>
            <a:lvl4pPr marL="1600200" indent="-228600">
              <a:spcBef>
                <a:spcPct val="20000"/>
              </a:spcBef>
              <a:buClr>
                <a:srgbClr val="000000"/>
              </a:buClr>
              <a:buSzPct val="50000"/>
              <a:buFont typeface="Wingdings" panose="05000000000000000000" pitchFamily="2" charset="2"/>
              <a:buChar char="l"/>
              <a:defRPr sz="2000" b="1">
                <a:solidFill>
                  <a:schemeClr val="tx1"/>
                </a:solidFill>
                <a:latin typeface="Arial" panose="020B0604020202020204" pitchFamily="34" charset="0"/>
                <a:ea typeface="楷体_GB2312" pitchFamily="49" charset="-122"/>
              </a:defRPr>
            </a:lvl4pPr>
            <a:lvl5pPr marL="2057400" indent="-228600">
              <a:spcBef>
                <a:spcPct val="20000"/>
              </a:spcBef>
              <a:buFont typeface="Arial" panose="020B0604020202020204" pitchFamily="34" charset="0"/>
              <a:buChar char="»"/>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Font typeface="Arial" panose="020B0604020202020204" pitchFamily="34" charset="0"/>
              <a:buChar char="»"/>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Font typeface="Arial" panose="020B0604020202020204" pitchFamily="34" charset="0"/>
              <a:buChar char="»"/>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Font typeface="Arial" panose="020B0604020202020204" pitchFamily="34" charset="0"/>
              <a:buChar char="»"/>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Font typeface="Arial" panose="020B0604020202020204" pitchFamily="34" charset="0"/>
              <a:buChar char="»"/>
              <a:defRPr b="1">
                <a:solidFill>
                  <a:schemeClr val="tx1"/>
                </a:solidFill>
                <a:latin typeface="Arial" panose="020B0604020202020204" pitchFamily="34" charset="0"/>
                <a:ea typeface="楷体_GB2312" pitchFamily="49" charset="-122"/>
              </a:defRPr>
            </a:lvl9pPr>
          </a:lstStyle>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r>
              <a:rPr kumimoji="1" lang="en-US" altLang="zh-CN" sz="2395" b="1" i="0" u="none" strike="noStrike" kern="1200" cap="none" spc="0" normalizeH="0" baseline="0" noProof="0" smtClean="0">
                <a:ln>
                  <a:noFill/>
                </a:ln>
                <a:solidFill>
                  <a:srgbClr val="CC3300"/>
                </a:solidFill>
                <a:effectLst/>
                <a:uLnTx/>
                <a:uFillTx/>
                <a:latin typeface="Arial" panose="020B0604020202020204" pitchFamily="34" charset="0"/>
                <a:ea typeface="宋体" panose="02010600030101010101" pitchFamily="2" charset="-122"/>
                <a:cs typeface="+mn-cs"/>
              </a:rPr>
              <a:t>Z=X + Y</a:t>
            </a:r>
            <a:r>
              <a:rPr kumimoji="1" lang="en-US" altLang="zh-CN" sz="2395" b="1" i="0" u="none" strike="noStrike" kern="1200" cap="none" spc="0" normalizeH="0" baseline="0" noProof="0" smtClean="0">
                <a:ln>
                  <a:noFill/>
                </a:ln>
                <a:solidFill>
                  <a:schemeClr val="tx2"/>
                </a:solidFill>
                <a:effectLst/>
                <a:uLnTx/>
                <a:uFillTx/>
                <a:latin typeface="Arial" panose="020B0604020202020204" pitchFamily="34" charset="0"/>
                <a:ea typeface="宋体" panose="02010600030101010101" pitchFamily="2" charset="-122"/>
                <a:cs typeface="+mn-cs"/>
              </a:rPr>
              <a:t>  </a:t>
            </a:r>
            <a:r>
              <a:rPr kumimoji="1" lang="en-US" altLang="zh-CN" sz="3190" b="1" i="0" u="none" strike="noStrike" kern="1200" cap="none" spc="0" normalizeH="0" baseline="0" noProof="0" smtClean="0">
                <a:ln>
                  <a:noFill/>
                </a:ln>
                <a:solidFill>
                  <a:schemeClr val="tx2"/>
                </a:solidFill>
                <a:effectLst/>
                <a:uLnTx/>
                <a:uFillTx/>
                <a:latin typeface="Arial" panose="020B0604020202020204" pitchFamily="34" charset="0"/>
                <a:ea typeface="宋体" panose="02010600030101010101" pitchFamily="2" charset="-122"/>
                <a:cs typeface="+mn-cs"/>
              </a:rPr>
              <a:t> </a:t>
            </a:r>
            <a:r>
              <a:rPr kumimoji="1" lang="en-US" altLang="zh-CN" sz="1995" b="1"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t>//</a:t>
            </a:r>
            <a:r>
              <a:rPr kumimoji="1" lang="zh-CN" altLang="en-US" sz="1995" b="1" i="0" u="none" strike="noStrike" kern="1200" cap="none" spc="0" normalizeH="0" baseline="0" noProof="0" smtClean="0">
                <a:ln>
                  <a:noFill/>
                </a:ln>
                <a:solidFill>
                  <a:srgbClr val="000000"/>
                </a:solidFill>
                <a:effectLst/>
                <a:uLnTx/>
                <a:uFillTx/>
                <a:latin typeface="楷体_GB2312" pitchFamily="49" charset="-122"/>
                <a:ea typeface="楷体_GB2312" pitchFamily="49" charset="-122"/>
                <a:cs typeface="+mn-cs"/>
              </a:rPr>
              <a:t>把内存单元</a:t>
            </a:r>
            <a:r>
              <a:rPr kumimoji="1" lang="en-US" altLang="zh-CN" sz="1995" b="1"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t>X</a:t>
            </a:r>
            <a:r>
              <a:rPr kumimoji="1" lang="zh-CN" altLang="en-US" sz="1995" b="1" i="0" u="none" strike="noStrike" kern="1200" cap="none" spc="0" normalizeH="0" baseline="0" noProof="0" smtClean="0">
                <a:ln>
                  <a:noFill/>
                </a:ln>
                <a:solidFill>
                  <a:srgbClr val="000000"/>
                </a:solidFill>
                <a:effectLst/>
                <a:uLnTx/>
                <a:uFillTx/>
                <a:latin typeface="楷体_GB2312" pitchFamily="49" charset="-122"/>
                <a:ea typeface="楷体_GB2312" pitchFamily="49" charset="-122"/>
                <a:cs typeface="+mn-cs"/>
              </a:rPr>
              <a:t>中的数与</a:t>
            </a:r>
            <a:r>
              <a:rPr kumimoji="1" lang="en-US" altLang="zh-CN" sz="1995" b="1"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t>Y</a:t>
            </a:r>
            <a:r>
              <a:rPr kumimoji="1" lang="zh-CN" altLang="en-US" sz="1995" b="1" i="0" u="none" strike="noStrike" kern="1200" cap="none" spc="0" normalizeH="0" baseline="0" noProof="0" smtClean="0">
                <a:ln>
                  <a:noFill/>
                </a:ln>
                <a:solidFill>
                  <a:srgbClr val="000000"/>
                </a:solidFill>
                <a:effectLst/>
                <a:uLnTx/>
                <a:uFillTx/>
                <a:latin typeface="楷体_GB2312" pitchFamily="49" charset="-122"/>
                <a:ea typeface="楷体_GB2312" pitchFamily="49" charset="-122"/>
                <a:cs typeface="+mn-cs"/>
              </a:rPr>
              <a:t>中的数相加，结果存入</a:t>
            </a:r>
            <a:r>
              <a:rPr kumimoji="1" lang="en-US" altLang="zh-CN" sz="1995" b="1"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t>Z</a:t>
            </a:r>
            <a:r>
              <a:rPr kumimoji="1" lang="zh-CN" altLang="en-US" sz="1995" b="1" i="0" u="none" strike="noStrike" kern="1200" cap="none" spc="0" normalizeH="0" baseline="0" noProof="0" smtClean="0">
                <a:ln>
                  <a:noFill/>
                </a:ln>
                <a:solidFill>
                  <a:srgbClr val="000000"/>
                </a:solidFill>
                <a:effectLst/>
                <a:uLnTx/>
                <a:uFillTx/>
                <a:latin typeface="楷体_GB2312" pitchFamily="49" charset="-122"/>
                <a:ea typeface="楷体_GB2312" pitchFamily="49" charset="-122"/>
                <a:cs typeface="+mn-cs"/>
              </a:rPr>
              <a:t>单元 </a:t>
            </a:r>
            <a:endParaRPr kumimoji="1" lang="zh-CN" altLang="en-US" sz="2395" b="1" i="0" u="none" strike="noStrike" kern="1200" cap="none" spc="0" normalizeH="0" baseline="0" noProof="0" smtClean="0">
              <a:ln>
                <a:noFill/>
              </a:ln>
              <a:solidFill>
                <a:schemeClr val="tx2"/>
              </a:solidFill>
              <a:effectLst/>
              <a:uLnTx/>
              <a:uFillTx/>
              <a:latin typeface="楷体_GB2312" pitchFamily="49" charset="-122"/>
              <a:ea typeface="楷体_GB2312" pitchFamily="49"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1077"/>
                                        </p:tgtEl>
                                        <p:attrNameLst>
                                          <p:attrName>style.visibility</p:attrName>
                                        </p:attrNameLst>
                                      </p:cBhvr>
                                      <p:to>
                                        <p:strVal val="visible"/>
                                      </p:to>
                                    </p:set>
                                    <p:anim calcmode="lin" valueType="num">
                                      <p:cBhvr additive="base">
                                        <p:cTn id="7" dur="500" fill="hold"/>
                                        <p:tgtEl>
                                          <p:spTgt spid="131077"/>
                                        </p:tgtEl>
                                        <p:attrNameLst>
                                          <p:attrName>ppt_x</p:attrName>
                                        </p:attrNameLst>
                                      </p:cBhvr>
                                      <p:tavLst>
                                        <p:tav tm="0">
                                          <p:val>
                                            <p:strVal val="#ppt_x"/>
                                          </p:val>
                                        </p:tav>
                                        <p:tav tm="100000">
                                          <p:val>
                                            <p:strVal val="#ppt_x"/>
                                          </p:val>
                                        </p:tav>
                                      </p:tavLst>
                                    </p:anim>
                                    <p:anim calcmode="lin" valueType="num">
                                      <p:cBhvr additive="base">
                                        <p:cTn id="8" dur="500" fill="hold"/>
                                        <p:tgtEl>
                                          <p:spTgt spid="13107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077"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Rectangle 2"/>
          <p:cNvSpPr>
            <a:spLocks noGrp="1"/>
          </p:cNvSpPr>
          <p:nvPr>
            <p:ph type="title"/>
          </p:nvPr>
        </p:nvSpPr>
        <p:spPr>
          <a:xfrm>
            <a:off x="538163" y="119063"/>
            <a:ext cx="3641725" cy="788987"/>
          </a:xfrm>
          <a:ln/>
        </p:spPr>
        <p:txBody>
          <a:bodyPr vert="horz" wrap="square" lIns="0" tIns="45610" rIns="0" bIns="0" anchor="b" anchorCtr="0"/>
          <a:p>
            <a:pPr eaLnBrk="1" hangingPunct="1"/>
            <a:r>
              <a:rPr lang="zh-CN" altLang="en-US" b="1" dirty="0">
                <a:latin typeface="微软雅黑" panose="020B0503020204020204" pitchFamily="34" charset="-122"/>
                <a:ea typeface="微软雅黑" panose="020B0503020204020204" pitchFamily="34" charset="-122"/>
              </a:rPr>
              <a:t>高级语言</a:t>
            </a:r>
            <a:endParaRPr lang="zh-CN" altLang="en-US" b="1" dirty="0">
              <a:latin typeface="微软雅黑" panose="020B0503020204020204" pitchFamily="34" charset="-122"/>
              <a:ea typeface="微软雅黑" panose="020B0503020204020204" pitchFamily="34" charset="-122"/>
            </a:endParaRPr>
          </a:p>
        </p:txBody>
      </p:sp>
      <p:sp>
        <p:nvSpPr>
          <p:cNvPr id="79875" name="Rectangle 3"/>
          <p:cNvSpPr>
            <a:spLocks noGrp="1"/>
          </p:cNvSpPr>
          <p:nvPr>
            <p:ph idx="1"/>
          </p:nvPr>
        </p:nvSpPr>
        <p:spPr>
          <a:xfrm>
            <a:off x="379413" y="1219200"/>
            <a:ext cx="8435975" cy="1063625"/>
          </a:xfrm>
          <a:ln/>
        </p:spPr>
        <p:txBody>
          <a:bodyPr vert="horz" wrap="square" lIns="91221" tIns="45610" rIns="91221" bIns="45610" anchor="t" anchorCtr="0"/>
          <a:p>
            <a:pPr eaLnBrk="1" hangingPunct="1"/>
            <a:r>
              <a:rPr lang="zh-CN" altLang="en-US" dirty="0">
                <a:latin typeface="楷体_GB2312" pitchFamily="49" charset="-122"/>
              </a:rPr>
              <a:t>高级语言源程序需要先翻译成</a:t>
            </a:r>
            <a:r>
              <a:rPr lang="zh-CN" altLang="en-US" dirty="0">
                <a:solidFill>
                  <a:srgbClr val="FF0000"/>
                </a:solidFill>
                <a:latin typeface="楷体_GB2312" pitchFamily="49" charset="-122"/>
              </a:rPr>
              <a:t>等价的目标程序</a:t>
            </a:r>
            <a:r>
              <a:rPr lang="zh-CN" altLang="en-US" dirty="0">
                <a:latin typeface="楷体_GB2312" pitchFamily="49" charset="-122"/>
              </a:rPr>
              <a:t>，才能为计算机理解和执行。</a:t>
            </a:r>
            <a:endParaRPr lang="zh-CN" altLang="en-US" dirty="0">
              <a:latin typeface="楷体_GB2312" pitchFamily="49" charset="-122"/>
            </a:endParaRPr>
          </a:p>
        </p:txBody>
      </p:sp>
      <p:sp>
        <p:nvSpPr>
          <p:cNvPr id="44036" name="Rectangle 4"/>
          <p:cNvSpPr>
            <a:spLocks noChangeArrowheads="1"/>
          </p:cNvSpPr>
          <p:nvPr/>
        </p:nvSpPr>
        <p:spPr bwMode="auto">
          <a:xfrm>
            <a:off x="455613" y="2511425"/>
            <a:ext cx="8434388" cy="2582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hlink"/>
              </a:buClr>
              <a:buFont typeface="Wingdings" panose="05000000000000000000" pitchFamily="2" charset="2"/>
              <a:buChar char="v"/>
              <a:defRPr sz="3200" b="1">
                <a:solidFill>
                  <a:schemeClr val="tx2"/>
                </a:solidFill>
                <a:latin typeface="Arial" panose="020B0604020202020204" pitchFamily="34" charset="0"/>
                <a:ea typeface="楷体_GB2312" pitchFamily="49" charset="-122"/>
              </a:defRPr>
            </a:lvl1pPr>
            <a:lvl2pPr marL="742950" indent="-285750">
              <a:spcBef>
                <a:spcPct val="20000"/>
              </a:spcBef>
              <a:buClr>
                <a:srgbClr val="CC0000"/>
              </a:buClr>
              <a:buFont typeface="Wingdings" panose="05000000000000000000" pitchFamily="2" charset="2"/>
              <a:buChar char="ü"/>
              <a:defRPr sz="2800" b="1">
                <a:solidFill>
                  <a:srgbClr val="000000"/>
                </a:solidFill>
                <a:latin typeface="Arial" panose="020B0604020202020204" pitchFamily="34" charset="0"/>
                <a:ea typeface="楷体_GB2312" pitchFamily="49" charset="-122"/>
              </a:defRPr>
            </a:lvl2pPr>
            <a:lvl3pPr marL="1143000" indent="-228600">
              <a:spcBef>
                <a:spcPct val="20000"/>
              </a:spcBef>
              <a:buClr>
                <a:schemeClr val="tx1"/>
              </a:buClr>
              <a:buSzPct val="50000"/>
              <a:buFont typeface="Wingdings" panose="05000000000000000000" pitchFamily="2" charset="2"/>
              <a:buChar char="n"/>
              <a:defRPr sz="2400" b="1">
                <a:solidFill>
                  <a:schemeClr val="tx1"/>
                </a:solidFill>
                <a:latin typeface="Arial" panose="020B0604020202020204" pitchFamily="34" charset="0"/>
                <a:ea typeface="楷体_GB2312" pitchFamily="49" charset="-122"/>
              </a:defRPr>
            </a:lvl3pPr>
            <a:lvl4pPr marL="1600200" indent="-228600">
              <a:spcBef>
                <a:spcPct val="20000"/>
              </a:spcBef>
              <a:buClr>
                <a:srgbClr val="000000"/>
              </a:buClr>
              <a:buSzPct val="50000"/>
              <a:buFont typeface="Wingdings" panose="05000000000000000000" pitchFamily="2" charset="2"/>
              <a:buChar char="l"/>
              <a:defRPr sz="2000" b="1">
                <a:solidFill>
                  <a:schemeClr val="tx1"/>
                </a:solidFill>
                <a:latin typeface="Arial" panose="020B0604020202020204" pitchFamily="34" charset="0"/>
                <a:ea typeface="楷体_GB2312" pitchFamily="49" charset="-122"/>
              </a:defRPr>
            </a:lvl4pPr>
            <a:lvl5pPr marL="2057400" indent="-228600">
              <a:spcBef>
                <a:spcPct val="20000"/>
              </a:spcBef>
              <a:buFont typeface="Arial" panose="020B0604020202020204" pitchFamily="34" charset="0"/>
              <a:buChar char="»"/>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Font typeface="Arial" panose="020B0604020202020204" pitchFamily="34" charset="0"/>
              <a:buChar char="»"/>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Font typeface="Arial" panose="020B0604020202020204" pitchFamily="34" charset="0"/>
              <a:buChar char="»"/>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Font typeface="Arial" panose="020B0604020202020204" pitchFamily="34" charset="0"/>
              <a:buChar char="»"/>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Font typeface="Arial" panose="020B0604020202020204" pitchFamily="34" charset="0"/>
              <a:buChar char="»"/>
              <a:defRPr b="1">
                <a:solidFill>
                  <a:schemeClr val="tx1"/>
                </a:solidFill>
                <a:latin typeface="Arial" panose="020B0604020202020204" pitchFamily="34" charset="0"/>
                <a:ea typeface="楷体_GB2312" pitchFamily="49" charset="-122"/>
              </a:defRPr>
            </a:lvl9pPr>
          </a:lstStyle>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Char char="v"/>
              <a:defRPr/>
            </a:pPr>
            <a:r>
              <a:rPr kumimoji="1" lang="zh-CN" altLang="en-US" sz="2790" b="1" i="0" u="none" strike="noStrike" kern="1200" cap="none" spc="0" normalizeH="0" baseline="0" noProof="0" smtClean="0">
                <a:ln>
                  <a:noFill/>
                </a:ln>
                <a:solidFill>
                  <a:srgbClr val="000000"/>
                </a:solidFill>
                <a:effectLst/>
                <a:uLnTx/>
                <a:uFillTx/>
                <a:latin typeface="Arial" panose="020B0604020202020204" pitchFamily="34" charset="0"/>
                <a:ea typeface="楷体_GB2312" pitchFamily="49" charset="-122"/>
                <a:cs typeface="+mn-cs"/>
              </a:rPr>
              <a:t>翻译程序的两种模式</a:t>
            </a:r>
            <a:r>
              <a:rPr kumimoji="1" lang="zh-CN" altLang="en-US" sz="2790" b="1" i="0" u="none" strike="noStrike" kern="1200" cap="none" spc="0" normalizeH="0" baseline="0" noProof="0" smtClean="0">
                <a:ln>
                  <a:noFill/>
                </a:ln>
                <a:solidFill>
                  <a:srgbClr val="000000"/>
                </a:solidFill>
                <a:effectLst/>
                <a:uLnTx/>
                <a:uFillTx/>
                <a:latin typeface="Arial" panose="020B0604020202020204" pitchFamily="34" charset="0"/>
                <a:ea typeface="楷体_GB2312" pitchFamily="49" charset="-122"/>
                <a:cs typeface="+mn-cs"/>
                <a:sym typeface="Wingdings" panose="05000000000000000000" pitchFamily="2" charset="2"/>
              </a:rPr>
              <a:t>：</a:t>
            </a:r>
            <a:r>
              <a:rPr kumimoji="1" lang="en-US" altLang="zh-CN" sz="2790" b="1" i="0" u="none" strike="noStrike" kern="1200" cap="none" spc="0" normalizeH="0" baseline="0" noProof="0" smtClean="0">
                <a:ln>
                  <a:noFill/>
                </a:ln>
                <a:solidFill>
                  <a:srgbClr val="000000"/>
                </a:solidFill>
                <a:effectLst/>
                <a:uLnTx/>
                <a:uFillTx/>
                <a:latin typeface="Arial" panose="020B0604020202020204" pitchFamily="34" charset="0"/>
                <a:ea typeface="楷体_GB2312" pitchFamily="49" charset="-122"/>
                <a:cs typeface="+mn-cs"/>
                <a:sym typeface="Wingdings" panose="05000000000000000000" pitchFamily="2" charset="2"/>
              </a:rPr>
              <a:t>(</a:t>
            </a:r>
            <a:r>
              <a:rPr kumimoji="1" lang="zh-CN" altLang="en-US" sz="2790" b="1" i="0" u="none" strike="noStrike" kern="1200" cap="none" spc="0" normalizeH="0" baseline="0" noProof="0" smtClean="0">
                <a:ln>
                  <a:noFill/>
                </a:ln>
                <a:solidFill>
                  <a:srgbClr val="000000"/>
                </a:solidFill>
                <a:effectLst/>
                <a:uLnTx/>
                <a:uFillTx/>
                <a:latin typeface="Arial" panose="020B0604020202020204" pitchFamily="34" charset="0"/>
                <a:ea typeface="楷体_GB2312" pitchFamily="49" charset="-122"/>
                <a:cs typeface="+mn-cs"/>
                <a:sym typeface="Wingdings" panose="05000000000000000000" pitchFamily="2" charset="2"/>
              </a:rPr>
              <a:t>高级语言的两个执行方式</a:t>
            </a:r>
            <a:r>
              <a:rPr kumimoji="1" lang="en-US" altLang="zh-CN" sz="2790" b="1" i="0" u="none" strike="noStrike" kern="1200" cap="none" spc="0" normalizeH="0" baseline="0" noProof="0" smtClean="0">
                <a:ln>
                  <a:noFill/>
                </a:ln>
                <a:solidFill>
                  <a:srgbClr val="000000"/>
                </a:solidFill>
                <a:effectLst/>
                <a:uLnTx/>
                <a:uFillTx/>
                <a:latin typeface="Arial" panose="020B0604020202020204" pitchFamily="34" charset="0"/>
                <a:ea typeface="楷体_GB2312" pitchFamily="49" charset="-122"/>
                <a:cs typeface="+mn-cs"/>
                <a:sym typeface="Wingdings" panose="05000000000000000000" pitchFamily="2" charset="2"/>
              </a:rPr>
              <a:t>)</a:t>
            </a:r>
            <a:endParaRPr kumimoji="1" lang="en-US" altLang="zh-CN" sz="2790" b="1" i="0" u="none" strike="noStrike" kern="1200" cap="none" spc="0" normalizeH="0" baseline="0" noProof="0" smtClean="0">
              <a:ln>
                <a:noFill/>
              </a:ln>
              <a:solidFill>
                <a:srgbClr val="000000"/>
              </a:solidFill>
              <a:effectLst/>
              <a:uLnTx/>
              <a:uFillTx/>
              <a:latin typeface="Arial" panose="020B0604020202020204" pitchFamily="34" charset="0"/>
              <a:ea typeface="楷体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r>
              <a:rPr kumimoji="1" lang="zh-CN" altLang="en-US" sz="2790" b="1" i="0" u="none" strike="noStrike" kern="1200" cap="none" spc="0" normalizeH="0" baseline="0" noProof="0" smtClean="0">
                <a:ln>
                  <a:noFill/>
                </a:ln>
                <a:solidFill>
                  <a:srgbClr val="FF0000"/>
                </a:solidFill>
                <a:effectLst/>
                <a:uLnTx/>
                <a:uFillTx/>
                <a:latin typeface="Arial" panose="020B0604020202020204" pitchFamily="34" charset="0"/>
                <a:ea typeface="楷体_GB2312" pitchFamily="49" charset="-122"/>
                <a:cs typeface="+mn-cs"/>
              </a:rPr>
              <a:t>编译方式：</a:t>
            </a:r>
            <a:r>
              <a:rPr kumimoji="1" lang="zh-CN" altLang="en-US" sz="2790" b="1" i="0" u="none" strike="noStrike" kern="1200" cap="none" spc="0" normalizeH="0" baseline="0" noProof="0" smtClean="0">
                <a:ln>
                  <a:noFill/>
                </a:ln>
                <a:solidFill>
                  <a:srgbClr val="000000"/>
                </a:solidFill>
                <a:effectLst/>
                <a:uLnTx/>
                <a:uFillTx/>
                <a:latin typeface="Arial" panose="020B0604020202020204" pitchFamily="34" charset="0"/>
                <a:ea typeface="楷体_GB2312" pitchFamily="49" charset="-122"/>
                <a:cs typeface="+mn-cs"/>
              </a:rPr>
              <a:t>先把高级语言的源程序</a:t>
            </a:r>
            <a:r>
              <a:rPr kumimoji="1" lang="zh-CN" altLang="en-US" sz="2790" b="1" i="0" u="none" strike="noStrike" kern="1200" cap="none" spc="0" normalizeH="0" baseline="0" noProof="0" smtClean="0">
                <a:ln>
                  <a:noFill/>
                </a:ln>
                <a:solidFill>
                  <a:srgbClr val="0000FF"/>
                </a:solidFill>
                <a:effectLst/>
                <a:uLnTx/>
                <a:uFillTx/>
                <a:latin typeface="Arial" panose="020B0604020202020204" pitchFamily="34" charset="0"/>
                <a:ea typeface="楷体_GB2312" pitchFamily="49" charset="-122"/>
                <a:cs typeface="+mn-cs"/>
              </a:rPr>
              <a:t>翻译成目标程序</a:t>
            </a:r>
            <a:r>
              <a:rPr kumimoji="1" lang="zh-CN" altLang="en-US" sz="2790" b="1" i="0" u="none" strike="noStrike" kern="1200" cap="none" spc="0" normalizeH="0" baseline="0" noProof="0" smtClean="0">
                <a:ln>
                  <a:noFill/>
                </a:ln>
                <a:solidFill>
                  <a:srgbClr val="000000"/>
                </a:solidFill>
                <a:effectLst/>
                <a:uLnTx/>
                <a:uFillTx/>
                <a:latin typeface="Arial" panose="020B0604020202020204" pitchFamily="34" charset="0"/>
                <a:ea typeface="楷体_GB2312" pitchFamily="49" charset="-122"/>
                <a:cs typeface="+mn-cs"/>
              </a:rPr>
              <a:t>，然后经过连接装配程序</a:t>
            </a:r>
            <a:r>
              <a:rPr kumimoji="1" lang="zh-CN" altLang="en-US" sz="2790" b="1" i="0" u="none" strike="noStrike" kern="1200" cap="none" spc="0" normalizeH="0" baseline="0" noProof="0" smtClean="0">
                <a:ln>
                  <a:noFill/>
                </a:ln>
                <a:solidFill>
                  <a:srgbClr val="0000FF"/>
                </a:solidFill>
                <a:effectLst/>
                <a:uLnTx/>
                <a:uFillTx/>
                <a:latin typeface="Arial" panose="020B0604020202020204" pitchFamily="34" charset="0"/>
                <a:ea typeface="楷体_GB2312" pitchFamily="49" charset="-122"/>
                <a:cs typeface="+mn-cs"/>
              </a:rPr>
              <a:t>生成可执行程序</a:t>
            </a:r>
            <a:r>
              <a:rPr kumimoji="1" lang="zh-CN" altLang="en-US" sz="2790" b="1" i="0" u="none" strike="noStrike" kern="1200" cap="none" spc="0" normalizeH="0" baseline="0" noProof="0" smtClean="0">
                <a:ln>
                  <a:noFill/>
                </a:ln>
                <a:solidFill>
                  <a:srgbClr val="000000"/>
                </a:solidFill>
                <a:effectLst/>
                <a:uLnTx/>
                <a:uFillTx/>
                <a:latin typeface="Arial" panose="020B0604020202020204" pitchFamily="34" charset="0"/>
                <a:ea typeface="楷体_GB2312" pitchFamily="49" charset="-122"/>
                <a:cs typeface="+mn-cs"/>
              </a:rPr>
              <a:t>，最后</a:t>
            </a:r>
            <a:r>
              <a:rPr kumimoji="1" lang="zh-CN" altLang="en-US" sz="2790" b="1" i="0" u="none" strike="noStrike" kern="1200" cap="none" spc="0" normalizeH="0" baseline="0" noProof="0" smtClean="0">
                <a:ln>
                  <a:noFill/>
                </a:ln>
                <a:solidFill>
                  <a:srgbClr val="0000FF"/>
                </a:solidFill>
                <a:effectLst/>
                <a:uLnTx/>
                <a:uFillTx/>
                <a:latin typeface="Arial" panose="020B0604020202020204" pitchFamily="34" charset="0"/>
                <a:ea typeface="楷体_GB2312" pitchFamily="49" charset="-122"/>
                <a:cs typeface="+mn-cs"/>
              </a:rPr>
              <a:t>运行可执行程序</a:t>
            </a:r>
            <a:r>
              <a:rPr kumimoji="1" lang="zh-CN" altLang="en-US" sz="2790" b="1" i="0" u="none" strike="noStrike" kern="1200" cap="none" spc="0" normalizeH="0" baseline="0" noProof="0" smtClean="0">
                <a:ln>
                  <a:noFill/>
                </a:ln>
                <a:solidFill>
                  <a:srgbClr val="000000"/>
                </a:solidFill>
                <a:effectLst/>
                <a:uLnTx/>
                <a:uFillTx/>
                <a:latin typeface="Arial" panose="020B0604020202020204" pitchFamily="34" charset="0"/>
                <a:ea typeface="楷体_GB2312" pitchFamily="49" charset="-122"/>
                <a:cs typeface="+mn-cs"/>
              </a:rPr>
              <a:t>。</a:t>
            </a:r>
            <a:endParaRPr kumimoji="1" lang="zh-CN" altLang="en-US" sz="2790" b="1" i="0" u="none" strike="noStrike" kern="1200" cap="none" spc="0" normalizeH="0" baseline="0" noProof="0" smtClean="0">
              <a:ln>
                <a:noFill/>
              </a:ln>
              <a:solidFill>
                <a:srgbClr val="000000"/>
              </a:solidFill>
              <a:effectLst/>
              <a:uLnTx/>
              <a:uFillTx/>
              <a:latin typeface="Arial" panose="020B0604020202020204" pitchFamily="34" charset="0"/>
              <a:ea typeface="楷体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r>
              <a:rPr kumimoji="1" lang="zh-CN" altLang="en-US" sz="2790" b="1" i="0" u="none" strike="noStrike" kern="1200" cap="none" spc="0" normalizeH="0" baseline="0" noProof="0" smtClean="0">
                <a:ln>
                  <a:noFill/>
                </a:ln>
                <a:solidFill>
                  <a:srgbClr val="FF0000"/>
                </a:solidFill>
                <a:effectLst/>
                <a:uLnTx/>
                <a:uFillTx/>
                <a:latin typeface="Arial" panose="020B0604020202020204" pitchFamily="34" charset="0"/>
                <a:ea typeface="楷体_GB2312" pitchFamily="49" charset="-122"/>
                <a:cs typeface="+mn-cs"/>
              </a:rPr>
              <a:t>解释方式：</a:t>
            </a:r>
            <a:r>
              <a:rPr kumimoji="1" lang="zh-CN" altLang="en-US" sz="2790" b="1" i="0" u="none" strike="noStrike" kern="1200" cap="none" spc="0" normalizeH="0" baseline="0" noProof="0" smtClean="0">
                <a:ln>
                  <a:noFill/>
                </a:ln>
                <a:solidFill>
                  <a:srgbClr val="0000FF"/>
                </a:solidFill>
                <a:effectLst/>
                <a:uLnTx/>
                <a:uFillTx/>
                <a:latin typeface="Arial" panose="020B0604020202020204" pitchFamily="34" charset="0"/>
                <a:ea typeface="楷体_GB2312" pitchFamily="49" charset="-122"/>
                <a:cs typeface="+mn-cs"/>
              </a:rPr>
              <a:t>边翻译边执行，</a:t>
            </a:r>
            <a:r>
              <a:rPr kumimoji="1" lang="zh-CN" altLang="en-US" sz="2790" b="1" i="0" u="none" strike="noStrike" kern="1200" cap="none" spc="0" normalizeH="0" baseline="0" noProof="0" smtClean="0">
                <a:ln>
                  <a:noFill/>
                </a:ln>
                <a:solidFill>
                  <a:srgbClr val="000000"/>
                </a:solidFill>
                <a:effectLst/>
                <a:uLnTx/>
                <a:uFillTx/>
                <a:latin typeface="Arial" panose="020B0604020202020204" pitchFamily="34" charset="0"/>
                <a:ea typeface="楷体_GB2312" pitchFamily="49" charset="-122"/>
                <a:cs typeface="+mn-cs"/>
              </a:rPr>
              <a:t>不需要翻译成目标程序。</a:t>
            </a:r>
            <a:endParaRPr kumimoji="1" lang="zh-CN" altLang="en-US" sz="2790" b="1" i="0" u="none" strike="noStrike" kern="1200" cap="none" spc="0" normalizeH="0" baseline="0" noProof="0" smtClean="0">
              <a:ln>
                <a:noFill/>
              </a:ln>
              <a:solidFill>
                <a:srgbClr val="000000"/>
              </a:solidFill>
              <a:effectLst/>
              <a:uLnTx/>
              <a:uFillTx/>
              <a:latin typeface="Arial" panose="020B0604020202020204" pitchFamily="34" charset="0"/>
              <a:ea typeface="楷体_GB2312" pitchFamily="49" charset="-122"/>
              <a:cs typeface="+mn-cs"/>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Rectangle 5"/>
          <p:cNvSpPr>
            <a:spLocks noGrp="1"/>
          </p:cNvSpPr>
          <p:nvPr>
            <p:ph type="title" idx="4294967295"/>
          </p:nvPr>
        </p:nvSpPr>
        <p:spPr>
          <a:xfrm>
            <a:off x="422275" y="614363"/>
            <a:ext cx="6873875" cy="936625"/>
          </a:xfrm>
          <a:ln/>
        </p:spPr>
        <p:txBody>
          <a:bodyPr vert="horz" wrap="square" lIns="0" tIns="45610" rIns="0" bIns="0" anchor="b" anchorCtr="0"/>
          <a:p>
            <a:r>
              <a:rPr lang="zh-CN" altLang="en-US" b="1" dirty="0">
                <a:latin typeface="微软雅黑" panose="020B0503020204020204" pitchFamily="34" charset="-122"/>
                <a:ea typeface="微软雅黑" panose="020B0503020204020204" pitchFamily="34" charset="-122"/>
              </a:rPr>
              <a:t>常见的高级语言（</a:t>
            </a:r>
            <a:r>
              <a:rPr lang="en-US" altLang="zh-CN" b="1" dirty="0">
                <a:latin typeface="微软雅黑" panose="020B0503020204020204" pitchFamily="34" charset="-122"/>
                <a:ea typeface="微软雅黑" panose="020B0503020204020204" pitchFamily="34" charset="-122"/>
              </a:rPr>
              <a:t>1/3</a:t>
            </a:r>
            <a:r>
              <a:rPr lang="zh-CN" altLang="en-US" b="1" dirty="0">
                <a:latin typeface="微软雅黑" panose="020B0503020204020204" pitchFamily="34" charset="-122"/>
                <a:ea typeface="微软雅黑" panose="020B0503020204020204" pitchFamily="34" charset="-122"/>
              </a:rPr>
              <a:t>）</a:t>
            </a:r>
            <a:endParaRPr lang="zh-CN" altLang="en-US" b="1" dirty="0">
              <a:latin typeface="微软雅黑" panose="020B0503020204020204" pitchFamily="34" charset="-122"/>
              <a:ea typeface="微软雅黑" panose="020B0503020204020204" pitchFamily="34" charset="-122"/>
            </a:endParaRPr>
          </a:p>
        </p:txBody>
      </p:sp>
      <p:sp>
        <p:nvSpPr>
          <p:cNvPr id="4" name="Text Box 6"/>
          <p:cNvSpPr txBox="1">
            <a:spLocks noChangeArrowheads="1"/>
          </p:cNvSpPr>
          <p:nvPr/>
        </p:nvSpPr>
        <p:spPr bwMode="auto">
          <a:xfrm>
            <a:off x="303213" y="1825625"/>
            <a:ext cx="8586788" cy="5053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12" tIns="45605" rIns="91212" bIns="45605">
            <a:spAutoFit/>
          </a:bodyPr>
          <a:lstStyle>
            <a:lvl1pPr eaLnBrk="0" hangingPunct="0">
              <a:defRPr kumimoji="1" sz="2400" b="1">
                <a:solidFill>
                  <a:schemeClr val="tx1"/>
                </a:solidFill>
                <a:latin typeface="黑体" panose="02010609060101010101" pitchFamily="49" charset="-122"/>
                <a:ea typeface="黑体" panose="02010609060101010101" pitchFamily="49" charset="-122"/>
              </a:defRPr>
            </a:lvl1pPr>
            <a:lvl2pPr marL="742950" indent="-285750" eaLnBrk="0" hangingPunct="0">
              <a:defRPr kumimoji="1" sz="2400" b="1">
                <a:solidFill>
                  <a:schemeClr val="tx1"/>
                </a:solidFill>
                <a:latin typeface="黑体" panose="02010609060101010101" pitchFamily="49" charset="-122"/>
                <a:ea typeface="黑体" panose="02010609060101010101" pitchFamily="49" charset="-122"/>
              </a:defRPr>
            </a:lvl2pPr>
            <a:lvl3pPr marL="1143000" indent="-228600" eaLnBrk="0" hangingPunct="0">
              <a:defRPr kumimoji="1" sz="2400" b="1">
                <a:solidFill>
                  <a:schemeClr val="tx1"/>
                </a:solidFill>
                <a:latin typeface="黑体" panose="02010609060101010101" pitchFamily="49" charset="-122"/>
                <a:ea typeface="黑体" panose="02010609060101010101" pitchFamily="49" charset="-122"/>
              </a:defRPr>
            </a:lvl3pPr>
            <a:lvl4pPr marL="1600200" indent="-228600" eaLnBrk="0" hangingPunct="0">
              <a:defRPr kumimoji="1" sz="2400" b="1">
                <a:solidFill>
                  <a:schemeClr val="tx1"/>
                </a:solidFill>
                <a:latin typeface="黑体" panose="02010609060101010101" pitchFamily="49" charset="-122"/>
                <a:ea typeface="黑体" panose="02010609060101010101" pitchFamily="49" charset="-122"/>
              </a:defRPr>
            </a:lvl4pPr>
            <a:lvl5pPr marL="2057400" indent="-228600" eaLnBrk="0" hangingPunct="0">
              <a:defRPr kumimoji="1" sz="24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0"/>
              </a:spcBef>
              <a:spcAft>
                <a:spcPct val="0"/>
              </a:spcAft>
              <a:buFont typeface="Wingdings" panose="05000000000000000000" pitchFamily="2" charset="2"/>
              <a:defRPr kumimoji="1" sz="24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0"/>
              </a:spcBef>
              <a:spcAft>
                <a:spcPct val="0"/>
              </a:spcAft>
              <a:buFont typeface="Wingdings" panose="05000000000000000000" pitchFamily="2" charset="2"/>
              <a:defRPr kumimoji="1" sz="24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0"/>
              </a:spcBef>
              <a:spcAft>
                <a:spcPct val="0"/>
              </a:spcAft>
              <a:buFont typeface="Wingdings" panose="05000000000000000000" pitchFamily="2" charset="2"/>
              <a:defRPr kumimoji="1" sz="24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0"/>
              </a:spcBef>
              <a:spcAft>
                <a:spcPct val="0"/>
              </a:spcAft>
              <a:buFont typeface="Wingdings" panose="05000000000000000000" pitchFamily="2" charset="2"/>
              <a:defRPr kumimoji="1" sz="2400" b="1">
                <a:solidFill>
                  <a:schemeClr val="tx1"/>
                </a:solidFill>
                <a:latin typeface="黑体" panose="02010609060101010101" pitchFamily="49" charset="-122"/>
                <a:ea typeface="黑体" panose="02010609060101010101" pitchFamily="49" charset="-122"/>
              </a:defRPr>
            </a:lvl9pPr>
          </a:lstStyle>
          <a:p>
            <a:pPr marL="638175" marR="0" lvl="1" indent="-246380" algn="l" defTabSz="914400" rtl="0" eaLnBrk="1" fontAlgn="base" latinLnBrk="0" hangingPunct="1">
              <a:lnSpc>
                <a:spcPct val="120000"/>
              </a:lnSpc>
              <a:spcBef>
                <a:spcPct val="20000"/>
              </a:spcBef>
              <a:spcAft>
                <a:spcPct val="0"/>
              </a:spcAft>
              <a:buClr>
                <a:schemeClr val="accent1"/>
              </a:buClr>
              <a:buSzPct val="85000"/>
              <a:buFont typeface="Wingdings" panose="05000000000000000000" pitchFamily="2" charset="2"/>
              <a:buChar char="Ø"/>
              <a:tabLst>
                <a:tab pos="457200" algn="l"/>
              </a:tabLst>
              <a:defRPr/>
            </a:pPr>
            <a:r>
              <a:rPr kumimoji="1" lang="en-US" altLang="zh-CN" sz="2400" b="1" i="0" u="none" strike="noStrike" kern="1200" cap="none" spc="0" normalizeH="0" baseline="0" noProof="0" dirty="0" smtClean="0">
                <a:ln>
                  <a:noFill/>
                </a:ln>
                <a:solidFill>
                  <a:srgbClr val="FF0000"/>
                </a:solidFill>
                <a:effectLst/>
                <a:uLnTx/>
                <a:uFillTx/>
                <a:latin typeface="黑体" panose="02010609060101010101" pitchFamily="49" charset="-122"/>
                <a:ea typeface="黑体" panose="02010609060101010101" pitchFamily="49" charset="-122"/>
                <a:cs typeface="+mn-cs"/>
              </a:rPr>
              <a:t>FORTRAN</a:t>
            </a:r>
            <a:r>
              <a:rPr kumimoji="1" lang="zh-CN" altLang="en-US" sz="2400" b="1" i="0" u="none" strike="noStrike" kern="120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：公式</a:t>
            </a: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翻译程序</a:t>
            </a:r>
            <a:r>
              <a:rPr kumimoji="1" lang="zh-CN" altLang="en-US" sz="2400" b="1" i="0" u="none" strike="noStrike" kern="120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设计语言，</a:t>
            </a:r>
            <a:r>
              <a:rPr kumimoji="1" lang="zh-CN" altLang="en-US" sz="2400" b="1" i="0" u="sng" strike="noStrike" kern="120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第一</a:t>
            </a:r>
            <a:r>
              <a:rPr kumimoji="1" lang="zh-CN" altLang="en-US" sz="2400" b="1" i="0" u="sng"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个广泛使用的</a:t>
            </a:r>
            <a:r>
              <a:rPr kumimoji="1" lang="zh-CN" altLang="en-US" sz="2400" b="1" i="0" u="sng" strike="noStrike" kern="120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高级语言</a:t>
            </a:r>
            <a:r>
              <a:rPr kumimoji="1" lang="zh-CN" altLang="en-US" sz="2400" b="1" i="0" u="none" strike="noStrike" kern="120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n-cs"/>
              </a:rPr>
              <a:t>，</a:t>
            </a:r>
            <a:r>
              <a:rPr kumimoji="1" lang="en-US" altLang="zh-CN" sz="2400" b="1" i="0" u="none" strike="noStrike" kern="1200" cap="none" spc="0" normalizeH="0" baseline="0" noProof="0" dirty="0">
                <a:ln>
                  <a:noFill/>
                </a:ln>
                <a:solidFill>
                  <a:schemeClr val="tx1"/>
                </a:solidFill>
                <a:effectLst/>
                <a:uLnTx/>
                <a:uFillTx/>
                <a:latin typeface="Arial Black" panose="020B0A04020102020204" pitchFamily="34" charset="0"/>
                <a:ea typeface="宋体" panose="02010600030101010101" pitchFamily="2" charset="-122"/>
                <a:cs typeface="+mn-cs"/>
              </a:rPr>
              <a:t>1956</a:t>
            </a:r>
            <a:endParaRPr kumimoji="1" lang="en-US" altLang="zh-CN" sz="2400" b="1" i="0" u="none" strike="noStrike" kern="1200" cap="none" spc="0" normalizeH="0" baseline="0" noProof="0" dirty="0">
              <a:ln>
                <a:noFill/>
              </a:ln>
              <a:solidFill>
                <a:schemeClr val="tx1"/>
              </a:solidFill>
              <a:effectLst/>
              <a:uLnTx/>
              <a:uFillTx/>
              <a:latin typeface="Arial Black" panose="020B0A04020102020204" pitchFamily="34" charset="0"/>
              <a:ea typeface="宋体" panose="02010600030101010101" pitchFamily="2" charset="-122"/>
              <a:cs typeface="+mn-cs"/>
            </a:endParaRPr>
          </a:p>
          <a:p>
            <a:pPr marL="638175" marR="0" lvl="1" indent="-246380" algn="l" defTabSz="914400" rtl="0" eaLnBrk="1" fontAlgn="base" latinLnBrk="0" hangingPunct="1">
              <a:lnSpc>
                <a:spcPct val="120000"/>
              </a:lnSpc>
              <a:spcBef>
                <a:spcPct val="20000"/>
              </a:spcBef>
              <a:spcAft>
                <a:spcPct val="0"/>
              </a:spcAft>
              <a:buClr>
                <a:schemeClr val="accent1"/>
              </a:buClr>
              <a:buSzPct val="85000"/>
              <a:buFont typeface="Wingdings" panose="05000000000000000000" pitchFamily="2" charset="2"/>
              <a:buChar char="Ø"/>
              <a:tabLst>
                <a:tab pos="457200" algn="l"/>
              </a:tabLst>
              <a:defRPr/>
            </a:pPr>
            <a:r>
              <a:rPr kumimoji="1" lang="en-US" altLang="zh-CN" sz="2400" b="1" i="0" u="none" strike="noStrike" kern="1200" cap="none" spc="0" normalizeH="0" baseline="0" noProof="0" dirty="0" smtClean="0">
                <a:ln>
                  <a:noFill/>
                </a:ln>
                <a:solidFill>
                  <a:srgbClr val="FF0000"/>
                </a:solidFill>
                <a:effectLst/>
                <a:uLnTx/>
                <a:uFillTx/>
                <a:latin typeface="Arial Black" panose="020B0A04020102020204" pitchFamily="34" charset="0"/>
                <a:ea typeface="宋体" panose="02010600030101010101" pitchFamily="2" charset="-122"/>
                <a:cs typeface="+mn-cs"/>
              </a:rPr>
              <a:t>Pascal: </a:t>
            </a:r>
            <a:r>
              <a:rPr kumimoji="1" lang="zh-CN" altLang="en-US" sz="2400" b="1" i="0" u="none" strike="noStrike" kern="1200" cap="none" spc="0" normalizeH="0" baseline="0" noProof="0" dirty="0" smtClean="0">
                <a:ln>
                  <a:noFill/>
                </a:ln>
                <a:solidFill>
                  <a:schemeClr val="tx1"/>
                </a:solidFill>
                <a:effectLst/>
                <a:uLnTx/>
                <a:uFillTx/>
                <a:latin typeface="Arial Black" panose="020B0A04020102020204" pitchFamily="34" charset="0"/>
                <a:ea typeface="宋体" panose="02010600030101010101" pitchFamily="2" charset="-122"/>
                <a:cs typeface="+mn-cs"/>
              </a:rPr>
              <a:t>第一个结构化的程序设计语言，六十年代末</a:t>
            </a:r>
            <a:endParaRPr kumimoji="1" lang="en-US" altLang="zh-CN" sz="2400" b="1" i="0" u="none" strike="noStrike" kern="1200" cap="none" spc="0" normalizeH="0" baseline="0" noProof="0" dirty="0" smtClean="0">
              <a:ln>
                <a:noFill/>
              </a:ln>
              <a:solidFill>
                <a:schemeClr val="tx1"/>
              </a:solidFill>
              <a:effectLst/>
              <a:uLnTx/>
              <a:uFillTx/>
              <a:latin typeface="Arial Black" panose="020B0A04020102020204" pitchFamily="34" charset="0"/>
              <a:ea typeface="宋体" panose="02010600030101010101" pitchFamily="2" charset="-122"/>
              <a:cs typeface="+mn-cs"/>
            </a:endParaRPr>
          </a:p>
          <a:p>
            <a:pPr marL="638175" marR="0" lvl="1" indent="-246380" algn="l" defTabSz="914400" rtl="0" eaLnBrk="1" fontAlgn="base" latinLnBrk="0" hangingPunct="1">
              <a:lnSpc>
                <a:spcPct val="120000"/>
              </a:lnSpc>
              <a:spcBef>
                <a:spcPct val="20000"/>
              </a:spcBef>
              <a:spcAft>
                <a:spcPct val="0"/>
              </a:spcAft>
              <a:buClr>
                <a:schemeClr val="accent1"/>
              </a:buClr>
              <a:buSzPct val="85000"/>
              <a:buFont typeface="Wingdings" panose="05000000000000000000" pitchFamily="2" charset="2"/>
              <a:buChar char="Ø"/>
              <a:tabLst>
                <a:tab pos="457200" algn="l"/>
              </a:tabLst>
              <a:defRPr/>
            </a:pPr>
            <a:r>
              <a:rPr kumimoji="1" lang="en-US" altLang="zh-CN" sz="2400" b="1" i="0" u="none" strike="noStrike" kern="1200" cap="none" spc="0" normalizeH="0" baseline="0" noProof="0" dirty="0" smtClean="0">
                <a:ln>
                  <a:noFill/>
                </a:ln>
                <a:solidFill>
                  <a:srgbClr val="FF0000"/>
                </a:solidFill>
                <a:effectLst/>
                <a:uLnTx/>
                <a:uFillTx/>
                <a:latin typeface="Arial Black" panose="020B0A04020102020204" pitchFamily="34" charset="0"/>
                <a:ea typeface="宋体" panose="02010600030101010101" pitchFamily="2" charset="-122"/>
                <a:cs typeface="+mn-cs"/>
              </a:rPr>
              <a:t>C: </a:t>
            </a:r>
            <a:r>
              <a:rPr kumimoji="1" lang="zh-CN" altLang="en-US" sz="2400" b="1" i="0" u="none" strike="noStrike" kern="1200" cap="none" spc="0" normalizeH="0" baseline="0" noProof="0" dirty="0" smtClean="0">
                <a:ln>
                  <a:noFill/>
                </a:ln>
                <a:solidFill>
                  <a:schemeClr val="tx1"/>
                </a:solidFill>
                <a:effectLst/>
                <a:uLnTx/>
                <a:uFillTx/>
                <a:latin typeface="Arial Black" panose="020B0A04020102020204" pitchFamily="34" charset="0"/>
                <a:ea typeface="宋体" panose="02010600030101010101" pitchFamily="2" charset="-122"/>
                <a:cs typeface="+mn-cs"/>
              </a:rPr>
              <a:t>结构化设计语言，</a:t>
            </a:r>
            <a:r>
              <a:rPr kumimoji="1" lang="zh-CN" altLang="en-US" sz="2400" b="1" i="0" u="none" strike="noStrike" kern="1200" cap="none" spc="0" normalizeH="0" baseline="0" noProof="0" dirty="0">
                <a:ln>
                  <a:noFill/>
                </a:ln>
                <a:solidFill>
                  <a:schemeClr val="tx1"/>
                </a:solidFill>
                <a:effectLst/>
                <a:uLnTx/>
                <a:uFillTx/>
                <a:latin typeface="宋体" panose="02010600030101010101" pitchFamily="2" charset="-122"/>
                <a:ea typeface="黑体" panose="02010609060101010101" pitchFamily="49" charset="-122"/>
                <a:cs typeface="+mn-cs"/>
              </a:rPr>
              <a:t>既具有高级语言的特征，又具有低级语言的</a:t>
            </a:r>
            <a:r>
              <a:rPr kumimoji="1" lang="zh-CN" altLang="en-US" sz="2400" b="1" i="0" u="none" strike="noStrike" kern="1200" cap="none" spc="0" normalizeH="0" baseline="0" noProof="0" dirty="0" smtClean="0">
                <a:ln>
                  <a:noFill/>
                </a:ln>
                <a:solidFill>
                  <a:schemeClr val="tx1"/>
                </a:solidFill>
                <a:effectLst/>
                <a:uLnTx/>
                <a:uFillTx/>
                <a:latin typeface="宋体" panose="02010600030101010101" pitchFamily="2" charset="-122"/>
                <a:ea typeface="黑体" panose="02010609060101010101" pitchFamily="49" charset="-122"/>
                <a:cs typeface="+mn-cs"/>
              </a:rPr>
              <a:t>功能，</a:t>
            </a:r>
            <a:r>
              <a:rPr kumimoji="1" lang="en-US" altLang="zh-CN" sz="2400" b="1" i="0" u="none" strike="noStrike" kern="1200" cap="none" spc="0" normalizeH="0" baseline="0" noProof="0" dirty="0" smtClean="0">
                <a:ln>
                  <a:noFill/>
                </a:ln>
                <a:solidFill>
                  <a:schemeClr val="tx1"/>
                </a:solidFill>
                <a:effectLst/>
                <a:uLnTx/>
                <a:uFillTx/>
                <a:latin typeface="Arial Black" panose="020B0A04020102020204" pitchFamily="34" charset="0"/>
                <a:ea typeface="宋体" panose="02010600030101010101" pitchFamily="2" charset="-122"/>
                <a:cs typeface="+mn-cs"/>
              </a:rPr>
              <a:t>1972</a:t>
            </a:r>
            <a:endParaRPr kumimoji="1" lang="en-US" altLang="zh-CN" sz="2400" b="1" i="0" u="none" strike="noStrike" kern="1200" cap="none" spc="0" normalizeH="0" baseline="0" noProof="0" dirty="0" smtClean="0">
              <a:ln>
                <a:noFill/>
              </a:ln>
              <a:solidFill>
                <a:schemeClr val="tx1"/>
              </a:solidFill>
              <a:effectLst/>
              <a:uLnTx/>
              <a:uFillTx/>
              <a:latin typeface="Arial Black" panose="020B0A04020102020204" pitchFamily="34" charset="0"/>
              <a:ea typeface="宋体" panose="02010600030101010101" pitchFamily="2" charset="-122"/>
              <a:cs typeface="+mn-cs"/>
            </a:endParaRPr>
          </a:p>
          <a:p>
            <a:pPr marL="391795" marR="0" lvl="1" indent="0" algn="l" defTabSz="914400" rtl="0" eaLnBrk="1" fontAlgn="base" latinLnBrk="0" hangingPunct="1">
              <a:lnSpc>
                <a:spcPct val="120000"/>
              </a:lnSpc>
              <a:spcBef>
                <a:spcPct val="20000"/>
              </a:spcBef>
              <a:spcAft>
                <a:spcPct val="0"/>
              </a:spcAft>
              <a:buClr>
                <a:schemeClr val="accent1"/>
              </a:buClr>
              <a:buSzPct val="85000"/>
              <a:buFont typeface="Wingdings" panose="05000000000000000000" pitchFamily="2" charset="2"/>
              <a:buNone/>
              <a:tabLst>
                <a:tab pos="457200" algn="l"/>
              </a:tabLst>
              <a:defRPr/>
            </a:pPr>
            <a:r>
              <a:rPr kumimoji="1" lang="en-US" altLang="zh-CN" sz="2400" b="1" i="0" u="none" strike="noStrike" kern="1200" cap="none" spc="0" normalizeH="0" baseline="0" noProof="0" dirty="0">
                <a:ln>
                  <a:noFill/>
                </a:ln>
                <a:solidFill>
                  <a:schemeClr val="tx1"/>
                </a:solidFill>
                <a:effectLst/>
                <a:uLnTx/>
                <a:uFillTx/>
                <a:latin typeface="Arial Black" panose="020B0A04020102020204" pitchFamily="34" charset="0"/>
                <a:ea typeface="宋体" panose="02010600030101010101" pitchFamily="2" charset="-122"/>
                <a:cs typeface="+mn-cs"/>
              </a:rPr>
              <a:t> </a:t>
            </a:r>
            <a:r>
              <a:rPr kumimoji="1" lang="en-US" altLang="zh-CN" sz="2400" b="1" i="0" u="none" strike="noStrike" kern="1200" cap="none" spc="0" normalizeH="0" baseline="0" noProof="0" dirty="0" smtClean="0">
                <a:ln>
                  <a:noFill/>
                </a:ln>
                <a:solidFill>
                  <a:schemeClr val="tx1"/>
                </a:solidFill>
                <a:effectLst/>
                <a:uLnTx/>
                <a:uFillTx/>
                <a:latin typeface="Arial Black" panose="020B0A04020102020204" pitchFamily="34" charset="0"/>
                <a:ea typeface="宋体" panose="02010600030101010101" pitchFamily="2" charset="-122"/>
                <a:cs typeface="+mn-cs"/>
              </a:rPr>
              <a:t>   </a:t>
            </a:r>
            <a:r>
              <a:rPr kumimoji="1" lang="zh-CN" altLang="en-US" sz="2400" b="1" i="0" u="none" strike="noStrike" kern="1200" cap="none" spc="0" normalizeH="0" baseline="0" noProof="0" dirty="0" smtClean="0">
                <a:ln>
                  <a:noFill/>
                </a:ln>
                <a:solidFill>
                  <a:srgbClr val="00B050"/>
                </a:solidFill>
                <a:effectLst/>
                <a:uLnTx/>
                <a:uFillTx/>
                <a:latin typeface="Arial Black" panose="020B0A04020102020204" pitchFamily="34" charset="0"/>
                <a:ea typeface="宋体" panose="02010600030101010101" pitchFamily="2" charset="-122"/>
                <a:cs typeface="+mn-cs"/>
              </a:rPr>
              <a:t>（</a:t>
            </a:r>
            <a:r>
              <a:rPr kumimoji="1" lang="zh-CN" altLang="en-US" sz="2400" b="1" i="0" u="none" strike="noStrike" kern="1200" cap="none" spc="0" normalizeH="0" baseline="0" noProof="0" dirty="0" smtClean="0">
                <a:ln>
                  <a:noFill/>
                </a:ln>
                <a:solidFill>
                  <a:srgbClr val="00B050"/>
                </a:solidFill>
                <a:effectLst/>
                <a:uLnTx/>
                <a:uFillTx/>
                <a:latin typeface="黑体" panose="02010609060101010101" pitchFamily="49" charset="-122"/>
                <a:ea typeface="宋体" panose="02010600030101010101" pitchFamily="2" charset="-122"/>
                <a:cs typeface="+mn-cs"/>
              </a:rPr>
              <a:t>它的</a:t>
            </a:r>
            <a:r>
              <a:rPr kumimoji="1" lang="zh-CN" altLang="en-US" sz="2400" b="1" i="0" u="none" strike="noStrike" kern="1200" cap="none" spc="0" normalizeH="0" baseline="0" noProof="0" dirty="0">
                <a:ln>
                  <a:noFill/>
                </a:ln>
                <a:solidFill>
                  <a:srgbClr val="00B050"/>
                </a:solidFill>
                <a:effectLst/>
                <a:uLnTx/>
                <a:uFillTx/>
                <a:latin typeface="黑体" panose="02010609060101010101" pitchFamily="49" charset="-122"/>
                <a:ea typeface="宋体" panose="02010600030101010101" pitchFamily="2" charset="-122"/>
                <a:cs typeface="+mn-cs"/>
              </a:rPr>
              <a:t>诞生是现代程序语言革命的起点，是程序设计语言发展史中的一个</a:t>
            </a:r>
            <a:r>
              <a:rPr kumimoji="1" lang="zh-CN" altLang="en-US" sz="2400" b="1" i="0" u="none" strike="noStrike" kern="1200" cap="none" spc="0" normalizeH="0" baseline="0" noProof="0" dirty="0" smtClean="0">
                <a:ln>
                  <a:noFill/>
                </a:ln>
                <a:solidFill>
                  <a:srgbClr val="00B050"/>
                </a:solidFill>
                <a:effectLst/>
                <a:uLnTx/>
                <a:uFillTx/>
                <a:latin typeface="黑体" panose="02010609060101010101" pitchFamily="49" charset="-122"/>
                <a:ea typeface="宋体" panose="02010600030101010101" pitchFamily="2" charset="-122"/>
                <a:cs typeface="+mn-cs"/>
              </a:rPr>
              <a:t>里程碑</a:t>
            </a:r>
            <a:r>
              <a:rPr kumimoji="1" lang="zh-CN" altLang="en-US" sz="2800" b="1" i="0" u="none" strike="noStrike" kern="1200" cap="none" spc="0" normalizeH="0" baseline="0" noProof="0" dirty="0" smtClean="0">
                <a:ln>
                  <a:noFill/>
                </a:ln>
                <a:solidFill>
                  <a:srgbClr val="00B050"/>
                </a:solidFill>
                <a:effectLst/>
                <a:uLnTx/>
                <a:uFillTx/>
                <a:latin typeface="黑体" panose="02010609060101010101" pitchFamily="49" charset="-122"/>
                <a:ea typeface="宋体" panose="02010600030101010101" pitchFamily="2" charset="-122"/>
                <a:cs typeface="+mn-cs"/>
              </a:rPr>
              <a:t>）</a:t>
            </a:r>
            <a:endParaRPr kumimoji="1" lang="en-US" altLang="zh-CN" sz="2800" b="1" i="0" u="none" strike="noStrike" kern="1200" cap="none" spc="0" normalizeH="0" baseline="0" noProof="0" dirty="0" smtClean="0">
              <a:ln>
                <a:noFill/>
              </a:ln>
              <a:solidFill>
                <a:srgbClr val="00B050"/>
              </a:solidFill>
              <a:effectLst/>
              <a:uLnTx/>
              <a:uFillTx/>
              <a:latin typeface="黑体" panose="02010609060101010101" pitchFamily="49" charset="-122"/>
              <a:ea typeface="宋体" panose="02010600030101010101" pitchFamily="2" charset="-122"/>
              <a:cs typeface="+mn-cs"/>
            </a:endParaRPr>
          </a:p>
          <a:p>
            <a:pPr marL="638175" marR="0" lvl="1" indent="-246380" algn="l" defTabSz="914400" rtl="0" eaLnBrk="1" fontAlgn="base" latinLnBrk="0" hangingPunct="1">
              <a:lnSpc>
                <a:spcPct val="120000"/>
              </a:lnSpc>
              <a:spcBef>
                <a:spcPct val="20000"/>
              </a:spcBef>
              <a:spcAft>
                <a:spcPct val="0"/>
              </a:spcAft>
              <a:buClr>
                <a:schemeClr val="accent1"/>
              </a:buClr>
              <a:buSzPct val="85000"/>
              <a:buFont typeface="Wingdings" panose="05000000000000000000" pitchFamily="2" charset="2"/>
              <a:buChar char="Ø"/>
              <a:tabLst>
                <a:tab pos="457200" algn="l"/>
              </a:tabLst>
              <a:defRPr/>
            </a:pPr>
            <a:r>
              <a:rPr kumimoji="1" lang="en-US" altLang="zh-CN" sz="2400" b="1" i="0" u="none" strike="noStrike" kern="1200" cap="none" spc="0" normalizeH="0" baseline="0" noProof="0" dirty="0" smtClean="0">
                <a:ln>
                  <a:noFill/>
                </a:ln>
                <a:solidFill>
                  <a:srgbClr val="FF0000"/>
                </a:solidFill>
                <a:effectLst/>
                <a:uLnTx/>
                <a:uFillTx/>
                <a:latin typeface="黑体" panose="02010609060101010101" pitchFamily="49" charset="-122"/>
                <a:ea typeface="宋体" panose="02010600030101010101" pitchFamily="2" charset="-122"/>
                <a:cs typeface="+mn-cs"/>
              </a:rPr>
              <a:t>C++:</a:t>
            </a:r>
            <a:r>
              <a:rPr kumimoji="1" lang="en-US" altLang="zh-CN" sz="2400" b="1" i="0" u="none" strike="noStrike" kern="1200" cap="none" spc="0" normalizeH="0" baseline="0" noProof="0" dirty="0">
                <a:ln>
                  <a:noFill/>
                </a:ln>
                <a:solidFill>
                  <a:schemeClr val="tx1"/>
                </a:solidFill>
                <a:effectLst/>
                <a:uLnTx/>
                <a:uFillTx/>
                <a:latin typeface="黑体" panose="02010609060101010101" pitchFamily="49" charset="-122"/>
                <a:ea typeface="宋体" panose="02010600030101010101" pitchFamily="2" charset="-122"/>
                <a:cs typeface="+mn-cs"/>
              </a:rPr>
              <a:t>C</a:t>
            </a:r>
            <a:r>
              <a:rPr kumimoji="1" lang="zh-CN" altLang="en-US" sz="2400" b="1" i="0" u="none" strike="noStrike" kern="1200" cap="none" spc="0" normalizeH="0" baseline="0" noProof="0" dirty="0" smtClean="0">
                <a:ln>
                  <a:noFill/>
                </a:ln>
                <a:solidFill>
                  <a:schemeClr val="tx1"/>
                </a:solidFill>
                <a:effectLst/>
                <a:uLnTx/>
                <a:uFillTx/>
                <a:latin typeface="黑体" panose="02010609060101010101" pitchFamily="49" charset="-122"/>
                <a:ea typeface="宋体" panose="02010600030101010101" pitchFamily="2" charset="-122"/>
                <a:cs typeface="+mn-cs"/>
              </a:rPr>
              <a:t>语言</a:t>
            </a: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宋体" panose="02010600030101010101" pitchFamily="2" charset="-122"/>
                <a:cs typeface="+mn-cs"/>
              </a:rPr>
              <a:t>的</a:t>
            </a:r>
            <a:r>
              <a:rPr kumimoji="1" lang="zh-CN" altLang="en-US" sz="2400" b="1" i="0" u="none" strike="noStrike" kern="1200" cap="none" spc="0" normalizeH="0" baseline="0" noProof="0" dirty="0" smtClean="0">
                <a:ln>
                  <a:noFill/>
                </a:ln>
                <a:solidFill>
                  <a:schemeClr val="tx1"/>
                </a:solidFill>
                <a:effectLst/>
                <a:uLnTx/>
                <a:uFillTx/>
                <a:latin typeface="黑体" panose="02010609060101010101" pitchFamily="49" charset="-122"/>
                <a:ea typeface="宋体" panose="02010600030101010101" pitchFamily="2" charset="-122"/>
                <a:cs typeface="+mn-cs"/>
              </a:rPr>
              <a:t>扩展（加入了面向对象），</a:t>
            </a:r>
            <a:r>
              <a:rPr kumimoji="1" lang="zh-CN" altLang="en-US" sz="2400" b="1" i="0" u="none" strike="noStrike" kern="1200" cap="none" spc="0" normalizeH="0" baseline="0" noProof="0" dirty="0">
                <a:ln>
                  <a:noFill/>
                </a:ln>
                <a:solidFill>
                  <a:schemeClr val="tx1"/>
                </a:solidFill>
                <a:effectLst/>
                <a:uLnTx/>
                <a:uFillTx/>
                <a:latin typeface="宋体" panose="02010600030101010101" pitchFamily="2" charset="-122"/>
                <a:ea typeface="黑体" panose="02010609060101010101" pitchFamily="49" charset="-122"/>
                <a:cs typeface="+mn-cs"/>
              </a:rPr>
              <a:t>提供了类，多态，异常处理，模板，标准类库</a:t>
            </a:r>
            <a:r>
              <a:rPr kumimoji="1" lang="zh-CN" altLang="en-US" sz="2400" b="1" i="0" u="none" strike="noStrike" kern="1200" cap="none" spc="0" normalizeH="0" baseline="0" noProof="0" dirty="0" smtClean="0">
                <a:ln>
                  <a:noFill/>
                </a:ln>
                <a:solidFill>
                  <a:schemeClr val="tx1"/>
                </a:solidFill>
                <a:effectLst/>
                <a:uLnTx/>
                <a:uFillTx/>
                <a:latin typeface="宋体" panose="02010600030101010101" pitchFamily="2" charset="-122"/>
                <a:ea typeface="黑体" panose="02010609060101010101" pitchFamily="49" charset="-122"/>
                <a:cs typeface="+mn-cs"/>
              </a:rPr>
              <a:t>等，</a:t>
            </a:r>
            <a:r>
              <a:rPr kumimoji="1" lang="en-US" altLang="zh-CN" sz="2400" b="1" i="0" u="none" strike="noStrike" kern="1200" cap="none" spc="0" normalizeH="0" baseline="0" noProof="0" dirty="0" smtClean="0">
                <a:ln>
                  <a:noFill/>
                </a:ln>
                <a:solidFill>
                  <a:schemeClr val="tx1"/>
                </a:solidFill>
                <a:effectLst/>
                <a:uLnTx/>
                <a:uFillTx/>
                <a:latin typeface="Arial Black" panose="020B0A04020102020204" pitchFamily="34" charset="0"/>
                <a:ea typeface="宋体" panose="02010600030101010101" pitchFamily="2" charset="-122"/>
                <a:cs typeface="+mn-cs"/>
              </a:rPr>
              <a:t>80</a:t>
            </a:r>
            <a:r>
              <a:rPr kumimoji="1" lang="zh-CN" altLang="en-US" sz="2400" b="1" i="0" u="none" strike="noStrike" kern="1200" cap="none" spc="0" normalizeH="0" baseline="0" noProof="0" dirty="0">
                <a:ln>
                  <a:noFill/>
                </a:ln>
                <a:solidFill>
                  <a:schemeClr val="tx1"/>
                </a:solidFill>
                <a:effectLst/>
                <a:uLnTx/>
                <a:uFillTx/>
                <a:latin typeface="Arial Black" panose="020B0A04020102020204" pitchFamily="34" charset="0"/>
                <a:ea typeface="宋体" panose="02010600030101010101" pitchFamily="2" charset="-122"/>
                <a:cs typeface="+mn-cs"/>
              </a:rPr>
              <a:t>年代初期</a:t>
            </a:r>
            <a:endParaRPr kumimoji="1" lang="en-US" altLang="zh-CN" sz="2400" b="1" i="0" u="none" strike="noStrike" kern="1200" cap="none" spc="0" normalizeH="0" baseline="0" noProof="0" dirty="0">
              <a:ln>
                <a:noFill/>
              </a:ln>
              <a:solidFill>
                <a:schemeClr val="tx1"/>
              </a:solidFill>
              <a:effectLst/>
              <a:uLnTx/>
              <a:uFillTx/>
              <a:latin typeface="Arial Black" panose="020B0A04020102020204" pitchFamily="34" charset="0"/>
              <a:ea typeface="宋体" panose="02010600030101010101" pitchFamily="2" charset="-122"/>
              <a:cs typeface="+mn-cs"/>
            </a:endParaRPr>
          </a:p>
          <a:p>
            <a:pPr marL="638175" marR="0" lvl="1" indent="-246380" algn="l" defTabSz="914400" rtl="0" eaLnBrk="1" fontAlgn="base" latinLnBrk="0" hangingPunct="1">
              <a:lnSpc>
                <a:spcPct val="120000"/>
              </a:lnSpc>
              <a:spcBef>
                <a:spcPct val="20000"/>
              </a:spcBef>
              <a:spcAft>
                <a:spcPct val="0"/>
              </a:spcAft>
              <a:buClr>
                <a:schemeClr val="accent1"/>
              </a:buClr>
              <a:buSzPct val="85000"/>
              <a:buFont typeface="Wingdings" panose="05000000000000000000" pitchFamily="2" charset="2"/>
              <a:buChar char="Ø"/>
              <a:tabLst>
                <a:tab pos="457200" algn="l"/>
              </a:tabLst>
              <a:defRPr/>
            </a:pPr>
            <a:endParaRPr kumimoji="1" lang="en-US" altLang="zh-CN" sz="2800" b="1" i="0" u="none" strike="noStrike" kern="1200" cap="none" spc="0" normalizeH="0" baseline="0" noProof="0" dirty="0">
              <a:ln>
                <a:noFill/>
              </a:ln>
              <a:solidFill>
                <a:schemeClr val="tx1"/>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Rectangle 5"/>
          <p:cNvSpPr>
            <a:spLocks noGrp="1"/>
          </p:cNvSpPr>
          <p:nvPr>
            <p:ph type="title" idx="4294967295"/>
          </p:nvPr>
        </p:nvSpPr>
        <p:spPr>
          <a:xfrm>
            <a:off x="422275" y="614363"/>
            <a:ext cx="6873875" cy="936625"/>
          </a:xfrm>
          <a:ln/>
        </p:spPr>
        <p:txBody>
          <a:bodyPr vert="horz" wrap="square" lIns="0" tIns="45610" rIns="0" bIns="0" anchor="b" anchorCtr="0"/>
          <a:p>
            <a:r>
              <a:rPr lang="zh-CN" altLang="en-US" b="1" dirty="0">
                <a:latin typeface="微软雅黑" panose="020B0503020204020204" pitchFamily="34" charset="-122"/>
                <a:ea typeface="微软雅黑" panose="020B0503020204020204" pitchFamily="34" charset="-122"/>
              </a:rPr>
              <a:t>常见的高级语言（</a:t>
            </a:r>
            <a:r>
              <a:rPr lang="en-US" altLang="zh-CN" b="1" dirty="0">
                <a:latin typeface="微软雅黑" panose="020B0503020204020204" pitchFamily="34" charset="-122"/>
                <a:ea typeface="微软雅黑" panose="020B0503020204020204" pitchFamily="34" charset="-122"/>
              </a:rPr>
              <a:t>2/3</a:t>
            </a:r>
            <a:r>
              <a:rPr lang="zh-CN" altLang="en-US" b="1" dirty="0">
                <a:latin typeface="微软雅黑" panose="020B0503020204020204" pitchFamily="34" charset="-122"/>
                <a:ea typeface="微软雅黑" panose="020B0503020204020204" pitchFamily="34" charset="-122"/>
              </a:rPr>
              <a:t>）</a:t>
            </a:r>
            <a:endParaRPr lang="zh-CN" altLang="en-US" b="1" dirty="0">
              <a:latin typeface="微软雅黑" panose="020B0503020204020204" pitchFamily="34" charset="-122"/>
              <a:ea typeface="微软雅黑" panose="020B0503020204020204" pitchFamily="34" charset="-122"/>
            </a:endParaRPr>
          </a:p>
        </p:txBody>
      </p:sp>
      <p:sp>
        <p:nvSpPr>
          <p:cNvPr id="81923" name="Text Box 6"/>
          <p:cNvSpPr txBox="1"/>
          <p:nvPr/>
        </p:nvSpPr>
        <p:spPr>
          <a:xfrm>
            <a:off x="303213" y="1825625"/>
            <a:ext cx="8586787" cy="4905375"/>
          </a:xfrm>
          <a:prstGeom prst="rect">
            <a:avLst/>
          </a:prstGeom>
          <a:noFill/>
          <a:ln w="9525">
            <a:noFill/>
          </a:ln>
        </p:spPr>
        <p:txBody>
          <a:bodyPr lIns="91212" tIns="45605" rIns="91212" bIns="45605">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638175" lvl="1" indent="-245745" defTabSz="914400" eaLnBrk="1" hangingPunct="1">
              <a:lnSpc>
                <a:spcPct val="120000"/>
              </a:lnSpc>
              <a:buFont typeface="Wingdings" panose="05000000000000000000" pitchFamily="2" charset="2"/>
              <a:buChar char="Ø"/>
              <a:tabLst>
                <a:tab pos="457200" algn="l"/>
              </a:tabLst>
            </a:pPr>
            <a:r>
              <a:rPr lang="en-US" altLang="zh-CN" b="1" dirty="0">
                <a:solidFill>
                  <a:srgbClr val="FF0000"/>
                </a:solidFill>
                <a:latin typeface="黑体" panose="02010609060101010101" pitchFamily="49" charset="-122"/>
              </a:rPr>
              <a:t>JAVA: </a:t>
            </a:r>
            <a:r>
              <a:rPr lang="zh-CN" altLang="en-US" b="1" dirty="0">
                <a:latin typeface="宋体" panose="02010600030101010101" pitchFamily="2" charset="-122"/>
                <a:ea typeface="黑体" panose="02010609060101010101" pitchFamily="49" charset="-122"/>
              </a:rPr>
              <a:t>一种面向对象的编程语言（</a:t>
            </a:r>
            <a:r>
              <a:rPr lang="zh-CN" altLang="en-US" b="1" dirty="0">
                <a:latin typeface="黑体" panose="02010609060101010101" pitchFamily="49" charset="-122"/>
              </a:rPr>
              <a:t>太阳公司）</a:t>
            </a:r>
            <a:r>
              <a:rPr lang="zh-CN" altLang="en-US" b="1" dirty="0">
                <a:latin typeface="宋体" panose="02010600030101010101" pitchFamily="2" charset="-122"/>
                <a:ea typeface="黑体" panose="02010609060101010101" pitchFamily="49" charset="-122"/>
              </a:rPr>
              <a:t>，其语法结构与</a:t>
            </a:r>
            <a:r>
              <a:rPr lang="en-US" altLang="zh-CN" b="1" dirty="0">
                <a:latin typeface="宋体" panose="02010600030101010101" pitchFamily="2" charset="-122"/>
                <a:ea typeface="黑体" panose="02010609060101010101" pitchFamily="49" charset="-122"/>
              </a:rPr>
              <a:t>C++</a:t>
            </a:r>
            <a:r>
              <a:rPr lang="zh-CN" altLang="en-US" b="1" dirty="0">
                <a:latin typeface="宋体" panose="02010600030101010101" pitchFamily="2" charset="-122"/>
                <a:ea typeface="黑体" panose="02010609060101010101" pitchFamily="49" charset="-122"/>
              </a:rPr>
              <a:t>类似。</a:t>
            </a:r>
            <a:r>
              <a:rPr lang="en-US" altLang="zh-CN" b="1" dirty="0">
                <a:solidFill>
                  <a:srgbClr val="FF0000"/>
                </a:solidFill>
                <a:latin typeface="宋体" panose="02010600030101010101" pitchFamily="2" charset="-122"/>
                <a:ea typeface="黑体" panose="02010609060101010101" pitchFamily="49" charset="-122"/>
              </a:rPr>
              <a:t>Java</a:t>
            </a:r>
            <a:r>
              <a:rPr lang="zh-CN" altLang="en-US" b="1" dirty="0">
                <a:solidFill>
                  <a:srgbClr val="FF0000"/>
                </a:solidFill>
                <a:latin typeface="宋体" panose="02010600030101010101" pitchFamily="2" charset="-122"/>
                <a:ea typeface="黑体" panose="02010609060101010101" pitchFamily="49" charset="-122"/>
              </a:rPr>
              <a:t>在虚拟机上运行，通过为不同的平台提供虚拟机，实现了</a:t>
            </a:r>
            <a:r>
              <a:rPr lang="en-US" altLang="zh-CN" b="1" dirty="0">
                <a:solidFill>
                  <a:srgbClr val="FF0000"/>
                </a:solidFill>
                <a:latin typeface="宋体" panose="02010600030101010101" pitchFamily="2" charset="-122"/>
                <a:ea typeface="黑体" panose="02010609060101010101" pitchFamily="49" charset="-122"/>
              </a:rPr>
              <a:t>Java</a:t>
            </a:r>
            <a:r>
              <a:rPr lang="zh-CN" altLang="en-US" b="1" dirty="0">
                <a:solidFill>
                  <a:srgbClr val="FF0000"/>
                </a:solidFill>
                <a:latin typeface="宋体" panose="02010600030101010101" pitchFamily="2" charset="-122"/>
                <a:ea typeface="黑体" panose="02010609060101010101" pitchFamily="49" charset="-122"/>
              </a:rPr>
              <a:t>跨平台的特性</a:t>
            </a:r>
            <a:r>
              <a:rPr lang="en-US" altLang="zh-CN" b="1" dirty="0">
                <a:solidFill>
                  <a:srgbClr val="FF0000"/>
                </a:solidFill>
                <a:latin typeface="宋体" panose="02010600030101010101" pitchFamily="2" charset="-122"/>
                <a:ea typeface="黑体" panose="02010609060101010101" pitchFamily="49" charset="-122"/>
              </a:rPr>
              <a:t>,1995</a:t>
            </a:r>
            <a:endParaRPr lang="zh-CN" altLang="en-US" b="1" dirty="0">
              <a:solidFill>
                <a:srgbClr val="FF0000"/>
              </a:solidFill>
              <a:latin typeface="宋体" panose="02010600030101010101" pitchFamily="2" charset="-122"/>
              <a:ea typeface="黑体" panose="02010609060101010101" pitchFamily="49" charset="-122"/>
            </a:endParaRPr>
          </a:p>
          <a:p>
            <a:pPr marL="638175" lvl="1" indent="-245745" defTabSz="914400" eaLnBrk="1" hangingPunct="1">
              <a:lnSpc>
                <a:spcPct val="120000"/>
              </a:lnSpc>
              <a:buFont typeface="Wingdings" panose="05000000000000000000" pitchFamily="2" charset="2"/>
              <a:buChar char="Ø"/>
              <a:tabLst>
                <a:tab pos="457200" algn="l"/>
              </a:tabLst>
            </a:pPr>
            <a:r>
              <a:rPr lang="en-US" altLang="zh-CN" b="1" dirty="0">
                <a:solidFill>
                  <a:srgbClr val="FF0000"/>
                </a:solidFill>
                <a:latin typeface="黑体" panose="02010609060101010101" pitchFamily="49" charset="-122"/>
              </a:rPr>
              <a:t>C#: </a:t>
            </a:r>
            <a:r>
              <a:rPr lang="zh-CN" altLang="en-US" b="1" dirty="0">
                <a:latin typeface="宋体" panose="02010600030101010101" pitchFamily="2" charset="-122"/>
                <a:ea typeface="黑体" panose="02010609060101010101" pitchFamily="49" charset="-122"/>
              </a:rPr>
              <a:t>语法与</a:t>
            </a:r>
            <a:r>
              <a:rPr lang="en-US" altLang="zh-CN" b="1" dirty="0">
                <a:latin typeface="宋体" panose="02010600030101010101" pitchFamily="2" charset="-122"/>
                <a:ea typeface="黑体" panose="02010609060101010101" pitchFamily="49" charset="-122"/>
              </a:rPr>
              <a:t>Java</a:t>
            </a:r>
            <a:r>
              <a:rPr lang="zh-CN" altLang="en-US" b="1" dirty="0">
                <a:latin typeface="宋体" panose="02010600030101010101" pitchFamily="2" charset="-122"/>
                <a:ea typeface="黑体" panose="02010609060101010101" pitchFamily="49" charset="-122"/>
              </a:rPr>
              <a:t>类似，是</a:t>
            </a:r>
            <a:r>
              <a:rPr lang="en-US" altLang="zh-CN" b="1" dirty="0">
                <a:latin typeface="宋体" panose="02010600030101010101" pitchFamily="2" charset="-122"/>
                <a:ea typeface="黑体" panose="02010609060101010101" pitchFamily="49" charset="-122"/>
              </a:rPr>
              <a:t>.Net</a:t>
            </a:r>
            <a:r>
              <a:rPr lang="zh-CN" altLang="en-US" b="1" dirty="0">
                <a:latin typeface="宋体" panose="02010600030101010101" pitchFamily="2" charset="-122"/>
                <a:ea typeface="黑体" panose="02010609060101010101" pitchFamily="49" charset="-122"/>
              </a:rPr>
              <a:t>平台上编程语言</a:t>
            </a:r>
            <a:r>
              <a:rPr lang="zh-CN" altLang="en-US" b="1" dirty="0">
                <a:latin typeface="黑体" panose="02010609060101010101" pitchFamily="49" charset="-122"/>
              </a:rPr>
              <a:t>（微软公司）</a:t>
            </a:r>
            <a:r>
              <a:rPr lang="en-US" altLang="zh-CN" b="1" dirty="0">
                <a:latin typeface="黑体" panose="02010609060101010101" pitchFamily="49" charset="-122"/>
              </a:rPr>
              <a:t>,</a:t>
            </a:r>
            <a:r>
              <a:rPr lang="en-US" altLang="zh-CN" b="1" dirty="0">
                <a:latin typeface="Arial Black" panose="020B0A04020102020204" pitchFamily="34" charset="0"/>
              </a:rPr>
              <a:t>2000</a:t>
            </a:r>
            <a:endParaRPr lang="en-US" altLang="zh-CN" b="1" dirty="0">
              <a:latin typeface="Arial Black" panose="020B0A04020102020204" pitchFamily="34" charset="0"/>
            </a:endParaRPr>
          </a:p>
          <a:p>
            <a:pPr marL="638175" lvl="1" indent="-245745" defTabSz="914400" eaLnBrk="1" hangingPunct="1">
              <a:lnSpc>
                <a:spcPct val="120000"/>
              </a:lnSpc>
              <a:buFont typeface="Wingdings" panose="05000000000000000000" pitchFamily="2" charset="2"/>
              <a:buChar char="Ø"/>
              <a:tabLst>
                <a:tab pos="457200" algn="l"/>
              </a:tabLst>
            </a:pPr>
            <a:r>
              <a:rPr lang="en-US" altLang="zh-CN" b="1" dirty="0">
                <a:solidFill>
                  <a:srgbClr val="FF0000"/>
                </a:solidFill>
                <a:latin typeface="Arial Black" panose="020B0A04020102020204" pitchFamily="34" charset="0"/>
                <a:ea typeface="黑体" panose="02010609060101010101" pitchFamily="49" charset="-122"/>
              </a:rPr>
              <a:t>Delphi</a:t>
            </a:r>
            <a:r>
              <a:rPr lang="en-US" altLang="zh-CN" b="1" dirty="0">
                <a:solidFill>
                  <a:schemeClr val="tx2"/>
                </a:solidFill>
                <a:latin typeface="Arial Black" panose="020B0A04020102020204" pitchFamily="34" charset="0"/>
                <a:ea typeface="黑体" panose="02010609060101010101" pitchFamily="49" charset="-122"/>
              </a:rPr>
              <a:t>: </a:t>
            </a:r>
            <a:r>
              <a:rPr lang="zh-CN" altLang="en-US" dirty="0">
                <a:latin typeface="黑体" panose="02010609060101010101" pitchFamily="49" charset="-122"/>
                <a:ea typeface="黑体" panose="02010609060101010101" pitchFamily="49" charset="-122"/>
              </a:rPr>
              <a:t>由传统</a:t>
            </a:r>
            <a:r>
              <a:rPr lang="en-US" altLang="zh-CN" dirty="0">
                <a:latin typeface="黑体" panose="02010609060101010101" pitchFamily="49" charset="-122"/>
                <a:ea typeface="黑体" panose="02010609060101010101" pitchFamily="49" charset="-122"/>
              </a:rPr>
              <a:t>Pascal</a:t>
            </a:r>
            <a:r>
              <a:rPr lang="zh-CN" altLang="en-US" dirty="0">
                <a:latin typeface="黑体" panose="02010609060101010101" pitchFamily="49" charset="-122"/>
                <a:ea typeface="黑体" panose="02010609060101010101" pitchFamily="49" charset="-122"/>
              </a:rPr>
              <a:t>语言发展而来的</a:t>
            </a:r>
            <a:r>
              <a:rPr lang="en-US" altLang="zh-CN" dirty="0">
                <a:latin typeface="黑体" panose="02010609060101010101" pitchFamily="49" charset="-122"/>
                <a:ea typeface="黑体" panose="02010609060101010101" pitchFamily="49" charset="-122"/>
              </a:rPr>
              <a:t>Object Pascal,</a:t>
            </a:r>
            <a:r>
              <a:rPr lang="zh-CN" altLang="en-US" b="1" dirty="0">
                <a:latin typeface="宋体" panose="02010600030101010101" pitchFamily="2" charset="-122"/>
                <a:ea typeface="黑体" panose="02010609060101010101" pitchFamily="49" charset="-122"/>
              </a:rPr>
              <a:t>支持面向过程、面向数据和面向对象的三种开发方法</a:t>
            </a:r>
            <a:r>
              <a:rPr lang="zh-CN" altLang="en-US" dirty="0">
                <a:latin typeface="宋体" panose="02010600030101010101" pitchFamily="2" charset="-122"/>
                <a:ea typeface="黑体" panose="02010609060101010101" pitchFamily="49" charset="-122"/>
              </a:rPr>
              <a:t>，</a:t>
            </a:r>
            <a:r>
              <a:rPr lang="en-US" altLang="zh-CN" dirty="0">
                <a:latin typeface="Arial Black" panose="020B0A04020102020204" pitchFamily="34" charset="0"/>
              </a:rPr>
              <a:t>1995</a:t>
            </a:r>
            <a:r>
              <a:rPr lang="zh-CN" altLang="en-US" dirty="0">
                <a:latin typeface="Arial Black" panose="020B0A04020102020204" pitchFamily="34" charset="0"/>
              </a:rPr>
              <a:t>，</a:t>
            </a:r>
            <a:r>
              <a:rPr lang="zh-CN" altLang="en-US" dirty="0">
                <a:latin typeface="宋体" panose="02010600030101010101" pitchFamily="2" charset="-122"/>
                <a:ea typeface="黑体" panose="02010609060101010101" pitchFamily="49" charset="-122"/>
              </a:rPr>
              <a:t>提供了大量的快速应用程序开发组件</a:t>
            </a:r>
            <a:endParaRPr lang="en-US" altLang="zh-CN" dirty="0">
              <a:latin typeface="Arial Black" panose="020B0A04020102020204" pitchFamily="34" charset="0"/>
            </a:endParaRPr>
          </a:p>
          <a:p>
            <a:pPr marL="638175" lvl="1" indent="-245745" defTabSz="914400" eaLnBrk="1" hangingPunct="1">
              <a:lnSpc>
                <a:spcPct val="120000"/>
              </a:lnSpc>
              <a:buFont typeface="Wingdings" panose="05000000000000000000" pitchFamily="2" charset="2"/>
              <a:buChar char="Ø"/>
              <a:tabLst>
                <a:tab pos="457200" algn="l"/>
              </a:tabLst>
            </a:pPr>
            <a:endParaRPr lang="en-US" altLang="zh-CN" b="1" dirty="0">
              <a:latin typeface="Arial Black" panose="020B0A04020102020204" pitchFamily="34" charset="0"/>
            </a:endParaRPr>
          </a:p>
          <a:p>
            <a:pPr marL="638175" lvl="1" indent="-245745" defTabSz="914400" eaLnBrk="1" hangingPunct="1">
              <a:lnSpc>
                <a:spcPct val="120000"/>
              </a:lnSpc>
              <a:buFont typeface="Wingdings" panose="05000000000000000000" pitchFamily="2" charset="2"/>
              <a:buChar char="Ø"/>
              <a:tabLst>
                <a:tab pos="457200" algn="l"/>
              </a:tabLst>
            </a:pPr>
            <a:endParaRPr lang="en-US" altLang="zh-CN" sz="2800" b="1" dirty="0">
              <a:latin typeface="黑体" panose="02010609060101010101" pitchFamily="49" charset="-122"/>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Rectangle 5"/>
          <p:cNvSpPr>
            <a:spLocks noGrp="1"/>
          </p:cNvSpPr>
          <p:nvPr>
            <p:ph type="title" idx="4294967295"/>
          </p:nvPr>
        </p:nvSpPr>
        <p:spPr>
          <a:xfrm>
            <a:off x="422275" y="614363"/>
            <a:ext cx="6873875" cy="936625"/>
          </a:xfrm>
          <a:ln/>
        </p:spPr>
        <p:txBody>
          <a:bodyPr vert="horz" wrap="square" lIns="0" tIns="45610" rIns="0" bIns="0" anchor="b" anchorCtr="0"/>
          <a:p>
            <a:r>
              <a:rPr lang="zh-CN" altLang="en-US" b="1" dirty="0">
                <a:latin typeface="微软雅黑" panose="020B0503020204020204" pitchFamily="34" charset="-122"/>
                <a:ea typeface="微软雅黑" panose="020B0503020204020204" pitchFamily="34" charset="-122"/>
              </a:rPr>
              <a:t>常见的高级语言（</a:t>
            </a:r>
            <a:r>
              <a:rPr lang="en-US" altLang="zh-CN" b="1" dirty="0">
                <a:latin typeface="微软雅黑" panose="020B0503020204020204" pitchFamily="34" charset="-122"/>
                <a:ea typeface="微软雅黑" panose="020B0503020204020204" pitchFamily="34" charset="-122"/>
              </a:rPr>
              <a:t>3/3</a:t>
            </a:r>
            <a:r>
              <a:rPr lang="zh-CN" altLang="en-US" b="1" dirty="0">
                <a:latin typeface="微软雅黑" panose="020B0503020204020204" pitchFamily="34" charset="-122"/>
                <a:ea typeface="微软雅黑" panose="020B0503020204020204" pitchFamily="34" charset="-122"/>
              </a:rPr>
              <a:t>）</a:t>
            </a:r>
            <a:endParaRPr lang="zh-CN" altLang="en-US" b="1" dirty="0">
              <a:latin typeface="微软雅黑" panose="020B0503020204020204" pitchFamily="34" charset="-122"/>
              <a:ea typeface="微软雅黑" panose="020B0503020204020204" pitchFamily="34" charset="-122"/>
            </a:endParaRPr>
          </a:p>
        </p:txBody>
      </p:sp>
      <p:sp>
        <p:nvSpPr>
          <p:cNvPr id="82947" name="Text Box 6"/>
          <p:cNvSpPr txBox="1"/>
          <p:nvPr/>
        </p:nvSpPr>
        <p:spPr>
          <a:xfrm>
            <a:off x="22225" y="1825625"/>
            <a:ext cx="9153525" cy="2530475"/>
          </a:xfrm>
          <a:prstGeom prst="rect">
            <a:avLst/>
          </a:prstGeom>
          <a:noFill/>
          <a:ln w="9525">
            <a:noFill/>
          </a:ln>
        </p:spPr>
        <p:txBody>
          <a:bodyPr lIns="91212" tIns="45605" rIns="91212" bIns="45605">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638175" lvl="1" indent="-245745" defTabSz="914400" eaLnBrk="1" hangingPunct="1">
              <a:lnSpc>
                <a:spcPct val="120000"/>
              </a:lnSpc>
              <a:buFont typeface="Wingdings" panose="05000000000000000000" pitchFamily="2" charset="2"/>
              <a:buChar char="Ø"/>
              <a:tabLst>
                <a:tab pos="457200" algn="l"/>
              </a:tabLst>
            </a:pPr>
            <a:r>
              <a:rPr lang="en-US" altLang="zh-CN" b="1" dirty="0">
                <a:solidFill>
                  <a:srgbClr val="FF0000"/>
                </a:solidFill>
                <a:latin typeface="Arial Black" panose="020B0A04020102020204" pitchFamily="34" charset="0"/>
              </a:rPr>
              <a:t>Perl: </a:t>
            </a:r>
            <a:r>
              <a:rPr lang="en-US" altLang="zh-CN" b="1" dirty="0">
                <a:latin typeface="Arial Black" panose="020B0A04020102020204" pitchFamily="34" charset="0"/>
              </a:rPr>
              <a:t>linux/unix</a:t>
            </a:r>
            <a:r>
              <a:rPr lang="zh-CN" altLang="en-US" b="1" dirty="0">
                <a:latin typeface="Arial Black" panose="020B0A04020102020204" pitchFamily="34" charset="0"/>
              </a:rPr>
              <a:t>下的脚本语言</a:t>
            </a:r>
            <a:r>
              <a:rPr lang="en-US" altLang="zh-CN" b="1" dirty="0">
                <a:latin typeface="Arial Black" panose="020B0A04020102020204" pitchFamily="34" charset="0"/>
              </a:rPr>
              <a:t>,1987</a:t>
            </a:r>
            <a:endParaRPr lang="en-US" altLang="zh-CN" b="1" dirty="0">
              <a:latin typeface="Arial Black" panose="020B0A04020102020204" pitchFamily="34" charset="0"/>
            </a:endParaRPr>
          </a:p>
          <a:p>
            <a:pPr marL="638175" lvl="1" indent="-245745" defTabSz="914400" eaLnBrk="1" hangingPunct="1">
              <a:lnSpc>
                <a:spcPct val="120000"/>
              </a:lnSpc>
              <a:buFont typeface="Wingdings" panose="05000000000000000000" pitchFamily="2" charset="2"/>
              <a:buChar char="Ø"/>
              <a:tabLst>
                <a:tab pos="457200" algn="l"/>
              </a:tabLst>
            </a:pPr>
            <a:r>
              <a:rPr lang="en-US" altLang="zh-CN" b="1" dirty="0">
                <a:solidFill>
                  <a:srgbClr val="FF0000"/>
                </a:solidFill>
                <a:latin typeface="Arial Black" panose="020B0A04020102020204" pitchFamily="34" charset="0"/>
              </a:rPr>
              <a:t>Python: </a:t>
            </a:r>
            <a:r>
              <a:rPr lang="zh-CN" altLang="en-US" b="1" dirty="0">
                <a:latin typeface="黑体" panose="02010609060101010101" pitchFamily="49" charset="-122"/>
                <a:ea typeface="黑体" panose="02010609060101010101" pitchFamily="49" charset="-122"/>
              </a:rPr>
              <a:t>一种面向对象、直译式语言，语法简洁</a:t>
            </a:r>
            <a:r>
              <a:rPr lang="en-US" altLang="zh-CN" b="1" dirty="0">
                <a:latin typeface="黑体" panose="02010609060101010101" pitchFamily="49" charset="-122"/>
                <a:ea typeface="黑体" panose="02010609060101010101" pitchFamily="49" charset="-122"/>
              </a:rPr>
              <a:t>,</a:t>
            </a:r>
            <a:r>
              <a:rPr lang="en-US" altLang="zh-CN" b="1" dirty="0">
                <a:latin typeface="Arial Black" panose="020B0A04020102020204" pitchFamily="34" charset="0"/>
              </a:rPr>
              <a:t>1991</a:t>
            </a:r>
            <a:endParaRPr lang="en-US" altLang="zh-CN" b="1" dirty="0">
              <a:latin typeface="Arial Black" panose="020B0A04020102020204" pitchFamily="34" charset="0"/>
            </a:endParaRPr>
          </a:p>
          <a:p>
            <a:pPr marL="638175" lvl="1" indent="-245745" defTabSz="914400" eaLnBrk="1" hangingPunct="1">
              <a:lnSpc>
                <a:spcPct val="120000"/>
              </a:lnSpc>
              <a:buFont typeface="Wingdings" panose="05000000000000000000" pitchFamily="2" charset="2"/>
              <a:buChar char="Ø"/>
              <a:tabLst>
                <a:tab pos="457200" algn="l"/>
              </a:tabLst>
            </a:pPr>
            <a:r>
              <a:rPr lang="en-US" altLang="zh-CN" b="1" dirty="0">
                <a:solidFill>
                  <a:srgbClr val="FF0000"/>
                </a:solidFill>
                <a:latin typeface="Arial Black" panose="020B0A04020102020204" pitchFamily="34" charset="0"/>
              </a:rPr>
              <a:t>Ruby: </a:t>
            </a:r>
            <a:r>
              <a:rPr lang="zh-CN" altLang="en-US" b="1" dirty="0">
                <a:latin typeface="黑体" panose="02010609060101010101" pitchFamily="49" charset="-122"/>
                <a:ea typeface="黑体" panose="02010609060101010101" pitchFamily="49" charset="-122"/>
              </a:rPr>
              <a:t>一种为简单快捷的面向对象编程的脚本语言</a:t>
            </a:r>
            <a:r>
              <a:rPr lang="en-US" altLang="zh-CN" b="1" dirty="0">
                <a:latin typeface="黑体" panose="02010609060101010101" pitchFamily="49" charset="-122"/>
                <a:ea typeface="黑体" panose="02010609060101010101" pitchFamily="49" charset="-122"/>
              </a:rPr>
              <a:t>,</a:t>
            </a:r>
            <a:r>
              <a:rPr lang="en-US" altLang="zh-CN" b="1" dirty="0">
                <a:latin typeface="Arial Black" panose="020B0A04020102020204" pitchFamily="34" charset="0"/>
              </a:rPr>
              <a:t>1995</a:t>
            </a:r>
            <a:endParaRPr lang="en-US" altLang="zh-CN" b="1" dirty="0">
              <a:latin typeface="Arial Black" panose="020B0A04020102020204" pitchFamily="34" charset="0"/>
            </a:endParaRPr>
          </a:p>
          <a:p>
            <a:pPr marL="638175" lvl="1" indent="-245745" defTabSz="914400" eaLnBrk="1" hangingPunct="1">
              <a:lnSpc>
                <a:spcPct val="120000"/>
              </a:lnSpc>
              <a:buFont typeface="Wingdings" panose="05000000000000000000" pitchFamily="2" charset="2"/>
              <a:buChar char="Ø"/>
              <a:tabLst>
                <a:tab pos="457200" algn="l"/>
              </a:tabLst>
            </a:pPr>
            <a:r>
              <a:rPr lang="en-US" altLang="zh-CN" b="1" dirty="0">
                <a:solidFill>
                  <a:srgbClr val="FF0000"/>
                </a:solidFill>
                <a:latin typeface="Arial Black" panose="020B0A04020102020204" pitchFamily="34" charset="0"/>
              </a:rPr>
              <a:t>Php: </a:t>
            </a:r>
            <a:r>
              <a:rPr lang="zh-CN" altLang="en-US" b="1" dirty="0">
                <a:latin typeface="黑体" panose="02010609060101010101" pitchFamily="49" charset="-122"/>
                <a:ea typeface="黑体" panose="02010609060101010101" pitchFamily="49" charset="-122"/>
              </a:rPr>
              <a:t>一种 </a:t>
            </a:r>
            <a:r>
              <a:rPr lang="en-US" altLang="zh-CN" b="1" dirty="0">
                <a:latin typeface="黑体" panose="02010609060101010101" pitchFamily="49" charset="-122"/>
                <a:ea typeface="黑体" panose="02010609060101010101" pitchFamily="49" charset="-122"/>
              </a:rPr>
              <a:t>HTML </a:t>
            </a:r>
            <a:r>
              <a:rPr lang="zh-CN" altLang="en-US" b="1" dirty="0">
                <a:latin typeface="黑体" panose="02010609060101010101" pitchFamily="49" charset="-122"/>
                <a:ea typeface="黑体" panose="02010609060101010101" pitchFamily="49" charset="-122"/>
              </a:rPr>
              <a:t>内嵌式的脚本语言，语言的风格有类似于</a:t>
            </a:r>
            <a:r>
              <a:rPr lang="en-US" altLang="zh-CN" b="1" dirty="0">
                <a:latin typeface="黑体" panose="02010609060101010101" pitchFamily="49" charset="-122"/>
                <a:ea typeface="黑体" panose="02010609060101010101" pitchFamily="49" charset="-122"/>
              </a:rPr>
              <a:t>C</a:t>
            </a:r>
            <a:r>
              <a:rPr lang="zh-CN" altLang="en-US" b="1" dirty="0">
                <a:latin typeface="黑体" panose="02010609060101010101" pitchFamily="49" charset="-122"/>
                <a:ea typeface="黑体" panose="02010609060101010101" pitchFamily="49" charset="-122"/>
              </a:rPr>
              <a:t>语言</a:t>
            </a:r>
            <a:r>
              <a:rPr lang="en-US" altLang="zh-CN" b="1" dirty="0">
                <a:latin typeface="黑体" panose="02010609060101010101" pitchFamily="49" charset="-122"/>
                <a:ea typeface="黑体" panose="02010609060101010101" pitchFamily="49" charset="-122"/>
              </a:rPr>
              <a:t>,</a:t>
            </a:r>
            <a:r>
              <a:rPr lang="en-US" altLang="zh-CN" b="1" dirty="0">
                <a:latin typeface="Arial Black" panose="020B0A04020102020204" pitchFamily="34" charset="0"/>
              </a:rPr>
              <a:t>1995</a:t>
            </a:r>
            <a:endParaRPr lang="en-US" altLang="zh-CN" b="1" dirty="0">
              <a:latin typeface="Arial Black" panose="020B0A04020102020204" pitchFamily="34" charset="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标题 1"/>
          <p:cNvSpPr>
            <a:spLocks noGrp="1"/>
          </p:cNvSpPr>
          <p:nvPr>
            <p:ph type="title"/>
          </p:nvPr>
        </p:nvSpPr>
        <p:spPr>
          <a:xfrm>
            <a:off x="166688" y="109538"/>
            <a:ext cx="7056437" cy="1216025"/>
          </a:xfrm>
          <a:ln/>
        </p:spPr>
        <p:txBody>
          <a:bodyPr vert="horz" wrap="square" lIns="0" tIns="45610" rIns="0" bIns="0" anchor="b" anchorCtr="0"/>
          <a:p>
            <a:r>
              <a:rPr lang="zh-CN" altLang="en-US" b="1" dirty="0">
                <a:latin typeface="微软雅黑" panose="020B0503020204020204" pitchFamily="34" charset="-122"/>
                <a:ea typeface="微软雅黑" panose="020B0503020204020204" pitchFamily="34" charset="-122"/>
              </a:rPr>
              <a:t>参考阅读</a:t>
            </a:r>
            <a:endParaRPr lang="zh-CN" altLang="en-US" b="1" dirty="0">
              <a:latin typeface="微软雅黑" panose="020B0503020204020204" pitchFamily="34" charset="-122"/>
              <a:ea typeface="微软雅黑" panose="020B0503020204020204" pitchFamily="34" charset="-122"/>
            </a:endParaRPr>
          </a:p>
        </p:txBody>
      </p:sp>
      <p:sp>
        <p:nvSpPr>
          <p:cNvPr id="92163" name="内容占位符 2"/>
          <p:cNvSpPr>
            <a:spLocks noGrp="1"/>
          </p:cNvSpPr>
          <p:nvPr>
            <p:ph idx="1"/>
          </p:nvPr>
        </p:nvSpPr>
        <p:spPr>
          <a:xfrm>
            <a:off x="34925" y="1312863"/>
            <a:ext cx="8993188" cy="5278438"/>
          </a:xfrm>
        </p:spPr>
        <p:txBody>
          <a:bodyPr vert="horz" wrap="square" lIns="91221" tIns="45610" rIns="91221" bIns="45610" numCol="1" anchor="t" anchorCtr="0" compatLnSpc="1"/>
          <a:lstStyle/>
          <a:p>
            <a:pPr marL="638175" marR="0" lvl="1" indent="-246380" algn="l" defTabSz="914400" rtl="0" eaLnBrk="1" fontAlgn="base" latinLnBrk="0" hangingPunct="1">
              <a:lnSpc>
                <a:spcPct val="120000"/>
              </a:lnSpc>
              <a:spcBef>
                <a:spcPct val="20000"/>
              </a:spcBef>
              <a:spcAft>
                <a:spcPct val="0"/>
              </a:spcAft>
              <a:buClr>
                <a:schemeClr val="accent1"/>
              </a:buClr>
              <a:buSzPct val="85000"/>
              <a:buFont typeface="Wingdings" panose="05000000000000000000" pitchFamily="2" charset="2"/>
              <a:buChar char="Ø"/>
              <a:tabLst>
                <a:tab pos="457200" algn="l"/>
              </a:tabLst>
              <a:defRPr/>
            </a:pPr>
            <a:r>
              <a:rPr kumimoji="1" lang="zh-CN" altLang="en-US" sz="2400" b="1" i="0" u="none" strike="noStrike" kern="1200" cap="none" spc="0" normalizeH="0" baseline="0" noProof="0" dirty="0">
                <a:ln>
                  <a:noFill/>
                </a:ln>
                <a:solidFill>
                  <a:srgbClr val="FF0000"/>
                </a:solidFill>
                <a:effectLst/>
                <a:uLnTx/>
                <a:uFillTx/>
                <a:latin typeface="Arial Black" panose="020B0A04020102020204" pitchFamily="34" charset="0"/>
                <a:ea typeface="宋体" panose="02010600030101010101" pitchFamily="2" charset="-122"/>
                <a:cs typeface="+mn-cs"/>
              </a:rPr>
              <a:t>假如编程语言是私家车</a:t>
            </a:r>
            <a:endParaRPr kumimoji="1" lang="en-US" altLang="zh-CN" sz="2400" b="1" i="0" u="none" strike="noStrike" kern="1200" cap="none" spc="0" normalizeH="0" baseline="0" noProof="0" dirty="0">
              <a:ln>
                <a:noFill/>
              </a:ln>
              <a:solidFill>
                <a:srgbClr val="FF0000"/>
              </a:solidFill>
              <a:effectLst/>
              <a:uLnTx/>
              <a:uFillTx/>
              <a:latin typeface="Arial Black" panose="020B0A04020102020204" pitchFamily="34" charset="0"/>
              <a:ea typeface="宋体" panose="02010600030101010101" pitchFamily="2" charset="-122"/>
              <a:cs typeface="+mn-cs"/>
            </a:endParaRPr>
          </a:p>
          <a:p>
            <a:pPr marL="391795" marR="0" lvl="1" indent="0" algn="l" defTabSz="914400" rtl="0" eaLnBrk="1" fontAlgn="base" latinLnBrk="0" hangingPunct="1">
              <a:lnSpc>
                <a:spcPct val="120000"/>
              </a:lnSpc>
              <a:spcBef>
                <a:spcPct val="20000"/>
              </a:spcBef>
              <a:spcAft>
                <a:spcPct val="0"/>
              </a:spcAft>
              <a:buClr>
                <a:schemeClr val="accent1"/>
              </a:buClr>
              <a:buSzPct val="85000"/>
              <a:buFont typeface="Wingdings 2" panose="05020102010507070707" pitchFamily="18" charset="2"/>
              <a:buNone/>
              <a:tabLst>
                <a:tab pos="457200" algn="l"/>
              </a:tabLst>
              <a:defRPr/>
            </a:pPr>
            <a:r>
              <a:rPr kumimoji="1" lang="en-US" altLang="zh-CN" sz="2400" b="1" i="0" u="none" strike="noStrike" kern="1200" cap="none" spc="0" normalizeH="0" baseline="0" noProof="0" dirty="0" smtClean="0">
                <a:ln>
                  <a:noFill/>
                </a:ln>
                <a:solidFill>
                  <a:srgbClr val="FF0000"/>
                </a:solidFill>
                <a:effectLst/>
                <a:uLnTx/>
                <a:uFillTx/>
                <a:latin typeface="Arial Black" panose="020B0A04020102020204" pitchFamily="34" charset="0"/>
                <a:ea typeface="宋体" panose="02010600030101010101" pitchFamily="2" charset="-122"/>
                <a:cs typeface="+mn-cs"/>
              </a:rPr>
              <a:t> </a:t>
            </a:r>
            <a:r>
              <a:rPr kumimoji="1" lang="en-US" altLang="zh-CN" sz="2400" b="1" i="0" u="none" strike="noStrike" kern="1200" cap="none" spc="0" normalizeH="0" baseline="0" noProof="0" dirty="0" smtClean="0">
                <a:ln>
                  <a:noFill/>
                </a:ln>
                <a:solidFill>
                  <a:schemeClr val="tx1"/>
                </a:solidFill>
                <a:effectLst/>
                <a:uLnTx/>
                <a:uFillTx/>
                <a:latin typeface="Arial Black" panose="020B0A04020102020204" pitchFamily="34" charset="0"/>
                <a:ea typeface="宋体" panose="02010600030101010101" pitchFamily="2" charset="-122"/>
                <a:cs typeface="+mn-cs"/>
              </a:rPr>
              <a:t>http</a:t>
            </a:r>
            <a:r>
              <a:rPr kumimoji="1" lang="en-US" altLang="zh-CN" sz="2400" b="1" i="0" u="none" strike="noStrike" kern="1200" cap="none" spc="0" normalizeH="0" baseline="0" noProof="0" dirty="0">
                <a:ln>
                  <a:noFill/>
                </a:ln>
                <a:solidFill>
                  <a:schemeClr val="tx1"/>
                </a:solidFill>
                <a:effectLst/>
                <a:uLnTx/>
                <a:uFillTx/>
                <a:latin typeface="Arial Black" panose="020B0A04020102020204" pitchFamily="34" charset="0"/>
                <a:ea typeface="宋体" panose="02010600030101010101" pitchFamily="2" charset="-122"/>
                <a:cs typeface="+mn-cs"/>
              </a:rPr>
              <a:t>://dev.yesky.com/275/8112275.shtml</a:t>
            </a:r>
            <a:endParaRPr kumimoji="1" lang="en-US" altLang="zh-CN" sz="2400" b="1" i="0" u="none" strike="noStrike" kern="1200" cap="none" spc="0" normalizeH="0" baseline="0" noProof="0" dirty="0">
              <a:ln>
                <a:noFill/>
              </a:ln>
              <a:solidFill>
                <a:schemeClr val="tx1"/>
              </a:solidFill>
              <a:effectLst/>
              <a:uLnTx/>
              <a:uFillTx/>
              <a:latin typeface="Arial Black" panose="020B0A04020102020204" pitchFamily="34" charset="0"/>
              <a:ea typeface="宋体" panose="02010600030101010101" pitchFamily="2" charset="-122"/>
              <a:cs typeface="+mn-cs"/>
            </a:endParaRPr>
          </a:p>
          <a:p>
            <a:pPr marL="638175" marR="0" lvl="1" indent="-246380" algn="l" defTabSz="914400" rtl="0" eaLnBrk="1" fontAlgn="base" latinLnBrk="0" hangingPunct="1">
              <a:lnSpc>
                <a:spcPct val="120000"/>
              </a:lnSpc>
              <a:spcBef>
                <a:spcPct val="20000"/>
              </a:spcBef>
              <a:spcAft>
                <a:spcPct val="0"/>
              </a:spcAft>
              <a:buClr>
                <a:schemeClr val="accent1"/>
              </a:buClr>
              <a:buSzPct val="85000"/>
              <a:buFont typeface="Wingdings" panose="05000000000000000000" pitchFamily="2" charset="2"/>
              <a:buChar char="Ø"/>
              <a:tabLst>
                <a:tab pos="457200" algn="l"/>
              </a:tabLst>
              <a:defRPr/>
            </a:pPr>
            <a:r>
              <a:rPr kumimoji="1" lang="zh-CN" altLang="en-US" sz="2400" b="1" i="0" u="none" strike="noStrike" kern="1200" cap="none" spc="0" normalizeH="0" baseline="0" noProof="0" dirty="0">
                <a:ln>
                  <a:noFill/>
                </a:ln>
                <a:solidFill>
                  <a:srgbClr val="FF0000"/>
                </a:solidFill>
                <a:effectLst/>
                <a:uLnTx/>
                <a:uFillTx/>
                <a:latin typeface="Arial Black" panose="020B0A04020102020204" pitchFamily="34" charset="0"/>
                <a:ea typeface="宋体" panose="02010600030101010101" pitchFamily="2" charset="-122"/>
                <a:cs typeface="+mn-cs"/>
              </a:rPr>
              <a:t>假如编程语言是一把刀</a:t>
            </a:r>
            <a:endParaRPr kumimoji="1" lang="en-US" altLang="zh-CN" sz="2400" b="1" i="0" u="none" strike="noStrike" kern="1200" cap="none" spc="0" normalizeH="0" baseline="0" noProof="0" dirty="0">
              <a:ln>
                <a:noFill/>
              </a:ln>
              <a:solidFill>
                <a:srgbClr val="FF0000"/>
              </a:solidFill>
              <a:effectLst/>
              <a:uLnTx/>
              <a:uFillTx/>
              <a:latin typeface="Arial Black" panose="020B0A04020102020204" pitchFamily="34" charset="0"/>
              <a:ea typeface="宋体" panose="02010600030101010101" pitchFamily="2" charset="-122"/>
              <a:cs typeface="+mn-cs"/>
            </a:endParaRPr>
          </a:p>
          <a:p>
            <a:pPr marL="391795" marR="0" lvl="1" indent="0" algn="l" defTabSz="914400" rtl="0" eaLnBrk="1" fontAlgn="base" latinLnBrk="0" hangingPunct="1">
              <a:lnSpc>
                <a:spcPct val="120000"/>
              </a:lnSpc>
              <a:spcBef>
                <a:spcPct val="20000"/>
              </a:spcBef>
              <a:spcAft>
                <a:spcPct val="0"/>
              </a:spcAft>
              <a:buClr>
                <a:schemeClr val="accent1"/>
              </a:buClr>
              <a:buSzPct val="85000"/>
              <a:buFont typeface="Wingdings 2" panose="05020102010507070707" pitchFamily="18" charset="2"/>
              <a:buNone/>
              <a:tabLst>
                <a:tab pos="457200" algn="l"/>
              </a:tabLst>
              <a:defRPr/>
            </a:pPr>
            <a:r>
              <a:rPr kumimoji="1" lang="en-US" altLang="zh-CN" sz="2400" b="1" i="0" u="none" strike="noStrike" kern="1200" cap="none" spc="0" normalizeH="0" baseline="0" noProof="0" dirty="0" smtClean="0">
                <a:ln>
                  <a:noFill/>
                </a:ln>
                <a:solidFill>
                  <a:srgbClr val="FF0000"/>
                </a:solidFill>
                <a:effectLst/>
                <a:uLnTx/>
                <a:uFillTx/>
                <a:latin typeface="Arial Black" panose="020B0A04020102020204" pitchFamily="34" charset="0"/>
                <a:ea typeface="宋体" panose="02010600030101010101" pitchFamily="2" charset="-122"/>
                <a:cs typeface="+mn-cs"/>
              </a:rPr>
              <a:t>  </a:t>
            </a:r>
            <a:r>
              <a:rPr kumimoji="1" lang="en-US" altLang="zh-CN" sz="2400" b="1" i="0" u="none" strike="noStrike" kern="1200" cap="none" spc="0" normalizeH="0" baseline="0" noProof="0" dirty="0" smtClean="0">
                <a:ln>
                  <a:noFill/>
                </a:ln>
                <a:solidFill>
                  <a:schemeClr val="tx1"/>
                </a:solidFill>
                <a:effectLst/>
                <a:uLnTx/>
                <a:uFillTx/>
                <a:latin typeface="Arial Black" panose="020B0A04020102020204" pitchFamily="34" charset="0"/>
                <a:ea typeface="宋体" panose="02010600030101010101" pitchFamily="2" charset="-122"/>
                <a:cs typeface="+mn-cs"/>
              </a:rPr>
              <a:t>http</a:t>
            </a:r>
            <a:r>
              <a:rPr kumimoji="1" lang="en-US" altLang="zh-CN" sz="2400" b="1" i="0" u="none" strike="noStrike" kern="1200" cap="none" spc="0" normalizeH="0" baseline="0" noProof="0" dirty="0">
                <a:ln>
                  <a:noFill/>
                </a:ln>
                <a:solidFill>
                  <a:schemeClr val="tx1"/>
                </a:solidFill>
                <a:effectLst/>
                <a:uLnTx/>
                <a:uFillTx/>
                <a:latin typeface="Arial Black" panose="020B0A04020102020204" pitchFamily="34" charset="0"/>
                <a:ea typeface="宋体" panose="02010600030101010101" pitchFamily="2" charset="-122"/>
                <a:cs typeface="+mn-cs"/>
              </a:rPr>
              <a:t>://</a:t>
            </a:r>
            <a:r>
              <a:rPr kumimoji="1" lang="en-US" altLang="zh-CN" sz="2400" b="1" i="0" u="none" strike="noStrike" kern="1200" cap="none" spc="0" normalizeH="0" baseline="0" noProof="0" dirty="0" smtClean="0">
                <a:ln>
                  <a:noFill/>
                </a:ln>
                <a:solidFill>
                  <a:schemeClr val="tx1"/>
                </a:solidFill>
                <a:effectLst/>
                <a:uLnTx/>
                <a:uFillTx/>
                <a:latin typeface="Arial Black" panose="020B0A04020102020204" pitchFamily="34" charset="0"/>
                <a:ea typeface="宋体" panose="02010600030101010101" pitchFamily="2" charset="-122"/>
                <a:cs typeface="+mn-cs"/>
              </a:rPr>
              <a:t>tech.ddvip.com/2012-07/1342932451178729.html</a:t>
            </a:r>
            <a:endParaRPr kumimoji="1" lang="en-US" altLang="zh-CN" sz="2400" b="1" i="0" u="none" strike="noStrike" kern="1200" cap="none" spc="0" normalizeH="0" baseline="0" noProof="0" dirty="0">
              <a:ln>
                <a:noFill/>
              </a:ln>
              <a:solidFill>
                <a:schemeClr val="tx1"/>
              </a:solidFill>
              <a:effectLst/>
              <a:uLnTx/>
              <a:uFillTx/>
              <a:latin typeface="Arial Black" panose="020B0A04020102020204" pitchFamily="34" charset="0"/>
              <a:ea typeface="宋体" panose="02010600030101010101" pitchFamily="2" charset="-122"/>
              <a:cs typeface="+mn-cs"/>
            </a:endParaRPr>
          </a:p>
          <a:p>
            <a:pPr marL="638175" marR="0" lvl="1" indent="-246380" algn="l" defTabSz="914400" rtl="0" eaLnBrk="1" fontAlgn="base" latinLnBrk="0" hangingPunct="1">
              <a:lnSpc>
                <a:spcPct val="120000"/>
              </a:lnSpc>
              <a:spcBef>
                <a:spcPct val="20000"/>
              </a:spcBef>
              <a:spcAft>
                <a:spcPct val="0"/>
              </a:spcAft>
              <a:buClr>
                <a:schemeClr val="accent1"/>
              </a:buClr>
              <a:buSzPct val="85000"/>
              <a:buFont typeface="Wingdings" panose="05000000000000000000" pitchFamily="2" charset="2"/>
              <a:buChar char="Ø"/>
              <a:tabLst>
                <a:tab pos="457200" algn="l"/>
              </a:tabLst>
              <a:defRPr/>
            </a:pPr>
            <a:r>
              <a:rPr kumimoji="1" lang="zh-CN" altLang="en-US" sz="2400" b="1" i="0" u="none" strike="noStrike" kern="1200" cap="none" spc="0" normalizeH="0" baseline="0" noProof="0" dirty="0">
                <a:ln>
                  <a:noFill/>
                </a:ln>
                <a:solidFill>
                  <a:srgbClr val="FF0000"/>
                </a:solidFill>
                <a:effectLst/>
                <a:uLnTx/>
                <a:uFillTx/>
                <a:latin typeface="Arial Black" panose="020B0A04020102020204" pitchFamily="34" charset="0"/>
                <a:ea typeface="宋体" panose="02010600030101010101" pitchFamily="2" charset="-122"/>
                <a:cs typeface="+mn-cs"/>
              </a:rPr>
              <a:t>假如编程语言是宗教</a:t>
            </a:r>
            <a:endParaRPr kumimoji="1" lang="en-US" altLang="zh-CN" sz="2400" b="1" i="0" u="none" strike="noStrike" kern="1200" cap="none" spc="0" normalizeH="0" baseline="0" noProof="0" dirty="0">
              <a:ln>
                <a:noFill/>
              </a:ln>
              <a:solidFill>
                <a:srgbClr val="FF0000"/>
              </a:solidFill>
              <a:effectLst/>
              <a:uLnTx/>
              <a:uFillTx/>
              <a:latin typeface="Arial Black" panose="020B0A04020102020204" pitchFamily="34" charset="0"/>
              <a:ea typeface="宋体" panose="02010600030101010101" pitchFamily="2" charset="-122"/>
              <a:cs typeface="+mn-cs"/>
            </a:endParaRPr>
          </a:p>
          <a:p>
            <a:pPr marL="391795" marR="0" lvl="1" indent="0" algn="l" defTabSz="914400" rtl="0" eaLnBrk="1" fontAlgn="base" latinLnBrk="0" hangingPunct="1">
              <a:lnSpc>
                <a:spcPct val="120000"/>
              </a:lnSpc>
              <a:spcBef>
                <a:spcPct val="20000"/>
              </a:spcBef>
              <a:spcAft>
                <a:spcPct val="0"/>
              </a:spcAft>
              <a:buClr>
                <a:schemeClr val="accent1"/>
              </a:buClr>
              <a:buSzPct val="85000"/>
              <a:buFont typeface="Wingdings 2" panose="05020102010507070707" pitchFamily="18" charset="2"/>
              <a:buNone/>
              <a:tabLst>
                <a:tab pos="457200" algn="l"/>
              </a:tabLst>
              <a:defRPr/>
            </a:pPr>
            <a:r>
              <a:rPr kumimoji="1" lang="en-US" altLang="zh-CN" sz="2400" b="1" i="0" u="none" strike="noStrike" kern="1200" cap="none" spc="0" normalizeH="0" baseline="0" noProof="0" dirty="0">
                <a:ln>
                  <a:noFill/>
                </a:ln>
                <a:solidFill>
                  <a:schemeClr val="tx1"/>
                </a:solidFill>
                <a:effectLst/>
                <a:uLnTx/>
                <a:uFillTx/>
                <a:latin typeface="Arial Black" panose="020B0A04020102020204" pitchFamily="34" charset="0"/>
                <a:ea typeface="宋体" panose="02010600030101010101" pitchFamily="2" charset="-122"/>
                <a:cs typeface="+mn-cs"/>
              </a:rPr>
              <a:t>http://article.pchome.net/content-794289.html</a:t>
            </a:r>
            <a:endParaRPr kumimoji="1" lang="en-US" altLang="zh-CN" sz="2400" b="1" i="0" u="none" strike="noStrike" kern="1200" cap="none" spc="0" normalizeH="0" baseline="0" noProof="0" dirty="0">
              <a:ln>
                <a:noFill/>
              </a:ln>
              <a:solidFill>
                <a:schemeClr val="tx1"/>
              </a:solidFill>
              <a:effectLst/>
              <a:uLnTx/>
              <a:uFillTx/>
              <a:latin typeface="Arial Black" panose="020B0A04020102020204" pitchFamily="34" charset="0"/>
              <a:ea typeface="宋体" panose="02010600030101010101" pitchFamily="2" charset="-122"/>
              <a:cs typeface="+mn-cs"/>
            </a:endParaRPr>
          </a:p>
          <a:p>
            <a:pPr marL="638175" marR="0" lvl="1" indent="-246380" algn="l" defTabSz="914400" rtl="0" eaLnBrk="0" fontAlgn="base" latinLnBrk="0" hangingPunct="0">
              <a:lnSpc>
                <a:spcPct val="100000"/>
              </a:lnSpc>
              <a:spcBef>
                <a:spcPct val="20000"/>
              </a:spcBef>
              <a:spcAft>
                <a:spcPct val="0"/>
              </a:spcAft>
              <a:buClr>
                <a:schemeClr val="accent1"/>
              </a:buClr>
              <a:buSzPct val="85000"/>
              <a:buFont typeface="Wingdings 2" panose="05020102010507070707" pitchFamily="18" charset="2"/>
              <a:buChar char=""/>
              <a:defRPr/>
            </a:pPr>
            <a:endParaRPr kumimoji="0" lang="en-US" altLang="zh-CN" sz="28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273050" marR="0" lvl="0" indent="-273050" algn="l" defTabSz="914400" rtl="0" eaLnBrk="0" fontAlgn="base" latinLnBrk="0" hangingPunct="0">
              <a:lnSpc>
                <a:spcPct val="100000"/>
              </a:lnSpc>
              <a:spcBef>
                <a:spcPct val="20000"/>
              </a:spcBef>
              <a:spcAft>
                <a:spcPct val="0"/>
              </a:spcAft>
              <a:buClr>
                <a:srgbClr val="0BD0D9"/>
              </a:buClr>
              <a:buSzPct val="95000"/>
              <a:buFontTx/>
              <a:buNone/>
              <a:defRPr/>
            </a:pPr>
            <a:r>
              <a:rPr kumimoji="0" lang="zh-CN" altLang="en-US" sz="32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                       </a:t>
            </a:r>
            <a:endParaRPr kumimoji="0" lang="en-US" altLang="zh-CN" sz="32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4994" name="Picture 4" descr="http://img.ddvip.com/2012/0720/201207200317375548.jpg"/>
          <p:cNvPicPr>
            <a:picLocks noChangeAspect="1"/>
          </p:cNvPicPr>
          <p:nvPr/>
        </p:nvPicPr>
        <p:blipFill>
          <a:blip r:embed="rId1"/>
          <a:stretch>
            <a:fillRect/>
          </a:stretch>
        </p:blipFill>
        <p:spPr>
          <a:xfrm>
            <a:off x="0" y="0"/>
            <a:ext cx="9118600" cy="6818313"/>
          </a:xfrm>
          <a:prstGeom prst="rect">
            <a:avLst/>
          </a:prstGeom>
          <a:noFill/>
          <a:ln w="9525">
            <a:noFill/>
          </a:ln>
        </p:spPr>
      </p:pic>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Rectangle 4"/>
          <p:cNvSpPr>
            <a:spLocks noGrp="1"/>
          </p:cNvSpPr>
          <p:nvPr>
            <p:ph type="title" idx="4294967295"/>
          </p:nvPr>
        </p:nvSpPr>
        <p:spPr>
          <a:xfrm>
            <a:off x="400050" y="327025"/>
            <a:ext cx="8207375" cy="1139825"/>
          </a:xfrm>
          <a:ln/>
        </p:spPr>
        <p:txBody>
          <a:bodyPr vert="horz" wrap="square" lIns="0" tIns="45610" rIns="0" bIns="0" anchor="b" anchorCtr="0"/>
          <a:p>
            <a:r>
              <a:rPr lang="zh-CN" altLang="en-US" sz="4800" b="1" dirty="0">
                <a:latin typeface="微软雅黑" panose="020B0503020204020204" pitchFamily="34" charset="-122"/>
                <a:ea typeface="微软雅黑" panose="020B0503020204020204" pitchFamily="34" charset="-122"/>
              </a:rPr>
              <a:t>常见高级语言的目前使用情况</a:t>
            </a:r>
            <a:endParaRPr lang="zh-CN" altLang="en-US" sz="4800" b="1" dirty="0">
              <a:latin typeface="微软雅黑" panose="020B0503020204020204" pitchFamily="34" charset="-122"/>
              <a:ea typeface="微软雅黑" panose="020B0503020204020204" pitchFamily="34" charset="-122"/>
            </a:endParaRPr>
          </a:p>
        </p:txBody>
      </p:sp>
      <p:sp>
        <p:nvSpPr>
          <p:cNvPr id="86019" name="Rectangle 5"/>
          <p:cNvSpPr/>
          <p:nvPr/>
        </p:nvSpPr>
        <p:spPr>
          <a:xfrm>
            <a:off x="166688" y="2021682"/>
            <a:ext cx="8440737" cy="3914775"/>
          </a:xfrm>
          <a:prstGeom prst="rect">
            <a:avLst/>
          </a:prstGeom>
          <a:noFill/>
          <a:ln w="9525">
            <a:noFill/>
          </a:ln>
        </p:spPr>
        <p:txBody>
          <a:bodyPr lIns="91212" tIns="75985" rIns="91212" bIns="0"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638175" lvl="1" indent="-245745" defTabSz="914400" eaLnBrk="1" hangingPunct="1">
              <a:lnSpc>
                <a:spcPct val="120000"/>
              </a:lnSpc>
              <a:buFont typeface="Wingdings" panose="05000000000000000000" pitchFamily="2" charset="2"/>
              <a:buChar char="Ø"/>
              <a:tabLst>
                <a:tab pos="457200" algn="l"/>
              </a:tabLst>
            </a:pPr>
            <a:r>
              <a:rPr lang="en-US" altLang="zh-CN" b="1" dirty="0">
                <a:solidFill>
                  <a:srgbClr val="FF0000"/>
                </a:solidFill>
                <a:latin typeface="Arial Black" panose="020B0A04020102020204" pitchFamily="34" charset="0"/>
              </a:rPr>
              <a:t>Java: </a:t>
            </a:r>
            <a:r>
              <a:rPr lang="zh-CN" altLang="en-US" b="1" dirty="0">
                <a:latin typeface="Arial Black" panose="020B0A04020102020204" pitchFamily="34" charset="0"/>
              </a:rPr>
              <a:t>适合于</a:t>
            </a:r>
            <a:r>
              <a:rPr lang="en-US" altLang="zh-CN" b="1" dirty="0">
                <a:latin typeface="Arial Black" panose="020B0A04020102020204" pitchFamily="34" charset="0"/>
              </a:rPr>
              <a:t>WEB</a:t>
            </a:r>
            <a:r>
              <a:rPr lang="zh-CN" altLang="en-US" b="1" dirty="0">
                <a:latin typeface="Arial Black" panose="020B0A04020102020204" pitchFamily="34" charset="0"/>
              </a:rPr>
              <a:t>、桌面、控制台等程序，目前</a:t>
            </a:r>
            <a:r>
              <a:rPr lang="zh-CN" altLang="en-US" b="1" dirty="0">
                <a:solidFill>
                  <a:srgbClr val="FF0000"/>
                </a:solidFill>
                <a:latin typeface="Arial Black" panose="020B0A04020102020204" pitchFamily="34" charset="0"/>
              </a:rPr>
              <a:t>霸占了</a:t>
            </a:r>
            <a:r>
              <a:rPr lang="zh-CN" altLang="en-US" b="1" dirty="0">
                <a:latin typeface="Arial Black" panose="020B0A04020102020204" pitchFamily="34" charset="0"/>
              </a:rPr>
              <a:t>企业级应用市场</a:t>
            </a:r>
            <a:endParaRPr lang="en-US" altLang="zh-CN" b="1" dirty="0">
              <a:latin typeface="Arial Black" panose="020B0A04020102020204" pitchFamily="34" charset="0"/>
            </a:endParaRPr>
          </a:p>
          <a:p>
            <a:pPr marL="638175" lvl="1" indent="-245745" defTabSz="914400" eaLnBrk="1" hangingPunct="1">
              <a:lnSpc>
                <a:spcPct val="120000"/>
              </a:lnSpc>
              <a:buFont typeface="Wingdings" panose="05000000000000000000" pitchFamily="2" charset="2"/>
              <a:buChar char="Ø"/>
              <a:tabLst>
                <a:tab pos="457200" algn="l"/>
              </a:tabLst>
            </a:pPr>
            <a:r>
              <a:rPr lang="en-US" altLang="zh-CN" b="1" dirty="0">
                <a:latin typeface="Arial Black" panose="020B0A04020102020204" pitchFamily="34" charset="0"/>
              </a:rPr>
              <a:t>C#: </a:t>
            </a:r>
            <a:r>
              <a:rPr lang="zh-CN" altLang="en-US" b="1" dirty="0">
                <a:latin typeface="Arial Black" panose="020B0A04020102020204" pitchFamily="34" charset="0"/>
              </a:rPr>
              <a:t>同</a:t>
            </a:r>
            <a:r>
              <a:rPr lang="en-US" altLang="zh-CN" b="1" dirty="0">
                <a:latin typeface="Arial Black" panose="020B0A04020102020204" pitchFamily="34" charset="0"/>
              </a:rPr>
              <a:t>JAVA</a:t>
            </a:r>
            <a:r>
              <a:rPr lang="zh-CN" altLang="en-US" b="1" dirty="0">
                <a:latin typeface="Arial Black" panose="020B0A04020102020204" pitchFamily="34" charset="0"/>
              </a:rPr>
              <a:t>类似，目前迅速崛起</a:t>
            </a:r>
            <a:endParaRPr lang="en-US" altLang="zh-CN" b="1" dirty="0">
              <a:latin typeface="Arial Black" panose="020B0A04020102020204" pitchFamily="34" charset="0"/>
            </a:endParaRPr>
          </a:p>
          <a:p>
            <a:pPr marL="638175" lvl="1" indent="-245745" defTabSz="914400" eaLnBrk="1" hangingPunct="1">
              <a:lnSpc>
                <a:spcPct val="120000"/>
              </a:lnSpc>
              <a:buFont typeface="Wingdings" panose="05000000000000000000" pitchFamily="2" charset="2"/>
              <a:buChar char="Ø"/>
              <a:tabLst>
                <a:tab pos="457200" algn="l"/>
              </a:tabLst>
            </a:pPr>
            <a:r>
              <a:rPr lang="en-US" altLang="zh-CN" b="1" dirty="0">
                <a:solidFill>
                  <a:srgbClr val="FF0000"/>
                </a:solidFill>
                <a:latin typeface="Arial Black" panose="020B0A04020102020204" pitchFamily="34" charset="0"/>
              </a:rPr>
              <a:t>C/C++: </a:t>
            </a:r>
            <a:r>
              <a:rPr lang="zh-CN" altLang="en-US" b="1" dirty="0">
                <a:latin typeface="Arial Black" panose="020B0A04020102020204" pitchFamily="34" charset="0"/>
              </a:rPr>
              <a:t>是嵌入式开发和系统级开发的利器。操作系统、驱动程序、各种游戏大都是基于</a:t>
            </a:r>
            <a:r>
              <a:rPr lang="en-US" altLang="zh-CN" b="1" dirty="0">
                <a:latin typeface="Arial Black" panose="020B0A04020102020204" pitchFamily="34" charset="0"/>
              </a:rPr>
              <a:t>C/C++</a:t>
            </a:r>
            <a:r>
              <a:rPr lang="zh-CN" altLang="en-US" b="1" dirty="0">
                <a:latin typeface="Arial Black" panose="020B0A04020102020204" pitchFamily="34" charset="0"/>
              </a:rPr>
              <a:t>开发的</a:t>
            </a:r>
            <a:endParaRPr lang="en-US" altLang="zh-CN" b="1" dirty="0">
              <a:latin typeface="Arial Black" panose="020B0A04020102020204" pitchFamily="34" charset="0"/>
            </a:endParaRPr>
          </a:p>
          <a:p>
            <a:pPr marL="638175" lvl="1" indent="-245745" defTabSz="914400" eaLnBrk="1" hangingPunct="1">
              <a:lnSpc>
                <a:spcPct val="120000"/>
              </a:lnSpc>
              <a:buFont typeface="Wingdings" panose="05000000000000000000" pitchFamily="2" charset="2"/>
              <a:buChar char="Ø"/>
              <a:tabLst>
                <a:tab pos="457200" algn="l"/>
              </a:tabLst>
            </a:pPr>
            <a:r>
              <a:rPr lang="en-US" altLang="zh-CN" b="1" dirty="0">
                <a:solidFill>
                  <a:srgbClr val="FF0000"/>
                </a:solidFill>
                <a:latin typeface="Arial Black" panose="020B0A04020102020204" pitchFamily="34" charset="0"/>
              </a:rPr>
              <a:t>Delphi</a:t>
            </a:r>
            <a:r>
              <a:rPr lang="zh-CN" altLang="en-US" b="1" dirty="0">
                <a:solidFill>
                  <a:srgbClr val="FF0000"/>
                </a:solidFill>
                <a:latin typeface="Arial Black" panose="020B0A04020102020204" pitchFamily="34" charset="0"/>
              </a:rPr>
              <a:t>：</a:t>
            </a:r>
            <a:r>
              <a:rPr lang="zh-CN" altLang="en-US" b="1" dirty="0">
                <a:latin typeface="Arial Black" panose="020B0A04020102020204" pitchFamily="34" charset="0"/>
              </a:rPr>
              <a:t>擅长于</a:t>
            </a:r>
            <a:r>
              <a:rPr lang="zh-CN" altLang="en-US" b="1" dirty="0">
                <a:latin typeface="Arial Black" panose="020B0A04020102020204" pitchFamily="34" charset="0"/>
              </a:rPr>
              <a:t>快速的桌面程序开发，数据库开发</a:t>
            </a:r>
            <a:endParaRPr lang="zh-CN" altLang="en-US" b="1" dirty="0">
              <a:solidFill>
                <a:srgbClr val="FF0000"/>
              </a:solidFill>
              <a:latin typeface="Arial Black" panose="020B0A04020102020204" pitchFamily="34" charset="0"/>
            </a:endParaRPr>
          </a:p>
          <a:p>
            <a:pPr marL="638175" lvl="1" indent="-245745" defTabSz="914400" eaLnBrk="1" hangingPunct="1">
              <a:lnSpc>
                <a:spcPct val="120000"/>
              </a:lnSpc>
              <a:buFont typeface="Wingdings" panose="05000000000000000000" pitchFamily="2" charset="2"/>
              <a:buChar char="Ø"/>
              <a:tabLst>
                <a:tab pos="457200" algn="l"/>
              </a:tabLst>
            </a:pPr>
            <a:r>
              <a:rPr lang="en-US" altLang="zh-CN" b="1" dirty="0">
                <a:solidFill>
                  <a:srgbClr val="FF0000"/>
                </a:solidFill>
                <a:latin typeface="Arial Black" panose="020B0A04020102020204" pitchFamily="34" charset="0"/>
              </a:rPr>
              <a:t>perl</a:t>
            </a:r>
            <a:r>
              <a:rPr lang="zh-CN" altLang="en-US" b="1" dirty="0">
                <a:solidFill>
                  <a:srgbClr val="FF0000"/>
                </a:solidFill>
                <a:latin typeface="Arial Black" panose="020B0A04020102020204" pitchFamily="34" charset="0"/>
              </a:rPr>
              <a:t>、</a:t>
            </a:r>
            <a:r>
              <a:rPr lang="en-US" altLang="zh-CN" b="1" dirty="0">
                <a:solidFill>
                  <a:srgbClr val="FF0000"/>
                </a:solidFill>
                <a:latin typeface="Arial Black" panose="020B0A04020102020204" pitchFamily="34" charset="0"/>
              </a:rPr>
              <a:t>python</a:t>
            </a:r>
            <a:r>
              <a:rPr lang="zh-CN" altLang="en-US" b="1" dirty="0">
                <a:solidFill>
                  <a:srgbClr val="FF0000"/>
                </a:solidFill>
                <a:latin typeface="Arial Black" panose="020B0A04020102020204" pitchFamily="34" charset="0"/>
              </a:rPr>
              <a:t>、</a:t>
            </a:r>
            <a:r>
              <a:rPr lang="en-US" altLang="zh-CN" b="1" dirty="0">
                <a:solidFill>
                  <a:srgbClr val="FF0000"/>
                </a:solidFill>
                <a:latin typeface="Arial Black" panose="020B0A04020102020204" pitchFamily="34" charset="0"/>
              </a:rPr>
              <a:t>ruby</a:t>
            </a:r>
            <a:r>
              <a:rPr lang="zh-CN" altLang="en-US" b="1" dirty="0">
                <a:solidFill>
                  <a:srgbClr val="FF0000"/>
                </a:solidFill>
                <a:latin typeface="Arial Black" panose="020B0A04020102020204" pitchFamily="34" charset="0"/>
              </a:rPr>
              <a:t>，</a:t>
            </a:r>
            <a:r>
              <a:rPr lang="en-US" altLang="zh-CN" b="1" dirty="0">
                <a:solidFill>
                  <a:srgbClr val="FF0000"/>
                </a:solidFill>
                <a:latin typeface="Arial Black" panose="020B0A04020102020204" pitchFamily="34" charset="0"/>
              </a:rPr>
              <a:t>php</a:t>
            </a:r>
            <a:r>
              <a:rPr lang="zh-CN" altLang="en-US" b="1" dirty="0">
                <a:latin typeface="Arial Black" panose="020B0A04020102020204" pitchFamily="34" charset="0"/>
              </a:rPr>
              <a:t>等其它语言也占据了一定的市场</a:t>
            </a:r>
            <a:endParaRPr lang="zh-CN" altLang="en-US" b="1" dirty="0">
              <a:latin typeface="Arial Black" panose="020B0A04020102020204" pitchFamily="34" charset="0"/>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4"/>
          <p:cNvSpPr>
            <a:spLocks noGrp="1"/>
          </p:cNvSpPr>
          <p:nvPr>
            <p:ph type="title" idx="4294967295"/>
          </p:nvPr>
        </p:nvSpPr>
        <p:spPr>
          <a:xfrm>
            <a:off x="455613" y="469900"/>
            <a:ext cx="8207375" cy="1139825"/>
          </a:xfrm>
          <a:ln/>
        </p:spPr>
        <p:txBody>
          <a:bodyPr vert="horz" wrap="square" lIns="0" tIns="45610" rIns="0" bIns="0" anchor="b" anchorCtr="0"/>
          <a:p>
            <a:r>
              <a:rPr lang="zh-CN" altLang="en-US" b="1" dirty="0">
                <a:latin typeface="微软雅黑" panose="020B0503020204020204" pitchFamily="34" charset="-122"/>
                <a:ea typeface="微软雅黑" panose="020B0503020204020204" pitchFamily="34" charset="-122"/>
              </a:rPr>
              <a:t>高级语言的现状（</a:t>
            </a:r>
            <a:r>
              <a:rPr lang="en-US" altLang="zh-CN" b="1" dirty="0">
                <a:latin typeface="微软雅黑" panose="020B0503020204020204" pitchFamily="34" charset="-122"/>
                <a:ea typeface="微软雅黑" panose="020B0503020204020204" pitchFamily="34" charset="-122"/>
              </a:rPr>
              <a:t>1/3</a:t>
            </a:r>
            <a:r>
              <a:rPr lang="zh-CN" altLang="en-US" b="1" dirty="0">
                <a:latin typeface="微软雅黑" panose="020B0503020204020204" pitchFamily="34" charset="-122"/>
                <a:ea typeface="微软雅黑" panose="020B0503020204020204" pitchFamily="34" charset="-122"/>
              </a:rPr>
              <a:t>）</a:t>
            </a:r>
            <a:endParaRPr lang="zh-CN" altLang="en-US" b="1" dirty="0">
              <a:latin typeface="微软雅黑" panose="020B0503020204020204" pitchFamily="34" charset="-122"/>
              <a:ea typeface="微软雅黑" panose="020B0503020204020204" pitchFamily="34" charset="-122"/>
            </a:endParaRPr>
          </a:p>
        </p:txBody>
      </p:sp>
      <p:sp>
        <p:nvSpPr>
          <p:cNvPr id="87043" name="Rectangle 5"/>
          <p:cNvSpPr/>
          <p:nvPr/>
        </p:nvSpPr>
        <p:spPr>
          <a:xfrm>
            <a:off x="166688" y="1838325"/>
            <a:ext cx="8440737" cy="3400425"/>
          </a:xfrm>
          <a:prstGeom prst="rect">
            <a:avLst/>
          </a:prstGeom>
          <a:noFill/>
          <a:ln w="9525">
            <a:noFill/>
          </a:ln>
        </p:spPr>
        <p:txBody>
          <a:bodyPr lIns="91212" tIns="75985" rIns="91212" bIns="0"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638175" lvl="1" indent="-245745" defTabSz="914400" eaLnBrk="1" hangingPunct="1">
              <a:lnSpc>
                <a:spcPct val="120000"/>
              </a:lnSpc>
              <a:buFont typeface="Wingdings" panose="05000000000000000000" pitchFamily="2" charset="2"/>
              <a:buChar char="Ø"/>
              <a:tabLst>
                <a:tab pos="457200" algn="l"/>
              </a:tabLst>
            </a:pPr>
            <a:r>
              <a:rPr lang="zh-CN" altLang="en-US" b="1" dirty="0">
                <a:solidFill>
                  <a:srgbClr val="FF0000"/>
                </a:solidFill>
                <a:latin typeface="Arial Black" panose="020B0A04020102020204" pitchFamily="34" charset="0"/>
              </a:rPr>
              <a:t>编程语言本身的发展非常缓慢</a:t>
            </a:r>
            <a:r>
              <a:rPr lang="zh-CN" altLang="en-US" b="1" dirty="0">
                <a:latin typeface="Arial Black" panose="020B0A04020102020204" pitchFamily="34" charset="0"/>
              </a:rPr>
              <a:t>，虽然中间出现了面向对象语言等一些进展</a:t>
            </a:r>
            <a:endParaRPr lang="en-US" altLang="zh-CN" b="1" dirty="0">
              <a:latin typeface="Arial Black" panose="020B0A04020102020204" pitchFamily="34" charset="0"/>
            </a:endParaRPr>
          </a:p>
          <a:p>
            <a:pPr marL="638175" lvl="1" indent="-245745" defTabSz="914400" eaLnBrk="1" hangingPunct="1">
              <a:lnSpc>
                <a:spcPct val="120000"/>
              </a:lnSpc>
              <a:buFont typeface="Wingdings" panose="05000000000000000000" pitchFamily="2" charset="2"/>
              <a:buChar char="Ø"/>
              <a:tabLst>
                <a:tab pos="457200" algn="l"/>
              </a:tabLst>
            </a:pPr>
            <a:r>
              <a:rPr lang="zh-CN" altLang="en-US" b="1" dirty="0">
                <a:latin typeface="Arial Black" panose="020B0A04020102020204" pitchFamily="34" charset="0"/>
              </a:rPr>
              <a:t>过去的大部分的进展没有体现在编程语言本身上，而是</a:t>
            </a:r>
            <a:r>
              <a:rPr lang="zh-CN" altLang="en-US" b="1" dirty="0">
                <a:solidFill>
                  <a:srgbClr val="FF0000"/>
                </a:solidFill>
                <a:latin typeface="Arial Black" panose="020B0A04020102020204" pitchFamily="34" charset="0"/>
              </a:rPr>
              <a:t>体现在框架及工具</a:t>
            </a:r>
            <a:r>
              <a:rPr lang="zh-CN" altLang="en-US" b="1" dirty="0">
                <a:latin typeface="Arial Black" panose="020B0A04020102020204" pitchFamily="34" charset="0"/>
              </a:rPr>
              <a:t>等方面</a:t>
            </a:r>
            <a:endParaRPr lang="en-US" altLang="zh-CN" b="1" dirty="0">
              <a:latin typeface="Arial Black" panose="020B0A04020102020204" pitchFamily="34" charset="0"/>
            </a:endParaRPr>
          </a:p>
          <a:p>
            <a:pPr marL="1190625" lvl="2" indent="-342900" defTabSz="914400" eaLnBrk="1" hangingPunct="1">
              <a:lnSpc>
                <a:spcPct val="120000"/>
              </a:lnSpc>
              <a:buClr>
                <a:schemeClr val="accent1"/>
              </a:buClr>
              <a:buSzPct val="85000"/>
              <a:buFont typeface="Wingdings" panose="05000000000000000000" pitchFamily="2" charset="2"/>
              <a:buChar char="ü"/>
              <a:tabLst>
                <a:tab pos="457200" algn="l"/>
              </a:tabLst>
            </a:pPr>
            <a:r>
              <a:rPr lang="en-US" altLang="zh-CN" sz="2400" b="1" dirty="0">
                <a:latin typeface="Arial Black" panose="020B0A04020102020204" pitchFamily="34" charset="0"/>
              </a:rPr>
              <a:t>Java</a:t>
            </a:r>
            <a:r>
              <a:rPr lang="zh-CN" altLang="en-US" sz="2400" b="1" dirty="0">
                <a:latin typeface="Arial Black" panose="020B0A04020102020204" pitchFamily="34" charset="0"/>
              </a:rPr>
              <a:t>编程框架：</a:t>
            </a:r>
            <a:r>
              <a:rPr lang="en-US" altLang="zh-CN" sz="2400" b="1" dirty="0">
                <a:latin typeface="Arial Black" panose="020B0A04020102020204" pitchFamily="34" charset="0"/>
              </a:rPr>
              <a:t>Struts</a:t>
            </a:r>
            <a:r>
              <a:rPr lang="zh-CN" altLang="en-US" sz="2400" b="1" dirty="0">
                <a:latin typeface="Arial Black" panose="020B0A04020102020204" pitchFamily="34" charset="0"/>
              </a:rPr>
              <a:t>、</a:t>
            </a:r>
            <a:r>
              <a:rPr lang="en-US" altLang="zh-CN" sz="2400" b="1" dirty="0">
                <a:latin typeface="Arial Black" panose="020B0A04020102020204" pitchFamily="34" charset="0"/>
              </a:rPr>
              <a:t>Spring</a:t>
            </a:r>
            <a:endParaRPr lang="en-US" altLang="zh-CN" sz="2400" b="1" dirty="0">
              <a:latin typeface="Arial Black" panose="020B0A04020102020204" pitchFamily="34" charset="0"/>
            </a:endParaRPr>
          </a:p>
          <a:p>
            <a:pPr marL="1190625" lvl="2" indent="-342900" defTabSz="914400" eaLnBrk="1" hangingPunct="1">
              <a:lnSpc>
                <a:spcPct val="120000"/>
              </a:lnSpc>
              <a:buClr>
                <a:schemeClr val="accent1"/>
              </a:buClr>
              <a:buSzPct val="85000"/>
              <a:buFont typeface="Wingdings" panose="05000000000000000000" pitchFamily="2" charset="2"/>
              <a:buChar char="ü"/>
              <a:tabLst>
                <a:tab pos="457200" algn="l"/>
              </a:tabLst>
            </a:pPr>
            <a:r>
              <a:rPr lang="zh-CN" altLang="en-US" sz="2400" b="1" dirty="0">
                <a:latin typeface="Arial Black" panose="020B0A04020102020204" pitchFamily="34" charset="0"/>
              </a:rPr>
              <a:t>现在的</a:t>
            </a:r>
            <a:r>
              <a:rPr lang="en-US" altLang="zh-CN" sz="2400" b="1" dirty="0">
                <a:latin typeface="Arial Black" panose="020B0A04020102020204" pitchFamily="34" charset="0"/>
              </a:rPr>
              <a:t>IDE</a:t>
            </a:r>
            <a:r>
              <a:rPr lang="zh-CN" altLang="en-US" sz="2400" b="1" dirty="0">
                <a:latin typeface="Arial Black" panose="020B0A04020102020204" pitchFamily="34" charset="0"/>
              </a:rPr>
              <a:t>，已经有了无数强大的功能，例如语法提示，重构，调试器，探测器等等，</a:t>
            </a:r>
            <a:endParaRPr lang="en-US" altLang="zh-CN" sz="2400" b="1" dirty="0">
              <a:latin typeface="Arial Black" panose="020B0A04020102020204" pitchFamily="34" charset="0"/>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Rectangle 4"/>
          <p:cNvSpPr>
            <a:spLocks noGrp="1"/>
          </p:cNvSpPr>
          <p:nvPr>
            <p:ph type="title" idx="4294967295"/>
          </p:nvPr>
        </p:nvSpPr>
        <p:spPr>
          <a:xfrm>
            <a:off x="455613" y="469900"/>
            <a:ext cx="8207375" cy="1139825"/>
          </a:xfrm>
          <a:ln/>
        </p:spPr>
        <p:txBody>
          <a:bodyPr vert="horz" wrap="square" lIns="0" tIns="45610" rIns="0" bIns="0" anchor="b" anchorCtr="0"/>
          <a:p>
            <a:r>
              <a:rPr lang="zh-CN" altLang="en-US" b="1" dirty="0">
                <a:latin typeface="微软雅黑" panose="020B0503020204020204" pitchFamily="34" charset="-122"/>
                <a:ea typeface="微软雅黑" panose="020B0503020204020204" pitchFamily="34" charset="-122"/>
              </a:rPr>
              <a:t>高级语言的现状（</a:t>
            </a:r>
            <a:r>
              <a:rPr lang="en-US" altLang="zh-CN" b="1" dirty="0">
                <a:latin typeface="微软雅黑" panose="020B0503020204020204" pitchFamily="34" charset="-122"/>
                <a:ea typeface="微软雅黑" panose="020B0503020204020204" pitchFamily="34" charset="-122"/>
              </a:rPr>
              <a:t>2/3</a:t>
            </a:r>
            <a:r>
              <a:rPr lang="zh-CN" altLang="en-US" b="1" dirty="0">
                <a:latin typeface="微软雅黑" panose="020B0503020204020204" pitchFamily="34" charset="-122"/>
                <a:ea typeface="微软雅黑" panose="020B0503020204020204" pitchFamily="34" charset="-122"/>
              </a:rPr>
              <a:t>）</a:t>
            </a:r>
            <a:endParaRPr lang="zh-CN" altLang="en-US" b="1" dirty="0">
              <a:latin typeface="微软雅黑" panose="020B0503020204020204" pitchFamily="34" charset="-122"/>
              <a:ea typeface="微软雅黑" panose="020B0503020204020204" pitchFamily="34" charset="-122"/>
            </a:endParaRPr>
          </a:p>
        </p:txBody>
      </p:sp>
      <p:sp>
        <p:nvSpPr>
          <p:cNvPr id="88067" name="Rectangle 5"/>
          <p:cNvSpPr/>
          <p:nvPr/>
        </p:nvSpPr>
        <p:spPr>
          <a:xfrm>
            <a:off x="166688" y="1909763"/>
            <a:ext cx="8440737" cy="2957512"/>
          </a:xfrm>
          <a:prstGeom prst="rect">
            <a:avLst/>
          </a:prstGeom>
          <a:noFill/>
          <a:ln w="9525">
            <a:noFill/>
          </a:ln>
        </p:spPr>
        <p:txBody>
          <a:bodyPr lIns="91212" tIns="75985" rIns="91212" bIns="0"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638175" lvl="1" indent="-245745" defTabSz="914400" eaLnBrk="1" hangingPunct="1">
              <a:lnSpc>
                <a:spcPct val="120000"/>
              </a:lnSpc>
              <a:buFont typeface="Wingdings" panose="05000000000000000000" pitchFamily="2" charset="2"/>
              <a:buChar char="Ø"/>
              <a:tabLst>
                <a:tab pos="457200" algn="l"/>
              </a:tabLst>
            </a:pPr>
            <a:r>
              <a:rPr lang="zh-CN" altLang="en-US" b="1" dirty="0">
                <a:solidFill>
                  <a:srgbClr val="FF0000"/>
                </a:solidFill>
                <a:latin typeface="Arial Black" panose="020B0A04020102020204" pitchFamily="34" charset="0"/>
              </a:rPr>
              <a:t>开发语言排行榜：</a:t>
            </a:r>
            <a:r>
              <a:rPr lang="en-US" altLang="zh-CN" b="1" dirty="0">
                <a:latin typeface="黑体" panose="02010609060101010101" pitchFamily="49" charset="-122"/>
              </a:rPr>
              <a:t>http://www.tiobe.com</a:t>
            </a:r>
            <a:endParaRPr lang="en-US" altLang="zh-CN" b="1" dirty="0">
              <a:latin typeface="黑体" panose="02010609060101010101" pitchFamily="49" charset="-122"/>
            </a:endParaRPr>
          </a:p>
          <a:p>
            <a:pPr marL="638175" lvl="1" indent="-245745" defTabSz="914400" eaLnBrk="1" hangingPunct="1">
              <a:lnSpc>
                <a:spcPct val="120000"/>
              </a:lnSpc>
              <a:buFont typeface="Wingdings" panose="05000000000000000000" pitchFamily="2" charset="2"/>
              <a:buChar char="Ø"/>
              <a:tabLst>
                <a:tab pos="457200" algn="l"/>
              </a:tabLst>
            </a:pPr>
            <a:r>
              <a:rPr lang="zh-CN" altLang="en-US" b="1" dirty="0">
                <a:latin typeface="黑体" panose="02010609060101010101" pitchFamily="49" charset="-122"/>
              </a:rPr>
              <a:t>每月更新一次</a:t>
            </a:r>
            <a:endParaRPr lang="en-US" altLang="zh-CN" b="1" dirty="0">
              <a:latin typeface="黑体" panose="02010609060101010101" pitchFamily="49" charset="-122"/>
            </a:endParaRPr>
          </a:p>
          <a:p>
            <a:pPr marL="638175" lvl="1" indent="-245745" defTabSz="914400" eaLnBrk="1" hangingPunct="1">
              <a:lnSpc>
                <a:spcPct val="120000"/>
              </a:lnSpc>
              <a:buFont typeface="Wingdings" panose="05000000000000000000" pitchFamily="2" charset="2"/>
              <a:buChar char="Ø"/>
              <a:tabLst>
                <a:tab pos="457200" algn="l"/>
              </a:tabLst>
            </a:pPr>
            <a:r>
              <a:rPr lang="zh-CN" altLang="en-US" b="1" dirty="0">
                <a:latin typeface="黑体" panose="02010609060101010101" pitchFamily="49" charset="-122"/>
              </a:rPr>
              <a:t>依据的指数是基于世界范围内的资深软件工程师和第三方供应商提供</a:t>
            </a:r>
            <a:endParaRPr lang="en-US" altLang="zh-CN" b="1" dirty="0">
              <a:latin typeface="黑体" panose="02010609060101010101" pitchFamily="49" charset="-122"/>
            </a:endParaRPr>
          </a:p>
          <a:p>
            <a:pPr marL="638175" lvl="1" indent="-245745" defTabSz="914400" eaLnBrk="1" hangingPunct="1">
              <a:lnSpc>
                <a:spcPct val="120000"/>
              </a:lnSpc>
              <a:buFont typeface="Wingdings" panose="05000000000000000000" pitchFamily="2" charset="2"/>
              <a:buChar char="Ø"/>
              <a:tabLst>
                <a:tab pos="457200" algn="l"/>
              </a:tabLst>
            </a:pPr>
            <a:r>
              <a:rPr lang="zh-CN" altLang="en-US" b="1" dirty="0">
                <a:latin typeface="黑体" panose="02010609060101010101" pitchFamily="49" charset="-122"/>
              </a:rPr>
              <a:t>其结果作为当前业内程序开发语言的流行使用程度的有效指标</a:t>
            </a:r>
            <a:endParaRPr lang="zh-CN" altLang="en-US" b="1" dirty="0">
              <a:latin typeface="黑体" panose="02010609060101010101" pitchFamily="49" charset="-122"/>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Rectangle 2"/>
          <p:cNvSpPr>
            <a:spLocks noGrp="1"/>
          </p:cNvSpPr>
          <p:nvPr>
            <p:ph type="title"/>
          </p:nvPr>
        </p:nvSpPr>
        <p:spPr>
          <a:xfrm>
            <a:off x="119063" y="542925"/>
            <a:ext cx="9193212" cy="684213"/>
          </a:xfrm>
          <a:ln/>
        </p:spPr>
        <p:txBody>
          <a:bodyPr vert="horz" wrap="square" lIns="0" tIns="45610" rIns="0" bIns="0" anchor="b" anchorCtr="0"/>
          <a:p>
            <a:r>
              <a:rPr lang="zh-CN" altLang="en-US" b="1" dirty="0">
                <a:latin typeface="微软雅黑" panose="020B0503020204020204" pitchFamily="34" charset="-122"/>
                <a:ea typeface="微软雅黑" panose="020B0503020204020204" pitchFamily="34" charset="-122"/>
              </a:rPr>
              <a:t>排名</a:t>
            </a: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10</a:t>
            </a:r>
            <a:r>
              <a:rPr lang="zh-CN" altLang="en-US" b="1" dirty="0">
                <a:latin typeface="微软雅黑" panose="020B0503020204020204" pitchFamily="34" charset="-122"/>
                <a:ea typeface="微软雅黑" panose="020B0503020204020204" pitchFamily="34" charset="-122"/>
              </a:rPr>
              <a:t>的编程语言（</a:t>
            </a:r>
            <a:r>
              <a:rPr lang="en-US" altLang="zh-CN" b="1" dirty="0">
                <a:latin typeface="微软雅黑" panose="020B0503020204020204" pitchFamily="34" charset="-122"/>
                <a:ea typeface="微软雅黑" panose="020B0503020204020204" pitchFamily="34" charset="-122"/>
              </a:rPr>
              <a:t>2022</a:t>
            </a:r>
            <a:r>
              <a:rPr lang="zh-CN" altLang="en-US" b="1" dirty="0">
                <a:latin typeface="微软雅黑" panose="020B0503020204020204" pitchFamily="34" charset="-122"/>
                <a:ea typeface="微软雅黑" panose="020B0503020204020204" pitchFamily="34" charset="-122"/>
              </a:rPr>
              <a:t>）</a:t>
            </a:r>
            <a:endParaRPr lang="zh-CN" altLang="en-US" b="1" dirty="0">
              <a:latin typeface="微软雅黑" panose="020B0503020204020204" pitchFamily="34" charset="-122"/>
              <a:ea typeface="微软雅黑" panose="020B0503020204020204" pitchFamily="34" charset="-122"/>
            </a:endParaRPr>
          </a:p>
        </p:txBody>
      </p:sp>
      <p:pic>
        <p:nvPicPr>
          <p:cNvPr id="89091" name="图片 1"/>
          <p:cNvPicPr>
            <a:picLocks noChangeAspect="1"/>
          </p:cNvPicPr>
          <p:nvPr/>
        </p:nvPicPr>
        <p:blipFill>
          <a:blip r:embed="rId1"/>
          <a:stretch>
            <a:fillRect/>
          </a:stretch>
        </p:blipFill>
        <p:spPr>
          <a:xfrm>
            <a:off x="814388" y="1255713"/>
            <a:ext cx="6884987" cy="5657850"/>
          </a:xfrm>
          <a:prstGeom prst="rect">
            <a:avLst/>
          </a:prstGeom>
          <a:noFill/>
          <a:ln w="9525">
            <a:noFill/>
          </a:ln>
        </p:spPr>
      </p:pic>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Rectangle 2"/>
          <p:cNvSpPr>
            <a:spLocks noGrp="1"/>
          </p:cNvSpPr>
          <p:nvPr>
            <p:ph type="title"/>
          </p:nvPr>
        </p:nvSpPr>
        <p:spPr>
          <a:xfrm>
            <a:off x="119063" y="542925"/>
            <a:ext cx="9193212" cy="684213"/>
          </a:xfrm>
          <a:ln/>
        </p:spPr>
        <p:txBody>
          <a:bodyPr vert="horz" wrap="square" lIns="0" tIns="45610" rIns="0" bIns="0" anchor="b" anchorCtr="0"/>
          <a:p>
            <a:r>
              <a:rPr lang="zh-CN" altLang="en-US" b="1" dirty="0">
                <a:latin typeface="微软雅黑" panose="020B0503020204020204" pitchFamily="34" charset="-122"/>
                <a:ea typeface="微软雅黑" panose="020B0503020204020204" pitchFamily="34" charset="-122"/>
              </a:rPr>
              <a:t>排名</a:t>
            </a: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10</a:t>
            </a:r>
            <a:r>
              <a:rPr lang="zh-CN" altLang="en-US" b="1" dirty="0">
                <a:latin typeface="微软雅黑" panose="020B0503020204020204" pitchFamily="34" charset="-122"/>
                <a:ea typeface="微软雅黑" panose="020B0503020204020204" pitchFamily="34" charset="-122"/>
              </a:rPr>
              <a:t>的编程语言（</a:t>
            </a:r>
            <a:r>
              <a:rPr lang="en-US" altLang="zh-CN" b="1" dirty="0">
                <a:latin typeface="微软雅黑" panose="020B0503020204020204" pitchFamily="34" charset="-122"/>
                <a:ea typeface="微软雅黑" panose="020B0503020204020204" pitchFamily="34" charset="-122"/>
              </a:rPr>
              <a:t>2019</a:t>
            </a:r>
            <a:r>
              <a:rPr lang="zh-CN" altLang="en-US" b="1" dirty="0">
                <a:latin typeface="微软雅黑" panose="020B0503020204020204" pitchFamily="34" charset="-122"/>
                <a:ea typeface="微软雅黑" panose="020B0503020204020204" pitchFamily="34" charset="-122"/>
              </a:rPr>
              <a:t>）</a:t>
            </a:r>
            <a:endParaRPr lang="zh-CN" altLang="en-US" b="1" dirty="0">
              <a:latin typeface="微软雅黑" panose="020B0503020204020204" pitchFamily="34" charset="-122"/>
              <a:ea typeface="微软雅黑" panose="020B0503020204020204" pitchFamily="34" charset="-122"/>
            </a:endParaRPr>
          </a:p>
        </p:txBody>
      </p:sp>
      <p:pic>
        <p:nvPicPr>
          <p:cNvPr id="90115" name="Picture 5" descr="https://gss3.bdstatic.com/7Po3dSag_xI4khGkpoWK1HF6hhy/baike/c0%3Dbaike116%2C5%2C5%2C116%2C38/sign=9d8a76cebede9c82b268f1dd0de8eb6f/3ac79f3df8dcd100b5736ad67f8b4710b8122f5d.jpg"/>
          <p:cNvPicPr>
            <a:picLocks noChangeAspect="1"/>
          </p:cNvPicPr>
          <p:nvPr/>
        </p:nvPicPr>
        <p:blipFill>
          <a:blip r:embed="rId1"/>
          <a:stretch>
            <a:fillRect/>
          </a:stretch>
        </p:blipFill>
        <p:spPr>
          <a:xfrm>
            <a:off x="244475" y="1335088"/>
            <a:ext cx="8705850" cy="7239000"/>
          </a:xfrm>
          <a:prstGeom prst="rect">
            <a:avLst/>
          </a:prstGeom>
          <a:noFill/>
          <a:ln w="9525">
            <a:noFill/>
          </a:ln>
        </p:spPr>
      </p:pic>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Rectangle 2"/>
          <p:cNvSpPr>
            <a:spLocks noGrp="1"/>
          </p:cNvSpPr>
          <p:nvPr>
            <p:ph type="title"/>
          </p:nvPr>
        </p:nvSpPr>
        <p:spPr>
          <a:xfrm>
            <a:off x="119063" y="542925"/>
            <a:ext cx="9193212" cy="684213"/>
          </a:xfrm>
          <a:ln/>
        </p:spPr>
        <p:txBody>
          <a:bodyPr vert="horz" wrap="square" lIns="0" tIns="45610" rIns="0" bIns="0" anchor="b" anchorCtr="0"/>
          <a:p>
            <a:r>
              <a:rPr lang="zh-CN" altLang="en-US" b="1" dirty="0">
                <a:latin typeface="微软雅黑" panose="020B0503020204020204" pitchFamily="34" charset="-122"/>
                <a:ea typeface="微软雅黑" panose="020B0503020204020204" pitchFamily="34" charset="-122"/>
              </a:rPr>
              <a:t>排名</a:t>
            </a: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10</a:t>
            </a:r>
            <a:r>
              <a:rPr lang="zh-CN" altLang="en-US" b="1" dirty="0">
                <a:latin typeface="微软雅黑" panose="020B0503020204020204" pitchFamily="34" charset="-122"/>
                <a:ea typeface="微软雅黑" panose="020B0503020204020204" pitchFamily="34" charset="-122"/>
              </a:rPr>
              <a:t>的编程语言（</a:t>
            </a:r>
            <a:r>
              <a:rPr lang="en-US" altLang="zh-CN" b="1" dirty="0">
                <a:latin typeface="微软雅黑" panose="020B0503020204020204" pitchFamily="34" charset="-122"/>
                <a:ea typeface="微软雅黑" panose="020B0503020204020204" pitchFamily="34" charset="-122"/>
              </a:rPr>
              <a:t>2018</a:t>
            </a:r>
            <a:r>
              <a:rPr lang="zh-CN" altLang="en-US" b="1" dirty="0">
                <a:latin typeface="微软雅黑" panose="020B0503020204020204" pitchFamily="34" charset="-122"/>
                <a:ea typeface="微软雅黑" panose="020B0503020204020204" pitchFamily="34" charset="-122"/>
              </a:rPr>
              <a:t>）</a:t>
            </a:r>
            <a:endParaRPr lang="zh-CN" altLang="en-US" b="1" dirty="0">
              <a:latin typeface="微软雅黑" panose="020B0503020204020204" pitchFamily="34" charset="-122"/>
              <a:ea typeface="微软雅黑" panose="020B0503020204020204" pitchFamily="34" charset="-122"/>
            </a:endParaRPr>
          </a:p>
        </p:txBody>
      </p:sp>
      <p:pic>
        <p:nvPicPr>
          <p:cNvPr id="91139" name="Picture 2" descr="https://gss0.bdstatic.com/-4o3dSag_xI4khGkpoWK1HF6hhy/baike/c0%3Dbaike150%2C5%2C5%2C150%2C50/sign=f575d1ea34dbb6fd3156ed74684dc07d/42a98226cffc1e172e2de9204790f603738de915.jpg"/>
          <p:cNvPicPr>
            <a:picLocks noChangeAspect="1"/>
          </p:cNvPicPr>
          <p:nvPr/>
        </p:nvPicPr>
        <p:blipFill>
          <a:blip r:embed="rId1"/>
          <a:stretch>
            <a:fillRect/>
          </a:stretch>
        </p:blipFill>
        <p:spPr>
          <a:xfrm>
            <a:off x="69850" y="1119188"/>
            <a:ext cx="9048750" cy="7315200"/>
          </a:xfrm>
          <a:prstGeom prst="rect">
            <a:avLst/>
          </a:prstGeom>
          <a:noFill/>
          <a:ln w="9525">
            <a:noFill/>
          </a:ln>
        </p:spPr>
      </p:pic>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Rectangle 2"/>
          <p:cNvSpPr>
            <a:spLocks noGrp="1"/>
          </p:cNvSpPr>
          <p:nvPr>
            <p:ph type="title"/>
          </p:nvPr>
        </p:nvSpPr>
        <p:spPr>
          <a:xfrm>
            <a:off x="119063" y="542925"/>
            <a:ext cx="9193212" cy="684213"/>
          </a:xfrm>
          <a:ln/>
        </p:spPr>
        <p:txBody>
          <a:bodyPr vert="horz" wrap="square" lIns="0" tIns="45610" rIns="0" bIns="0" anchor="b" anchorCtr="0"/>
          <a:p>
            <a:r>
              <a:rPr lang="zh-CN" altLang="en-US" b="1" dirty="0">
                <a:latin typeface="微软雅黑" panose="020B0503020204020204" pitchFamily="34" charset="-122"/>
                <a:ea typeface="微软雅黑" panose="020B0503020204020204" pitchFamily="34" charset="-122"/>
              </a:rPr>
              <a:t>排名</a:t>
            </a: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10</a:t>
            </a:r>
            <a:r>
              <a:rPr lang="zh-CN" altLang="en-US" b="1" dirty="0">
                <a:latin typeface="微软雅黑" panose="020B0503020204020204" pitchFamily="34" charset="-122"/>
                <a:ea typeface="微软雅黑" panose="020B0503020204020204" pitchFamily="34" charset="-122"/>
              </a:rPr>
              <a:t>的编程语言（</a:t>
            </a:r>
            <a:r>
              <a:rPr lang="en-US" altLang="zh-CN" b="1" dirty="0">
                <a:latin typeface="微软雅黑" panose="020B0503020204020204" pitchFamily="34" charset="-122"/>
                <a:ea typeface="微软雅黑" panose="020B0503020204020204" pitchFamily="34" charset="-122"/>
              </a:rPr>
              <a:t>2017</a:t>
            </a:r>
            <a:r>
              <a:rPr lang="zh-CN" altLang="en-US" b="1" dirty="0">
                <a:latin typeface="微软雅黑" panose="020B0503020204020204" pitchFamily="34" charset="-122"/>
                <a:ea typeface="微软雅黑" panose="020B0503020204020204" pitchFamily="34" charset="-122"/>
              </a:rPr>
              <a:t>）</a:t>
            </a:r>
            <a:endParaRPr lang="zh-CN" altLang="en-US" b="1" dirty="0">
              <a:latin typeface="微软雅黑" panose="020B0503020204020204" pitchFamily="34" charset="-122"/>
              <a:ea typeface="微软雅黑" panose="020B0503020204020204" pitchFamily="34" charset="-122"/>
            </a:endParaRPr>
          </a:p>
        </p:txBody>
      </p:sp>
      <p:pic>
        <p:nvPicPr>
          <p:cNvPr id="92163" name="Picture 5" descr="https://gss3.bdstatic.com/-Po3dSag_xI4khGkpoWK1HF6hhy/baike/c0%3Dbaike92%2C5%2C5%2C92%2C30/sign=a92b49095e2c11dfcadcb771024e09b5/a6efce1b9d16fdfa64a34804bd8f8c5495ee7b09.jpg"/>
          <p:cNvPicPr>
            <a:picLocks noChangeAspect="1"/>
          </p:cNvPicPr>
          <p:nvPr/>
        </p:nvPicPr>
        <p:blipFill>
          <a:blip r:embed="rId1"/>
          <a:stretch>
            <a:fillRect/>
          </a:stretch>
        </p:blipFill>
        <p:spPr>
          <a:xfrm>
            <a:off x="0" y="1406525"/>
            <a:ext cx="8920163" cy="8380413"/>
          </a:xfrm>
          <a:prstGeom prst="rect">
            <a:avLst/>
          </a:prstGeom>
          <a:noFill/>
          <a:ln w="9525">
            <a:noFill/>
          </a:ln>
        </p:spPr>
      </p:pic>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Rectangle 2"/>
          <p:cNvSpPr>
            <a:spLocks noGrp="1"/>
          </p:cNvSpPr>
          <p:nvPr>
            <p:ph type="title"/>
          </p:nvPr>
        </p:nvSpPr>
        <p:spPr>
          <a:xfrm>
            <a:off x="119063" y="542925"/>
            <a:ext cx="9193212" cy="684213"/>
          </a:xfrm>
          <a:ln/>
        </p:spPr>
        <p:txBody>
          <a:bodyPr vert="horz" wrap="square" lIns="0" tIns="45610" rIns="0" bIns="0" anchor="b" anchorCtr="0"/>
          <a:p>
            <a:r>
              <a:rPr lang="zh-CN" altLang="en-US" b="1" dirty="0">
                <a:latin typeface="微软雅黑" panose="020B0503020204020204" pitchFamily="34" charset="-122"/>
                <a:ea typeface="微软雅黑" panose="020B0503020204020204" pitchFamily="34" charset="-122"/>
              </a:rPr>
              <a:t>排名</a:t>
            </a: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10</a:t>
            </a:r>
            <a:r>
              <a:rPr lang="zh-CN" altLang="en-US" b="1" dirty="0">
                <a:latin typeface="微软雅黑" panose="020B0503020204020204" pitchFamily="34" charset="-122"/>
                <a:ea typeface="微软雅黑" panose="020B0503020204020204" pitchFamily="34" charset="-122"/>
              </a:rPr>
              <a:t>的编程语言（</a:t>
            </a:r>
            <a:r>
              <a:rPr lang="en-US" altLang="zh-CN" b="1" dirty="0">
                <a:latin typeface="微软雅黑" panose="020B0503020204020204" pitchFamily="34" charset="-122"/>
                <a:ea typeface="微软雅黑" panose="020B0503020204020204" pitchFamily="34" charset="-122"/>
              </a:rPr>
              <a:t>2016</a:t>
            </a:r>
            <a:r>
              <a:rPr lang="zh-CN" altLang="en-US" b="1" dirty="0">
                <a:latin typeface="微软雅黑" panose="020B0503020204020204" pitchFamily="34" charset="-122"/>
                <a:ea typeface="微软雅黑" panose="020B0503020204020204" pitchFamily="34" charset="-122"/>
              </a:rPr>
              <a:t>）</a:t>
            </a:r>
            <a:endParaRPr lang="zh-CN" altLang="en-US" b="1" dirty="0">
              <a:latin typeface="微软雅黑" panose="020B0503020204020204" pitchFamily="34" charset="-122"/>
              <a:ea typeface="微软雅黑" panose="020B0503020204020204" pitchFamily="34" charset="-122"/>
            </a:endParaRPr>
          </a:p>
        </p:txBody>
      </p:sp>
      <p:pic>
        <p:nvPicPr>
          <p:cNvPr id="93187" name="Picture 2" descr="https://gss1.bdstatic.com/9vo3dSag_xI4khGkpoWK1HF6hhy/baike/c0%3Dbaike80%2C5%2C5%2C80%2C26/sign=2a046739ff198618554ae7d62b844516/77094b36acaf2edd3ad3abb18a1001e93901934c.jpg"/>
          <p:cNvPicPr>
            <a:picLocks noChangeAspect="1"/>
          </p:cNvPicPr>
          <p:nvPr/>
        </p:nvPicPr>
        <p:blipFill>
          <a:blip r:embed="rId1"/>
          <a:stretch>
            <a:fillRect/>
          </a:stretch>
        </p:blipFill>
        <p:spPr>
          <a:xfrm>
            <a:off x="41275" y="1300163"/>
            <a:ext cx="9077325" cy="8566150"/>
          </a:xfrm>
          <a:prstGeom prst="rect">
            <a:avLst/>
          </a:prstGeom>
          <a:noFill/>
          <a:ln w="9525">
            <a:noFill/>
          </a:ln>
        </p:spPr>
      </p:pic>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Rectangle 2"/>
          <p:cNvSpPr>
            <a:spLocks noGrp="1"/>
          </p:cNvSpPr>
          <p:nvPr>
            <p:ph type="title"/>
          </p:nvPr>
        </p:nvSpPr>
        <p:spPr>
          <a:xfrm>
            <a:off x="119063" y="542925"/>
            <a:ext cx="9193212" cy="684213"/>
          </a:xfrm>
          <a:ln/>
        </p:spPr>
        <p:txBody>
          <a:bodyPr vert="horz" wrap="square" lIns="0" tIns="45610" rIns="0" bIns="0" anchor="b" anchorCtr="0"/>
          <a:p>
            <a:r>
              <a:rPr lang="zh-CN" altLang="en-US" b="1" dirty="0">
                <a:latin typeface="微软雅黑" panose="020B0503020204020204" pitchFamily="34" charset="-122"/>
                <a:ea typeface="微软雅黑" panose="020B0503020204020204" pitchFamily="34" charset="-122"/>
              </a:rPr>
              <a:t>排名</a:t>
            </a: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10</a:t>
            </a:r>
            <a:r>
              <a:rPr lang="zh-CN" altLang="en-US" b="1" dirty="0">
                <a:latin typeface="微软雅黑" panose="020B0503020204020204" pitchFamily="34" charset="-122"/>
                <a:ea typeface="微软雅黑" panose="020B0503020204020204" pitchFamily="34" charset="-122"/>
              </a:rPr>
              <a:t>的编程语言（</a:t>
            </a:r>
            <a:r>
              <a:rPr lang="en-US" altLang="zh-CN" b="1" dirty="0">
                <a:latin typeface="微软雅黑" panose="020B0503020204020204" pitchFamily="34" charset="-122"/>
                <a:ea typeface="微软雅黑" panose="020B0503020204020204" pitchFamily="34" charset="-122"/>
              </a:rPr>
              <a:t>2013</a:t>
            </a:r>
            <a:r>
              <a:rPr lang="zh-CN" altLang="en-US" b="1" dirty="0">
                <a:latin typeface="微软雅黑" panose="020B0503020204020204" pitchFamily="34" charset="-122"/>
                <a:ea typeface="微软雅黑" panose="020B0503020204020204" pitchFamily="34" charset="-122"/>
              </a:rPr>
              <a:t>）</a:t>
            </a:r>
            <a:endParaRPr lang="zh-CN" altLang="en-US" b="1" dirty="0">
              <a:latin typeface="微软雅黑" panose="020B0503020204020204" pitchFamily="34" charset="-122"/>
              <a:ea typeface="微软雅黑" panose="020B0503020204020204" pitchFamily="34" charset="-122"/>
            </a:endParaRPr>
          </a:p>
        </p:txBody>
      </p:sp>
      <p:pic>
        <p:nvPicPr>
          <p:cNvPr id="94211" name="Picture 4" descr="C:\Users\LiuChun\AppData\Roaming\Tencent\Users\411124811\QQ\WinTemp\RichOle\[I7{GBFB@]89%ZU}W(%PHRR.jpg"/>
          <p:cNvPicPr>
            <a:picLocks noChangeAspect="1"/>
          </p:cNvPicPr>
          <p:nvPr/>
        </p:nvPicPr>
        <p:blipFill>
          <a:blip r:embed="rId1"/>
          <a:stretch>
            <a:fillRect/>
          </a:stretch>
        </p:blipFill>
        <p:spPr>
          <a:xfrm>
            <a:off x="311150" y="1406525"/>
            <a:ext cx="8448675" cy="4824413"/>
          </a:xfrm>
          <a:prstGeom prst="rect">
            <a:avLst/>
          </a:prstGeom>
          <a:noFill/>
          <a:ln w="9525">
            <a:noFill/>
          </a:ln>
        </p:spPr>
      </p:pic>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4" name="Rectangle 2"/>
          <p:cNvSpPr>
            <a:spLocks noGrp="1"/>
          </p:cNvSpPr>
          <p:nvPr>
            <p:ph type="title"/>
          </p:nvPr>
        </p:nvSpPr>
        <p:spPr>
          <a:xfrm>
            <a:off x="119063" y="542925"/>
            <a:ext cx="8758237" cy="684213"/>
          </a:xfrm>
          <a:ln/>
        </p:spPr>
        <p:txBody>
          <a:bodyPr vert="horz" wrap="square" lIns="0" tIns="45610" rIns="0" bIns="0" anchor="b" anchorCtr="0"/>
          <a:p>
            <a:r>
              <a:rPr lang="zh-CN" altLang="en-US" sz="4800" b="1" dirty="0">
                <a:latin typeface="微软雅黑" panose="020B0503020204020204" pitchFamily="34" charset="-122"/>
                <a:ea typeface="微软雅黑" panose="020B0503020204020204" pitchFamily="34" charset="-122"/>
              </a:rPr>
              <a:t>排名</a:t>
            </a:r>
            <a:r>
              <a:rPr lang="en-US" altLang="zh-CN" sz="4800" b="1" dirty="0">
                <a:latin typeface="微软雅黑" panose="020B0503020204020204" pitchFamily="34" charset="-122"/>
                <a:ea typeface="微软雅黑" panose="020B0503020204020204" pitchFamily="34" charset="-122"/>
              </a:rPr>
              <a:t>1</a:t>
            </a:r>
            <a:r>
              <a:rPr lang="zh-CN" altLang="en-US" sz="4800" b="1" dirty="0">
                <a:latin typeface="微软雅黑" panose="020B0503020204020204" pitchFamily="34" charset="-122"/>
                <a:ea typeface="微软雅黑" panose="020B0503020204020204" pitchFamily="34" charset="-122"/>
              </a:rPr>
              <a:t>－</a:t>
            </a:r>
            <a:r>
              <a:rPr lang="en-US" altLang="zh-CN" sz="4800" b="1" dirty="0">
                <a:latin typeface="微软雅黑" panose="020B0503020204020204" pitchFamily="34" charset="-122"/>
                <a:ea typeface="微软雅黑" panose="020B0503020204020204" pitchFamily="34" charset="-122"/>
              </a:rPr>
              <a:t>10</a:t>
            </a:r>
            <a:r>
              <a:rPr lang="zh-CN" altLang="en-US" sz="4800" b="1" dirty="0">
                <a:latin typeface="微软雅黑" panose="020B0503020204020204" pitchFamily="34" charset="-122"/>
                <a:ea typeface="微软雅黑" panose="020B0503020204020204" pitchFamily="34" charset="-122"/>
              </a:rPr>
              <a:t>的编程语言（</a:t>
            </a:r>
            <a:r>
              <a:rPr lang="en-US" altLang="zh-CN" sz="4800" b="1" dirty="0">
                <a:latin typeface="微软雅黑" panose="020B0503020204020204" pitchFamily="34" charset="-122"/>
                <a:ea typeface="微软雅黑" panose="020B0503020204020204" pitchFamily="34" charset="-122"/>
              </a:rPr>
              <a:t>2012</a:t>
            </a:r>
            <a:r>
              <a:rPr lang="zh-CN" altLang="en-US" sz="4800" b="1" dirty="0">
                <a:latin typeface="微软雅黑" panose="020B0503020204020204" pitchFamily="34" charset="-122"/>
                <a:ea typeface="微软雅黑" panose="020B0503020204020204" pitchFamily="34" charset="-122"/>
              </a:rPr>
              <a:t>）</a:t>
            </a:r>
            <a:endParaRPr lang="zh-CN" altLang="en-US" sz="4800" b="1" dirty="0">
              <a:latin typeface="微软雅黑" panose="020B0503020204020204" pitchFamily="34" charset="-122"/>
              <a:ea typeface="微软雅黑" panose="020B0503020204020204" pitchFamily="34" charset="-122"/>
            </a:endParaRPr>
          </a:p>
        </p:txBody>
      </p:sp>
      <p:pic>
        <p:nvPicPr>
          <p:cNvPr id="95235" name="Picture 1"/>
          <p:cNvPicPr>
            <a:picLocks noChangeAspect="1"/>
          </p:cNvPicPr>
          <p:nvPr/>
        </p:nvPicPr>
        <p:blipFill>
          <a:blip r:embed="rId1"/>
          <a:stretch>
            <a:fillRect/>
          </a:stretch>
        </p:blipFill>
        <p:spPr>
          <a:xfrm>
            <a:off x="431800" y="1295400"/>
            <a:ext cx="8088313" cy="5440363"/>
          </a:xfrm>
          <a:prstGeom prst="rect">
            <a:avLst/>
          </a:prstGeom>
          <a:noFill/>
          <a:ln w="9525">
            <a:noFill/>
          </a:ln>
        </p:spPr>
      </p:pic>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Rectangle 2"/>
          <p:cNvSpPr>
            <a:spLocks noGrp="1"/>
          </p:cNvSpPr>
          <p:nvPr>
            <p:ph type="title"/>
          </p:nvPr>
        </p:nvSpPr>
        <p:spPr>
          <a:xfrm>
            <a:off x="119063" y="542925"/>
            <a:ext cx="8758237" cy="684213"/>
          </a:xfrm>
          <a:ln/>
        </p:spPr>
        <p:txBody>
          <a:bodyPr vert="horz" wrap="square" lIns="0" tIns="45610" rIns="0" bIns="0" anchor="b" anchorCtr="0"/>
          <a:p>
            <a:pPr>
              <a:buNone/>
            </a:pPr>
            <a:r>
              <a:rPr lang="zh-CN" altLang="en-US" sz="4800" b="1" dirty="0">
                <a:latin typeface="微软雅黑" panose="020B0503020204020204" pitchFamily="34" charset="-122"/>
                <a:ea typeface="微软雅黑" panose="020B0503020204020204" pitchFamily="34" charset="-122"/>
              </a:rPr>
              <a:t>更长视角下的编程语言排名</a:t>
            </a:r>
            <a:endParaRPr lang="zh-CN" altLang="en-US" sz="4800" b="1" dirty="0">
              <a:latin typeface="微软雅黑" panose="020B0503020204020204" pitchFamily="34" charset="-122"/>
              <a:ea typeface="微软雅黑" panose="020B0503020204020204" pitchFamily="34" charset="-122"/>
            </a:endParaRPr>
          </a:p>
        </p:txBody>
      </p:sp>
      <p:pic>
        <p:nvPicPr>
          <p:cNvPr id="96259" name="图片 1"/>
          <p:cNvPicPr>
            <a:picLocks noChangeAspect="1"/>
          </p:cNvPicPr>
          <p:nvPr/>
        </p:nvPicPr>
        <p:blipFill>
          <a:blip r:embed="rId1"/>
          <a:stretch>
            <a:fillRect/>
          </a:stretch>
        </p:blipFill>
        <p:spPr>
          <a:xfrm>
            <a:off x="238125" y="1838325"/>
            <a:ext cx="8707438" cy="3744913"/>
          </a:xfrm>
          <a:prstGeom prst="rect">
            <a:avLst/>
          </a:prstGeom>
          <a:noFill/>
          <a:ln w="9525">
            <a:noFill/>
          </a:ln>
        </p:spPr>
      </p:pic>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内容占位符 2"/>
          <p:cNvSpPr>
            <a:spLocks noGrp="1"/>
          </p:cNvSpPr>
          <p:nvPr>
            <p:ph idx="1"/>
          </p:nvPr>
        </p:nvSpPr>
        <p:spPr>
          <a:xfrm>
            <a:off x="444500" y="1489075"/>
            <a:ext cx="8794750" cy="4165600"/>
          </a:xfrm>
          <a:ln/>
        </p:spPr>
        <p:txBody>
          <a:bodyPr vert="horz" wrap="square" lIns="91221" tIns="45610" rIns="91221" bIns="45610" anchor="t" anchorCtr="0"/>
          <a:p>
            <a:pPr marL="273050" lvl="1" indent="-273050" defTabSz="914400" eaLnBrk="1" hangingPunct="1">
              <a:lnSpc>
                <a:spcPct val="150000"/>
              </a:lnSpc>
              <a:buClr>
                <a:srgbClr val="0BD0D9"/>
              </a:buClr>
              <a:buSzPct val="95000"/>
              <a:buFont typeface="Wingdings" panose="05000000000000000000" pitchFamily="2" charset="2"/>
              <a:buChar char="p"/>
              <a:tabLst>
                <a:tab pos="457200" algn="l"/>
              </a:tabLst>
            </a:pPr>
            <a:r>
              <a:rPr lang="zh-CN" altLang="en-US" sz="3200" b="1" dirty="0">
                <a:solidFill>
                  <a:srgbClr val="FF0000"/>
                </a:solidFill>
              </a:rPr>
              <a:t>程序设计语言的分类</a:t>
            </a:r>
            <a:endParaRPr lang="en-US" altLang="zh-CN" sz="3200" b="1" dirty="0">
              <a:solidFill>
                <a:srgbClr val="FF0000"/>
              </a:solidFill>
            </a:endParaRPr>
          </a:p>
          <a:p>
            <a:pPr marL="273050" lvl="1" indent="-273050" defTabSz="914400" eaLnBrk="1" hangingPunct="1">
              <a:lnSpc>
                <a:spcPct val="150000"/>
              </a:lnSpc>
              <a:buClr>
                <a:srgbClr val="0BD0D9"/>
              </a:buClr>
              <a:buSzPct val="95000"/>
              <a:buFont typeface="Wingdings" panose="05000000000000000000" pitchFamily="2" charset="2"/>
              <a:buChar char="p"/>
              <a:tabLst>
                <a:tab pos="457200" algn="l"/>
              </a:tabLst>
            </a:pPr>
            <a:r>
              <a:rPr lang="zh-CN" altLang="en-US" sz="3200" b="1" dirty="0">
                <a:solidFill>
                  <a:srgbClr val="FF0000"/>
                </a:solidFill>
              </a:rPr>
              <a:t>程序设计语言介绍</a:t>
            </a:r>
            <a:endParaRPr lang="en-US" altLang="zh-CN" sz="3200" b="1" dirty="0">
              <a:solidFill>
                <a:srgbClr val="FF0000"/>
              </a:solidFill>
            </a:endParaRPr>
          </a:p>
          <a:p>
            <a:pPr marL="273050" lvl="1" indent="-273050" defTabSz="914400" eaLnBrk="1" hangingPunct="1">
              <a:lnSpc>
                <a:spcPct val="150000"/>
              </a:lnSpc>
              <a:buClr>
                <a:srgbClr val="0BD0D9"/>
              </a:buClr>
              <a:buSzPct val="95000"/>
              <a:buFont typeface="Wingdings" panose="05000000000000000000" pitchFamily="2" charset="2"/>
              <a:buChar char="p"/>
              <a:tabLst>
                <a:tab pos="457200" algn="l"/>
              </a:tabLst>
            </a:pPr>
            <a:r>
              <a:rPr lang="zh-CN" altLang="en-US" sz="3200" b="1" dirty="0"/>
              <a:t>程序设计语言的选择</a:t>
            </a:r>
            <a:endParaRPr lang="zh-CN" altLang="en-US" sz="3200" b="1" dirty="0"/>
          </a:p>
        </p:txBody>
      </p:sp>
      <p:sp>
        <p:nvSpPr>
          <p:cNvPr id="97283" name="标题 1"/>
          <p:cNvSpPr>
            <a:spLocks noGrp="1"/>
          </p:cNvSpPr>
          <p:nvPr>
            <p:ph type="title"/>
          </p:nvPr>
        </p:nvSpPr>
        <p:spPr>
          <a:xfrm>
            <a:off x="382588" y="254000"/>
            <a:ext cx="8207375" cy="1139825"/>
          </a:xfrm>
          <a:ln/>
        </p:spPr>
        <p:txBody>
          <a:bodyPr vert="horz" wrap="square" lIns="0" tIns="45610" rIns="0" bIns="0" anchor="b" anchorCtr="0"/>
          <a:p>
            <a:pPr marL="608330" indent="-608330" eaLnBrk="1" hangingPunct="1"/>
            <a:r>
              <a:rPr lang="zh-CN" altLang="en-US" b="1" dirty="0">
                <a:latin typeface="微软雅黑" panose="020B0503020204020204" pitchFamily="34" charset="-122"/>
                <a:ea typeface="微软雅黑" panose="020B0503020204020204" pitchFamily="34" charset="-122"/>
              </a:rPr>
              <a:t>程序设计语言</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6" name="标题 1"/>
          <p:cNvSpPr>
            <a:spLocks noGrp="1"/>
          </p:cNvSpPr>
          <p:nvPr>
            <p:ph type="title"/>
          </p:nvPr>
        </p:nvSpPr>
        <p:spPr>
          <a:xfrm>
            <a:off x="409575" y="406400"/>
            <a:ext cx="7534275" cy="1216025"/>
          </a:xfrm>
          <a:ln/>
        </p:spPr>
        <p:txBody>
          <a:bodyPr vert="horz" wrap="square" lIns="0" tIns="45610" rIns="0" bIns="0" anchor="b" anchorCtr="0"/>
          <a:p>
            <a:r>
              <a:rPr lang="zh-CN" altLang="en-US" b="1" dirty="0">
                <a:latin typeface="微软雅黑" panose="020B0503020204020204" pitchFamily="34" charset="-122"/>
                <a:ea typeface="微软雅黑" panose="020B0503020204020204" pitchFamily="34" charset="-122"/>
              </a:rPr>
              <a:t>编程语言的选择</a:t>
            </a:r>
            <a:endParaRPr lang="zh-CN" altLang="en-US" b="1" dirty="0">
              <a:latin typeface="微软雅黑" panose="020B0503020204020204" pitchFamily="34" charset="-122"/>
              <a:ea typeface="微软雅黑" panose="020B0503020204020204" pitchFamily="34" charset="-122"/>
            </a:endParaRPr>
          </a:p>
        </p:txBody>
      </p:sp>
      <p:sp>
        <p:nvSpPr>
          <p:cNvPr id="98307" name="内容占位符 2"/>
          <p:cNvSpPr>
            <a:spLocks noGrp="1"/>
          </p:cNvSpPr>
          <p:nvPr>
            <p:ph idx="1"/>
          </p:nvPr>
        </p:nvSpPr>
        <p:spPr>
          <a:xfrm>
            <a:off x="125413" y="1822450"/>
            <a:ext cx="6881812" cy="4695825"/>
          </a:xfrm>
          <a:ln/>
        </p:spPr>
        <p:txBody>
          <a:bodyPr vert="horz" wrap="square" lIns="91221" tIns="45610" rIns="91221" bIns="45610" anchor="t" anchorCtr="0"/>
          <a:p>
            <a:pPr lvl="1" defTabSz="914400">
              <a:lnSpc>
                <a:spcPct val="120000"/>
              </a:lnSpc>
              <a:buFont typeface="Wingdings" panose="05000000000000000000" pitchFamily="2" charset="2"/>
              <a:buChar char="Ø"/>
              <a:tabLst>
                <a:tab pos="457200" algn="l"/>
              </a:tabLst>
            </a:pPr>
            <a:r>
              <a:rPr lang="zh-CN" altLang="en-US" b="1" dirty="0">
                <a:latin typeface="黑体" panose="02010609060101010101" pitchFamily="49" charset="-122"/>
              </a:rPr>
              <a:t>用户的选择</a:t>
            </a:r>
            <a:endParaRPr lang="en-US" altLang="zh-CN" b="1" dirty="0">
              <a:latin typeface="黑体" panose="02010609060101010101" pitchFamily="49" charset="-122"/>
            </a:endParaRPr>
          </a:p>
          <a:p>
            <a:pPr lvl="1" defTabSz="914400">
              <a:lnSpc>
                <a:spcPct val="120000"/>
              </a:lnSpc>
              <a:buFont typeface="Wingdings" panose="05000000000000000000" pitchFamily="2" charset="2"/>
              <a:buChar char="Ø"/>
              <a:tabLst>
                <a:tab pos="457200" algn="l"/>
              </a:tabLst>
            </a:pPr>
            <a:r>
              <a:rPr lang="zh-CN" altLang="en-US" b="1" dirty="0">
                <a:latin typeface="黑体" panose="02010609060101010101" pitchFamily="49" charset="-122"/>
              </a:rPr>
              <a:t>程序员的知识</a:t>
            </a:r>
            <a:endParaRPr lang="en-US" altLang="zh-CN" b="1" dirty="0">
              <a:latin typeface="黑体" panose="02010609060101010101" pitchFamily="49" charset="-122"/>
            </a:endParaRPr>
          </a:p>
          <a:p>
            <a:pPr lvl="1" defTabSz="914400">
              <a:lnSpc>
                <a:spcPct val="120000"/>
              </a:lnSpc>
              <a:buFont typeface="Wingdings" panose="05000000000000000000" pitchFamily="2" charset="2"/>
              <a:buChar char="Ø"/>
              <a:tabLst>
                <a:tab pos="457200" algn="l"/>
              </a:tabLst>
            </a:pPr>
            <a:r>
              <a:rPr lang="zh-CN" altLang="en-US" b="1" dirty="0">
                <a:latin typeface="黑体" panose="02010609060101010101" pitchFamily="49" charset="-122"/>
              </a:rPr>
              <a:t>软件的应用领域</a:t>
            </a:r>
            <a:endParaRPr lang="en-US" altLang="zh-CN" b="1" dirty="0">
              <a:latin typeface="黑体" panose="02010609060101010101" pitchFamily="49" charset="-122"/>
            </a:endParaRPr>
          </a:p>
          <a:p>
            <a:pPr lvl="1" defTabSz="914400">
              <a:lnSpc>
                <a:spcPct val="120000"/>
              </a:lnSpc>
              <a:buFont typeface="Wingdings" panose="05000000000000000000" pitchFamily="2" charset="2"/>
              <a:buChar char="Ø"/>
              <a:tabLst>
                <a:tab pos="457200" algn="l"/>
              </a:tabLst>
            </a:pPr>
            <a:r>
              <a:rPr lang="zh-CN" altLang="en-US" b="1" dirty="0">
                <a:latin typeface="黑体" panose="02010609060101010101" pitchFamily="49" charset="-122"/>
              </a:rPr>
              <a:t>工程项目的规模</a:t>
            </a:r>
            <a:endParaRPr lang="en-US" altLang="zh-CN" b="1" dirty="0">
              <a:latin typeface="黑体" panose="02010609060101010101" pitchFamily="49" charset="-122"/>
            </a:endParaRPr>
          </a:p>
          <a:p>
            <a:pPr lvl="1" defTabSz="914400">
              <a:lnSpc>
                <a:spcPct val="120000"/>
              </a:lnSpc>
              <a:buFont typeface="Wingdings" panose="05000000000000000000" pitchFamily="2" charset="2"/>
              <a:buChar char="Ø"/>
              <a:tabLst>
                <a:tab pos="457200" algn="l"/>
              </a:tabLst>
            </a:pPr>
            <a:r>
              <a:rPr lang="zh-CN" altLang="en-US" b="1" dirty="0">
                <a:latin typeface="黑体" panose="02010609060101010101" pitchFamily="49" charset="-122"/>
              </a:rPr>
              <a:t>软件的可移植性</a:t>
            </a:r>
            <a:endParaRPr lang="en-US" altLang="zh-CN" b="1" dirty="0">
              <a:latin typeface="黑体" panose="02010609060101010101" pitchFamily="49" charset="-122"/>
            </a:endParaRPr>
          </a:p>
          <a:p>
            <a:pPr lvl="1" defTabSz="914400">
              <a:lnSpc>
                <a:spcPct val="120000"/>
              </a:lnSpc>
              <a:buFont typeface="Wingdings" panose="05000000000000000000" pitchFamily="2" charset="2"/>
              <a:buChar char="Ø"/>
              <a:tabLst>
                <a:tab pos="457200" algn="l"/>
              </a:tabLst>
            </a:pPr>
            <a:r>
              <a:rPr lang="zh-CN" altLang="en-US" b="1" dirty="0">
                <a:latin typeface="黑体" panose="02010609060101010101" pitchFamily="49" charset="-122"/>
              </a:rPr>
              <a:t>性能上的考虑</a:t>
            </a:r>
            <a:endParaRPr lang="en-US" altLang="zh-CN" b="1" dirty="0">
              <a:latin typeface="黑体" panose="02010609060101010101" pitchFamily="49" charset="-122"/>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30" name="灯片编号占位符 4"/>
          <p:cNvSpPr txBox="1">
            <a:spLocks noGrp="1"/>
          </p:cNvSpPr>
          <p:nvPr>
            <p:ph type="sldNum" sz="quarter" idx="12"/>
          </p:nvPr>
        </p:nvSpPr>
        <p:spPr>
          <a:xfrm>
            <a:off x="7902575" y="6345238"/>
            <a:ext cx="760413" cy="363537"/>
          </a:xfrm>
          <a:noFill/>
          <a:ln>
            <a:noFill/>
          </a:ln>
        </p:spPr>
        <p:txBody>
          <a:bodyPr lIns="0" tIns="0" rIns="0" bIns="0" anchor="b" anchorCtr="0"/>
          <a:p>
            <a:pPr marL="0" indent="0" algn="r" eaLnBrk="1" hangingPunct="1">
              <a:spcBef>
                <a:spcPct val="0"/>
              </a:spcBef>
              <a:buClrTx/>
              <a:buSzTx/>
              <a:buFont typeface="Wingdings" panose="05000000000000000000" pitchFamily="2" charset="2"/>
              <a:buNone/>
            </a:pPr>
            <a:fld id="{9A0DB2DC-4C9A-4742-B13C-FB6460FD3503}" type="slidenum">
              <a:rPr lang="en-US" altLang="zh-CN" sz="1200" b="1" dirty="0">
                <a:solidFill>
                  <a:srgbClr val="045C75"/>
                </a:solidFill>
                <a:latin typeface="黑体" panose="02010609060101010101" pitchFamily="49" charset="-122"/>
                <a:ea typeface="黑体" panose="02010609060101010101" pitchFamily="49" charset="-122"/>
              </a:rPr>
            </a:fld>
            <a:endParaRPr lang="en-US" altLang="zh-CN" sz="1200" b="1" dirty="0">
              <a:solidFill>
                <a:srgbClr val="045C75"/>
              </a:solidFill>
              <a:latin typeface="黑体" panose="02010609060101010101" pitchFamily="49" charset="-122"/>
              <a:ea typeface="黑体" panose="02010609060101010101" pitchFamily="49" charset="-122"/>
            </a:endParaRPr>
          </a:p>
        </p:txBody>
      </p:sp>
      <p:sp>
        <p:nvSpPr>
          <p:cNvPr id="96260" name="Text Box 4"/>
          <p:cNvSpPr txBox="1">
            <a:spLocks noChangeArrowheads="1"/>
          </p:cNvSpPr>
          <p:nvPr/>
        </p:nvSpPr>
        <p:spPr bwMode="auto">
          <a:xfrm>
            <a:off x="3046413" y="863600"/>
            <a:ext cx="2808288" cy="536575"/>
          </a:xfrm>
          <a:prstGeom prst="rect">
            <a:avLst/>
          </a:prstGeom>
          <a:noFill/>
          <a:ln w="9525">
            <a:noFill/>
            <a:miter lim="800000"/>
          </a:ln>
          <a:effectLst/>
        </p:spPr>
        <p:txBody>
          <a:bodyPr lIns="0" tIns="0" rIns="0" bIns="0">
            <a:spAutoFit/>
          </a:bodyPr>
          <a:lstStyle/>
          <a:p>
            <a:pPr marR="0" algn="ctr" defTabSz="914400" eaLnBrk="1" hangingPunct="1">
              <a:lnSpc>
                <a:spcPts val="4000"/>
              </a:lnSpc>
              <a:buClrTx/>
              <a:buSzTx/>
              <a:buFontTx/>
              <a:buNone/>
              <a:defRPr/>
            </a:pPr>
            <a:r>
              <a:rPr kumimoji="1" lang="zh-CN" altLang="en-US" sz="5000" kern="1200" cap="none" spc="0" normalizeH="0" baseline="0" noProof="0" dirty="0">
                <a:solidFill>
                  <a:schemeClr val="tx2"/>
                </a:solidFill>
                <a:latin typeface="微软雅黑" panose="020B0503020204020204" pitchFamily="34" charset="-122"/>
                <a:ea typeface="微软雅黑" panose="020B0503020204020204" pitchFamily="34" charset="-122"/>
                <a:cs typeface="+mj-cs"/>
              </a:rPr>
              <a:t>提纲</a:t>
            </a:r>
            <a:endParaRPr kumimoji="1" lang="zh-CN" altLang="en-US" sz="5000" kern="1200" cap="none" spc="0" normalizeH="0" baseline="0" noProof="0" dirty="0">
              <a:solidFill>
                <a:schemeClr val="tx2"/>
              </a:solidFill>
              <a:latin typeface="微软雅黑" panose="020B0503020204020204" pitchFamily="34" charset="-122"/>
              <a:ea typeface="微软雅黑" panose="020B0503020204020204" pitchFamily="34" charset="-122"/>
              <a:cs typeface="+mj-cs"/>
            </a:endParaRPr>
          </a:p>
        </p:txBody>
      </p:sp>
      <p:sp>
        <p:nvSpPr>
          <p:cNvPr id="99332" name="Text Box 5"/>
          <p:cNvSpPr txBox="1"/>
          <p:nvPr/>
        </p:nvSpPr>
        <p:spPr>
          <a:xfrm>
            <a:off x="982663" y="1531938"/>
            <a:ext cx="7897812" cy="3249612"/>
          </a:xfrm>
          <a:prstGeom prst="rect">
            <a:avLst/>
          </a:prstGeom>
          <a:noFill/>
          <a:ln w="9525">
            <a:noFill/>
          </a:ln>
        </p:spPr>
        <p:txBody>
          <a:bodyPr lIns="0" tIns="0" rIns="0" bIns="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273050" lvl="1" indent="-273050" defTabSz="914400" eaLnBrk="1" hangingPunct="1">
              <a:lnSpc>
                <a:spcPct val="150000"/>
              </a:lnSpc>
              <a:buClr>
                <a:srgbClr val="0BD0D9"/>
              </a:buClr>
              <a:buSzPct val="95000"/>
              <a:buFont typeface="Wingdings" panose="05000000000000000000" pitchFamily="2" charset="2"/>
              <a:buChar char="p"/>
              <a:tabLst>
                <a:tab pos="457200" algn="l"/>
              </a:tabLst>
            </a:pPr>
            <a:r>
              <a:rPr lang="zh-CN" altLang="en-US" sz="3200" b="1" dirty="0">
                <a:solidFill>
                  <a:srgbClr val="FF0000"/>
                </a:solidFill>
              </a:rPr>
              <a:t>软件实现的目标和任务</a:t>
            </a:r>
            <a:endParaRPr lang="en-US" altLang="zh-CN" sz="3200" b="1" dirty="0">
              <a:solidFill>
                <a:srgbClr val="FF0000"/>
              </a:solidFill>
            </a:endParaRPr>
          </a:p>
          <a:p>
            <a:pPr marL="273050" lvl="1" indent="-273050" defTabSz="914400" eaLnBrk="1" hangingPunct="1">
              <a:lnSpc>
                <a:spcPct val="150000"/>
              </a:lnSpc>
              <a:buClr>
                <a:srgbClr val="0BD0D9"/>
              </a:buClr>
              <a:buSzPct val="95000"/>
              <a:buFont typeface="Wingdings" panose="05000000000000000000" pitchFamily="2" charset="2"/>
              <a:buChar char="p"/>
              <a:tabLst>
                <a:tab pos="457200" algn="l"/>
              </a:tabLst>
            </a:pPr>
            <a:r>
              <a:rPr lang="zh-CN" altLang="en-US" sz="3200" b="1" dirty="0">
                <a:solidFill>
                  <a:srgbClr val="FF0000"/>
                </a:solidFill>
              </a:rPr>
              <a:t>程序设计语言</a:t>
            </a:r>
            <a:endParaRPr lang="en-US" altLang="zh-CN" sz="3200" b="1" dirty="0">
              <a:solidFill>
                <a:srgbClr val="FF0000"/>
              </a:solidFill>
            </a:endParaRPr>
          </a:p>
          <a:p>
            <a:pPr marL="273050" lvl="1" indent="-273050" defTabSz="914400" eaLnBrk="1" hangingPunct="1">
              <a:lnSpc>
                <a:spcPct val="150000"/>
              </a:lnSpc>
              <a:buClr>
                <a:srgbClr val="0BD0D9"/>
              </a:buClr>
              <a:buSzPct val="95000"/>
              <a:buFont typeface="Wingdings" panose="05000000000000000000" pitchFamily="2" charset="2"/>
              <a:buChar char="p"/>
              <a:tabLst>
                <a:tab pos="457200" algn="l"/>
              </a:tabLst>
            </a:pPr>
            <a:r>
              <a:rPr lang="zh-CN" altLang="en-US" sz="3200" b="1" dirty="0"/>
              <a:t>软件编码规范</a:t>
            </a:r>
            <a:endParaRPr lang="en-US" altLang="zh-CN" sz="3200" b="1" dirty="0"/>
          </a:p>
          <a:p>
            <a:pPr marL="273050" lvl="1" indent="-273050" defTabSz="914400" eaLnBrk="1" hangingPunct="1">
              <a:lnSpc>
                <a:spcPct val="150000"/>
              </a:lnSpc>
              <a:buClr>
                <a:srgbClr val="0BD0D9"/>
              </a:buClr>
              <a:buSzPct val="95000"/>
              <a:buFont typeface="Wingdings" panose="05000000000000000000" pitchFamily="2" charset="2"/>
              <a:buChar char="p"/>
              <a:tabLst>
                <a:tab pos="457200" algn="l"/>
              </a:tabLst>
            </a:pPr>
            <a:r>
              <a:rPr lang="zh-CN" altLang="en-US" sz="3200" b="1" dirty="0"/>
              <a:t>程序效率</a:t>
            </a:r>
            <a:endParaRPr lang="en-US" altLang="zh-CN" sz="3200" b="1"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3" name="内容占位符 2"/>
          <p:cNvSpPr>
            <a:spLocks noGrp="1"/>
          </p:cNvSpPr>
          <p:nvPr>
            <p:ph idx="1"/>
          </p:nvPr>
        </p:nvSpPr>
        <p:spPr/>
        <p:txBody>
          <a:bodyPr vert="horz" wrap="square" lIns="91221" tIns="45610" rIns="91221" bIns="45610" numCol="1" anchor="t" anchorCtr="0" compatLnSpc="1">
            <a:normAutofit/>
          </a:bodyPr>
          <a:lstStyle/>
          <a:p>
            <a:pPr marL="273050" marR="0" lvl="1" indent="-273050" algn="l" defTabSz="914400" rtl="0" eaLnBrk="1" fontAlgn="base" latinLnBrk="0" hangingPunct="1">
              <a:lnSpc>
                <a:spcPct val="15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32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遵循一定的规范，可以提高程序</a:t>
            </a:r>
            <a:r>
              <a:rPr kumimoji="1" lang="zh-CN" altLang="en-US" sz="3200" b="1"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的：</a:t>
            </a:r>
            <a:endParaRPr kumimoji="1" lang="en-US" altLang="zh-CN" sz="32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638175" marR="0" lvl="1" indent="-246380" algn="l" defTabSz="914400" rtl="0" eaLnBrk="0" fontAlgn="base" latinLnBrk="0" hangingPunct="0">
              <a:lnSpc>
                <a:spcPct val="120000"/>
              </a:lnSpc>
              <a:spcBef>
                <a:spcPct val="20000"/>
              </a:spcBef>
              <a:spcAft>
                <a:spcPct val="0"/>
              </a:spcAft>
              <a:buClr>
                <a:schemeClr val="accent1"/>
              </a:buClr>
              <a:buSzPct val="85000"/>
              <a:buFont typeface="Wingdings" panose="05000000000000000000" pitchFamily="2" charset="2"/>
              <a:buChar char="Ø"/>
              <a:tabLst>
                <a:tab pos="457200" algn="l"/>
              </a:tabLst>
              <a:defRPr/>
            </a:pP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宋体" panose="02010600030101010101" pitchFamily="2" charset="-122"/>
                <a:cs typeface="+mn-cs"/>
              </a:rPr>
              <a:t>可靠性、</a:t>
            </a:r>
            <a:endParaRPr kumimoji="1" lang="en-US" altLang="zh-CN" sz="2400" b="1" i="0" u="none" strike="noStrike" kern="1200" cap="none" spc="0" normalizeH="0" baseline="0" noProof="0" dirty="0">
              <a:ln>
                <a:noFill/>
              </a:ln>
              <a:solidFill>
                <a:schemeClr val="tx1"/>
              </a:solidFill>
              <a:effectLst/>
              <a:uLnTx/>
              <a:uFillTx/>
              <a:latin typeface="黑体" panose="02010609060101010101" pitchFamily="49" charset="-122"/>
              <a:ea typeface="宋体" panose="02010600030101010101" pitchFamily="2" charset="-122"/>
              <a:cs typeface="+mn-cs"/>
            </a:endParaRPr>
          </a:p>
          <a:p>
            <a:pPr marL="638175" marR="0" lvl="1" indent="-246380" algn="l" defTabSz="914400" rtl="0" eaLnBrk="0" fontAlgn="base" latinLnBrk="0" hangingPunct="0">
              <a:lnSpc>
                <a:spcPct val="120000"/>
              </a:lnSpc>
              <a:spcBef>
                <a:spcPct val="20000"/>
              </a:spcBef>
              <a:spcAft>
                <a:spcPct val="0"/>
              </a:spcAft>
              <a:buClr>
                <a:schemeClr val="accent1"/>
              </a:buClr>
              <a:buSzPct val="85000"/>
              <a:buFont typeface="Wingdings" panose="05000000000000000000" pitchFamily="2" charset="2"/>
              <a:buChar char="Ø"/>
              <a:tabLst>
                <a:tab pos="457200" algn="l"/>
              </a:tabLst>
              <a:defRPr/>
            </a:pP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宋体" panose="02010600030101010101" pitchFamily="2" charset="-122"/>
                <a:cs typeface="+mn-cs"/>
              </a:rPr>
              <a:t>可读性、</a:t>
            </a:r>
            <a:endParaRPr kumimoji="1" lang="en-US" altLang="zh-CN" sz="2400" b="1" i="0" u="none" strike="noStrike" kern="1200" cap="none" spc="0" normalizeH="0" baseline="0" noProof="0" dirty="0">
              <a:ln>
                <a:noFill/>
              </a:ln>
              <a:solidFill>
                <a:schemeClr val="tx1"/>
              </a:solidFill>
              <a:effectLst/>
              <a:uLnTx/>
              <a:uFillTx/>
              <a:latin typeface="黑体" panose="02010609060101010101" pitchFamily="49" charset="-122"/>
              <a:ea typeface="宋体" panose="02010600030101010101" pitchFamily="2" charset="-122"/>
              <a:cs typeface="+mn-cs"/>
            </a:endParaRPr>
          </a:p>
          <a:p>
            <a:pPr marL="638175" marR="0" lvl="1" indent="-246380" algn="l" defTabSz="914400" rtl="0" eaLnBrk="0" fontAlgn="base" latinLnBrk="0" hangingPunct="0">
              <a:lnSpc>
                <a:spcPct val="120000"/>
              </a:lnSpc>
              <a:spcBef>
                <a:spcPct val="20000"/>
              </a:spcBef>
              <a:spcAft>
                <a:spcPct val="0"/>
              </a:spcAft>
              <a:buClr>
                <a:schemeClr val="accent1"/>
              </a:buClr>
              <a:buSzPct val="85000"/>
              <a:buFont typeface="Wingdings" panose="05000000000000000000" pitchFamily="2" charset="2"/>
              <a:buChar char="Ø"/>
              <a:tabLst>
                <a:tab pos="457200" algn="l"/>
              </a:tabLst>
              <a:defRPr/>
            </a:pP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宋体" panose="02010600030101010101" pitchFamily="2" charset="-122"/>
                <a:cs typeface="+mn-cs"/>
              </a:rPr>
              <a:t>可修改性、</a:t>
            </a:r>
            <a:endParaRPr kumimoji="1" lang="en-US" altLang="zh-CN" sz="2400" b="1" i="0" u="none" strike="noStrike" kern="1200" cap="none" spc="0" normalizeH="0" baseline="0" noProof="0" dirty="0">
              <a:ln>
                <a:noFill/>
              </a:ln>
              <a:solidFill>
                <a:schemeClr val="tx1"/>
              </a:solidFill>
              <a:effectLst/>
              <a:uLnTx/>
              <a:uFillTx/>
              <a:latin typeface="黑体" panose="02010609060101010101" pitchFamily="49" charset="-122"/>
              <a:ea typeface="宋体" panose="02010600030101010101" pitchFamily="2" charset="-122"/>
              <a:cs typeface="+mn-cs"/>
            </a:endParaRPr>
          </a:p>
          <a:p>
            <a:pPr marL="638175" marR="0" lvl="1" indent="-246380" algn="l" defTabSz="914400" rtl="0" eaLnBrk="0" fontAlgn="base" latinLnBrk="0" hangingPunct="0">
              <a:lnSpc>
                <a:spcPct val="120000"/>
              </a:lnSpc>
              <a:spcBef>
                <a:spcPct val="20000"/>
              </a:spcBef>
              <a:spcAft>
                <a:spcPct val="0"/>
              </a:spcAft>
              <a:buClr>
                <a:schemeClr val="accent1"/>
              </a:buClr>
              <a:buSzPct val="85000"/>
              <a:buFont typeface="Wingdings" panose="05000000000000000000" pitchFamily="2" charset="2"/>
              <a:buChar char="Ø"/>
              <a:tabLst>
                <a:tab pos="457200" algn="l"/>
              </a:tabLst>
              <a:defRPr/>
            </a:pP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宋体" panose="02010600030101010101" pitchFamily="2" charset="-122"/>
                <a:cs typeface="+mn-cs"/>
              </a:rPr>
              <a:t>可维护性、</a:t>
            </a:r>
            <a:endParaRPr kumimoji="1" lang="en-US" altLang="zh-CN" sz="2400" b="1" i="0" u="none" strike="noStrike" kern="1200" cap="none" spc="0" normalizeH="0" baseline="0" noProof="0" dirty="0">
              <a:ln>
                <a:noFill/>
              </a:ln>
              <a:solidFill>
                <a:schemeClr val="tx1"/>
              </a:solidFill>
              <a:effectLst/>
              <a:uLnTx/>
              <a:uFillTx/>
              <a:latin typeface="黑体" panose="02010609060101010101" pitchFamily="49" charset="-122"/>
              <a:ea typeface="宋体" panose="02010600030101010101" pitchFamily="2" charset="-122"/>
              <a:cs typeface="+mn-cs"/>
            </a:endParaRPr>
          </a:p>
          <a:p>
            <a:pPr marL="638175" marR="0" lvl="1" indent="-246380" algn="l" defTabSz="914400" rtl="0" eaLnBrk="0" fontAlgn="base" latinLnBrk="0" hangingPunct="0">
              <a:lnSpc>
                <a:spcPct val="120000"/>
              </a:lnSpc>
              <a:spcBef>
                <a:spcPct val="20000"/>
              </a:spcBef>
              <a:spcAft>
                <a:spcPct val="0"/>
              </a:spcAft>
              <a:buClr>
                <a:schemeClr val="accent1"/>
              </a:buClr>
              <a:buSzPct val="85000"/>
              <a:buFont typeface="Wingdings" panose="05000000000000000000" pitchFamily="2" charset="2"/>
              <a:buChar char="Ø"/>
              <a:tabLst>
                <a:tab pos="457200" algn="l"/>
              </a:tabLst>
              <a:defRPr/>
            </a:pP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宋体" panose="02010600030101010101" pitchFamily="2" charset="-122"/>
                <a:cs typeface="+mn-cs"/>
              </a:rPr>
              <a:t>一致性</a:t>
            </a:r>
            <a:endParaRPr kumimoji="1" lang="en-US" altLang="zh-CN" sz="2400" b="1" i="0" u="none" strike="noStrike" kern="1200" cap="none" spc="0" normalizeH="0" baseline="0" noProof="0" dirty="0">
              <a:ln>
                <a:noFill/>
              </a:ln>
              <a:solidFill>
                <a:schemeClr val="tx1"/>
              </a:solidFill>
              <a:effectLst/>
              <a:uLnTx/>
              <a:uFillTx/>
              <a:latin typeface="黑体" panose="02010609060101010101" pitchFamily="49" charset="-122"/>
              <a:ea typeface="宋体" panose="02010600030101010101" pitchFamily="2" charset="-122"/>
              <a:cs typeface="+mn-cs"/>
            </a:endParaRPr>
          </a:p>
          <a:p>
            <a:pPr marL="109220" marR="0" lvl="0" indent="0" algn="l" defTabSz="914400" rtl="0" eaLnBrk="1" fontAlgn="auto" latinLnBrk="0" hangingPunct="1">
              <a:lnSpc>
                <a:spcPct val="120000"/>
              </a:lnSpc>
              <a:spcBef>
                <a:spcPct val="20000"/>
              </a:spcBef>
              <a:spcAft>
                <a:spcPts val="0"/>
              </a:spcAft>
              <a:buClr>
                <a:srgbClr val="0BD0D9"/>
              </a:buClr>
              <a:buSzPct val="95000"/>
              <a:buFont typeface="Wingdings 2" panose="05020102010507070707" pitchFamily="18" charset="2"/>
              <a:buNone/>
              <a:defRPr/>
            </a:pPr>
            <a:endParaRPr kumimoji="0" lang="zh-CN" altLang="en-US" sz="26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endParaRPr>
          </a:p>
        </p:txBody>
      </p:sp>
      <p:sp>
        <p:nvSpPr>
          <p:cNvPr id="100355" name="标题 1"/>
          <p:cNvSpPr>
            <a:spLocks noGrp="1"/>
          </p:cNvSpPr>
          <p:nvPr>
            <p:ph type="title"/>
          </p:nvPr>
        </p:nvSpPr>
        <p:spPr>
          <a:xfrm>
            <a:off x="455613" y="542925"/>
            <a:ext cx="8207375" cy="1139825"/>
          </a:xfrm>
          <a:ln/>
        </p:spPr>
        <p:txBody>
          <a:bodyPr vert="horz" wrap="square" lIns="0" tIns="45610" rIns="0" bIns="0" anchor="b" anchorCtr="0"/>
          <a:p>
            <a:r>
              <a:rPr lang="zh-CN" altLang="en-US" b="1" dirty="0">
                <a:latin typeface="微软雅黑" panose="020B0503020204020204" pitchFamily="34" charset="-122"/>
                <a:ea typeface="微软雅黑" panose="020B0503020204020204" pitchFamily="34" charset="-122"/>
              </a:rPr>
              <a:t>为什么需要软件编码规范？</a:t>
            </a:r>
            <a:endParaRPr lang="zh-CN" altLang="en-US" b="1" dirty="0">
              <a:latin typeface="微软雅黑" panose="020B0503020204020204" pitchFamily="34" charset="-122"/>
              <a:ea typeface="微软雅黑" panose="020B0503020204020204" pitchFamily="34" charset="-122"/>
            </a:endParaRPr>
          </a:p>
        </p:txBody>
      </p:sp>
      <p:sp>
        <p:nvSpPr>
          <p:cNvPr id="100356" name="矩形 1"/>
          <p:cNvSpPr/>
          <p:nvPr/>
        </p:nvSpPr>
        <p:spPr>
          <a:xfrm>
            <a:off x="4343400" y="3278188"/>
            <a:ext cx="3311525" cy="1200150"/>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r>
              <a:rPr lang="zh-CN" altLang="en-US" sz="2400" b="1" dirty="0">
                <a:solidFill>
                  <a:srgbClr val="FF0000"/>
                </a:solidFill>
                <a:latin typeface="黑体" panose="02010609060101010101" pitchFamily="49" charset="-122"/>
                <a:ea typeface="黑体" panose="02010609060101010101" pitchFamily="49" charset="-122"/>
              </a:rPr>
              <a:t>使开发人员之间的工作成果可以共享，充分利用资源。</a:t>
            </a:r>
            <a:endParaRPr lang="zh-CN" altLang="en-US" sz="2400" b="1" dirty="0">
              <a:solidFill>
                <a:srgbClr val="FF0000"/>
              </a:solidFill>
              <a:latin typeface="黑体" panose="02010609060101010101" pitchFamily="49" charset="-122"/>
              <a:ea typeface="黑体" panose="02010609060101010101" pitchFamily="49" charset="-122"/>
            </a:endParaRPr>
          </a:p>
        </p:txBody>
      </p:sp>
    </p:spTree>
  </p:cSld>
  <p:clrMapOvr>
    <a:masterClrMapping/>
  </p:clrMapOvr>
  <p:transition spd="slow"/>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8" name="内容占位符 2"/>
          <p:cNvSpPr>
            <a:spLocks noGrp="1"/>
          </p:cNvSpPr>
          <p:nvPr>
            <p:ph idx="1"/>
          </p:nvPr>
        </p:nvSpPr>
        <p:spPr>
          <a:ln/>
        </p:spPr>
        <p:txBody>
          <a:bodyPr vert="horz" wrap="square" lIns="91221" tIns="45610" rIns="91221" bIns="45610" anchor="t" anchorCtr="0"/>
          <a:p>
            <a:pPr lvl="1" defTabSz="914400">
              <a:lnSpc>
                <a:spcPct val="120000"/>
              </a:lnSpc>
              <a:buFont typeface="Wingdings" panose="05000000000000000000" pitchFamily="2" charset="2"/>
              <a:buChar char="Ø"/>
              <a:tabLst>
                <a:tab pos="457200" algn="l"/>
              </a:tabLst>
            </a:pPr>
            <a:r>
              <a:rPr lang="zh-CN" altLang="en-US" sz="2800" b="1" dirty="0">
                <a:latin typeface="黑体" panose="02010609060101010101" pitchFamily="49" charset="-122"/>
              </a:rPr>
              <a:t>头文件规范</a:t>
            </a:r>
            <a:endParaRPr lang="en-US" altLang="zh-CN" sz="2800" b="1" dirty="0">
              <a:latin typeface="黑体" panose="02010609060101010101" pitchFamily="49" charset="-122"/>
            </a:endParaRPr>
          </a:p>
          <a:p>
            <a:pPr lvl="1" defTabSz="914400">
              <a:lnSpc>
                <a:spcPct val="120000"/>
              </a:lnSpc>
              <a:buFont typeface="Wingdings" panose="05000000000000000000" pitchFamily="2" charset="2"/>
              <a:buChar char="Ø"/>
              <a:tabLst>
                <a:tab pos="457200" algn="l"/>
              </a:tabLst>
            </a:pPr>
            <a:r>
              <a:rPr lang="zh-CN" altLang="en-US" sz="2800" b="1" dirty="0">
                <a:latin typeface="黑体" panose="02010609060101010101" pitchFamily="49" charset="-122"/>
              </a:rPr>
              <a:t>注释规范</a:t>
            </a:r>
            <a:endParaRPr lang="en-US" altLang="zh-CN" sz="2800" b="1" dirty="0">
              <a:latin typeface="黑体" panose="02010609060101010101" pitchFamily="49" charset="-122"/>
            </a:endParaRPr>
          </a:p>
          <a:p>
            <a:pPr lvl="1" defTabSz="914400">
              <a:lnSpc>
                <a:spcPct val="120000"/>
              </a:lnSpc>
              <a:buFont typeface="Wingdings" panose="05000000000000000000" pitchFamily="2" charset="2"/>
              <a:buChar char="Ø"/>
              <a:tabLst>
                <a:tab pos="457200" algn="l"/>
              </a:tabLst>
            </a:pPr>
            <a:r>
              <a:rPr lang="zh-CN" altLang="en-US" sz="2800" b="1" dirty="0">
                <a:latin typeface="黑体" panose="02010609060101010101" pitchFamily="49" charset="-122"/>
              </a:rPr>
              <a:t>命名规范</a:t>
            </a:r>
            <a:endParaRPr lang="en-US" altLang="zh-CN" sz="2800" b="1" dirty="0">
              <a:latin typeface="黑体" panose="02010609060101010101" pitchFamily="49" charset="-122"/>
            </a:endParaRPr>
          </a:p>
          <a:p>
            <a:pPr lvl="1" defTabSz="914400">
              <a:lnSpc>
                <a:spcPct val="120000"/>
              </a:lnSpc>
              <a:buFont typeface="Wingdings" panose="05000000000000000000" pitchFamily="2" charset="2"/>
              <a:buChar char="Ø"/>
              <a:tabLst>
                <a:tab pos="457200" algn="l"/>
              </a:tabLst>
            </a:pPr>
            <a:r>
              <a:rPr lang="zh-CN" altLang="en-US" sz="2800" b="1" dirty="0">
                <a:latin typeface="黑体" panose="02010609060101010101" pitchFamily="49" charset="-122"/>
              </a:rPr>
              <a:t>排版规范  </a:t>
            </a:r>
            <a:endParaRPr lang="en-US" altLang="zh-CN" sz="2800" b="1" dirty="0">
              <a:latin typeface="黑体" panose="02010609060101010101" pitchFamily="49" charset="-122"/>
            </a:endParaRPr>
          </a:p>
        </p:txBody>
      </p:sp>
      <p:sp>
        <p:nvSpPr>
          <p:cNvPr id="101379" name="标题 1"/>
          <p:cNvSpPr>
            <a:spLocks noGrp="1"/>
          </p:cNvSpPr>
          <p:nvPr>
            <p:ph type="title"/>
          </p:nvPr>
        </p:nvSpPr>
        <p:spPr>
          <a:xfrm>
            <a:off x="455613" y="542925"/>
            <a:ext cx="8207375" cy="1139825"/>
          </a:xfrm>
          <a:ln/>
        </p:spPr>
        <p:txBody>
          <a:bodyPr vert="horz" wrap="square" lIns="0" tIns="45610" rIns="0" bIns="0" anchor="b" anchorCtr="0"/>
          <a:p>
            <a:r>
              <a:rPr lang="zh-CN" altLang="en-US" b="1" dirty="0">
                <a:latin typeface="微软雅黑" panose="020B0503020204020204" pitchFamily="34" charset="-122"/>
                <a:ea typeface="微软雅黑" panose="020B0503020204020204" pitchFamily="34" charset="-122"/>
              </a:rPr>
              <a:t>软件编码规范的内容</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2" name="Text Box 15"/>
          <p:cNvSpPr txBox="1"/>
          <p:nvPr/>
        </p:nvSpPr>
        <p:spPr>
          <a:xfrm>
            <a:off x="166688" y="804863"/>
            <a:ext cx="8569325" cy="860425"/>
          </a:xfrm>
          <a:prstGeom prst="rect">
            <a:avLst/>
          </a:prstGeom>
          <a:noFill/>
          <a:ln w="9525">
            <a:noFill/>
          </a:ln>
        </p:spPr>
        <p:txBody>
          <a:bodyPr lIns="91221" tIns="45610" rIns="91221" bIns="4561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spcBef>
                <a:spcPct val="0"/>
              </a:spcBef>
              <a:buClrTx/>
              <a:buSzTx/>
              <a:buFont typeface="Wingdings" panose="05000000000000000000" pitchFamily="2" charset="2"/>
              <a:buNone/>
            </a:pPr>
            <a:r>
              <a:rPr lang="zh-CN" altLang="en-US" sz="3200" b="1" dirty="0">
                <a:solidFill>
                  <a:srgbClr val="127254"/>
                </a:solidFill>
                <a:latin typeface="黑体" panose="02010609060101010101" pitchFamily="49" charset="-122"/>
                <a:ea typeface="黑体" panose="02010609060101010101" pitchFamily="49" charset="-122"/>
              </a:rPr>
              <a:t>  </a:t>
            </a:r>
            <a:r>
              <a:rPr lang="en-US" altLang="zh-CN" sz="5000" b="1" dirty="0">
                <a:solidFill>
                  <a:schemeClr val="tx2"/>
                </a:solidFill>
                <a:latin typeface="微软雅黑" panose="020B0503020204020204" pitchFamily="34" charset="-122"/>
                <a:ea typeface="微软雅黑" panose="020B0503020204020204" pitchFamily="34" charset="-122"/>
              </a:rPr>
              <a:t>C / C++</a:t>
            </a:r>
            <a:r>
              <a:rPr lang="zh-CN" altLang="en-US" sz="5000" b="1" dirty="0">
                <a:solidFill>
                  <a:schemeClr val="tx2"/>
                </a:solidFill>
                <a:latin typeface="微软雅黑" panose="020B0503020204020204" pitchFamily="34" charset="-122"/>
                <a:ea typeface="微软雅黑" panose="020B0503020204020204" pitchFamily="34" charset="-122"/>
              </a:rPr>
              <a:t>源程序的组织结构</a:t>
            </a:r>
            <a:endParaRPr lang="zh-CN" altLang="en-US" sz="5000" b="1" dirty="0">
              <a:solidFill>
                <a:schemeClr val="tx2"/>
              </a:solidFill>
              <a:latin typeface="微软雅黑" panose="020B0503020204020204" pitchFamily="34" charset="-122"/>
              <a:ea typeface="微软雅黑" panose="020B0503020204020204" pitchFamily="34" charset="-122"/>
            </a:endParaRPr>
          </a:p>
        </p:txBody>
      </p:sp>
      <p:sp>
        <p:nvSpPr>
          <p:cNvPr id="2611217" name="Text Box 17"/>
          <p:cNvSpPr txBox="1">
            <a:spLocks noChangeArrowheads="1"/>
          </p:cNvSpPr>
          <p:nvPr/>
        </p:nvSpPr>
        <p:spPr bwMode="auto">
          <a:xfrm>
            <a:off x="598488" y="1766888"/>
            <a:ext cx="5205413" cy="42989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273050" marR="0" lvl="1" indent="-273050" algn="l" defTabSz="914400" rtl="0" eaLnBrk="1" fontAlgn="base" latinLnBrk="0" hangingPunct="1">
              <a:lnSpc>
                <a:spcPct val="15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3600" b="1" i="0" u="none" strike="noStrike" kern="1200" cap="none" spc="0" normalizeH="0" baseline="0" noProof="0" dirty="0">
                <a:ln>
                  <a:noFill/>
                </a:ln>
                <a:solidFill>
                  <a:srgbClr val="FF0000"/>
                </a:solidFill>
                <a:effectLst/>
                <a:uLnTx/>
                <a:uFillTx/>
                <a:latin typeface="Constantia" panose="02030602050306030303" pitchFamily="18" charset="0"/>
                <a:ea typeface="宋体" panose="02010600030101010101" pitchFamily="2" charset="-122"/>
                <a:cs typeface="+mn-cs"/>
              </a:rPr>
              <a:t>头文件</a:t>
            </a:r>
            <a:endParaRPr kumimoji="1" lang="en-US" altLang="zh-CN" sz="3600" b="1" i="0" u="none" strike="noStrike" kern="1200" cap="none" spc="0" normalizeH="0" baseline="0" noProof="0" dirty="0">
              <a:ln>
                <a:noFill/>
              </a:ln>
              <a:solidFill>
                <a:srgbClr val="FF0000"/>
              </a:solidFill>
              <a:effectLst/>
              <a:uLnTx/>
              <a:uFillTx/>
              <a:latin typeface="Constantia" panose="02030602050306030303" pitchFamily="18" charset="0"/>
              <a:ea typeface="宋体" panose="02010600030101010101" pitchFamily="2" charset="-122"/>
              <a:cs typeface="+mn-cs"/>
            </a:endParaRPr>
          </a:p>
          <a:p>
            <a:pPr marL="638175" marR="0" lvl="1" indent="-246380" algn="l" defTabSz="914400" rtl="0" eaLnBrk="0" fontAlgn="base" latinLnBrk="0" hangingPunct="0">
              <a:lnSpc>
                <a:spcPct val="120000"/>
              </a:lnSpc>
              <a:spcBef>
                <a:spcPct val="20000"/>
              </a:spcBef>
              <a:spcAft>
                <a:spcPct val="0"/>
              </a:spcAft>
              <a:buClr>
                <a:schemeClr val="accent1"/>
              </a:buClr>
              <a:buSzPct val="85000"/>
              <a:buFont typeface="Wingdings" panose="05000000000000000000" pitchFamily="2" charset="2"/>
              <a:buChar char="Ø"/>
              <a:tabLst>
                <a:tab pos="457200" algn="l"/>
              </a:tabLst>
              <a:defRPr/>
            </a:pP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宋体" panose="02010600030101010101" pitchFamily="2" charset="-122"/>
                <a:cs typeface="+mn-cs"/>
              </a:rPr>
              <a:t>用于保存程序的声明</a:t>
            </a:r>
            <a:endParaRPr kumimoji="1" lang="en-US" altLang="zh-CN" sz="2400" b="1" i="0" u="none" strike="noStrike" kern="1200" cap="none" spc="0" normalizeH="0" baseline="0" noProof="0" dirty="0">
              <a:ln>
                <a:noFill/>
              </a:ln>
              <a:solidFill>
                <a:schemeClr val="tx1"/>
              </a:solidFill>
              <a:effectLst/>
              <a:uLnTx/>
              <a:uFillTx/>
              <a:latin typeface="黑体" panose="02010609060101010101" pitchFamily="49" charset="-122"/>
              <a:ea typeface="宋体" panose="02010600030101010101" pitchFamily="2" charset="-122"/>
              <a:cs typeface="+mn-cs"/>
            </a:endParaRPr>
          </a:p>
          <a:p>
            <a:pPr marL="638175" marR="0" lvl="1" indent="-246380" algn="l" defTabSz="914400" rtl="0" eaLnBrk="0" fontAlgn="base" latinLnBrk="0" hangingPunct="0">
              <a:lnSpc>
                <a:spcPct val="120000"/>
              </a:lnSpc>
              <a:spcBef>
                <a:spcPct val="20000"/>
              </a:spcBef>
              <a:spcAft>
                <a:spcPct val="0"/>
              </a:spcAft>
              <a:buClr>
                <a:schemeClr val="accent1"/>
              </a:buClr>
              <a:buSzPct val="85000"/>
              <a:buFont typeface="Wingdings" panose="05000000000000000000" pitchFamily="2" charset="2"/>
              <a:buChar char="Ø"/>
              <a:tabLst>
                <a:tab pos="457200" algn="l"/>
              </a:tabLst>
              <a:defRPr/>
            </a:pP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宋体" panose="02010600030101010101" pitchFamily="2" charset="-122"/>
                <a:cs typeface="+mn-cs"/>
              </a:rPr>
              <a:t>后缀：</a:t>
            </a:r>
            <a:r>
              <a:rPr kumimoji="1" lang="en-US" altLang="zh-CN" sz="2400" b="1" i="0" u="none" strike="noStrike" kern="1200" cap="none" spc="0" normalizeH="0" baseline="0" noProof="0" dirty="0">
                <a:ln>
                  <a:noFill/>
                </a:ln>
                <a:solidFill>
                  <a:schemeClr val="tx1"/>
                </a:solidFill>
                <a:effectLst/>
                <a:uLnTx/>
                <a:uFillTx/>
                <a:latin typeface="黑体" panose="02010609060101010101" pitchFamily="49" charset="-122"/>
                <a:ea typeface="宋体" panose="02010600030101010101" pitchFamily="2" charset="-122"/>
                <a:cs typeface="+mn-cs"/>
              </a:rPr>
              <a:t>.h</a:t>
            </a:r>
            <a:endParaRPr kumimoji="1" lang="en-US" altLang="zh-CN" sz="2400" b="1" i="0" u="none" strike="noStrike" kern="1200" cap="none" spc="0" normalizeH="0" baseline="0" noProof="0" dirty="0">
              <a:ln>
                <a:noFill/>
              </a:ln>
              <a:solidFill>
                <a:schemeClr val="tx1"/>
              </a:solidFill>
              <a:effectLst/>
              <a:uLnTx/>
              <a:uFillTx/>
              <a:latin typeface="黑体" panose="02010609060101010101" pitchFamily="49" charset="-122"/>
              <a:ea typeface="宋体" panose="02010600030101010101" pitchFamily="2" charset="-122"/>
              <a:cs typeface="+mn-cs"/>
            </a:endParaRPr>
          </a:p>
          <a:p>
            <a:pPr marL="273050" marR="0" lvl="1" indent="-273050" algn="l" defTabSz="914400" rtl="0" eaLnBrk="1" fontAlgn="base" latinLnBrk="0" hangingPunct="1">
              <a:lnSpc>
                <a:spcPct val="15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3200" b="1" i="0" u="none" strike="noStrike" kern="1200" cap="none" spc="0" normalizeH="0" baseline="0" noProof="0" dirty="0">
                <a:ln>
                  <a:noFill/>
                </a:ln>
                <a:solidFill>
                  <a:srgbClr val="FF0000"/>
                </a:solidFill>
                <a:effectLst/>
                <a:uLnTx/>
                <a:uFillTx/>
                <a:latin typeface="Constantia" panose="02030602050306030303" pitchFamily="18" charset="0"/>
                <a:ea typeface="宋体" panose="02010600030101010101" pitchFamily="2" charset="-122"/>
                <a:cs typeface="+mn-cs"/>
              </a:rPr>
              <a:t>程序定义文件</a:t>
            </a:r>
            <a:endParaRPr kumimoji="1" lang="en-US" altLang="zh-CN" sz="3200" b="1" i="0" u="none" strike="noStrike" kern="1200" cap="none" spc="0" normalizeH="0" baseline="0" noProof="0" dirty="0">
              <a:ln>
                <a:noFill/>
              </a:ln>
              <a:solidFill>
                <a:srgbClr val="FF0000"/>
              </a:solidFill>
              <a:effectLst/>
              <a:uLnTx/>
              <a:uFillTx/>
              <a:latin typeface="Constantia" panose="02030602050306030303" pitchFamily="18" charset="0"/>
              <a:ea typeface="宋体" panose="02010600030101010101" pitchFamily="2" charset="-122"/>
              <a:cs typeface="+mn-cs"/>
            </a:endParaRPr>
          </a:p>
          <a:p>
            <a:pPr marL="638175" marR="0" lvl="1" indent="-246380" algn="l" defTabSz="914400" rtl="0" eaLnBrk="0" fontAlgn="base" latinLnBrk="0" hangingPunct="0">
              <a:lnSpc>
                <a:spcPct val="120000"/>
              </a:lnSpc>
              <a:spcBef>
                <a:spcPct val="20000"/>
              </a:spcBef>
              <a:spcAft>
                <a:spcPct val="0"/>
              </a:spcAft>
              <a:buClr>
                <a:schemeClr val="accent1"/>
              </a:buClr>
              <a:buSzPct val="85000"/>
              <a:buFont typeface="Wingdings" panose="05000000000000000000" pitchFamily="2" charset="2"/>
              <a:buChar char="Ø"/>
              <a:tabLst>
                <a:tab pos="457200" algn="l"/>
              </a:tabLst>
              <a:defRPr/>
            </a:pP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宋体" panose="02010600030101010101" pitchFamily="2" charset="-122"/>
                <a:cs typeface="+mn-cs"/>
              </a:rPr>
              <a:t>用于保存程序的实现</a:t>
            </a:r>
            <a:endParaRPr kumimoji="1" lang="en-US" altLang="zh-CN" sz="2400" b="1" i="0" u="none" strike="noStrike" kern="1200" cap="none" spc="0" normalizeH="0" baseline="0" noProof="0" dirty="0">
              <a:ln>
                <a:noFill/>
              </a:ln>
              <a:solidFill>
                <a:schemeClr val="tx1"/>
              </a:solidFill>
              <a:effectLst/>
              <a:uLnTx/>
              <a:uFillTx/>
              <a:latin typeface="黑体" panose="02010609060101010101" pitchFamily="49" charset="-122"/>
              <a:ea typeface="宋体" panose="02010600030101010101" pitchFamily="2" charset="-122"/>
              <a:cs typeface="+mn-cs"/>
            </a:endParaRPr>
          </a:p>
          <a:p>
            <a:pPr marL="638175" marR="0" lvl="1" indent="-246380" algn="l" defTabSz="914400" rtl="0" eaLnBrk="0" fontAlgn="base" latinLnBrk="0" hangingPunct="0">
              <a:lnSpc>
                <a:spcPct val="120000"/>
              </a:lnSpc>
              <a:spcBef>
                <a:spcPct val="20000"/>
              </a:spcBef>
              <a:spcAft>
                <a:spcPct val="0"/>
              </a:spcAft>
              <a:buClr>
                <a:schemeClr val="accent1"/>
              </a:buClr>
              <a:buSzPct val="85000"/>
              <a:buFont typeface="Wingdings" panose="05000000000000000000" pitchFamily="2" charset="2"/>
              <a:buChar char="Ø"/>
              <a:tabLst>
                <a:tab pos="457200" algn="l"/>
              </a:tabLst>
              <a:defRPr/>
            </a:pP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宋体" panose="02010600030101010101" pitchFamily="2" charset="-122"/>
                <a:cs typeface="+mn-cs"/>
              </a:rPr>
              <a:t>后缀：</a:t>
            </a:r>
            <a:r>
              <a:rPr kumimoji="1" lang="en-US" altLang="zh-CN" sz="2400" b="1" i="0" u="none" strike="noStrike" kern="1200" cap="none" spc="0" normalizeH="0" baseline="0" noProof="0" dirty="0">
                <a:ln>
                  <a:noFill/>
                </a:ln>
                <a:solidFill>
                  <a:schemeClr val="tx1"/>
                </a:solidFill>
                <a:effectLst/>
                <a:uLnTx/>
                <a:uFillTx/>
                <a:latin typeface="黑体" panose="02010609060101010101" pitchFamily="49" charset="-122"/>
                <a:ea typeface="宋体" panose="02010600030101010101" pitchFamily="2" charset="-122"/>
                <a:cs typeface="+mn-cs"/>
              </a:rPr>
              <a:t>.c/.</a:t>
            </a:r>
            <a:r>
              <a:rPr kumimoji="1" lang="en-US" altLang="zh-CN" sz="2400" b="1" i="0" u="none" strike="noStrike" kern="1200" cap="none" spc="0" normalizeH="0" baseline="0" noProof="0" dirty="0" err="1">
                <a:ln>
                  <a:noFill/>
                </a:ln>
                <a:solidFill>
                  <a:schemeClr val="tx1"/>
                </a:solidFill>
                <a:effectLst/>
                <a:uLnTx/>
                <a:uFillTx/>
                <a:latin typeface="黑体" panose="02010609060101010101" pitchFamily="49" charset="-122"/>
                <a:ea typeface="宋体" panose="02010600030101010101" pitchFamily="2" charset="-122"/>
                <a:cs typeface="+mn-cs"/>
              </a:rPr>
              <a:t>cpp</a:t>
            </a:r>
            <a:endParaRPr kumimoji="1" lang="en-US" altLang="zh-CN" sz="2400" b="1" i="0" u="none" strike="noStrike" kern="1200" cap="none" spc="0" normalizeH="0" baseline="0" noProof="0" dirty="0">
              <a:ln>
                <a:noFill/>
              </a:ln>
              <a:solidFill>
                <a:schemeClr val="tx1"/>
              </a:solidFill>
              <a:effectLst/>
              <a:uLnTx/>
              <a:uFillTx/>
              <a:latin typeface="黑体" panose="02010609060101010101" pitchFamily="49" charset="-122"/>
              <a:ea typeface="宋体" panose="02010600030101010101" pitchFamily="2" charset="-122"/>
              <a:cs typeface="+mn-cs"/>
            </a:endParaRPr>
          </a:p>
          <a:p>
            <a:pPr marL="273050" marR="0" lvl="1" indent="-273050" algn="l" defTabSz="914400" rtl="0" eaLnBrk="1" fontAlgn="base" latinLnBrk="0" hangingPunct="1">
              <a:lnSpc>
                <a:spcPct val="150000"/>
              </a:lnSpc>
              <a:spcBef>
                <a:spcPct val="20000"/>
              </a:spcBef>
              <a:spcAft>
                <a:spcPct val="0"/>
              </a:spcAft>
              <a:buClr>
                <a:srgbClr val="0BD0D9"/>
              </a:buClr>
              <a:buSzPct val="95000"/>
              <a:buFont typeface="Wingdings" panose="05000000000000000000" pitchFamily="2" charset="2"/>
              <a:buChar char="p"/>
              <a:tabLst>
                <a:tab pos="457200" algn="l"/>
              </a:tabLst>
              <a:defRPr/>
            </a:pPr>
            <a:endParaRPr kumimoji="1" lang="zh-CN" altLang="en-US" sz="1800" b="1" i="0" u="none" strike="noStrike" kern="1200" cap="none" spc="0" normalizeH="0" baseline="0" noProof="0" dirty="0">
              <a:ln>
                <a:noFill/>
              </a:ln>
              <a:solidFill>
                <a:schemeClr val="tx1"/>
              </a:solidFill>
              <a:effectLst/>
              <a:uLnTx/>
              <a:uFillTx/>
              <a:latin typeface="Constantia" panose="02030602050306030303" pitchFamily="18" charset="0"/>
              <a:ea typeface="宋体" panose="02010600030101010101" pitchFamily="2" charset="-122"/>
              <a:cs typeface="+mn-cs"/>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Text Box 9"/>
          <p:cNvSpPr txBox="1"/>
          <p:nvPr/>
        </p:nvSpPr>
        <p:spPr>
          <a:xfrm>
            <a:off x="123825" y="758825"/>
            <a:ext cx="8794750" cy="860425"/>
          </a:xfrm>
          <a:prstGeom prst="rect">
            <a:avLst/>
          </a:prstGeom>
          <a:noFill/>
          <a:ln w="9525">
            <a:noFill/>
          </a:ln>
        </p:spPr>
        <p:txBody>
          <a:bodyPr lIns="91221" tIns="45610" rIns="91221" bIns="4561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spcBef>
                <a:spcPct val="0"/>
              </a:spcBef>
              <a:buClrTx/>
              <a:buSzTx/>
              <a:buFont typeface="Wingdings" panose="05000000000000000000" pitchFamily="2" charset="2"/>
              <a:buNone/>
            </a:pPr>
            <a:r>
              <a:rPr lang="zh-CN" altLang="en-US" sz="3200" b="1" dirty="0">
                <a:solidFill>
                  <a:srgbClr val="127254"/>
                </a:solidFill>
                <a:latin typeface="黑体" panose="02010609060101010101" pitchFamily="49" charset="-122"/>
                <a:ea typeface="黑体" panose="02010609060101010101" pitchFamily="49" charset="-122"/>
              </a:rPr>
              <a:t>  </a:t>
            </a:r>
            <a:r>
              <a:rPr lang="zh-CN" altLang="en-US" sz="5000" b="1" dirty="0">
                <a:solidFill>
                  <a:schemeClr val="tx2"/>
                </a:solidFill>
                <a:latin typeface="微软雅黑" panose="020B0503020204020204" pitchFamily="34" charset="-122"/>
                <a:ea typeface="微软雅黑" panose="020B0503020204020204" pitchFamily="34" charset="-122"/>
              </a:rPr>
              <a:t>头文件的结构与规范</a:t>
            </a:r>
            <a:endParaRPr lang="zh-CN" altLang="en-US" sz="5000" b="1" dirty="0">
              <a:solidFill>
                <a:schemeClr val="tx2"/>
              </a:solidFill>
              <a:latin typeface="微软雅黑" panose="020B0503020204020204" pitchFamily="34" charset="-122"/>
              <a:ea typeface="微软雅黑" panose="020B0503020204020204" pitchFamily="34" charset="-122"/>
            </a:endParaRPr>
          </a:p>
        </p:txBody>
      </p:sp>
      <p:sp>
        <p:nvSpPr>
          <p:cNvPr id="104451" name="Text Box 17"/>
          <p:cNvSpPr txBox="1"/>
          <p:nvPr/>
        </p:nvSpPr>
        <p:spPr>
          <a:xfrm>
            <a:off x="61913" y="1909763"/>
            <a:ext cx="8856662" cy="1570037"/>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638175" lvl="1" indent="-245745" defTabSz="914400">
              <a:lnSpc>
                <a:spcPct val="120000"/>
              </a:lnSpc>
              <a:buFont typeface="Wingdings" panose="05000000000000000000" pitchFamily="2" charset="2"/>
              <a:buChar char="Ø"/>
              <a:tabLst>
                <a:tab pos="457200" algn="l"/>
              </a:tabLst>
            </a:pPr>
            <a:r>
              <a:rPr lang="zh-CN" altLang="en-US" b="1" dirty="0">
                <a:latin typeface="黑体" panose="02010609060101010101" pitchFamily="49" charset="-122"/>
              </a:rPr>
              <a:t>文件头注释（涉及版权和版本声明、文件名、作者等信息）</a:t>
            </a:r>
            <a:endParaRPr lang="en-US" altLang="zh-CN" b="1" dirty="0">
              <a:latin typeface="黑体" panose="02010609060101010101" pitchFamily="49" charset="-122"/>
            </a:endParaRPr>
          </a:p>
          <a:p>
            <a:pPr marL="638175" lvl="1" indent="-245745" defTabSz="914400">
              <a:lnSpc>
                <a:spcPct val="120000"/>
              </a:lnSpc>
              <a:buFont typeface="Wingdings" panose="05000000000000000000" pitchFamily="2" charset="2"/>
              <a:buChar char="Ø"/>
              <a:tabLst>
                <a:tab pos="457200" algn="l"/>
              </a:tabLst>
            </a:pPr>
            <a:r>
              <a:rPr lang="zh-CN" altLang="en-US" b="1" dirty="0">
                <a:latin typeface="黑体" panose="02010609060101010101" pitchFamily="49" charset="-122"/>
              </a:rPr>
              <a:t>预处理块</a:t>
            </a:r>
            <a:endParaRPr lang="en-US" altLang="zh-CN" b="1" dirty="0">
              <a:latin typeface="黑体" panose="02010609060101010101" pitchFamily="49" charset="-122"/>
            </a:endParaRPr>
          </a:p>
          <a:p>
            <a:pPr marL="638175" lvl="1" indent="-245745" defTabSz="914400">
              <a:lnSpc>
                <a:spcPct val="120000"/>
              </a:lnSpc>
              <a:buFont typeface="Wingdings" panose="05000000000000000000" pitchFamily="2" charset="2"/>
              <a:buChar char="Ø"/>
              <a:tabLst>
                <a:tab pos="457200" algn="l"/>
              </a:tabLst>
            </a:pPr>
            <a:r>
              <a:rPr lang="zh-CN" altLang="en-US" b="1" dirty="0">
                <a:latin typeface="黑体" panose="02010609060101010101" pitchFamily="49" charset="-122"/>
              </a:rPr>
              <a:t>函数和类结构声明</a:t>
            </a:r>
            <a:endParaRPr lang="en-US" altLang="zh-CN" b="1" dirty="0">
              <a:latin typeface="黑体" panose="02010609060101010101" pitchFamily="49" charset="-122"/>
            </a:endParaRPr>
          </a:p>
        </p:txBody>
      </p:sp>
      <p:sp>
        <p:nvSpPr>
          <p:cNvPr id="2" name="圆角矩形标注 1"/>
          <p:cNvSpPr/>
          <p:nvPr/>
        </p:nvSpPr>
        <p:spPr>
          <a:xfrm>
            <a:off x="3119438" y="2708275"/>
            <a:ext cx="5187950" cy="1296988"/>
          </a:xfrm>
          <a:prstGeom prst="wedgeRoundRectCallout">
            <a:avLst>
              <a:gd name="adj1" fmla="val -70511"/>
              <a:gd name="adj2" fmla="val -51404"/>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1" lang="zh-CN" altLang="en-US" sz="2400" b="1" i="0" u="none" strike="noStrike" kern="1200" cap="none" spc="0" normalizeH="0" baseline="0" noProof="0" dirty="0">
                <a:ln>
                  <a:noFill/>
                </a:ln>
                <a:solidFill>
                  <a:schemeClr val="lt1"/>
                </a:solidFill>
                <a:effectLst/>
                <a:uLnTx/>
                <a:uFillTx/>
                <a:latin typeface="+mn-lt"/>
                <a:ea typeface="+mn-ea"/>
                <a:cs typeface="+mn-cs"/>
              </a:rPr>
              <a:t>防止头文件被重复引用，用</a:t>
            </a:r>
            <a:r>
              <a:rPr kumimoji="1" lang="en-US" altLang="zh-CN" sz="2400" b="1" i="0" u="none" strike="noStrike" kern="1200" cap="none" spc="0" normalizeH="0" baseline="0" noProof="0" dirty="0" err="1">
                <a:ln>
                  <a:noFill/>
                </a:ln>
                <a:solidFill>
                  <a:srgbClr val="FF0000"/>
                </a:solidFill>
                <a:effectLst/>
                <a:uLnTx/>
                <a:uFillTx/>
                <a:latin typeface="+mn-lt"/>
                <a:ea typeface="+mn-ea"/>
                <a:cs typeface="+mn-cs"/>
              </a:rPr>
              <a:t>ifndef</a:t>
            </a:r>
            <a:r>
              <a:rPr kumimoji="1" lang="en-US" altLang="zh-CN" sz="2400" b="1" i="0" u="none" strike="noStrike" kern="1200" cap="none" spc="0" normalizeH="0" baseline="0" noProof="0" dirty="0">
                <a:ln>
                  <a:noFill/>
                </a:ln>
                <a:solidFill>
                  <a:srgbClr val="FF0000"/>
                </a:solidFill>
                <a:effectLst/>
                <a:uLnTx/>
                <a:uFillTx/>
                <a:latin typeface="+mn-lt"/>
                <a:ea typeface="+mn-ea"/>
                <a:cs typeface="+mn-cs"/>
              </a:rPr>
              <a:t>/ define /</a:t>
            </a:r>
            <a:r>
              <a:rPr kumimoji="1" lang="en-US" altLang="zh-CN" sz="2400" b="1" i="0" u="none" strike="noStrike" kern="1200" cap="none" spc="0" normalizeH="0" baseline="0" noProof="0" dirty="0" err="1">
                <a:ln>
                  <a:noFill/>
                </a:ln>
                <a:solidFill>
                  <a:srgbClr val="FF0000"/>
                </a:solidFill>
                <a:effectLst/>
                <a:uLnTx/>
                <a:uFillTx/>
                <a:latin typeface="+mn-lt"/>
                <a:ea typeface="+mn-ea"/>
                <a:cs typeface="+mn-cs"/>
              </a:rPr>
              <a:t>endif</a:t>
            </a:r>
            <a:r>
              <a:rPr kumimoji="1" lang="zh-CN" altLang="en-US" sz="2400" b="1" i="0" u="none" strike="noStrike" kern="1200" cap="none" spc="0" normalizeH="0" baseline="0" noProof="0" dirty="0">
                <a:ln>
                  <a:noFill/>
                </a:ln>
                <a:solidFill>
                  <a:schemeClr val="lt1"/>
                </a:solidFill>
                <a:effectLst/>
                <a:uLnTx/>
                <a:uFillTx/>
                <a:latin typeface="+mn-lt"/>
                <a:ea typeface="+mn-ea"/>
                <a:cs typeface="+mn-cs"/>
              </a:rPr>
              <a:t>结构产生预处理块</a:t>
            </a:r>
            <a:endParaRPr kumimoji="1" lang="zh-CN" altLang="en-US" sz="2400" b="1" i="0" u="none" strike="noStrike" kern="1200" cap="none" spc="0" normalizeH="0" baseline="0" noProof="0" dirty="0">
              <a:ln>
                <a:noFill/>
              </a:ln>
              <a:solidFill>
                <a:schemeClr val="lt1"/>
              </a:solidFill>
              <a:effectLst/>
              <a:uLnTx/>
              <a:uFillTx/>
              <a:latin typeface="+mn-lt"/>
              <a:ea typeface="+mn-ea"/>
              <a:cs typeface="+mn-cs"/>
            </a:endParaRPr>
          </a:p>
        </p:txBody>
      </p:sp>
      <p:sp>
        <p:nvSpPr>
          <p:cNvPr id="20" name="圆角矩形标注 19"/>
          <p:cNvSpPr/>
          <p:nvPr/>
        </p:nvSpPr>
        <p:spPr>
          <a:xfrm>
            <a:off x="1463675" y="4286250"/>
            <a:ext cx="6632575" cy="909638"/>
          </a:xfrm>
          <a:prstGeom prst="wedgeRoundRectCallout">
            <a:avLst>
              <a:gd name="adj1" fmla="val -40955"/>
              <a:gd name="adj2" fmla="val -163036"/>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638175" marR="0" lvl="1" indent="-246380" algn="l" defTabSz="914400" rtl="0" eaLnBrk="0" fontAlgn="base" latinLnBrk="0" hangingPunct="0">
              <a:lnSpc>
                <a:spcPct val="120000"/>
              </a:lnSpc>
              <a:spcBef>
                <a:spcPct val="20000"/>
              </a:spcBef>
              <a:spcAft>
                <a:spcPct val="0"/>
              </a:spcAft>
              <a:buClr>
                <a:schemeClr val="accent1"/>
              </a:buClr>
              <a:buSzPct val="85000"/>
              <a:buFont typeface="Wingdings" panose="05000000000000000000" pitchFamily="2" charset="2"/>
              <a:buChar char="Ø"/>
              <a:tabLst>
                <a:tab pos="457200" algn="l"/>
              </a:tabLst>
              <a:defRPr/>
            </a:pPr>
            <a:r>
              <a:rPr kumimoji="1" lang="zh-CN" altLang="en-US" sz="2400" b="1" i="0" u="none" strike="noStrike" kern="1200" cap="none" spc="0" normalizeH="0" baseline="0" noProof="0" dirty="0">
                <a:ln>
                  <a:noFill/>
                </a:ln>
                <a:solidFill>
                  <a:schemeClr val="lt1"/>
                </a:solidFill>
                <a:effectLst/>
                <a:uLnTx/>
                <a:uFillTx/>
                <a:latin typeface="+mn-lt"/>
                <a:ea typeface="+mn-ea"/>
                <a:cs typeface="+mn-cs"/>
              </a:rPr>
              <a:t>只存放“声明”而不存放“定义”</a:t>
            </a:r>
            <a:endParaRPr kumimoji="1" lang="zh-CN" altLang="en-US" sz="2400" b="1" i="0" u="none" strike="noStrike" kern="1200" cap="none" spc="0" normalizeH="0" baseline="0" noProof="0" dirty="0">
              <a:ln>
                <a:noFill/>
              </a:ln>
              <a:solidFill>
                <a:schemeClr val="lt1"/>
              </a:solidFill>
              <a:effectLst/>
              <a:uLnTx/>
              <a:uFillTx/>
              <a:latin typeface="+mn-lt"/>
              <a:ea typeface="+mn-ea"/>
              <a:cs typeface="+mn-cs"/>
            </a:endParaRPr>
          </a:p>
        </p:txBody>
      </p:sp>
      <p:pic>
        <p:nvPicPr>
          <p:cNvPr id="21" name="Picture 29"/>
          <p:cNvPicPr>
            <a:picLocks noChangeAspect="1"/>
          </p:cNvPicPr>
          <p:nvPr/>
        </p:nvPicPr>
        <p:blipFill>
          <a:blip r:embed="rId1"/>
          <a:stretch>
            <a:fillRect/>
          </a:stretch>
        </p:blipFill>
        <p:spPr>
          <a:xfrm>
            <a:off x="2614613" y="1046163"/>
            <a:ext cx="5481637" cy="5534025"/>
          </a:xfrm>
          <a:prstGeom prst="rect">
            <a:avLst/>
          </a:prstGeom>
          <a:noFill/>
          <a:ln w="9525">
            <a:noFill/>
          </a:ln>
          <a:effectLst>
            <a:outerShdw dist="107763" dir="18900000" algn="ctr" rotWithShape="0">
              <a:schemeClr val="bg2"/>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ppt_x"/>
                                          </p:val>
                                        </p:tav>
                                        <p:tav tm="100000">
                                          <p:val>
                                            <p:strVal val="#ppt_x"/>
                                          </p:val>
                                        </p:tav>
                                      </p:tavLst>
                                    </p:anim>
                                    <p:anim calcmode="lin" valueType="num">
                                      <p:cBhvr additive="base">
                                        <p:cTn id="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21"/>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grpId="1" nodeType="clickEffect">
                                  <p:stCondLst>
                                    <p:cond delay="0"/>
                                  </p:stCondLst>
                                  <p:childTnLst>
                                    <p:set>
                                      <p:cBhvr>
                                        <p:cTn id="20" dur="1" fill="hold">
                                          <p:stCondLst>
                                            <p:cond delay="0"/>
                                          </p:stCondLst>
                                        </p:cTn>
                                        <p:tgtEl>
                                          <p:spTgt spid="2"/>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20"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8" name="Text Box 9"/>
          <p:cNvSpPr txBox="1"/>
          <p:nvPr/>
        </p:nvSpPr>
        <p:spPr>
          <a:xfrm>
            <a:off x="123825" y="758825"/>
            <a:ext cx="8612188" cy="860425"/>
          </a:xfrm>
          <a:prstGeom prst="rect">
            <a:avLst/>
          </a:prstGeom>
          <a:noFill/>
          <a:ln w="9525">
            <a:noFill/>
          </a:ln>
        </p:spPr>
        <p:txBody>
          <a:bodyPr lIns="91221" tIns="45610" rIns="91221" bIns="4561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a:spcBef>
                <a:spcPct val="0"/>
              </a:spcBef>
              <a:buClrTx/>
              <a:buSzTx/>
              <a:buFont typeface="Wingdings" panose="05000000000000000000" pitchFamily="2" charset="2"/>
              <a:buNone/>
            </a:pPr>
            <a:r>
              <a:rPr lang="zh-CN" altLang="en-US" sz="3200" b="1" dirty="0">
                <a:solidFill>
                  <a:srgbClr val="127254"/>
                </a:solidFill>
                <a:latin typeface="黑体" panose="02010609060101010101" pitchFamily="49" charset="-122"/>
                <a:ea typeface="黑体" panose="02010609060101010101" pitchFamily="49" charset="-122"/>
              </a:rPr>
              <a:t>  </a:t>
            </a:r>
            <a:r>
              <a:rPr lang="zh-CN" altLang="en-US" sz="5000" b="1" dirty="0">
                <a:solidFill>
                  <a:schemeClr val="tx2"/>
                </a:solidFill>
                <a:latin typeface="微软雅黑" panose="020B0503020204020204" pitchFamily="34" charset="-122"/>
                <a:ea typeface="微软雅黑" panose="020B0503020204020204" pitchFamily="34" charset="-122"/>
              </a:rPr>
              <a:t>头文件的引用方式</a:t>
            </a:r>
            <a:endParaRPr lang="zh-CN" altLang="en-US" sz="5000" b="1" dirty="0">
              <a:solidFill>
                <a:schemeClr val="tx2"/>
              </a:solidFill>
              <a:latin typeface="微软雅黑" panose="020B0503020204020204" pitchFamily="34" charset="-122"/>
              <a:ea typeface="微软雅黑" panose="020B0503020204020204" pitchFamily="34" charset="-122"/>
            </a:endParaRPr>
          </a:p>
        </p:txBody>
      </p:sp>
      <p:sp>
        <p:nvSpPr>
          <p:cNvPr id="16" name="Text Box 17"/>
          <p:cNvSpPr txBox="1">
            <a:spLocks noChangeArrowheads="1"/>
          </p:cNvSpPr>
          <p:nvPr/>
        </p:nvSpPr>
        <p:spPr bwMode="auto">
          <a:xfrm>
            <a:off x="61913" y="1909763"/>
            <a:ext cx="8856663" cy="230981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638175" marR="0" lvl="1" indent="-246380" algn="l" defTabSz="914400" rtl="0" eaLnBrk="0" fontAlgn="base" latinLnBrk="0" hangingPunct="0">
              <a:lnSpc>
                <a:spcPct val="120000"/>
              </a:lnSpc>
              <a:spcBef>
                <a:spcPct val="20000"/>
              </a:spcBef>
              <a:spcAft>
                <a:spcPct val="0"/>
              </a:spcAft>
              <a:buClr>
                <a:schemeClr val="accent1"/>
              </a:buClr>
              <a:buSzPct val="85000"/>
              <a:buFont typeface="Wingdings" panose="05000000000000000000" pitchFamily="2" charset="2"/>
              <a:buChar char="Ø"/>
              <a:tabLst>
                <a:tab pos="457200" algn="l"/>
              </a:tabLst>
              <a:defRPr/>
            </a:pP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宋体" panose="02010600030101010101" pitchFamily="2" charset="-122"/>
                <a:cs typeface="+mn-cs"/>
              </a:rPr>
              <a:t>用#</a:t>
            </a:r>
            <a:r>
              <a:rPr kumimoji="1" lang="en-US" altLang="zh-CN" sz="2400" b="1" i="0" u="none" strike="noStrike" kern="1200" cap="none" spc="0" normalizeH="0" baseline="0" noProof="0" dirty="0">
                <a:ln>
                  <a:noFill/>
                </a:ln>
                <a:solidFill>
                  <a:schemeClr val="tx1"/>
                </a:solidFill>
                <a:effectLst/>
                <a:uLnTx/>
                <a:uFillTx/>
                <a:latin typeface="黑体" panose="02010609060101010101" pitchFamily="49" charset="-122"/>
                <a:ea typeface="宋体" panose="02010600030101010101" pitchFamily="2" charset="-122"/>
                <a:cs typeface="+mn-cs"/>
              </a:rPr>
              <a:t>include &lt;</a:t>
            </a:r>
            <a:r>
              <a:rPr kumimoji="1" lang="en-US" altLang="zh-CN" sz="2400" b="1" i="0" u="none" strike="noStrike" kern="1200" cap="none" spc="0" normalizeH="0" baseline="0" noProof="0" dirty="0" err="1">
                <a:ln>
                  <a:noFill/>
                </a:ln>
                <a:solidFill>
                  <a:schemeClr val="tx1"/>
                </a:solidFill>
                <a:effectLst/>
                <a:uLnTx/>
                <a:uFillTx/>
                <a:latin typeface="黑体" panose="02010609060101010101" pitchFamily="49" charset="-122"/>
                <a:ea typeface="宋体" panose="02010600030101010101" pitchFamily="2" charset="-122"/>
                <a:cs typeface="+mn-cs"/>
              </a:rPr>
              <a:t>filename.h</a:t>
            </a:r>
            <a:r>
              <a:rPr kumimoji="1" lang="en-US" altLang="zh-CN" sz="2400" b="1" i="0" u="none" strike="noStrike" kern="1200" cap="none" spc="0" normalizeH="0" baseline="0" noProof="0" dirty="0">
                <a:ln>
                  <a:noFill/>
                </a:ln>
                <a:solidFill>
                  <a:schemeClr val="tx1"/>
                </a:solidFill>
                <a:effectLst/>
                <a:uLnTx/>
                <a:uFillTx/>
                <a:latin typeface="黑体" panose="02010609060101010101" pitchFamily="49" charset="-122"/>
                <a:ea typeface="宋体" panose="02010600030101010101" pitchFamily="2" charset="-122"/>
                <a:cs typeface="+mn-cs"/>
              </a:rPr>
              <a:t>&gt;</a:t>
            </a: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宋体" panose="02010600030101010101" pitchFamily="2" charset="-122"/>
                <a:cs typeface="+mn-cs"/>
              </a:rPr>
              <a:t>格式来引用</a:t>
            </a:r>
            <a:r>
              <a:rPr kumimoji="1" lang="zh-CN" altLang="en-US" sz="2400" b="1" i="0" u="none" strike="noStrike" kern="1200" cap="none" spc="0" normalizeH="0" baseline="0" noProof="0" dirty="0">
                <a:ln>
                  <a:noFill/>
                </a:ln>
                <a:solidFill>
                  <a:srgbClr val="FF0000"/>
                </a:solidFill>
                <a:effectLst/>
                <a:uLnTx/>
                <a:uFillTx/>
                <a:latin typeface="黑体" panose="02010609060101010101" pitchFamily="49" charset="-122"/>
                <a:ea typeface="宋体" panose="02010600030101010101" pitchFamily="2" charset="-122"/>
                <a:cs typeface="+mn-cs"/>
              </a:rPr>
              <a:t>标准库的头文件</a:t>
            </a: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宋体" panose="02010600030101010101" pitchFamily="2" charset="-122"/>
                <a:cs typeface="+mn-cs"/>
              </a:rPr>
              <a:t>（编译器将从标准库目录开始搜索）</a:t>
            </a:r>
            <a:endParaRPr kumimoji="1" lang="en-US" altLang="zh-CN" sz="2400" b="1" i="0" u="none" strike="noStrike" kern="1200" cap="none" spc="0" normalizeH="0" baseline="0" noProof="0" dirty="0">
              <a:ln>
                <a:noFill/>
              </a:ln>
              <a:solidFill>
                <a:schemeClr val="tx1"/>
              </a:solidFill>
              <a:effectLst/>
              <a:uLnTx/>
              <a:uFillTx/>
              <a:latin typeface="黑体" panose="02010609060101010101" pitchFamily="49" charset="-122"/>
              <a:ea typeface="宋体" panose="02010600030101010101" pitchFamily="2" charset="-122"/>
              <a:cs typeface="+mn-cs"/>
            </a:endParaRPr>
          </a:p>
          <a:p>
            <a:pPr marL="638175" marR="0" lvl="1" indent="-246380" algn="l" defTabSz="914400" rtl="0" eaLnBrk="0" fontAlgn="base" latinLnBrk="0" hangingPunct="0">
              <a:lnSpc>
                <a:spcPct val="120000"/>
              </a:lnSpc>
              <a:spcBef>
                <a:spcPct val="20000"/>
              </a:spcBef>
              <a:spcAft>
                <a:spcPct val="0"/>
              </a:spcAft>
              <a:buClr>
                <a:schemeClr val="accent1"/>
              </a:buClr>
              <a:buSzPct val="85000"/>
              <a:buFont typeface="Wingdings" panose="05000000000000000000" pitchFamily="2" charset="2"/>
              <a:buChar char="Ø"/>
              <a:tabLst>
                <a:tab pos="457200" algn="l"/>
              </a:tabLst>
              <a:defRPr/>
            </a:pP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宋体" panose="02010600030101010101" pitchFamily="2" charset="-122"/>
                <a:cs typeface="+mn-cs"/>
              </a:rPr>
              <a:t>用#</a:t>
            </a:r>
            <a:r>
              <a:rPr kumimoji="1" lang="en-US" altLang="zh-CN" sz="2400" b="1" i="0" u="none" strike="noStrike" kern="1200" cap="none" spc="0" normalizeH="0" baseline="0" noProof="0" dirty="0">
                <a:ln>
                  <a:noFill/>
                </a:ln>
                <a:solidFill>
                  <a:schemeClr val="tx1"/>
                </a:solidFill>
                <a:effectLst/>
                <a:uLnTx/>
                <a:uFillTx/>
                <a:latin typeface="黑体" panose="02010609060101010101" pitchFamily="49" charset="-122"/>
                <a:ea typeface="宋体" panose="02010600030101010101" pitchFamily="2" charset="-122"/>
                <a:cs typeface="+mn-cs"/>
              </a:rPr>
              <a:t>include “</a:t>
            </a:r>
            <a:r>
              <a:rPr kumimoji="1" lang="en-US" altLang="zh-CN" sz="2400" b="1" i="0" u="none" strike="noStrike" kern="1200" cap="none" spc="0" normalizeH="0" baseline="0" noProof="0" dirty="0" err="1">
                <a:ln>
                  <a:noFill/>
                </a:ln>
                <a:solidFill>
                  <a:schemeClr val="tx1"/>
                </a:solidFill>
                <a:effectLst/>
                <a:uLnTx/>
                <a:uFillTx/>
                <a:latin typeface="黑体" panose="02010609060101010101" pitchFamily="49" charset="-122"/>
                <a:ea typeface="宋体" panose="02010600030101010101" pitchFamily="2" charset="-122"/>
                <a:cs typeface="+mn-cs"/>
              </a:rPr>
              <a:t>filename.h</a:t>
            </a:r>
            <a:r>
              <a:rPr kumimoji="1" lang="en-US" altLang="zh-CN" sz="2400" b="1" i="0" u="none" strike="noStrike" kern="1200" cap="none" spc="0" normalizeH="0" baseline="0" noProof="0" dirty="0">
                <a:ln>
                  <a:noFill/>
                </a:ln>
                <a:solidFill>
                  <a:schemeClr val="tx1"/>
                </a:solidFill>
                <a:effectLst/>
                <a:uLnTx/>
                <a:uFillTx/>
                <a:latin typeface="黑体" panose="02010609060101010101" pitchFamily="49" charset="-122"/>
                <a:ea typeface="宋体" panose="02010600030101010101" pitchFamily="2" charset="-122"/>
                <a:cs typeface="+mn-cs"/>
              </a:rPr>
              <a:t>”</a:t>
            </a: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宋体" panose="02010600030101010101" pitchFamily="2" charset="-122"/>
                <a:cs typeface="+mn-cs"/>
              </a:rPr>
              <a:t>格式来引用</a:t>
            </a:r>
            <a:r>
              <a:rPr kumimoji="1" lang="zh-CN" altLang="en-US" sz="2400" b="1" i="0" u="none" strike="noStrike" kern="1200" cap="none" spc="0" normalizeH="0" baseline="0" noProof="0" dirty="0">
                <a:ln>
                  <a:noFill/>
                </a:ln>
                <a:solidFill>
                  <a:srgbClr val="FF0000"/>
                </a:solidFill>
                <a:effectLst/>
                <a:uLnTx/>
                <a:uFillTx/>
                <a:latin typeface="黑体" panose="02010609060101010101" pitchFamily="49" charset="-122"/>
                <a:ea typeface="宋体" panose="02010600030101010101" pitchFamily="2" charset="-122"/>
                <a:cs typeface="+mn-cs"/>
              </a:rPr>
              <a:t>非标准库的头文件</a:t>
            </a:r>
            <a:r>
              <a:rPr kumimoji="1" lang="zh-CN" altLang="en-US" sz="2400" b="1" i="0" u="none" strike="noStrike" kern="1200" cap="none" spc="0" normalizeH="0" baseline="0" noProof="0" dirty="0">
                <a:ln>
                  <a:noFill/>
                </a:ln>
                <a:solidFill>
                  <a:schemeClr val="tx1"/>
                </a:solidFill>
                <a:effectLst/>
                <a:uLnTx/>
                <a:uFillTx/>
                <a:latin typeface="黑体" panose="02010609060101010101" pitchFamily="49" charset="-122"/>
                <a:ea typeface="宋体" panose="02010600030101010101" pitchFamily="2" charset="-122"/>
                <a:cs typeface="+mn-cs"/>
              </a:rPr>
              <a:t>（编译器将从用户的工作目录开始搜索）</a:t>
            </a:r>
            <a:endParaRPr kumimoji="1" lang="en-US" altLang="zh-CN" sz="2400" b="1" i="0" u="none" strike="noStrike" kern="1200" cap="none" spc="0" normalizeH="0" baseline="0" noProof="0" dirty="0">
              <a:ln>
                <a:noFill/>
              </a:ln>
              <a:solidFill>
                <a:schemeClr val="tx1"/>
              </a:solidFill>
              <a:effectLst/>
              <a:uLnTx/>
              <a:uFillTx/>
              <a:latin typeface="黑体" panose="02010609060101010101" pitchFamily="49" charset="-122"/>
              <a:ea typeface="宋体" panose="02010600030101010101" pitchFamily="2" charset="-122"/>
              <a:cs typeface="+mn-cs"/>
            </a:endParaRPr>
          </a:p>
          <a:p>
            <a:pPr marR="0" algn="just" defTabSz="914400" eaLnBrk="1" hangingPunct="1">
              <a:lnSpc>
                <a:spcPct val="115000"/>
              </a:lnSpc>
              <a:spcBef>
                <a:spcPct val="5000"/>
              </a:spcBef>
              <a:buClrTx/>
              <a:buSzTx/>
              <a:buFont typeface="Wingdings" panose="05000000000000000000" pitchFamily="2" charset="2"/>
              <a:buNone/>
              <a:defRPr/>
            </a:pPr>
            <a:endParaRPr kumimoji="1" lang="zh-CN" altLang="en-US" sz="2000" kern="1200" cap="none" spc="0" normalizeH="0" baseline="0" noProof="0" dirty="0">
              <a:solidFill>
                <a:srgbClr val="FF00FF"/>
              </a:solidFill>
              <a:effectLst>
                <a:outerShdw blurRad="38100" dist="38100" dir="2700000" algn="tl">
                  <a:srgbClr val="000000"/>
                </a:outerShdw>
              </a:effectLst>
              <a:latin typeface="宋体" panose="02010600030101010101" pitchFamily="2" charset="-122"/>
              <a:ea typeface="宋体" panose="02010600030101010101" pitchFamily="2" charset="-122"/>
              <a:cs typeface="+mn-cs"/>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08546" name="Group 18"/>
          <p:cNvGrpSpPr/>
          <p:nvPr/>
        </p:nvGrpSpPr>
        <p:grpSpPr>
          <a:xfrm>
            <a:off x="1063625" y="836613"/>
            <a:ext cx="6991350" cy="5199062"/>
            <a:chOff x="672" y="528"/>
            <a:chExt cx="4416" cy="3281"/>
          </a:xfrm>
        </p:grpSpPr>
        <p:pic>
          <p:nvPicPr>
            <p:cNvPr id="108552" name="Picture 16"/>
            <p:cNvPicPr>
              <a:picLocks noChangeAspect="1"/>
            </p:cNvPicPr>
            <p:nvPr/>
          </p:nvPicPr>
          <p:blipFill>
            <a:blip r:embed="rId1"/>
            <a:stretch>
              <a:fillRect/>
            </a:stretch>
          </p:blipFill>
          <p:spPr>
            <a:xfrm>
              <a:off x="672" y="528"/>
              <a:ext cx="4416" cy="3281"/>
            </a:xfrm>
            <a:prstGeom prst="rect">
              <a:avLst/>
            </a:prstGeom>
            <a:noFill/>
            <a:ln w="9525">
              <a:noFill/>
            </a:ln>
          </p:spPr>
        </p:pic>
        <p:pic>
          <p:nvPicPr>
            <p:cNvPr id="108553" name="Picture 17"/>
            <p:cNvPicPr>
              <a:picLocks noChangeAspect="1"/>
            </p:cNvPicPr>
            <p:nvPr/>
          </p:nvPicPr>
          <p:blipFill>
            <a:blip r:embed="rId2"/>
            <a:stretch>
              <a:fillRect/>
            </a:stretch>
          </p:blipFill>
          <p:spPr>
            <a:xfrm>
              <a:off x="3216" y="528"/>
              <a:ext cx="1872" cy="3264"/>
            </a:xfrm>
            <a:prstGeom prst="rect">
              <a:avLst/>
            </a:prstGeom>
            <a:noFill/>
            <a:ln w="9525">
              <a:noFill/>
            </a:ln>
          </p:spPr>
        </p:pic>
      </p:grpSp>
      <p:sp>
        <p:nvSpPr>
          <p:cNvPr id="108547" name="Text Box 19"/>
          <p:cNvSpPr txBox="1"/>
          <p:nvPr/>
        </p:nvSpPr>
        <p:spPr>
          <a:xfrm>
            <a:off x="5116513" y="823913"/>
            <a:ext cx="2816225" cy="461962"/>
          </a:xfrm>
          <a:prstGeom prst="rect">
            <a:avLst/>
          </a:prstGeom>
          <a:noFill/>
          <a:ln w="9525">
            <a:noFill/>
          </a:ln>
        </p:spPr>
        <p:txBody>
          <a:bodyPr wrap="none" lIns="91221" tIns="45610" rIns="91221" bIns="4561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r>
              <a:rPr lang="zh-CN" altLang="en-US" sz="2400" b="1" dirty="0">
                <a:solidFill>
                  <a:srgbClr val="49AB39"/>
                </a:solidFill>
                <a:latin typeface="黑体" panose="02010609060101010101" pitchFamily="49" charset="-122"/>
              </a:rPr>
              <a:t>// 防止被重复引用</a:t>
            </a:r>
            <a:endParaRPr lang="zh-CN" altLang="en-US" sz="2400" b="1" dirty="0">
              <a:solidFill>
                <a:srgbClr val="49AB39"/>
              </a:solidFill>
              <a:latin typeface="黑体" panose="02010609060101010101" pitchFamily="49" charset="-122"/>
            </a:endParaRPr>
          </a:p>
        </p:txBody>
      </p:sp>
      <p:sp>
        <p:nvSpPr>
          <p:cNvPr id="108548" name="Text Box 21"/>
          <p:cNvSpPr txBox="1"/>
          <p:nvPr/>
        </p:nvSpPr>
        <p:spPr>
          <a:xfrm>
            <a:off x="5080000" y="1914525"/>
            <a:ext cx="2971800" cy="460375"/>
          </a:xfrm>
          <a:prstGeom prst="rect">
            <a:avLst/>
          </a:prstGeom>
          <a:noFill/>
          <a:ln w="9525">
            <a:noFill/>
          </a:ln>
        </p:spPr>
        <p:txBody>
          <a:bodyPr wrap="none" lIns="91221" tIns="45610" rIns="91221" bIns="4561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r>
              <a:rPr lang="zh-CN" altLang="en-US" sz="2400" b="1" dirty="0">
                <a:solidFill>
                  <a:srgbClr val="49AB39"/>
                </a:solidFill>
                <a:latin typeface="黑体" panose="02010609060101010101" pitchFamily="49" charset="-122"/>
              </a:rPr>
              <a:t>// 标准库的头文件 </a:t>
            </a:r>
            <a:endParaRPr lang="en-US" altLang="zh-CN" sz="2400" b="1" dirty="0">
              <a:solidFill>
                <a:srgbClr val="49AB39"/>
              </a:solidFill>
              <a:latin typeface="黑体" panose="02010609060101010101" pitchFamily="49" charset="-122"/>
            </a:endParaRPr>
          </a:p>
        </p:txBody>
      </p:sp>
      <p:sp>
        <p:nvSpPr>
          <p:cNvPr id="108549" name="Text Box 22"/>
          <p:cNvSpPr txBox="1"/>
          <p:nvPr/>
        </p:nvSpPr>
        <p:spPr>
          <a:xfrm>
            <a:off x="5081588" y="2268538"/>
            <a:ext cx="3281362" cy="461962"/>
          </a:xfrm>
          <a:prstGeom prst="rect">
            <a:avLst/>
          </a:prstGeom>
          <a:noFill/>
          <a:ln w="9525">
            <a:noFill/>
          </a:ln>
        </p:spPr>
        <p:txBody>
          <a:bodyPr wrap="none" lIns="91221" tIns="45610" rIns="91221" bIns="4561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r>
              <a:rPr lang="zh-CN" altLang="en-US" sz="2400" b="1" dirty="0">
                <a:solidFill>
                  <a:srgbClr val="49AB39"/>
                </a:solidFill>
                <a:latin typeface="黑体" panose="02010609060101010101" pitchFamily="49" charset="-122"/>
              </a:rPr>
              <a:t>// 非标准库的头文件 </a:t>
            </a:r>
            <a:endParaRPr lang="zh-CN" altLang="en-US" sz="2400" b="1" dirty="0">
              <a:solidFill>
                <a:srgbClr val="49AB39"/>
              </a:solidFill>
              <a:latin typeface="黑体" panose="02010609060101010101" pitchFamily="49" charset="-122"/>
            </a:endParaRPr>
          </a:p>
        </p:txBody>
      </p:sp>
      <p:sp>
        <p:nvSpPr>
          <p:cNvPr id="108550" name="Text Box 23"/>
          <p:cNvSpPr txBox="1"/>
          <p:nvPr/>
        </p:nvSpPr>
        <p:spPr>
          <a:xfrm>
            <a:off x="5116513" y="3003550"/>
            <a:ext cx="2662237" cy="461963"/>
          </a:xfrm>
          <a:prstGeom prst="rect">
            <a:avLst/>
          </a:prstGeom>
          <a:noFill/>
          <a:ln w="9525">
            <a:noFill/>
          </a:ln>
        </p:spPr>
        <p:txBody>
          <a:bodyPr wrap="none" lIns="91221" tIns="45610" rIns="91221" bIns="4561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r>
              <a:rPr lang="zh-CN" altLang="en-US" sz="2400" b="1" dirty="0">
                <a:solidFill>
                  <a:srgbClr val="49AB39"/>
                </a:solidFill>
                <a:latin typeface="黑体" panose="02010609060101010101" pitchFamily="49" charset="-122"/>
              </a:rPr>
              <a:t>// 全局函数声明 </a:t>
            </a:r>
            <a:endParaRPr lang="zh-CN" altLang="en-US" sz="2400" b="1" dirty="0">
              <a:solidFill>
                <a:srgbClr val="49AB39"/>
              </a:solidFill>
              <a:latin typeface="黑体" panose="02010609060101010101" pitchFamily="49" charset="-122"/>
            </a:endParaRPr>
          </a:p>
        </p:txBody>
      </p:sp>
      <p:sp>
        <p:nvSpPr>
          <p:cNvPr id="108551" name="Text Box 24"/>
          <p:cNvSpPr txBox="1"/>
          <p:nvPr/>
        </p:nvSpPr>
        <p:spPr>
          <a:xfrm>
            <a:off x="5127625" y="3740150"/>
            <a:ext cx="2508250" cy="460375"/>
          </a:xfrm>
          <a:prstGeom prst="rect">
            <a:avLst/>
          </a:prstGeom>
          <a:noFill/>
          <a:ln w="9525">
            <a:noFill/>
          </a:ln>
        </p:spPr>
        <p:txBody>
          <a:bodyPr wrap="none" lIns="91221" tIns="45610" rIns="91221" bIns="4561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0" lvl="0" indent="0" eaLnBrk="1" hangingPunct="1">
              <a:spcBef>
                <a:spcPct val="0"/>
              </a:spcBef>
              <a:buClrTx/>
              <a:buSzTx/>
              <a:buFont typeface="Wingdings" panose="05000000000000000000" pitchFamily="2" charset="2"/>
              <a:buNone/>
            </a:pPr>
            <a:r>
              <a:rPr lang="zh-CN" altLang="en-US" sz="2400" b="1" dirty="0">
                <a:solidFill>
                  <a:srgbClr val="49AB39"/>
                </a:solidFill>
                <a:latin typeface="黑体" panose="02010609060101010101" pitchFamily="49" charset="-122"/>
              </a:rPr>
              <a:t>// 类/结构声明 </a:t>
            </a:r>
            <a:endParaRPr lang="zh-CN" altLang="en-US" sz="2400" b="1" dirty="0">
              <a:solidFill>
                <a:srgbClr val="49AB39"/>
              </a:solidFill>
              <a:latin typeface="黑体" panose="02010609060101010101" pitchFamily="49" charset="-122"/>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4" name="内容占位符 2"/>
          <p:cNvSpPr>
            <a:spLocks noGrp="1"/>
          </p:cNvSpPr>
          <p:nvPr>
            <p:ph idx="1"/>
          </p:nvPr>
        </p:nvSpPr>
        <p:spPr>
          <a:ln/>
        </p:spPr>
        <p:txBody>
          <a:bodyPr vert="horz" wrap="square" lIns="91221" tIns="45610" rIns="91221" bIns="45610" anchor="t" anchorCtr="0"/>
          <a:p>
            <a:pPr lvl="1" defTabSz="914400">
              <a:lnSpc>
                <a:spcPct val="120000"/>
              </a:lnSpc>
              <a:buFont typeface="Wingdings" panose="05000000000000000000" pitchFamily="2" charset="2"/>
              <a:buChar char="Ø"/>
              <a:tabLst>
                <a:tab pos="457200" algn="l"/>
              </a:tabLst>
            </a:pPr>
            <a:r>
              <a:rPr lang="zh-CN" altLang="en-US" sz="2800" b="1" dirty="0">
                <a:solidFill>
                  <a:srgbClr val="FF0000"/>
                </a:solidFill>
                <a:latin typeface="黑体" panose="02010609060101010101" pitchFamily="49" charset="-122"/>
              </a:rPr>
              <a:t>头文件规范</a:t>
            </a:r>
            <a:endParaRPr lang="en-US" altLang="zh-CN" sz="2800" b="1" dirty="0">
              <a:solidFill>
                <a:srgbClr val="FF0000"/>
              </a:solidFill>
              <a:latin typeface="黑体" panose="02010609060101010101" pitchFamily="49" charset="-122"/>
            </a:endParaRPr>
          </a:p>
          <a:p>
            <a:pPr lvl="1" defTabSz="914400">
              <a:lnSpc>
                <a:spcPct val="120000"/>
              </a:lnSpc>
              <a:buFont typeface="Wingdings" panose="05000000000000000000" pitchFamily="2" charset="2"/>
              <a:buChar char="Ø"/>
              <a:tabLst>
                <a:tab pos="457200" algn="l"/>
              </a:tabLst>
            </a:pPr>
            <a:r>
              <a:rPr lang="zh-CN" altLang="en-US" sz="2800" b="1" dirty="0">
                <a:latin typeface="黑体" panose="02010609060101010101" pitchFamily="49" charset="-122"/>
              </a:rPr>
              <a:t>注释规范</a:t>
            </a:r>
            <a:endParaRPr lang="en-US" altLang="zh-CN" sz="2800" b="1" dirty="0">
              <a:latin typeface="黑体" panose="02010609060101010101" pitchFamily="49" charset="-122"/>
            </a:endParaRPr>
          </a:p>
          <a:p>
            <a:pPr lvl="1" defTabSz="914400">
              <a:lnSpc>
                <a:spcPct val="120000"/>
              </a:lnSpc>
              <a:buFont typeface="Wingdings" panose="05000000000000000000" pitchFamily="2" charset="2"/>
              <a:buChar char="Ø"/>
              <a:tabLst>
                <a:tab pos="457200" algn="l"/>
              </a:tabLst>
            </a:pPr>
            <a:r>
              <a:rPr lang="zh-CN" altLang="en-US" sz="2800" b="1" dirty="0">
                <a:latin typeface="黑体" panose="02010609060101010101" pitchFamily="49" charset="-122"/>
              </a:rPr>
              <a:t>命名规范</a:t>
            </a:r>
            <a:endParaRPr lang="en-US" altLang="zh-CN" sz="2800" b="1" dirty="0">
              <a:latin typeface="黑体" panose="02010609060101010101" pitchFamily="49" charset="-122"/>
            </a:endParaRPr>
          </a:p>
          <a:p>
            <a:pPr lvl="1" defTabSz="914400">
              <a:lnSpc>
                <a:spcPct val="120000"/>
              </a:lnSpc>
              <a:buFont typeface="Wingdings" panose="05000000000000000000" pitchFamily="2" charset="2"/>
              <a:buChar char="Ø"/>
              <a:tabLst>
                <a:tab pos="457200" algn="l"/>
              </a:tabLst>
            </a:pPr>
            <a:r>
              <a:rPr lang="zh-CN" altLang="en-US" sz="2800" b="1" dirty="0">
                <a:latin typeface="黑体" panose="02010609060101010101" pitchFamily="49" charset="-122"/>
              </a:rPr>
              <a:t>排版规范  </a:t>
            </a:r>
            <a:endParaRPr lang="en-US" altLang="zh-CN" sz="2800" b="1" dirty="0">
              <a:latin typeface="黑体" panose="02010609060101010101" pitchFamily="49" charset="-122"/>
            </a:endParaRPr>
          </a:p>
        </p:txBody>
      </p:sp>
      <p:sp>
        <p:nvSpPr>
          <p:cNvPr id="110595" name="标题 1"/>
          <p:cNvSpPr>
            <a:spLocks noGrp="1"/>
          </p:cNvSpPr>
          <p:nvPr>
            <p:ph type="title"/>
          </p:nvPr>
        </p:nvSpPr>
        <p:spPr>
          <a:xfrm>
            <a:off x="455613" y="542925"/>
            <a:ext cx="8207375" cy="1139825"/>
          </a:xfrm>
          <a:ln/>
        </p:spPr>
        <p:txBody>
          <a:bodyPr vert="horz" wrap="square" lIns="0" tIns="45610" rIns="0" bIns="0" anchor="b" anchorCtr="0"/>
          <a:p>
            <a:r>
              <a:rPr lang="zh-CN" altLang="en-US" b="1" dirty="0">
                <a:latin typeface="微软雅黑" panose="020B0503020204020204" pitchFamily="34" charset="-122"/>
                <a:ea typeface="微软雅黑" panose="020B0503020204020204" pitchFamily="34" charset="-122"/>
              </a:rPr>
              <a:t>软件编码规范的内容</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8" name="内容占位符 2"/>
          <p:cNvSpPr>
            <a:spLocks noGrp="1"/>
          </p:cNvSpPr>
          <p:nvPr>
            <p:ph idx="1"/>
          </p:nvPr>
        </p:nvSpPr>
        <p:spPr>
          <a:ln/>
        </p:spPr>
        <p:txBody>
          <a:bodyPr vert="horz" wrap="square" lIns="91221" tIns="45610" rIns="91221" bIns="45610" anchor="t" anchorCtr="0"/>
          <a:p>
            <a:pPr lvl="1" defTabSz="914400">
              <a:lnSpc>
                <a:spcPct val="120000"/>
              </a:lnSpc>
              <a:buFont typeface="Wingdings" panose="05000000000000000000" pitchFamily="2" charset="2"/>
              <a:buChar char="Ø"/>
              <a:tabLst>
                <a:tab pos="457200" algn="l"/>
              </a:tabLst>
            </a:pPr>
            <a:r>
              <a:rPr lang="en-US" altLang="zh-CN" sz="2800" b="1" dirty="0">
                <a:latin typeface="黑体" panose="02010609060101010101" pitchFamily="49" charset="-122"/>
              </a:rPr>
              <a:t>1</a:t>
            </a:r>
            <a:r>
              <a:rPr lang="zh-CN" altLang="en-US" sz="2800" b="1" dirty="0">
                <a:latin typeface="黑体" panose="02010609060101010101" pitchFamily="49" charset="-122"/>
              </a:rPr>
              <a:t>、注释的缩进要与代码的缩进一致</a:t>
            </a:r>
            <a:endParaRPr lang="en-US" altLang="zh-CN" sz="2800" b="1" dirty="0">
              <a:latin typeface="黑体" panose="02010609060101010101" pitchFamily="49" charset="-122"/>
            </a:endParaRPr>
          </a:p>
          <a:p>
            <a:pPr lvl="1" defTabSz="914400">
              <a:lnSpc>
                <a:spcPct val="120000"/>
              </a:lnSpc>
              <a:buFont typeface="Wingdings" panose="05000000000000000000" pitchFamily="2" charset="2"/>
              <a:buChar char="Ø"/>
              <a:tabLst>
                <a:tab pos="457200" algn="l"/>
              </a:tabLst>
            </a:pPr>
            <a:r>
              <a:rPr lang="en-US" altLang="zh-CN" sz="2800" b="1" dirty="0">
                <a:latin typeface="黑体" panose="02010609060101010101" pitchFamily="49" charset="-122"/>
              </a:rPr>
              <a:t>2</a:t>
            </a:r>
            <a:r>
              <a:rPr lang="zh-CN" altLang="en-US" sz="2800" b="1" dirty="0">
                <a:latin typeface="黑体" panose="02010609060101010101" pitchFamily="49" charset="-122"/>
              </a:rPr>
              <a:t>、注释之间要用空行隔开</a:t>
            </a:r>
            <a:endParaRPr lang="en-US" altLang="zh-CN" sz="2800" b="1" dirty="0">
              <a:latin typeface="黑体" panose="02010609060101010101" pitchFamily="49" charset="-122"/>
            </a:endParaRPr>
          </a:p>
          <a:p>
            <a:pPr lvl="1" defTabSz="914400">
              <a:lnSpc>
                <a:spcPct val="120000"/>
              </a:lnSpc>
              <a:buFont typeface="Wingdings" panose="05000000000000000000" pitchFamily="2" charset="2"/>
              <a:buChar char="Ø"/>
              <a:tabLst>
                <a:tab pos="457200" algn="l"/>
              </a:tabLst>
            </a:pPr>
            <a:r>
              <a:rPr lang="en-US" altLang="zh-CN" sz="2800" b="1" dirty="0">
                <a:latin typeface="黑体" panose="02010609060101010101" pitchFamily="49" charset="-122"/>
              </a:rPr>
              <a:t>3</a:t>
            </a:r>
            <a:r>
              <a:rPr lang="zh-CN" altLang="en-US" sz="2800" b="1" dirty="0">
                <a:latin typeface="黑体" panose="02010609060101010101" pitchFamily="49" charset="-122"/>
              </a:rPr>
              <a:t>、对所有的变量、数据结构、以及函数</a:t>
            </a:r>
            <a:r>
              <a:rPr lang="zh-CN" altLang="en-US" sz="2800" b="1" dirty="0">
                <a:solidFill>
                  <a:srgbClr val="FF0000"/>
                </a:solidFill>
                <a:latin typeface="黑体" panose="02010609060101010101" pitchFamily="49" charset="-122"/>
              </a:rPr>
              <a:t>进行声明</a:t>
            </a:r>
            <a:r>
              <a:rPr lang="zh-CN" altLang="en-US" sz="2800" b="1" dirty="0">
                <a:latin typeface="黑体" panose="02010609060101010101" pitchFamily="49" charset="-122"/>
              </a:rPr>
              <a:t>时都应加以注释，说明含义</a:t>
            </a:r>
            <a:endParaRPr lang="en-US" altLang="zh-CN" sz="2800" b="1" dirty="0">
              <a:latin typeface="黑体" panose="02010609060101010101" pitchFamily="49" charset="-122"/>
            </a:endParaRPr>
          </a:p>
          <a:p>
            <a:pPr lvl="1" defTabSz="914400">
              <a:lnSpc>
                <a:spcPct val="120000"/>
              </a:lnSpc>
              <a:buFont typeface="Wingdings" panose="05000000000000000000" pitchFamily="2" charset="2"/>
              <a:buChar char="Ø"/>
              <a:tabLst>
                <a:tab pos="457200" algn="l"/>
              </a:tabLst>
            </a:pPr>
            <a:r>
              <a:rPr lang="en-US" altLang="zh-CN" sz="2800" b="1" dirty="0">
                <a:latin typeface="黑体" panose="02010609060101010101" pitchFamily="49" charset="-122"/>
              </a:rPr>
              <a:t>4</a:t>
            </a:r>
            <a:r>
              <a:rPr lang="zh-CN" altLang="en-US" sz="2800" b="1" dirty="0">
                <a:latin typeface="黑体" panose="02010609060101010101" pitchFamily="49" charset="-122"/>
              </a:rPr>
              <a:t>、头文件和源文件的头部都应进行注释</a:t>
            </a:r>
            <a:endParaRPr lang="en-US" altLang="zh-CN" sz="2800" b="1" dirty="0">
              <a:latin typeface="黑体" panose="02010609060101010101" pitchFamily="49" charset="-122"/>
            </a:endParaRPr>
          </a:p>
          <a:p>
            <a:pPr lvl="1" defTabSz="914400">
              <a:lnSpc>
                <a:spcPct val="120000"/>
              </a:lnSpc>
              <a:buFont typeface="Wingdings" panose="05000000000000000000" pitchFamily="2" charset="2"/>
              <a:buChar char="Ø"/>
              <a:tabLst>
                <a:tab pos="457200" algn="l"/>
              </a:tabLst>
            </a:pPr>
            <a:r>
              <a:rPr lang="en-US" altLang="zh-CN" sz="2800" b="1" dirty="0">
                <a:latin typeface="黑体" panose="02010609060101010101" pitchFamily="49" charset="-122"/>
              </a:rPr>
              <a:t>5</a:t>
            </a:r>
            <a:r>
              <a:rPr lang="zh-CN" altLang="en-US" sz="2800" b="1" dirty="0">
                <a:latin typeface="黑体" panose="02010609060101010101" pitchFamily="49" charset="-122"/>
              </a:rPr>
              <a:t>、</a:t>
            </a:r>
            <a:r>
              <a:rPr lang="zh-CN" altLang="en-US" sz="2800" b="1" dirty="0">
                <a:solidFill>
                  <a:srgbClr val="FF0000"/>
                </a:solidFill>
                <a:latin typeface="黑体" panose="02010609060101010101" pitchFamily="49" charset="-122"/>
              </a:rPr>
              <a:t>函数的头部也应进行块注释</a:t>
            </a:r>
            <a:r>
              <a:rPr lang="zh-CN" altLang="en-US" sz="2800" b="1" dirty="0">
                <a:latin typeface="黑体" panose="02010609060101010101" pitchFamily="49" charset="-122"/>
              </a:rPr>
              <a:t>，列出函数的功能、输入参数、返回值等</a:t>
            </a:r>
            <a:endParaRPr lang="en-US" altLang="zh-CN" sz="2800" b="1" dirty="0">
              <a:latin typeface="黑体" panose="02010609060101010101" pitchFamily="49" charset="-122"/>
            </a:endParaRPr>
          </a:p>
        </p:txBody>
      </p:sp>
      <p:sp>
        <p:nvSpPr>
          <p:cNvPr id="111619" name="标题 1"/>
          <p:cNvSpPr>
            <a:spLocks noGrp="1"/>
          </p:cNvSpPr>
          <p:nvPr>
            <p:ph type="title"/>
          </p:nvPr>
        </p:nvSpPr>
        <p:spPr>
          <a:xfrm>
            <a:off x="455613" y="542925"/>
            <a:ext cx="8207375" cy="1139825"/>
          </a:xfrm>
          <a:ln/>
        </p:spPr>
        <p:txBody>
          <a:bodyPr vert="horz" wrap="square" lIns="0" tIns="45610" rIns="0" bIns="0" anchor="b" anchorCtr="0"/>
          <a:p>
            <a:r>
              <a:rPr lang="zh-CN" altLang="en-US" b="1" dirty="0">
                <a:latin typeface="微软雅黑" panose="020B0503020204020204" pitchFamily="34" charset="-122"/>
                <a:ea typeface="微软雅黑" panose="020B0503020204020204" pitchFamily="34" charset="-122"/>
              </a:rPr>
              <a:t>注释规范</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2" name="内容占位符 2"/>
          <p:cNvSpPr>
            <a:spLocks noGrp="1"/>
          </p:cNvSpPr>
          <p:nvPr>
            <p:ph idx="1"/>
          </p:nvPr>
        </p:nvSpPr>
        <p:spPr>
          <a:ln/>
        </p:spPr>
        <p:txBody>
          <a:bodyPr vert="horz" wrap="square" lIns="91221" tIns="45610" rIns="91221" bIns="45610" anchor="t" anchorCtr="0"/>
          <a:p>
            <a:pPr lvl="1" defTabSz="914400">
              <a:lnSpc>
                <a:spcPct val="120000"/>
              </a:lnSpc>
              <a:buFont typeface="Wingdings" panose="05000000000000000000" pitchFamily="2" charset="2"/>
              <a:buChar char="Ø"/>
              <a:tabLst>
                <a:tab pos="457200" algn="l"/>
              </a:tabLst>
            </a:pPr>
            <a:r>
              <a:rPr lang="zh-CN" altLang="en-US" sz="2800" b="1" dirty="0">
                <a:solidFill>
                  <a:srgbClr val="FF0000"/>
                </a:solidFill>
                <a:latin typeface="黑体" panose="02010609060101010101" pitchFamily="49" charset="-122"/>
              </a:rPr>
              <a:t>头文件规范</a:t>
            </a:r>
            <a:endParaRPr lang="en-US" altLang="zh-CN" sz="2800" b="1" dirty="0">
              <a:solidFill>
                <a:srgbClr val="FF0000"/>
              </a:solidFill>
              <a:latin typeface="黑体" panose="02010609060101010101" pitchFamily="49" charset="-122"/>
            </a:endParaRPr>
          </a:p>
          <a:p>
            <a:pPr lvl="1" defTabSz="914400">
              <a:lnSpc>
                <a:spcPct val="120000"/>
              </a:lnSpc>
              <a:buFont typeface="Wingdings" panose="05000000000000000000" pitchFamily="2" charset="2"/>
              <a:buChar char="Ø"/>
              <a:tabLst>
                <a:tab pos="457200" algn="l"/>
              </a:tabLst>
            </a:pPr>
            <a:r>
              <a:rPr lang="zh-CN" altLang="en-US" sz="2800" b="1" dirty="0">
                <a:solidFill>
                  <a:srgbClr val="FF0000"/>
                </a:solidFill>
                <a:latin typeface="黑体" panose="02010609060101010101" pitchFamily="49" charset="-122"/>
              </a:rPr>
              <a:t>注释规范</a:t>
            </a:r>
            <a:endParaRPr lang="en-US" altLang="zh-CN" sz="2800" b="1" dirty="0">
              <a:solidFill>
                <a:srgbClr val="FF0000"/>
              </a:solidFill>
              <a:latin typeface="黑体" panose="02010609060101010101" pitchFamily="49" charset="-122"/>
            </a:endParaRPr>
          </a:p>
          <a:p>
            <a:pPr lvl="1" defTabSz="914400">
              <a:lnSpc>
                <a:spcPct val="120000"/>
              </a:lnSpc>
              <a:buFont typeface="Wingdings" panose="05000000000000000000" pitchFamily="2" charset="2"/>
              <a:buChar char="Ø"/>
              <a:tabLst>
                <a:tab pos="457200" algn="l"/>
              </a:tabLst>
            </a:pPr>
            <a:r>
              <a:rPr lang="zh-CN" altLang="en-US" sz="2800" b="1" dirty="0">
                <a:latin typeface="黑体" panose="02010609060101010101" pitchFamily="49" charset="-122"/>
              </a:rPr>
              <a:t>命名规范</a:t>
            </a:r>
            <a:endParaRPr lang="en-US" altLang="zh-CN" sz="2800" b="1" dirty="0">
              <a:latin typeface="黑体" panose="02010609060101010101" pitchFamily="49" charset="-122"/>
            </a:endParaRPr>
          </a:p>
          <a:p>
            <a:pPr lvl="1" defTabSz="914400">
              <a:lnSpc>
                <a:spcPct val="120000"/>
              </a:lnSpc>
              <a:buFont typeface="Wingdings" panose="05000000000000000000" pitchFamily="2" charset="2"/>
              <a:buChar char="Ø"/>
              <a:tabLst>
                <a:tab pos="457200" algn="l"/>
              </a:tabLst>
            </a:pPr>
            <a:r>
              <a:rPr lang="zh-CN" altLang="en-US" sz="2800" b="1" dirty="0">
                <a:latin typeface="黑体" panose="02010609060101010101" pitchFamily="49" charset="-122"/>
              </a:rPr>
              <a:t>排版规范  </a:t>
            </a:r>
            <a:endParaRPr lang="en-US" altLang="zh-CN" sz="2800" b="1" dirty="0">
              <a:latin typeface="黑体" panose="02010609060101010101" pitchFamily="49" charset="-122"/>
            </a:endParaRPr>
          </a:p>
        </p:txBody>
      </p:sp>
      <p:sp>
        <p:nvSpPr>
          <p:cNvPr id="112643" name="标题 1"/>
          <p:cNvSpPr>
            <a:spLocks noGrp="1"/>
          </p:cNvSpPr>
          <p:nvPr>
            <p:ph type="title"/>
          </p:nvPr>
        </p:nvSpPr>
        <p:spPr>
          <a:xfrm>
            <a:off x="455613" y="542925"/>
            <a:ext cx="8207375" cy="1139825"/>
          </a:xfrm>
          <a:ln/>
        </p:spPr>
        <p:txBody>
          <a:bodyPr vert="horz" wrap="square" lIns="0" tIns="45610" rIns="0" bIns="0" anchor="b" anchorCtr="0"/>
          <a:p>
            <a:r>
              <a:rPr lang="zh-CN" altLang="en-US" b="1" dirty="0">
                <a:latin typeface="微软雅黑" panose="020B0503020204020204" pitchFamily="34" charset="-122"/>
                <a:ea typeface="微软雅黑" panose="020B0503020204020204" pitchFamily="34" charset="-122"/>
              </a:rPr>
              <a:t>软件编码规范的内容</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6" name="内容占位符 2"/>
          <p:cNvSpPr>
            <a:spLocks noGrp="1"/>
          </p:cNvSpPr>
          <p:nvPr>
            <p:ph idx="1"/>
          </p:nvPr>
        </p:nvSpPr>
        <p:spPr>
          <a:ln/>
        </p:spPr>
        <p:txBody>
          <a:bodyPr vert="horz" wrap="square" lIns="91221" tIns="45610" rIns="91221" bIns="45610" anchor="t" anchorCtr="0"/>
          <a:p>
            <a:pPr lvl="1" defTabSz="914400">
              <a:lnSpc>
                <a:spcPct val="120000"/>
              </a:lnSpc>
              <a:buFont typeface="Wingdings" panose="05000000000000000000" pitchFamily="2" charset="2"/>
              <a:buChar char="Ø"/>
              <a:tabLst>
                <a:tab pos="457200" algn="l"/>
              </a:tabLst>
            </a:pPr>
            <a:r>
              <a:rPr lang="zh-CN" altLang="en-US" sz="2800" b="1" dirty="0">
                <a:latin typeface="黑体" panose="02010609060101010101" pitchFamily="49" charset="-122"/>
              </a:rPr>
              <a:t>好的命名应是</a:t>
            </a:r>
            <a:r>
              <a:rPr lang="zh-CN" altLang="en-US" sz="2800" b="1" dirty="0">
                <a:solidFill>
                  <a:srgbClr val="FF0000"/>
                </a:solidFill>
                <a:latin typeface="黑体" panose="02010609060101010101" pitchFamily="49" charset="-122"/>
              </a:rPr>
              <a:t>直观</a:t>
            </a:r>
            <a:r>
              <a:rPr lang="zh-CN" altLang="en-US" sz="2800" b="1" dirty="0">
                <a:latin typeface="黑体" panose="02010609060101010101" pitchFamily="49" charset="-122"/>
              </a:rPr>
              <a:t>且</a:t>
            </a:r>
            <a:r>
              <a:rPr lang="zh-CN" altLang="en-US" sz="2800" b="1" dirty="0">
                <a:solidFill>
                  <a:srgbClr val="FF0000"/>
                </a:solidFill>
                <a:latin typeface="黑体" panose="02010609060101010101" pitchFamily="49" charset="-122"/>
              </a:rPr>
              <a:t>容易理解</a:t>
            </a:r>
            <a:r>
              <a:rPr lang="zh-CN" altLang="en-US" sz="2800" b="1" dirty="0">
                <a:latin typeface="黑体" panose="02010609060101010101" pitchFamily="49" charset="-122"/>
              </a:rPr>
              <a:t>的</a:t>
            </a:r>
            <a:endParaRPr lang="en-US" altLang="zh-CN" sz="2800" b="1" dirty="0">
              <a:latin typeface="黑体" panose="02010609060101010101" pitchFamily="49" charset="-122"/>
            </a:endParaRPr>
          </a:p>
          <a:p>
            <a:pPr lvl="1" defTabSz="914400">
              <a:lnSpc>
                <a:spcPct val="120000"/>
              </a:lnSpc>
              <a:buFont typeface="Wingdings" panose="05000000000000000000" pitchFamily="2" charset="2"/>
              <a:buChar char="Ø"/>
              <a:tabLst>
                <a:tab pos="457200" algn="l"/>
              </a:tabLst>
            </a:pPr>
            <a:r>
              <a:rPr lang="zh-CN" altLang="en-US" sz="2800" b="1" dirty="0">
                <a:latin typeface="黑体" panose="02010609060101010101" pitchFamily="49" charset="-122"/>
              </a:rPr>
              <a:t>标识符长度应当“</a:t>
            </a:r>
            <a:r>
              <a:rPr lang="zh-CN" altLang="en-US" sz="2800" b="1" dirty="0">
                <a:solidFill>
                  <a:srgbClr val="FF0000"/>
                </a:solidFill>
                <a:latin typeface="黑体" panose="02010609060101010101" pitchFamily="49" charset="-122"/>
              </a:rPr>
              <a:t>长度简短、含义丰富</a:t>
            </a:r>
            <a:r>
              <a:rPr lang="zh-CN" altLang="en-US" sz="2800" b="1" dirty="0">
                <a:latin typeface="黑体" panose="02010609060101010101" pitchFamily="49" charset="-122"/>
              </a:rPr>
              <a:t>”</a:t>
            </a:r>
            <a:endParaRPr lang="en-US" altLang="zh-CN" sz="2800" b="1" dirty="0">
              <a:latin typeface="黑体" panose="02010609060101010101" pitchFamily="49" charset="-122"/>
            </a:endParaRPr>
          </a:p>
          <a:p>
            <a:pPr lvl="1" defTabSz="914400">
              <a:lnSpc>
                <a:spcPct val="120000"/>
              </a:lnSpc>
              <a:buFont typeface="Wingdings" panose="05000000000000000000" pitchFamily="2" charset="2"/>
              <a:buChar char="Ø"/>
              <a:tabLst>
                <a:tab pos="457200" algn="l"/>
              </a:tabLst>
            </a:pPr>
            <a:r>
              <a:rPr lang="zh-CN" altLang="en-US" sz="2800" b="1" dirty="0">
                <a:latin typeface="黑体" panose="02010609060101010101" pitchFamily="49" charset="-122"/>
              </a:rPr>
              <a:t>变量、函数等命名应遵循一定的规范</a:t>
            </a:r>
            <a:endParaRPr lang="en-US" altLang="zh-CN" sz="2800" b="1" dirty="0">
              <a:latin typeface="黑体" panose="02010609060101010101" pitchFamily="49" charset="-122"/>
            </a:endParaRPr>
          </a:p>
        </p:txBody>
      </p:sp>
      <p:sp>
        <p:nvSpPr>
          <p:cNvPr id="113667" name="标题 1"/>
          <p:cNvSpPr>
            <a:spLocks noGrp="1"/>
          </p:cNvSpPr>
          <p:nvPr>
            <p:ph type="title"/>
          </p:nvPr>
        </p:nvSpPr>
        <p:spPr>
          <a:xfrm>
            <a:off x="455613" y="542925"/>
            <a:ext cx="8207375" cy="1139825"/>
          </a:xfrm>
          <a:ln/>
        </p:spPr>
        <p:txBody>
          <a:bodyPr vert="horz" wrap="square" lIns="0" tIns="45610" rIns="0" bIns="0" anchor="b" anchorCtr="0"/>
          <a:p>
            <a:r>
              <a:rPr lang="zh-CN" altLang="en-US" b="1" dirty="0">
                <a:latin typeface="微软雅黑" panose="020B0503020204020204" pitchFamily="34" charset="-122"/>
                <a:ea typeface="微软雅黑" panose="020B0503020204020204" pitchFamily="34" charset="-122"/>
              </a:rPr>
              <a:t>命名规范</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4690" name="Picture 2"/>
          <p:cNvPicPr>
            <a:picLocks noChangeAspect="1"/>
          </p:cNvPicPr>
          <p:nvPr/>
        </p:nvPicPr>
        <p:blipFill>
          <a:blip r:embed="rId1"/>
          <a:stretch>
            <a:fillRect/>
          </a:stretch>
        </p:blipFill>
        <p:spPr>
          <a:xfrm>
            <a:off x="-33337" y="830263"/>
            <a:ext cx="9050337" cy="5480050"/>
          </a:xfrm>
          <a:prstGeom prst="rect">
            <a:avLst/>
          </a:prstGeom>
          <a:noFill/>
          <a:ln w="9525">
            <a:noFill/>
          </a:ln>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4" name="内容占位符 2"/>
          <p:cNvSpPr>
            <a:spLocks noGrp="1"/>
          </p:cNvSpPr>
          <p:nvPr>
            <p:ph idx="1"/>
          </p:nvPr>
        </p:nvSpPr>
        <p:spPr>
          <a:ln/>
        </p:spPr>
        <p:txBody>
          <a:bodyPr vert="horz" wrap="square" lIns="91221" tIns="45610" rIns="91221" bIns="45610" anchor="t" anchorCtr="0"/>
          <a:p>
            <a:pPr lvl="1" defTabSz="914400">
              <a:lnSpc>
                <a:spcPct val="120000"/>
              </a:lnSpc>
              <a:buFont typeface="Wingdings" panose="05000000000000000000" pitchFamily="2" charset="2"/>
              <a:buChar char="Ø"/>
              <a:tabLst>
                <a:tab pos="457200" algn="l"/>
              </a:tabLst>
            </a:pPr>
            <a:r>
              <a:rPr lang="zh-CN" altLang="en-US" sz="2800" b="1" dirty="0">
                <a:solidFill>
                  <a:srgbClr val="FF0000"/>
                </a:solidFill>
                <a:latin typeface="黑体" panose="02010609060101010101" pitchFamily="49" charset="-122"/>
              </a:rPr>
              <a:t>头文件规范</a:t>
            </a:r>
            <a:endParaRPr lang="en-US" altLang="zh-CN" sz="2800" b="1" dirty="0">
              <a:solidFill>
                <a:srgbClr val="FF0000"/>
              </a:solidFill>
              <a:latin typeface="黑体" panose="02010609060101010101" pitchFamily="49" charset="-122"/>
            </a:endParaRPr>
          </a:p>
          <a:p>
            <a:pPr lvl="1" defTabSz="914400">
              <a:lnSpc>
                <a:spcPct val="120000"/>
              </a:lnSpc>
              <a:buFont typeface="Wingdings" panose="05000000000000000000" pitchFamily="2" charset="2"/>
              <a:buChar char="Ø"/>
              <a:tabLst>
                <a:tab pos="457200" algn="l"/>
              </a:tabLst>
            </a:pPr>
            <a:r>
              <a:rPr lang="zh-CN" altLang="en-US" sz="2800" b="1" dirty="0">
                <a:solidFill>
                  <a:srgbClr val="FF0000"/>
                </a:solidFill>
                <a:latin typeface="黑体" panose="02010609060101010101" pitchFamily="49" charset="-122"/>
              </a:rPr>
              <a:t>注释规范</a:t>
            </a:r>
            <a:endParaRPr lang="en-US" altLang="zh-CN" sz="2800" b="1" dirty="0">
              <a:solidFill>
                <a:srgbClr val="FF0000"/>
              </a:solidFill>
              <a:latin typeface="黑体" panose="02010609060101010101" pitchFamily="49" charset="-122"/>
            </a:endParaRPr>
          </a:p>
          <a:p>
            <a:pPr lvl="1" defTabSz="914400">
              <a:lnSpc>
                <a:spcPct val="120000"/>
              </a:lnSpc>
              <a:buFont typeface="Wingdings" panose="05000000000000000000" pitchFamily="2" charset="2"/>
              <a:buChar char="Ø"/>
              <a:tabLst>
                <a:tab pos="457200" algn="l"/>
              </a:tabLst>
            </a:pPr>
            <a:r>
              <a:rPr lang="zh-CN" altLang="en-US" sz="2800" b="1" dirty="0">
                <a:solidFill>
                  <a:srgbClr val="FF0000"/>
                </a:solidFill>
                <a:latin typeface="黑体" panose="02010609060101010101" pitchFamily="49" charset="-122"/>
              </a:rPr>
              <a:t>命名规范</a:t>
            </a:r>
            <a:endParaRPr lang="en-US" altLang="zh-CN" sz="2800" b="1" dirty="0">
              <a:solidFill>
                <a:srgbClr val="FF0000"/>
              </a:solidFill>
              <a:latin typeface="黑体" panose="02010609060101010101" pitchFamily="49" charset="-122"/>
            </a:endParaRPr>
          </a:p>
          <a:p>
            <a:pPr lvl="1" defTabSz="914400">
              <a:lnSpc>
                <a:spcPct val="120000"/>
              </a:lnSpc>
              <a:buFont typeface="Wingdings" panose="05000000000000000000" pitchFamily="2" charset="2"/>
              <a:buChar char="Ø"/>
              <a:tabLst>
                <a:tab pos="457200" algn="l"/>
              </a:tabLst>
            </a:pPr>
            <a:r>
              <a:rPr lang="zh-CN" altLang="en-US" sz="2800" b="1" dirty="0">
                <a:latin typeface="黑体" panose="02010609060101010101" pitchFamily="49" charset="-122"/>
              </a:rPr>
              <a:t>排版规范  </a:t>
            </a:r>
            <a:endParaRPr lang="en-US" altLang="zh-CN" sz="2800" b="1" dirty="0">
              <a:latin typeface="黑体" panose="02010609060101010101" pitchFamily="49" charset="-122"/>
            </a:endParaRPr>
          </a:p>
        </p:txBody>
      </p:sp>
      <p:sp>
        <p:nvSpPr>
          <p:cNvPr id="115715" name="标题 1"/>
          <p:cNvSpPr>
            <a:spLocks noGrp="1"/>
          </p:cNvSpPr>
          <p:nvPr>
            <p:ph type="title"/>
          </p:nvPr>
        </p:nvSpPr>
        <p:spPr>
          <a:xfrm>
            <a:off x="455613" y="542925"/>
            <a:ext cx="8207375" cy="1139825"/>
          </a:xfrm>
          <a:ln/>
        </p:spPr>
        <p:txBody>
          <a:bodyPr vert="horz" wrap="square" lIns="0" tIns="45610" rIns="0" bIns="0" anchor="b" anchorCtr="0"/>
          <a:p>
            <a:r>
              <a:rPr lang="zh-CN" altLang="en-US" b="1" dirty="0">
                <a:latin typeface="微软雅黑" panose="020B0503020204020204" pitchFamily="34" charset="-122"/>
                <a:ea typeface="微软雅黑" panose="020B0503020204020204" pitchFamily="34" charset="-122"/>
              </a:rPr>
              <a:t>软件编码规范的内容</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9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10243" name="内容占位符 2"/>
          <p:cNvSpPr>
            <a:spLocks noGrp="1"/>
          </p:cNvSpPr>
          <p:nvPr>
            <p:ph idx="1"/>
          </p:nvPr>
        </p:nvSpPr>
        <p:spPr>
          <a:xfrm>
            <a:off x="455613" y="1838325"/>
            <a:ext cx="8423275" cy="4752975"/>
          </a:xfrm>
        </p:spPr>
        <p:txBody>
          <a:bodyPr vert="horz" wrap="square" lIns="91221" tIns="45610" rIns="91221" bIns="45610" numCol="1" anchor="t" anchorCtr="0" compatLnSpc="1">
            <a:normAutofit fontScale="70000" lnSpcReduction="20000"/>
          </a:bodyPr>
          <a:lstStyle/>
          <a:p>
            <a:pPr marL="638175" marR="0" lvl="1" indent="-246380" algn="l" defTabSz="914400" rtl="0" eaLnBrk="0" fontAlgn="base" latinLnBrk="0" hangingPunct="0">
              <a:lnSpc>
                <a:spcPct val="120000"/>
              </a:lnSpc>
              <a:spcBef>
                <a:spcPct val="20000"/>
              </a:spcBef>
              <a:spcAft>
                <a:spcPct val="0"/>
              </a:spcAft>
              <a:buClr>
                <a:schemeClr val="accent1"/>
              </a:buClr>
              <a:buSzPct val="85000"/>
              <a:buFont typeface="Wingdings" panose="05000000000000000000" pitchFamily="2" charset="2"/>
              <a:buChar char="Ø"/>
              <a:tabLst>
                <a:tab pos="457200" algn="l"/>
              </a:tabLst>
              <a:defRPr/>
            </a:pPr>
            <a:r>
              <a:rPr kumimoji="1" lang="zh-CN" altLang="en-US" sz="2800" b="1" i="0" u="none" strike="noStrike" kern="1200" cap="none" spc="0" normalizeH="0" baseline="0" noProof="0" dirty="0" smtClean="0">
                <a:ln>
                  <a:noFill/>
                </a:ln>
                <a:solidFill>
                  <a:schemeClr val="tx1"/>
                </a:solidFill>
                <a:effectLst/>
                <a:uLnTx/>
                <a:uFillTx/>
                <a:latin typeface="黑体" panose="02010609060101010101" pitchFamily="49" charset="-122"/>
                <a:ea typeface="宋体" panose="02010600030101010101" pitchFamily="2" charset="-122"/>
                <a:cs typeface="+mn-cs"/>
              </a:rPr>
              <a:t>主要目的是增加代码的可读性</a:t>
            </a:r>
            <a:endParaRPr kumimoji="1" lang="en-US" altLang="zh-CN" sz="2800" b="1" i="0" u="none" strike="noStrike" kern="1200" cap="none" spc="0" normalizeH="0" baseline="0" noProof="0" dirty="0" smtClean="0">
              <a:ln>
                <a:noFill/>
              </a:ln>
              <a:solidFill>
                <a:schemeClr val="tx1"/>
              </a:solidFill>
              <a:effectLst/>
              <a:uLnTx/>
              <a:uFillTx/>
              <a:latin typeface="黑体" panose="02010609060101010101" pitchFamily="49" charset="-122"/>
              <a:ea typeface="宋体" panose="02010600030101010101" pitchFamily="2" charset="-122"/>
              <a:cs typeface="+mn-cs"/>
            </a:endParaRPr>
          </a:p>
          <a:p>
            <a:pPr marL="638175" marR="0" lvl="1" indent="-246380" algn="l" defTabSz="914400" rtl="0" eaLnBrk="0" fontAlgn="base" latinLnBrk="0" hangingPunct="0">
              <a:lnSpc>
                <a:spcPct val="120000"/>
              </a:lnSpc>
              <a:spcBef>
                <a:spcPct val="20000"/>
              </a:spcBef>
              <a:spcAft>
                <a:spcPct val="0"/>
              </a:spcAft>
              <a:buClr>
                <a:schemeClr val="accent1"/>
              </a:buClr>
              <a:buSzPct val="85000"/>
              <a:buFont typeface="Wingdings" panose="05000000000000000000" pitchFamily="2" charset="2"/>
              <a:buChar char="Ø"/>
              <a:tabLst>
                <a:tab pos="457200" algn="l"/>
              </a:tabLst>
              <a:defRPr/>
            </a:pPr>
            <a:r>
              <a:rPr kumimoji="1" lang="zh-CN" altLang="en-US" sz="2800" b="1" i="0" u="none" strike="noStrike" kern="1200" cap="none" spc="0" normalizeH="0" baseline="0" noProof="0" dirty="0" smtClean="0">
                <a:ln>
                  <a:noFill/>
                </a:ln>
                <a:solidFill>
                  <a:schemeClr val="tx1"/>
                </a:solidFill>
                <a:effectLst/>
                <a:uLnTx/>
                <a:uFillTx/>
                <a:latin typeface="黑体" panose="02010609060101010101" pitchFamily="49" charset="-122"/>
                <a:ea typeface="宋体" panose="02010600030101010101" pitchFamily="2" charset="-122"/>
                <a:cs typeface="+mn-cs"/>
              </a:rPr>
              <a:t>常见的一些排版规范</a:t>
            </a:r>
            <a:endParaRPr kumimoji="1" lang="en-US" altLang="zh-CN" sz="2800" b="1" i="0" u="none" strike="noStrike" kern="1200" cap="none" spc="0" normalizeH="0" baseline="0" noProof="0" dirty="0">
              <a:ln>
                <a:noFill/>
              </a:ln>
              <a:solidFill>
                <a:schemeClr val="tx1"/>
              </a:solidFill>
              <a:effectLst/>
              <a:uLnTx/>
              <a:uFillTx/>
              <a:latin typeface="黑体" panose="02010609060101010101" pitchFamily="49" charset="-122"/>
              <a:ea typeface="宋体" panose="02010600030101010101" pitchFamily="2" charset="-122"/>
              <a:cs typeface="+mn-cs"/>
            </a:endParaRPr>
          </a:p>
          <a:p>
            <a:pPr marL="391795" marR="0" lvl="1" indent="0" algn="l" defTabSz="914400" rtl="0" eaLnBrk="0" fontAlgn="base" latinLnBrk="0" hangingPunct="0">
              <a:lnSpc>
                <a:spcPct val="120000"/>
              </a:lnSpc>
              <a:spcBef>
                <a:spcPct val="20000"/>
              </a:spcBef>
              <a:spcAft>
                <a:spcPct val="0"/>
              </a:spcAft>
              <a:buClr>
                <a:schemeClr val="accent1"/>
              </a:buClr>
              <a:buSzPct val="85000"/>
              <a:buFont typeface="Wingdings 2" panose="05020102010507070707" pitchFamily="18" charset="2"/>
              <a:buNone/>
              <a:tabLst>
                <a:tab pos="457200" algn="l"/>
              </a:tabLst>
              <a:defRPr/>
            </a:pPr>
            <a:r>
              <a:rPr kumimoji="1" lang="en-US" altLang="zh-CN" sz="2800" b="1" i="0" u="none" strike="noStrike" kern="1200" cap="none" spc="0" normalizeH="0" baseline="0" noProof="0" dirty="0" smtClean="0">
                <a:ln>
                  <a:noFill/>
                </a:ln>
                <a:solidFill>
                  <a:srgbClr val="0070C0"/>
                </a:solidFill>
                <a:effectLst/>
                <a:uLnTx/>
                <a:uFillTx/>
                <a:latin typeface="黑体" panose="02010609060101010101" pitchFamily="49" charset="-122"/>
                <a:ea typeface="宋体" panose="02010600030101010101" pitchFamily="2" charset="-122"/>
                <a:cs typeface="+mn-cs"/>
              </a:rPr>
              <a:t>  1</a:t>
            </a:r>
            <a:r>
              <a:rPr kumimoji="1" lang="zh-CN" altLang="en-US" sz="2800" b="1" i="0" u="none" strike="noStrike" kern="1200" cap="none" spc="0" normalizeH="0" baseline="0" noProof="0" dirty="0" smtClean="0">
                <a:ln>
                  <a:noFill/>
                </a:ln>
                <a:solidFill>
                  <a:srgbClr val="0070C0"/>
                </a:solidFill>
                <a:effectLst/>
                <a:uLnTx/>
                <a:uFillTx/>
                <a:latin typeface="黑体" panose="02010609060101010101" pitchFamily="49" charset="-122"/>
                <a:ea typeface="宋体" panose="02010600030101010101" pitchFamily="2" charset="-122"/>
                <a:cs typeface="+mn-cs"/>
              </a:rPr>
              <a:t>、</a:t>
            </a:r>
            <a:r>
              <a:rPr kumimoji="1" lang="zh-CN" altLang="en-US" sz="3100" b="1" i="0" u="none" strike="noStrike" kern="1200" cap="none" spc="0" normalizeH="0" baseline="0" noProof="0" dirty="0" smtClean="0">
                <a:ln>
                  <a:noFill/>
                </a:ln>
                <a:solidFill>
                  <a:srgbClr val="0070C0"/>
                </a:solidFill>
                <a:effectLst/>
                <a:uLnTx/>
                <a:uFillTx/>
                <a:latin typeface="黑体" panose="02010609060101010101" pitchFamily="49" charset="-122"/>
                <a:ea typeface="宋体" panose="02010600030101010101" pitchFamily="2" charset="-122"/>
                <a:cs typeface="+mn-cs"/>
              </a:rPr>
              <a:t>程序块采用缩进风格编写，缩进为</a:t>
            </a:r>
            <a:r>
              <a:rPr kumimoji="1" lang="en-US" altLang="zh-CN" sz="3100" b="1" i="0" u="none" strike="noStrike" kern="1200" cap="none" spc="0" normalizeH="0" baseline="0" noProof="0" dirty="0" smtClean="0">
                <a:ln>
                  <a:noFill/>
                </a:ln>
                <a:solidFill>
                  <a:srgbClr val="0070C0"/>
                </a:solidFill>
                <a:effectLst/>
                <a:uLnTx/>
                <a:uFillTx/>
                <a:latin typeface="黑体" panose="02010609060101010101" pitchFamily="49" charset="-122"/>
                <a:ea typeface="宋体" panose="02010600030101010101" pitchFamily="2" charset="-122"/>
                <a:cs typeface="+mn-cs"/>
              </a:rPr>
              <a:t>2</a:t>
            </a:r>
            <a:r>
              <a:rPr kumimoji="1" lang="zh-CN" altLang="en-US" sz="3100" b="1" i="0" u="none" strike="noStrike" kern="1200" cap="none" spc="0" normalizeH="0" baseline="0" noProof="0" dirty="0" smtClean="0">
                <a:ln>
                  <a:noFill/>
                </a:ln>
                <a:solidFill>
                  <a:srgbClr val="0070C0"/>
                </a:solidFill>
                <a:effectLst/>
                <a:uLnTx/>
                <a:uFillTx/>
                <a:latin typeface="黑体" panose="02010609060101010101" pitchFamily="49" charset="-122"/>
                <a:ea typeface="宋体" panose="02010600030101010101" pitchFamily="2" charset="-122"/>
                <a:cs typeface="+mn-cs"/>
              </a:rPr>
              <a:t>个空格</a:t>
            </a:r>
            <a:endParaRPr kumimoji="1" lang="en-US" altLang="zh-CN" sz="3100" b="1" i="0" u="none" strike="noStrike" kern="1200" cap="none" spc="0" normalizeH="0" baseline="0" noProof="0" dirty="0" smtClean="0">
              <a:ln>
                <a:noFill/>
              </a:ln>
              <a:solidFill>
                <a:srgbClr val="0070C0"/>
              </a:solidFill>
              <a:effectLst/>
              <a:uLnTx/>
              <a:uFillTx/>
              <a:latin typeface="黑体" panose="02010609060101010101" pitchFamily="49" charset="-122"/>
              <a:ea typeface="宋体" panose="02010600030101010101" pitchFamily="2" charset="-122"/>
              <a:cs typeface="+mn-cs"/>
            </a:endParaRPr>
          </a:p>
          <a:p>
            <a:pPr marL="664845" marR="0" lvl="2" indent="0" algn="l" defTabSz="914400" rtl="0" eaLnBrk="0" fontAlgn="base" latinLnBrk="0" hangingPunct="0">
              <a:lnSpc>
                <a:spcPct val="120000"/>
              </a:lnSpc>
              <a:spcBef>
                <a:spcPct val="20000"/>
              </a:spcBef>
              <a:spcAft>
                <a:spcPct val="0"/>
              </a:spcAft>
              <a:buClr>
                <a:schemeClr val="accent2"/>
              </a:buClr>
              <a:buSzPct val="70000"/>
              <a:buFont typeface="Wingdings 2" panose="05020102010507070707" pitchFamily="18" charset="2"/>
              <a:buNone/>
              <a:tabLst>
                <a:tab pos="457200" algn="l"/>
              </a:tabLst>
              <a:defRPr/>
            </a:pPr>
            <a:r>
              <a:rPr kumimoji="1" lang="en-US" altLang="zh-CN" sz="3100" b="1" i="0" u="none" strike="noStrike" kern="1200" cap="none" spc="0" normalizeH="0" baseline="0" noProof="0" dirty="0" smtClean="0">
                <a:ln>
                  <a:noFill/>
                </a:ln>
                <a:solidFill>
                  <a:schemeClr val="tx1"/>
                </a:solidFill>
                <a:effectLst/>
                <a:uLnTx/>
                <a:uFillTx/>
                <a:latin typeface="黑体" panose="02010609060101010101" pitchFamily="49" charset="-122"/>
                <a:ea typeface="宋体" panose="02010600030101010101" pitchFamily="2" charset="-122"/>
                <a:cs typeface="+mn-cs"/>
              </a:rPr>
              <a:t>2</a:t>
            </a:r>
            <a:r>
              <a:rPr kumimoji="1" lang="zh-CN" altLang="en-US" sz="3100" b="1" i="0" u="none" strike="noStrike" kern="1200" cap="none" spc="0" normalizeH="0" baseline="0" noProof="0" dirty="0" smtClean="0">
                <a:ln>
                  <a:noFill/>
                </a:ln>
                <a:solidFill>
                  <a:schemeClr val="tx1"/>
                </a:solidFill>
                <a:effectLst/>
                <a:uLnTx/>
                <a:uFillTx/>
                <a:latin typeface="黑体" panose="02010609060101010101" pitchFamily="49" charset="-122"/>
                <a:ea typeface="宋体" panose="02010600030101010101" pitchFamily="2" charset="-122"/>
                <a:cs typeface="+mn-cs"/>
              </a:rPr>
              <a:t>、每个类声明、函数定义之后都要有空行</a:t>
            </a:r>
            <a:endParaRPr kumimoji="1" lang="en-US" altLang="zh-CN" sz="3100" b="1" i="0" u="none" strike="noStrike" kern="1200" cap="none" spc="0" normalizeH="0" baseline="0" noProof="0" dirty="0" smtClean="0">
              <a:ln>
                <a:noFill/>
              </a:ln>
              <a:solidFill>
                <a:schemeClr val="tx1"/>
              </a:solidFill>
              <a:effectLst/>
              <a:uLnTx/>
              <a:uFillTx/>
              <a:latin typeface="黑体" panose="02010609060101010101" pitchFamily="49" charset="-122"/>
              <a:ea typeface="宋体" panose="02010600030101010101" pitchFamily="2" charset="-122"/>
              <a:cs typeface="+mn-cs"/>
            </a:endParaRPr>
          </a:p>
          <a:p>
            <a:pPr marL="664845" marR="0" lvl="2" indent="0" algn="l" defTabSz="914400" rtl="0" eaLnBrk="0" fontAlgn="base" latinLnBrk="0" hangingPunct="0">
              <a:lnSpc>
                <a:spcPct val="120000"/>
              </a:lnSpc>
              <a:spcBef>
                <a:spcPct val="20000"/>
              </a:spcBef>
              <a:spcAft>
                <a:spcPct val="0"/>
              </a:spcAft>
              <a:buClr>
                <a:schemeClr val="accent2"/>
              </a:buClr>
              <a:buSzPct val="70000"/>
              <a:buFont typeface="Wingdings 2" panose="05020102010507070707" pitchFamily="18" charset="2"/>
              <a:buNone/>
              <a:tabLst>
                <a:tab pos="457200" algn="l"/>
              </a:tabLst>
              <a:defRPr/>
            </a:pPr>
            <a:r>
              <a:rPr kumimoji="1" lang="en-US" altLang="zh-CN" sz="3100" b="1" i="0" u="none" strike="noStrike" kern="1200" cap="none" spc="0" normalizeH="0" baseline="0" noProof="0" dirty="0" smtClean="0">
                <a:ln>
                  <a:noFill/>
                </a:ln>
                <a:solidFill>
                  <a:srgbClr val="0070C0"/>
                </a:solidFill>
                <a:effectLst/>
                <a:uLnTx/>
                <a:uFillTx/>
                <a:latin typeface="黑体" panose="02010609060101010101" pitchFamily="49" charset="-122"/>
                <a:ea typeface="宋体" panose="02010600030101010101" pitchFamily="2" charset="-122"/>
                <a:cs typeface="+mn-cs"/>
              </a:rPr>
              <a:t>3</a:t>
            </a:r>
            <a:r>
              <a:rPr kumimoji="1" lang="zh-CN" altLang="en-US" sz="3100" b="1" i="0" u="none" strike="noStrike" kern="1200" cap="none" spc="0" normalizeH="0" baseline="0" noProof="0" dirty="0" smtClean="0">
                <a:ln>
                  <a:noFill/>
                </a:ln>
                <a:solidFill>
                  <a:srgbClr val="0070C0"/>
                </a:solidFill>
                <a:effectLst/>
                <a:uLnTx/>
                <a:uFillTx/>
                <a:latin typeface="黑体" panose="02010609060101010101" pitchFamily="49" charset="-122"/>
                <a:ea typeface="宋体" panose="02010600030101010101" pitchFamily="2" charset="-122"/>
                <a:cs typeface="+mn-cs"/>
              </a:rPr>
              <a:t>、函数体内，逻辑上密切相关的语句之间不加空行，其它地方应加空行隔开</a:t>
            </a:r>
            <a:endParaRPr kumimoji="1" lang="en-US" altLang="zh-CN" sz="3100" b="1" i="0" u="none" strike="noStrike" kern="1200" cap="none" spc="0" normalizeH="0" baseline="0" noProof="0" dirty="0" smtClean="0">
              <a:ln>
                <a:noFill/>
              </a:ln>
              <a:solidFill>
                <a:srgbClr val="0070C0"/>
              </a:solidFill>
              <a:effectLst/>
              <a:uLnTx/>
              <a:uFillTx/>
              <a:latin typeface="黑体" panose="02010609060101010101" pitchFamily="49" charset="-122"/>
              <a:ea typeface="宋体" panose="02010600030101010101" pitchFamily="2" charset="-122"/>
              <a:cs typeface="+mn-cs"/>
            </a:endParaRPr>
          </a:p>
          <a:p>
            <a:pPr marL="664845" marR="0" lvl="2" indent="0" algn="l" defTabSz="914400" rtl="0" eaLnBrk="0" fontAlgn="base" latinLnBrk="0" hangingPunct="0">
              <a:lnSpc>
                <a:spcPct val="120000"/>
              </a:lnSpc>
              <a:spcBef>
                <a:spcPct val="20000"/>
              </a:spcBef>
              <a:spcAft>
                <a:spcPct val="0"/>
              </a:spcAft>
              <a:buClr>
                <a:schemeClr val="accent2"/>
              </a:buClr>
              <a:buSzPct val="70000"/>
              <a:buFont typeface="Wingdings 2" panose="05020102010507070707" pitchFamily="18" charset="2"/>
              <a:buNone/>
              <a:tabLst>
                <a:tab pos="457200" algn="l"/>
              </a:tabLst>
              <a:defRPr/>
            </a:pPr>
            <a:r>
              <a:rPr kumimoji="1" lang="en-US" altLang="zh-CN" sz="3100" b="1" i="0" u="none" strike="noStrike" kern="1200" cap="none" spc="0" normalizeH="0" baseline="0" noProof="0" dirty="0" smtClean="0">
                <a:ln>
                  <a:noFill/>
                </a:ln>
                <a:solidFill>
                  <a:schemeClr val="tx1"/>
                </a:solidFill>
                <a:effectLst/>
                <a:uLnTx/>
                <a:uFillTx/>
                <a:latin typeface="黑体" panose="02010609060101010101" pitchFamily="49" charset="-122"/>
                <a:ea typeface="宋体" panose="02010600030101010101" pitchFamily="2" charset="-122"/>
                <a:cs typeface="+mn-cs"/>
              </a:rPr>
              <a:t>4</a:t>
            </a:r>
            <a:r>
              <a:rPr kumimoji="1" lang="zh-CN" altLang="en-US" sz="3100" b="1" i="0" u="none" strike="noStrike" kern="1200" cap="none" spc="0" normalizeH="0" baseline="0" noProof="0" dirty="0" smtClean="0">
                <a:ln>
                  <a:noFill/>
                </a:ln>
                <a:solidFill>
                  <a:schemeClr val="tx1"/>
                </a:solidFill>
                <a:effectLst/>
                <a:uLnTx/>
                <a:uFillTx/>
                <a:latin typeface="黑体" panose="02010609060101010101" pitchFamily="49" charset="-122"/>
                <a:ea typeface="宋体" panose="02010600030101010101" pitchFamily="2" charset="-122"/>
                <a:cs typeface="+mn-cs"/>
              </a:rPr>
              <a:t>、一行代码只做一件事情，如只定义一个变量、或只写一条语句</a:t>
            </a:r>
            <a:endParaRPr kumimoji="1" lang="en-US" altLang="zh-CN" sz="3100" b="1" i="0" u="none" strike="noStrike" kern="1200" cap="none" spc="0" normalizeH="0" baseline="0" noProof="0" dirty="0" smtClean="0">
              <a:ln>
                <a:noFill/>
              </a:ln>
              <a:solidFill>
                <a:schemeClr val="tx1"/>
              </a:solidFill>
              <a:effectLst/>
              <a:uLnTx/>
              <a:uFillTx/>
              <a:latin typeface="黑体" panose="02010609060101010101" pitchFamily="49" charset="-122"/>
              <a:ea typeface="宋体" panose="02010600030101010101" pitchFamily="2" charset="-122"/>
              <a:cs typeface="+mn-cs"/>
            </a:endParaRPr>
          </a:p>
          <a:p>
            <a:pPr marL="664845" marR="0" lvl="2" indent="0" algn="l" defTabSz="914400" rtl="0" eaLnBrk="0" fontAlgn="base" latinLnBrk="0" hangingPunct="0">
              <a:lnSpc>
                <a:spcPct val="120000"/>
              </a:lnSpc>
              <a:spcBef>
                <a:spcPct val="20000"/>
              </a:spcBef>
              <a:spcAft>
                <a:spcPct val="0"/>
              </a:spcAft>
              <a:buClr>
                <a:schemeClr val="accent2"/>
              </a:buClr>
              <a:buSzPct val="70000"/>
              <a:buFont typeface="Wingdings 2" panose="05020102010507070707" pitchFamily="18" charset="2"/>
              <a:buNone/>
              <a:tabLst>
                <a:tab pos="457200" algn="l"/>
              </a:tabLst>
              <a:defRPr/>
            </a:pPr>
            <a:r>
              <a:rPr kumimoji="1" lang="en-US" altLang="zh-CN" sz="3100" b="1" i="0" u="none" strike="noStrike" kern="1200" cap="none" spc="0" normalizeH="0" baseline="0" noProof="0" dirty="0" smtClean="0">
                <a:ln>
                  <a:noFill/>
                </a:ln>
                <a:solidFill>
                  <a:srgbClr val="0070C0"/>
                </a:solidFill>
                <a:effectLst/>
                <a:uLnTx/>
                <a:uFillTx/>
                <a:latin typeface="黑体" panose="02010609060101010101" pitchFamily="49" charset="-122"/>
                <a:ea typeface="宋体" panose="02010600030101010101" pitchFamily="2" charset="-122"/>
                <a:cs typeface="+mn-cs"/>
              </a:rPr>
              <a:t>5</a:t>
            </a:r>
            <a:r>
              <a:rPr kumimoji="1" lang="zh-CN" altLang="en-US" sz="3100" b="1" i="0" u="none" strike="noStrike" kern="1200" cap="none" spc="0" normalizeH="0" baseline="0" noProof="0" dirty="0" smtClean="0">
                <a:ln>
                  <a:noFill/>
                </a:ln>
                <a:solidFill>
                  <a:srgbClr val="0070C0"/>
                </a:solidFill>
                <a:effectLst/>
                <a:uLnTx/>
                <a:uFillTx/>
                <a:latin typeface="黑体" panose="02010609060101010101" pitchFamily="49" charset="-122"/>
                <a:ea typeface="宋体" panose="02010600030101010101" pitchFamily="2" charset="-122"/>
                <a:cs typeface="+mn-cs"/>
              </a:rPr>
              <a:t>、</a:t>
            </a:r>
            <a:r>
              <a:rPr kumimoji="1" lang="en-US" altLang="zh-CN" sz="3100" b="1" i="0" u="none" strike="noStrike" kern="1200" cap="none" spc="0" normalizeH="0" baseline="0" noProof="0" dirty="0" err="1" smtClean="0">
                <a:ln>
                  <a:noFill/>
                </a:ln>
                <a:solidFill>
                  <a:srgbClr val="0070C0"/>
                </a:solidFill>
                <a:effectLst/>
                <a:uLnTx/>
                <a:uFillTx/>
                <a:latin typeface="黑体" panose="02010609060101010101" pitchFamily="49" charset="-122"/>
                <a:ea typeface="宋体" panose="02010600030101010101" pitchFamily="2" charset="-122"/>
                <a:cs typeface="+mn-cs"/>
              </a:rPr>
              <a:t>if,while,do</a:t>
            </a:r>
            <a:r>
              <a:rPr kumimoji="1" lang="en-US" altLang="zh-CN" sz="3100" b="1" i="0" u="none" strike="noStrike" kern="1200" cap="none" spc="0" normalizeH="0" baseline="0" noProof="0" dirty="0" smtClean="0">
                <a:ln>
                  <a:noFill/>
                </a:ln>
                <a:solidFill>
                  <a:srgbClr val="0070C0"/>
                </a:solidFill>
                <a:effectLst/>
                <a:uLnTx/>
                <a:uFillTx/>
                <a:latin typeface="黑体" panose="02010609060101010101" pitchFamily="49" charset="-122"/>
                <a:ea typeface="宋体" panose="02010600030101010101" pitchFamily="2" charset="-122"/>
                <a:cs typeface="+mn-cs"/>
              </a:rPr>
              <a:t> </a:t>
            </a:r>
            <a:r>
              <a:rPr kumimoji="1" lang="en-US" altLang="zh-CN" sz="3100" b="1" i="0" u="none" strike="noStrike" kern="1200" cap="none" spc="0" normalizeH="0" baseline="0" noProof="0" dirty="0" err="1" smtClean="0">
                <a:ln>
                  <a:noFill/>
                </a:ln>
                <a:solidFill>
                  <a:srgbClr val="0070C0"/>
                </a:solidFill>
                <a:effectLst/>
                <a:uLnTx/>
                <a:uFillTx/>
                <a:latin typeface="黑体" panose="02010609060101010101" pitchFamily="49" charset="-122"/>
                <a:ea typeface="宋体" panose="02010600030101010101" pitchFamily="2" charset="-122"/>
                <a:cs typeface="+mn-cs"/>
              </a:rPr>
              <a:t>try,catch</a:t>
            </a:r>
            <a:r>
              <a:rPr kumimoji="1" lang="zh-CN" altLang="en-US" sz="3100" b="1" i="0" u="none" strike="noStrike" kern="1200" cap="none" spc="0" normalizeH="0" baseline="0" noProof="0" dirty="0" smtClean="0">
                <a:ln>
                  <a:noFill/>
                </a:ln>
                <a:solidFill>
                  <a:srgbClr val="0070C0"/>
                </a:solidFill>
                <a:effectLst/>
                <a:uLnTx/>
                <a:uFillTx/>
                <a:latin typeface="黑体" panose="02010609060101010101" pitchFamily="49" charset="-122"/>
                <a:ea typeface="宋体" panose="02010600030101010101" pitchFamily="2" charset="-122"/>
                <a:cs typeface="+mn-cs"/>
              </a:rPr>
              <a:t>等语句应独占一行，不论执行语句有多少都要加｛｝</a:t>
            </a:r>
            <a:endParaRPr kumimoji="1" lang="en-US" altLang="zh-CN" sz="3100" b="1" i="0" u="none" strike="noStrike" kern="1200" cap="none" spc="0" normalizeH="0" baseline="0" noProof="0" dirty="0" smtClean="0">
              <a:ln>
                <a:noFill/>
              </a:ln>
              <a:solidFill>
                <a:srgbClr val="0070C0"/>
              </a:solidFill>
              <a:effectLst/>
              <a:uLnTx/>
              <a:uFillTx/>
              <a:latin typeface="黑体" panose="02010609060101010101" pitchFamily="49" charset="-122"/>
              <a:ea typeface="宋体" panose="02010600030101010101" pitchFamily="2" charset="-122"/>
              <a:cs typeface="+mn-cs"/>
            </a:endParaRPr>
          </a:p>
          <a:p>
            <a:pPr marL="664845" marR="0" lvl="2" indent="0" algn="l" defTabSz="914400" rtl="0" eaLnBrk="0" fontAlgn="base" latinLnBrk="0" hangingPunct="0">
              <a:lnSpc>
                <a:spcPct val="120000"/>
              </a:lnSpc>
              <a:spcBef>
                <a:spcPct val="20000"/>
              </a:spcBef>
              <a:spcAft>
                <a:spcPct val="0"/>
              </a:spcAft>
              <a:buClr>
                <a:schemeClr val="accent2"/>
              </a:buClr>
              <a:buSzPct val="70000"/>
              <a:buFont typeface="Wingdings 2" panose="05020102010507070707" pitchFamily="18" charset="2"/>
              <a:buNone/>
              <a:tabLst>
                <a:tab pos="457200" algn="l"/>
              </a:tabLst>
              <a:defRPr/>
            </a:pPr>
            <a:r>
              <a:rPr kumimoji="1" lang="en-US" altLang="zh-CN" sz="3100" b="1" i="0" u="none" strike="noStrike" kern="1200" cap="none" spc="0" normalizeH="0" baseline="0" noProof="0" dirty="0" smtClean="0">
                <a:ln>
                  <a:noFill/>
                </a:ln>
                <a:solidFill>
                  <a:schemeClr val="tx1"/>
                </a:solidFill>
                <a:effectLst/>
                <a:uLnTx/>
                <a:uFillTx/>
                <a:latin typeface="黑体" panose="02010609060101010101" pitchFamily="49" charset="-122"/>
                <a:ea typeface="宋体" panose="02010600030101010101" pitchFamily="2" charset="-122"/>
                <a:cs typeface="+mn-cs"/>
              </a:rPr>
              <a:t>6</a:t>
            </a:r>
            <a:r>
              <a:rPr kumimoji="1" lang="zh-CN" altLang="en-US" sz="3100" b="1" i="0" u="none" strike="noStrike" kern="1200" cap="none" spc="0" normalizeH="0" baseline="0" noProof="0" dirty="0" smtClean="0">
                <a:ln>
                  <a:noFill/>
                </a:ln>
                <a:solidFill>
                  <a:schemeClr val="tx1"/>
                </a:solidFill>
                <a:effectLst/>
                <a:uLnTx/>
                <a:uFillTx/>
                <a:latin typeface="黑体" panose="02010609060101010101" pitchFamily="49" charset="-122"/>
                <a:ea typeface="宋体" panose="02010600030101010101" pitchFamily="2" charset="-122"/>
                <a:cs typeface="+mn-cs"/>
              </a:rPr>
              <a:t>、代码行最大长度应控制在</a:t>
            </a:r>
            <a:r>
              <a:rPr kumimoji="1" lang="en-US" altLang="zh-CN" sz="3100" b="1" i="0" u="none" strike="noStrike" kern="1200" cap="none" spc="0" normalizeH="0" baseline="0" noProof="0" dirty="0" smtClean="0">
                <a:ln>
                  <a:noFill/>
                </a:ln>
                <a:solidFill>
                  <a:schemeClr val="tx1"/>
                </a:solidFill>
                <a:effectLst/>
                <a:uLnTx/>
                <a:uFillTx/>
                <a:latin typeface="黑体" panose="02010609060101010101" pitchFamily="49" charset="-122"/>
                <a:ea typeface="宋体" panose="02010600030101010101" pitchFamily="2" charset="-122"/>
                <a:cs typeface="+mn-cs"/>
              </a:rPr>
              <a:t>70-80</a:t>
            </a:r>
            <a:r>
              <a:rPr kumimoji="1" lang="zh-CN" altLang="en-US" sz="3100" b="1" i="0" u="none" strike="noStrike" kern="1200" cap="none" spc="0" normalizeH="0" baseline="0" noProof="0" dirty="0" smtClean="0">
                <a:ln>
                  <a:noFill/>
                </a:ln>
                <a:solidFill>
                  <a:schemeClr val="tx1"/>
                </a:solidFill>
                <a:effectLst/>
                <a:uLnTx/>
                <a:uFillTx/>
                <a:latin typeface="黑体" panose="02010609060101010101" pitchFamily="49" charset="-122"/>
                <a:ea typeface="宋体" panose="02010600030101010101" pitchFamily="2" charset="-122"/>
                <a:cs typeface="+mn-cs"/>
              </a:rPr>
              <a:t>个字符内，</a:t>
            </a:r>
            <a:endParaRPr kumimoji="1" lang="en-US" altLang="zh-CN" sz="3100" b="1" i="0" u="none" strike="noStrike" kern="1200" cap="none" spc="0" normalizeH="0" baseline="0" noProof="0" dirty="0" smtClean="0">
              <a:ln>
                <a:noFill/>
              </a:ln>
              <a:solidFill>
                <a:schemeClr val="tx1"/>
              </a:solidFill>
              <a:effectLst/>
              <a:uLnTx/>
              <a:uFillTx/>
              <a:latin typeface="黑体" panose="02010609060101010101" pitchFamily="49" charset="-122"/>
              <a:ea typeface="宋体" panose="02010600030101010101" pitchFamily="2" charset="-122"/>
              <a:cs typeface="+mn-cs"/>
            </a:endParaRPr>
          </a:p>
          <a:p>
            <a:pPr marL="664845" marR="0" lvl="2" indent="0" algn="l" defTabSz="914400" rtl="0" eaLnBrk="0" fontAlgn="base" latinLnBrk="0" hangingPunct="0">
              <a:lnSpc>
                <a:spcPct val="120000"/>
              </a:lnSpc>
              <a:spcBef>
                <a:spcPct val="20000"/>
              </a:spcBef>
              <a:spcAft>
                <a:spcPct val="0"/>
              </a:spcAft>
              <a:buClr>
                <a:schemeClr val="accent2"/>
              </a:buClr>
              <a:buSzPct val="70000"/>
              <a:buFont typeface="Wingdings 2" panose="05020102010507070707" pitchFamily="18" charset="2"/>
              <a:buNone/>
              <a:tabLst>
                <a:tab pos="457200" algn="l"/>
              </a:tabLst>
              <a:defRPr/>
            </a:pPr>
            <a:r>
              <a:rPr kumimoji="1" lang="en-US" altLang="zh-CN" sz="3100" b="1" i="0" u="none" strike="noStrike" kern="1200" cap="none" spc="0" normalizeH="0" baseline="0" noProof="0" dirty="0" smtClean="0">
                <a:ln>
                  <a:noFill/>
                </a:ln>
                <a:solidFill>
                  <a:srgbClr val="0070C0"/>
                </a:solidFill>
                <a:effectLst/>
                <a:uLnTx/>
                <a:uFillTx/>
                <a:latin typeface="黑体" panose="02010609060101010101" pitchFamily="49" charset="-122"/>
                <a:ea typeface="宋体" panose="02010600030101010101" pitchFamily="2" charset="-122"/>
                <a:cs typeface="+mn-cs"/>
              </a:rPr>
              <a:t>7</a:t>
            </a:r>
            <a:r>
              <a:rPr kumimoji="1" lang="zh-CN" altLang="en-US" sz="3100" b="1" i="0" u="none" strike="noStrike" kern="1200" cap="none" spc="0" normalizeH="0" baseline="0" noProof="0" dirty="0" smtClean="0">
                <a:ln>
                  <a:noFill/>
                </a:ln>
                <a:solidFill>
                  <a:srgbClr val="0070C0"/>
                </a:solidFill>
                <a:effectLst/>
                <a:uLnTx/>
                <a:uFillTx/>
                <a:latin typeface="黑体" panose="02010609060101010101" pitchFamily="49" charset="-122"/>
                <a:ea typeface="宋体" panose="02010600030101010101" pitchFamily="2" charset="-122"/>
                <a:cs typeface="+mn-cs"/>
              </a:rPr>
              <a:t>、关键字之后要留空格</a:t>
            </a:r>
            <a:endParaRPr kumimoji="1" lang="en-US" altLang="zh-CN" sz="3100" b="1" i="0" u="none" strike="noStrike" kern="1200" cap="none" spc="0" normalizeH="0" baseline="0" noProof="0" dirty="0" smtClean="0">
              <a:ln>
                <a:noFill/>
              </a:ln>
              <a:solidFill>
                <a:srgbClr val="0070C0"/>
              </a:solidFill>
              <a:effectLst/>
              <a:uLnTx/>
              <a:uFillTx/>
              <a:latin typeface="黑体" panose="02010609060101010101" pitchFamily="49" charset="-122"/>
              <a:ea typeface="宋体" panose="02010600030101010101" pitchFamily="2" charset="-122"/>
              <a:cs typeface="+mn-cs"/>
            </a:endParaRPr>
          </a:p>
        </p:txBody>
      </p:sp>
      <p:sp>
        <p:nvSpPr>
          <p:cNvPr id="116739" name="标题 1"/>
          <p:cNvSpPr>
            <a:spLocks noGrp="1"/>
          </p:cNvSpPr>
          <p:nvPr>
            <p:ph type="title"/>
          </p:nvPr>
        </p:nvSpPr>
        <p:spPr>
          <a:xfrm>
            <a:off x="455613" y="469900"/>
            <a:ext cx="8207375" cy="1139825"/>
          </a:xfrm>
          <a:ln/>
        </p:spPr>
        <p:txBody>
          <a:bodyPr vert="horz" wrap="square" lIns="0" tIns="45610" rIns="0" bIns="0" anchor="b" anchorCtr="0"/>
          <a:p>
            <a:r>
              <a:rPr lang="zh-CN" altLang="en-US" b="1" dirty="0">
                <a:latin typeface="微软雅黑" panose="020B0503020204020204" pitchFamily="34" charset="-122"/>
                <a:ea typeface="微软雅黑" panose="020B0503020204020204" pitchFamily="34" charset="-122"/>
              </a:rPr>
              <a:t>排版规范（</a:t>
            </a:r>
            <a:r>
              <a:rPr lang="en-US" altLang="zh-CN" b="1" dirty="0">
                <a:latin typeface="微软雅黑" panose="020B0503020204020204" pitchFamily="34" charset="-122"/>
                <a:ea typeface="微软雅黑" panose="020B0503020204020204" pitchFamily="34" charset="-122"/>
              </a:rPr>
              <a:t>1/8</a:t>
            </a:r>
            <a:r>
              <a:rPr lang="zh-CN" altLang="en-US" b="1" dirty="0">
                <a:latin typeface="微软雅黑" panose="020B0503020204020204" pitchFamily="34" charset="-122"/>
                <a:ea typeface="微软雅黑" panose="020B0503020204020204" pitchFamily="34" charset="-122"/>
              </a:rPr>
              <a:t>）</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7762" name="标题 1"/>
          <p:cNvSpPr>
            <a:spLocks noGrp="1"/>
          </p:cNvSpPr>
          <p:nvPr>
            <p:ph type="title"/>
          </p:nvPr>
        </p:nvSpPr>
        <p:spPr>
          <a:xfrm>
            <a:off x="455613" y="469900"/>
            <a:ext cx="8207375" cy="1139825"/>
          </a:xfrm>
          <a:ln/>
        </p:spPr>
        <p:txBody>
          <a:bodyPr vert="horz" wrap="square" lIns="0" tIns="45610" rIns="0" bIns="0" anchor="b" anchorCtr="0"/>
          <a:p>
            <a:r>
              <a:rPr lang="zh-CN" altLang="en-US" b="1" dirty="0">
                <a:latin typeface="微软雅黑" panose="020B0503020204020204" pitchFamily="34" charset="-122"/>
                <a:ea typeface="微软雅黑" panose="020B0503020204020204" pitchFamily="34" charset="-122"/>
              </a:rPr>
              <a:t>排版规范（</a:t>
            </a:r>
            <a:r>
              <a:rPr lang="en-US" altLang="zh-CN" b="1" dirty="0">
                <a:latin typeface="微软雅黑" panose="020B0503020204020204" pitchFamily="34" charset="-122"/>
                <a:ea typeface="微软雅黑" panose="020B0503020204020204" pitchFamily="34" charset="-122"/>
              </a:rPr>
              <a:t>1/7</a:t>
            </a:r>
            <a:r>
              <a:rPr lang="zh-CN" altLang="en-US" b="1" dirty="0">
                <a:latin typeface="微软雅黑" panose="020B0503020204020204" pitchFamily="34" charset="-122"/>
                <a:ea typeface="微软雅黑" panose="020B0503020204020204" pitchFamily="34" charset="-122"/>
              </a:rPr>
              <a:t>）</a:t>
            </a:r>
            <a:endParaRPr lang="zh-CN" altLang="en-US" b="1" dirty="0">
              <a:latin typeface="微软雅黑" panose="020B0503020204020204" pitchFamily="34" charset="-122"/>
              <a:ea typeface="微软雅黑" panose="020B0503020204020204" pitchFamily="34" charset="-122"/>
            </a:endParaRPr>
          </a:p>
        </p:txBody>
      </p:sp>
      <p:sp>
        <p:nvSpPr>
          <p:cNvPr id="117763" name="内容占位符 1"/>
          <p:cNvSpPr>
            <a:spLocks noGrp="1"/>
          </p:cNvSpPr>
          <p:nvPr>
            <p:ph idx="1"/>
          </p:nvPr>
        </p:nvSpPr>
        <p:spPr>
          <a:ln/>
        </p:spPr>
        <p:txBody>
          <a:bodyPr vert="horz" wrap="square" lIns="91221" tIns="45610" rIns="91221" bIns="45610" anchor="t" anchorCtr="0"/>
          <a:p>
            <a:pPr marL="0" indent="0">
              <a:buNone/>
            </a:pPr>
            <a:r>
              <a:rPr lang="en-US" altLang="zh-CN" sz="2400" b="1" dirty="0">
                <a:solidFill>
                  <a:srgbClr val="FF0000"/>
                </a:solidFill>
                <a:latin typeface="黑体" panose="02010609060101010101" pitchFamily="49" charset="-122"/>
              </a:rPr>
              <a:t>1</a:t>
            </a:r>
            <a:r>
              <a:rPr lang="zh-CN" altLang="en-US" sz="2400" b="1" dirty="0">
                <a:solidFill>
                  <a:srgbClr val="FF0000"/>
                </a:solidFill>
                <a:latin typeface="黑体" panose="02010609060101010101" pitchFamily="49" charset="-122"/>
              </a:rPr>
              <a:t>）</a:t>
            </a:r>
            <a:r>
              <a:rPr lang="zh-CN" altLang="en-US" sz="2800" b="1" dirty="0">
                <a:solidFill>
                  <a:srgbClr val="FF0000"/>
                </a:solidFill>
                <a:latin typeface="黑体" panose="02010609060101010101" pitchFamily="49" charset="-122"/>
              </a:rPr>
              <a:t>程序块采用缩进风格编写，缩进为</a:t>
            </a:r>
            <a:r>
              <a:rPr lang="en-US" altLang="zh-CN" sz="2800" b="1" dirty="0">
                <a:solidFill>
                  <a:srgbClr val="FF0000"/>
                </a:solidFill>
                <a:latin typeface="黑体" panose="02010609060101010101" pitchFamily="49" charset="-122"/>
              </a:rPr>
              <a:t>2</a:t>
            </a:r>
            <a:r>
              <a:rPr lang="zh-CN" altLang="en-US" sz="2800" b="1" dirty="0">
                <a:solidFill>
                  <a:srgbClr val="FF0000"/>
                </a:solidFill>
                <a:latin typeface="黑体" panose="02010609060101010101" pitchFamily="49" charset="-122"/>
              </a:rPr>
              <a:t>个空格</a:t>
            </a:r>
            <a:endParaRPr lang="zh-CN" altLang="en-US" dirty="0">
              <a:solidFill>
                <a:srgbClr val="FF0000"/>
              </a:solidFill>
            </a:endParaRPr>
          </a:p>
        </p:txBody>
      </p:sp>
      <p:pic>
        <p:nvPicPr>
          <p:cNvPr id="5" name="Picture 19"/>
          <p:cNvPicPr>
            <a:picLocks noChangeAspect="1"/>
          </p:cNvPicPr>
          <p:nvPr/>
        </p:nvPicPr>
        <p:blipFill>
          <a:blip r:embed="rId1"/>
          <a:stretch>
            <a:fillRect/>
          </a:stretch>
        </p:blipFill>
        <p:spPr>
          <a:xfrm>
            <a:off x="160338" y="2844800"/>
            <a:ext cx="6838950" cy="3430588"/>
          </a:xfrm>
          <a:prstGeom prst="rect">
            <a:avLst/>
          </a:prstGeom>
          <a:noFill/>
          <a:ln w="9525">
            <a:noFill/>
          </a:ln>
          <a:effectLst>
            <a:outerShdw dist="107763" dir="18900000" algn="ctr" rotWithShape="0">
              <a:schemeClr val="bg2"/>
            </a:outerShdw>
          </a:effectLst>
        </p:spPr>
      </p:pic>
      <p:pic>
        <p:nvPicPr>
          <p:cNvPr id="6" name="Picture 7"/>
          <p:cNvPicPr>
            <a:picLocks noChangeAspect="1"/>
          </p:cNvPicPr>
          <p:nvPr/>
        </p:nvPicPr>
        <p:blipFill>
          <a:blip r:embed="rId2"/>
          <a:stretch>
            <a:fillRect/>
          </a:stretch>
        </p:blipFill>
        <p:spPr>
          <a:xfrm>
            <a:off x="3911600" y="2414588"/>
            <a:ext cx="5470525" cy="4592637"/>
          </a:xfrm>
          <a:prstGeom prst="rect">
            <a:avLst/>
          </a:prstGeom>
          <a:noFill/>
          <a:ln w="9525">
            <a:noFill/>
          </a:ln>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8786" name="标题 1"/>
          <p:cNvSpPr>
            <a:spLocks noGrp="1"/>
          </p:cNvSpPr>
          <p:nvPr>
            <p:ph type="title"/>
          </p:nvPr>
        </p:nvSpPr>
        <p:spPr>
          <a:xfrm>
            <a:off x="455613" y="469900"/>
            <a:ext cx="8207375" cy="1139825"/>
          </a:xfrm>
          <a:ln/>
        </p:spPr>
        <p:txBody>
          <a:bodyPr vert="horz" wrap="square" lIns="0" tIns="45610" rIns="0" bIns="0" anchor="b" anchorCtr="0"/>
          <a:p>
            <a:r>
              <a:rPr lang="zh-CN" altLang="en-US" b="1" dirty="0">
                <a:latin typeface="微软雅黑" panose="020B0503020204020204" pitchFamily="34" charset="-122"/>
                <a:ea typeface="微软雅黑" panose="020B0503020204020204" pitchFamily="34" charset="-122"/>
              </a:rPr>
              <a:t>排版规范（</a:t>
            </a:r>
            <a:r>
              <a:rPr lang="en-US" altLang="zh-CN" b="1" dirty="0">
                <a:latin typeface="微软雅黑" panose="020B0503020204020204" pitchFamily="34" charset="-122"/>
                <a:ea typeface="微软雅黑" panose="020B0503020204020204" pitchFamily="34" charset="-122"/>
              </a:rPr>
              <a:t>2/7</a:t>
            </a:r>
            <a:r>
              <a:rPr lang="zh-CN" altLang="en-US" b="1" dirty="0">
                <a:latin typeface="微软雅黑" panose="020B0503020204020204" pitchFamily="34" charset="-122"/>
                <a:ea typeface="微软雅黑" panose="020B0503020204020204" pitchFamily="34" charset="-122"/>
              </a:rPr>
              <a:t>）</a:t>
            </a:r>
            <a:endParaRPr lang="zh-CN" altLang="en-US" b="1" dirty="0">
              <a:latin typeface="微软雅黑" panose="020B0503020204020204" pitchFamily="34" charset="-122"/>
              <a:ea typeface="微软雅黑" panose="020B0503020204020204" pitchFamily="34" charset="-122"/>
            </a:endParaRPr>
          </a:p>
        </p:txBody>
      </p:sp>
      <p:sp>
        <p:nvSpPr>
          <p:cNvPr id="118787" name="内容占位符 1"/>
          <p:cNvSpPr>
            <a:spLocks noGrp="1"/>
          </p:cNvSpPr>
          <p:nvPr>
            <p:ph idx="1"/>
          </p:nvPr>
        </p:nvSpPr>
        <p:spPr>
          <a:ln/>
        </p:spPr>
        <p:txBody>
          <a:bodyPr vert="horz" wrap="square" lIns="91221" tIns="45610" rIns="91221" bIns="45610" anchor="t" anchorCtr="0"/>
          <a:p>
            <a:pPr marL="0" indent="0">
              <a:buNone/>
            </a:pPr>
            <a:r>
              <a:rPr lang="en-US" altLang="zh-CN" sz="2400" b="1" dirty="0">
                <a:solidFill>
                  <a:srgbClr val="FF0000"/>
                </a:solidFill>
                <a:latin typeface="黑体" panose="02010609060101010101" pitchFamily="49" charset="-122"/>
              </a:rPr>
              <a:t>2</a:t>
            </a:r>
            <a:r>
              <a:rPr lang="zh-CN" altLang="en-US" sz="2400" b="1" dirty="0">
                <a:solidFill>
                  <a:srgbClr val="FF0000"/>
                </a:solidFill>
                <a:latin typeface="黑体" panose="02010609060101010101" pitchFamily="49" charset="-122"/>
              </a:rPr>
              <a:t>）</a:t>
            </a:r>
            <a:r>
              <a:rPr lang="zh-CN" altLang="en-US" sz="2800" b="1" dirty="0">
                <a:solidFill>
                  <a:srgbClr val="FF0000"/>
                </a:solidFill>
                <a:latin typeface="黑体" panose="02010609060101010101" pitchFamily="49" charset="-122"/>
              </a:rPr>
              <a:t>每个类声明、函数定义之后都要有空行</a:t>
            </a:r>
            <a:endParaRPr lang="en-US" altLang="zh-CN" sz="2800" b="1" dirty="0">
              <a:solidFill>
                <a:srgbClr val="FF0000"/>
              </a:solidFill>
              <a:latin typeface="黑体" panose="02010609060101010101" pitchFamily="49" charset="-122"/>
            </a:endParaRPr>
          </a:p>
          <a:p>
            <a:pPr marL="0" lvl="2" indent="0">
              <a:buClr>
                <a:srgbClr val="0BD0D9"/>
              </a:buClr>
              <a:buSzPct val="95000"/>
              <a:buNone/>
            </a:pPr>
            <a:r>
              <a:rPr lang="en-US" altLang="zh-CN" sz="2400" b="1" dirty="0">
                <a:solidFill>
                  <a:srgbClr val="FF0000"/>
                </a:solidFill>
                <a:latin typeface="黑体" panose="02010609060101010101" pitchFamily="49" charset="-122"/>
              </a:rPr>
              <a:t>3</a:t>
            </a:r>
            <a:r>
              <a:rPr lang="zh-CN" altLang="en-US" sz="2400" b="1" dirty="0">
                <a:solidFill>
                  <a:srgbClr val="FF0000"/>
                </a:solidFill>
                <a:latin typeface="黑体" panose="02010609060101010101" pitchFamily="49" charset="-122"/>
              </a:rPr>
              <a:t>）</a:t>
            </a:r>
            <a:r>
              <a:rPr lang="zh-CN" altLang="en-US" sz="2800" b="1" dirty="0">
                <a:solidFill>
                  <a:srgbClr val="FF0000"/>
                </a:solidFill>
                <a:latin typeface="黑体" panose="02010609060101010101" pitchFamily="49" charset="-122"/>
              </a:rPr>
              <a:t>函数体内，逻辑上密切相关的语句之间不加空行，其它地方应加空行隔开</a:t>
            </a:r>
            <a:endParaRPr lang="en-US" altLang="zh-CN" sz="2800" b="1" dirty="0">
              <a:solidFill>
                <a:srgbClr val="FF0000"/>
              </a:solidFill>
              <a:latin typeface="黑体" panose="02010609060101010101" pitchFamily="49" charset="-122"/>
            </a:endParaRPr>
          </a:p>
          <a:p>
            <a:pPr marL="0" indent="0">
              <a:buNone/>
            </a:pPr>
            <a:endParaRPr lang="zh-CN" altLang="en-US" dirty="0">
              <a:solidFill>
                <a:srgbClr val="FF0000"/>
              </a:solidFill>
            </a:endParaRPr>
          </a:p>
        </p:txBody>
      </p:sp>
      <p:pic>
        <p:nvPicPr>
          <p:cNvPr id="7" name="Picture 19"/>
          <p:cNvPicPr>
            <a:picLocks noChangeAspect="1"/>
          </p:cNvPicPr>
          <p:nvPr/>
        </p:nvPicPr>
        <p:blipFill>
          <a:blip r:embed="rId1"/>
          <a:stretch>
            <a:fillRect/>
          </a:stretch>
        </p:blipFill>
        <p:spPr>
          <a:xfrm>
            <a:off x="1751013" y="3494088"/>
            <a:ext cx="2012950" cy="3119437"/>
          </a:xfrm>
          <a:prstGeom prst="rect">
            <a:avLst/>
          </a:prstGeom>
          <a:noFill/>
          <a:ln w="9525">
            <a:noFill/>
          </a:ln>
        </p:spPr>
      </p:pic>
      <p:pic>
        <p:nvPicPr>
          <p:cNvPr id="8" name="Picture 20"/>
          <p:cNvPicPr>
            <a:picLocks noChangeAspect="1"/>
          </p:cNvPicPr>
          <p:nvPr/>
        </p:nvPicPr>
        <p:blipFill>
          <a:blip r:embed="rId2"/>
          <a:stretch>
            <a:fillRect/>
          </a:stretch>
        </p:blipFill>
        <p:spPr>
          <a:xfrm>
            <a:off x="4559300" y="3498850"/>
            <a:ext cx="2008188" cy="3119438"/>
          </a:xfrm>
          <a:prstGeom prst="rect">
            <a:avLst/>
          </a:prstGeom>
          <a:noFill/>
          <a:ln w="9525">
            <a:noFill/>
          </a:ln>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9810" name="标题 1"/>
          <p:cNvSpPr>
            <a:spLocks noGrp="1"/>
          </p:cNvSpPr>
          <p:nvPr>
            <p:ph type="title"/>
          </p:nvPr>
        </p:nvSpPr>
        <p:spPr>
          <a:xfrm>
            <a:off x="455613" y="469900"/>
            <a:ext cx="8207375" cy="1139825"/>
          </a:xfrm>
          <a:ln/>
        </p:spPr>
        <p:txBody>
          <a:bodyPr vert="horz" wrap="square" lIns="0" tIns="45610" rIns="0" bIns="0" anchor="b" anchorCtr="0"/>
          <a:p>
            <a:r>
              <a:rPr lang="zh-CN" altLang="en-US" b="1" dirty="0">
                <a:latin typeface="微软雅黑" panose="020B0503020204020204" pitchFamily="34" charset="-122"/>
                <a:ea typeface="微软雅黑" panose="020B0503020204020204" pitchFamily="34" charset="-122"/>
              </a:rPr>
              <a:t>排版规范（</a:t>
            </a:r>
            <a:r>
              <a:rPr lang="en-US" altLang="zh-CN" b="1" dirty="0">
                <a:latin typeface="微软雅黑" panose="020B0503020204020204" pitchFamily="34" charset="-122"/>
                <a:ea typeface="微软雅黑" panose="020B0503020204020204" pitchFamily="34" charset="-122"/>
              </a:rPr>
              <a:t>3/7</a:t>
            </a:r>
            <a:r>
              <a:rPr lang="zh-CN" altLang="en-US" b="1" dirty="0">
                <a:latin typeface="微软雅黑" panose="020B0503020204020204" pitchFamily="34" charset="-122"/>
                <a:ea typeface="微软雅黑" panose="020B0503020204020204" pitchFamily="34" charset="-122"/>
              </a:rPr>
              <a:t>）</a:t>
            </a:r>
            <a:endParaRPr lang="zh-CN" altLang="en-US" b="1" dirty="0">
              <a:latin typeface="微软雅黑" panose="020B0503020204020204" pitchFamily="34" charset="-122"/>
              <a:ea typeface="微软雅黑" panose="020B0503020204020204" pitchFamily="34" charset="-122"/>
            </a:endParaRPr>
          </a:p>
        </p:txBody>
      </p:sp>
      <p:sp>
        <p:nvSpPr>
          <p:cNvPr id="119811" name="内容占位符 1"/>
          <p:cNvSpPr>
            <a:spLocks noGrp="1"/>
          </p:cNvSpPr>
          <p:nvPr>
            <p:ph idx="1"/>
          </p:nvPr>
        </p:nvSpPr>
        <p:spPr>
          <a:ln/>
        </p:spPr>
        <p:txBody>
          <a:bodyPr vert="horz" wrap="square" lIns="91221" tIns="45610" rIns="91221" bIns="45610" anchor="t" anchorCtr="0"/>
          <a:p>
            <a:pPr marL="0" lvl="2" indent="0" defTabSz="914400">
              <a:lnSpc>
                <a:spcPct val="120000"/>
              </a:lnSpc>
              <a:buClr>
                <a:srgbClr val="0BD0D9"/>
              </a:buClr>
              <a:buSzPct val="95000"/>
              <a:buNone/>
              <a:tabLst>
                <a:tab pos="457200" algn="l"/>
              </a:tabLst>
            </a:pPr>
            <a:r>
              <a:rPr lang="en-US" altLang="zh-CN" sz="2400" b="1" dirty="0">
                <a:solidFill>
                  <a:srgbClr val="0070C0"/>
                </a:solidFill>
                <a:latin typeface="黑体" panose="02010609060101010101" pitchFamily="49" charset="-122"/>
              </a:rPr>
              <a:t>4</a:t>
            </a:r>
            <a:r>
              <a:rPr lang="zh-CN" altLang="en-US" sz="2400" b="1" dirty="0">
                <a:solidFill>
                  <a:srgbClr val="0070C0"/>
                </a:solidFill>
                <a:latin typeface="黑体" panose="02010609060101010101" pitchFamily="49" charset="-122"/>
              </a:rPr>
              <a:t>）</a:t>
            </a:r>
            <a:r>
              <a:rPr lang="zh-CN" altLang="en-US" sz="2400" b="1" dirty="0">
                <a:solidFill>
                  <a:srgbClr val="FF0000"/>
                </a:solidFill>
                <a:latin typeface="黑体" panose="02010609060101010101" pitchFamily="49" charset="-122"/>
              </a:rPr>
              <a:t>一行代码只做一件事情，</a:t>
            </a:r>
            <a:r>
              <a:rPr lang="zh-CN" altLang="en-US" sz="2400" b="1" dirty="0">
                <a:latin typeface="黑体" panose="02010609060101010101" pitchFamily="49" charset="-122"/>
              </a:rPr>
              <a:t>如只定义一个变量、或只写一条语句</a:t>
            </a:r>
            <a:endParaRPr lang="en-US" altLang="zh-CN" sz="2400" b="1" dirty="0">
              <a:latin typeface="黑体" panose="02010609060101010101" pitchFamily="49" charset="-122"/>
            </a:endParaRPr>
          </a:p>
        </p:txBody>
      </p:sp>
      <p:pic>
        <p:nvPicPr>
          <p:cNvPr id="6" name="Picture 11"/>
          <p:cNvPicPr>
            <a:picLocks noChangeAspect="1"/>
          </p:cNvPicPr>
          <p:nvPr/>
        </p:nvPicPr>
        <p:blipFill>
          <a:blip r:embed="rId1"/>
          <a:stretch>
            <a:fillRect/>
          </a:stretch>
        </p:blipFill>
        <p:spPr>
          <a:xfrm>
            <a:off x="2614613" y="3278188"/>
            <a:ext cx="3917950" cy="1522412"/>
          </a:xfrm>
          <a:prstGeom prst="rect">
            <a:avLst/>
          </a:prstGeom>
          <a:noFill/>
          <a:ln w="9525">
            <a:noFill/>
          </a:ln>
        </p:spPr>
      </p:pic>
      <p:pic>
        <p:nvPicPr>
          <p:cNvPr id="9" name="Picture 12"/>
          <p:cNvPicPr>
            <a:picLocks noChangeAspect="1"/>
          </p:cNvPicPr>
          <p:nvPr/>
        </p:nvPicPr>
        <p:blipFill>
          <a:blip r:embed="rId2"/>
          <a:stretch>
            <a:fillRect/>
          </a:stretch>
        </p:blipFill>
        <p:spPr>
          <a:xfrm>
            <a:off x="1336675" y="5307013"/>
            <a:ext cx="6734175" cy="661987"/>
          </a:xfrm>
          <a:prstGeom prst="rect">
            <a:avLst/>
          </a:prstGeom>
          <a:noFill/>
          <a:ln w="9525">
            <a:noFill/>
          </a:ln>
        </p:spPr>
      </p:pic>
      <p:sp>
        <p:nvSpPr>
          <p:cNvPr id="12" name="Freeform 13"/>
          <p:cNvSpPr/>
          <p:nvPr/>
        </p:nvSpPr>
        <p:spPr>
          <a:xfrm>
            <a:off x="7446963" y="3727450"/>
            <a:ext cx="760412" cy="798513"/>
          </a:xfrm>
          <a:custGeom>
            <a:avLst/>
            <a:gdLst/>
            <a:ahLst/>
            <a:cxnLst>
              <a:cxn ang="0">
                <a:pos x="0" y="2147483646"/>
              </a:cxn>
              <a:cxn ang="0">
                <a:pos x="2147483646" y="2147483646"/>
              </a:cxn>
              <a:cxn ang="0">
                <a:pos x="2147483646" y="0"/>
              </a:cxn>
            </a:cxnLst>
            <a:pathLst>
              <a:path w="480" h="504">
                <a:moveTo>
                  <a:pt x="0" y="144"/>
                </a:moveTo>
                <a:cubicBezTo>
                  <a:pt x="32" y="324"/>
                  <a:pt x="64" y="504"/>
                  <a:pt x="144" y="480"/>
                </a:cubicBezTo>
                <a:cubicBezTo>
                  <a:pt x="224" y="456"/>
                  <a:pt x="424" y="80"/>
                  <a:pt x="480" y="0"/>
                </a:cubicBezTo>
              </a:path>
            </a:pathLst>
          </a:custGeom>
          <a:noFill/>
          <a:ln w="73025" cap="flat" cmpd="sng">
            <a:solidFill>
              <a:srgbClr val="339966">
                <a:alpha val="100000"/>
              </a:srgbClr>
            </a:solidFill>
            <a:prstDash val="solid"/>
            <a:round/>
            <a:headEnd type="none" w="med" len="med"/>
            <a:tailEnd type="none" w="med" len="med"/>
          </a:ln>
        </p:spPr>
        <p:txBody>
          <a:bodyPr/>
          <a:p>
            <a:endParaRPr lang="zh-CN" alt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blinds(horizontal)">
                                      <p:cBhvr>
                                        <p:cTn id="1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0834" name="标题 1"/>
          <p:cNvSpPr>
            <a:spLocks noGrp="1"/>
          </p:cNvSpPr>
          <p:nvPr>
            <p:ph type="title"/>
          </p:nvPr>
        </p:nvSpPr>
        <p:spPr>
          <a:xfrm>
            <a:off x="455613" y="469900"/>
            <a:ext cx="8207375" cy="1139825"/>
          </a:xfrm>
          <a:ln/>
        </p:spPr>
        <p:txBody>
          <a:bodyPr vert="horz" wrap="square" lIns="0" tIns="45610" rIns="0" bIns="0" anchor="b" anchorCtr="0"/>
          <a:p>
            <a:r>
              <a:rPr lang="zh-CN" altLang="en-US" b="1" dirty="0">
                <a:latin typeface="微软雅黑" panose="020B0503020204020204" pitchFamily="34" charset="-122"/>
                <a:ea typeface="微软雅黑" panose="020B0503020204020204" pitchFamily="34" charset="-122"/>
              </a:rPr>
              <a:t>排版规范（</a:t>
            </a:r>
            <a:r>
              <a:rPr lang="en-US" altLang="zh-CN" b="1" dirty="0">
                <a:latin typeface="微软雅黑" panose="020B0503020204020204" pitchFamily="34" charset="-122"/>
                <a:ea typeface="微软雅黑" panose="020B0503020204020204" pitchFamily="34" charset="-122"/>
              </a:rPr>
              <a:t>4/7</a:t>
            </a:r>
            <a:r>
              <a:rPr lang="zh-CN" altLang="en-US" b="1" dirty="0">
                <a:latin typeface="微软雅黑" panose="020B0503020204020204" pitchFamily="34" charset="-122"/>
                <a:ea typeface="微软雅黑" panose="020B0503020204020204" pitchFamily="34" charset="-122"/>
              </a:rPr>
              <a:t>）</a:t>
            </a:r>
            <a:endParaRPr lang="zh-CN" altLang="en-US" b="1" dirty="0">
              <a:latin typeface="微软雅黑" panose="020B0503020204020204" pitchFamily="34" charset="-122"/>
              <a:ea typeface="微软雅黑" panose="020B0503020204020204" pitchFamily="34" charset="-122"/>
            </a:endParaRPr>
          </a:p>
        </p:txBody>
      </p:sp>
      <p:sp>
        <p:nvSpPr>
          <p:cNvPr id="120835" name="内容占位符 1"/>
          <p:cNvSpPr>
            <a:spLocks noGrp="1"/>
          </p:cNvSpPr>
          <p:nvPr>
            <p:ph idx="1"/>
          </p:nvPr>
        </p:nvSpPr>
        <p:spPr>
          <a:ln/>
        </p:spPr>
        <p:txBody>
          <a:bodyPr vert="horz" wrap="square" lIns="91221" tIns="45610" rIns="91221" bIns="45610" anchor="t" anchorCtr="0"/>
          <a:p>
            <a:pPr marL="0" lvl="2" indent="0" defTabSz="914400">
              <a:lnSpc>
                <a:spcPct val="120000"/>
              </a:lnSpc>
              <a:buClr>
                <a:srgbClr val="0BD0D9"/>
              </a:buClr>
              <a:buSzPct val="95000"/>
              <a:buNone/>
              <a:tabLst>
                <a:tab pos="457200" algn="l"/>
              </a:tabLst>
            </a:pPr>
            <a:r>
              <a:rPr lang="en-US" altLang="zh-CN" sz="2400" b="1" dirty="0">
                <a:solidFill>
                  <a:srgbClr val="0070C0"/>
                </a:solidFill>
                <a:latin typeface="黑体" panose="02010609060101010101" pitchFamily="49" charset="-122"/>
              </a:rPr>
              <a:t>5</a:t>
            </a:r>
            <a:r>
              <a:rPr lang="zh-CN" altLang="en-US" sz="2400" b="1" dirty="0">
                <a:solidFill>
                  <a:srgbClr val="0070C0"/>
                </a:solidFill>
                <a:latin typeface="黑体" panose="02010609060101010101" pitchFamily="49" charset="-122"/>
              </a:rPr>
              <a:t>）</a:t>
            </a:r>
            <a:r>
              <a:rPr lang="en-US" altLang="zh-CN" sz="2400" b="1" dirty="0">
                <a:solidFill>
                  <a:srgbClr val="FF0000"/>
                </a:solidFill>
                <a:latin typeface="黑体" panose="02010609060101010101" pitchFamily="49" charset="-122"/>
              </a:rPr>
              <a:t>if,while,do try,catch</a:t>
            </a:r>
            <a:r>
              <a:rPr lang="zh-CN" altLang="en-US" sz="2400" b="1" dirty="0">
                <a:solidFill>
                  <a:srgbClr val="FF0000"/>
                </a:solidFill>
                <a:latin typeface="黑体" panose="02010609060101010101" pitchFamily="49" charset="-122"/>
              </a:rPr>
              <a:t>等语句应独占一行，不论执行语句有多少都要加｛｝</a:t>
            </a:r>
            <a:endParaRPr lang="en-US" altLang="zh-CN" sz="2400" b="1" dirty="0">
              <a:solidFill>
                <a:srgbClr val="FF0000"/>
              </a:solidFill>
              <a:latin typeface="黑体" panose="02010609060101010101" pitchFamily="49" charset="-122"/>
            </a:endParaRPr>
          </a:p>
          <a:p>
            <a:pPr marL="0" lvl="2" indent="0" defTabSz="914400">
              <a:lnSpc>
                <a:spcPct val="120000"/>
              </a:lnSpc>
              <a:buClr>
                <a:srgbClr val="0BD0D9"/>
              </a:buClr>
              <a:buSzPct val="95000"/>
              <a:buNone/>
              <a:tabLst>
                <a:tab pos="457200" algn="l"/>
              </a:tabLst>
            </a:pPr>
            <a:endParaRPr lang="en-US" altLang="zh-CN" sz="2400" b="1" dirty="0">
              <a:latin typeface="黑体" panose="02010609060101010101" pitchFamily="49" charset="-122"/>
            </a:endParaRPr>
          </a:p>
        </p:txBody>
      </p:sp>
      <p:sp>
        <p:nvSpPr>
          <p:cNvPr id="7" name="Freeform 11"/>
          <p:cNvSpPr/>
          <p:nvPr/>
        </p:nvSpPr>
        <p:spPr>
          <a:xfrm>
            <a:off x="6765925" y="3727450"/>
            <a:ext cx="760413" cy="798513"/>
          </a:xfrm>
          <a:custGeom>
            <a:avLst/>
            <a:gdLst/>
            <a:ahLst/>
            <a:cxnLst>
              <a:cxn ang="0">
                <a:pos x="0" y="2147483646"/>
              </a:cxn>
              <a:cxn ang="0">
                <a:pos x="2147483646" y="2147483646"/>
              </a:cxn>
              <a:cxn ang="0">
                <a:pos x="2147483646" y="0"/>
              </a:cxn>
            </a:cxnLst>
            <a:pathLst>
              <a:path w="480" h="504">
                <a:moveTo>
                  <a:pt x="0" y="144"/>
                </a:moveTo>
                <a:cubicBezTo>
                  <a:pt x="32" y="324"/>
                  <a:pt x="64" y="504"/>
                  <a:pt x="144" y="480"/>
                </a:cubicBezTo>
                <a:cubicBezTo>
                  <a:pt x="224" y="456"/>
                  <a:pt x="424" y="80"/>
                  <a:pt x="480" y="0"/>
                </a:cubicBezTo>
              </a:path>
            </a:pathLst>
          </a:custGeom>
          <a:noFill/>
          <a:ln w="73025" cap="flat" cmpd="sng">
            <a:solidFill>
              <a:srgbClr val="339966">
                <a:alpha val="100000"/>
              </a:srgbClr>
            </a:solidFill>
            <a:prstDash val="solid"/>
            <a:round/>
            <a:headEnd type="none" w="med" len="med"/>
            <a:tailEnd type="none" w="med" len="med"/>
          </a:ln>
        </p:spPr>
        <p:txBody>
          <a:bodyPr/>
          <a:p>
            <a:endParaRPr lang="zh-CN" altLang="en-US"/>
          </a:p>
        </p:txBody>
      </p:sp>
      <p:pic>
        <p:nvPicPr>
          <p:cNvPr id="8" name="Picture 12"/>
          <p:cNvPicPr>
            <a:picLocks noChangeAspect="1"/>
          </p:cNvPicPr>
          <p:nvPr/>
        </p:nvPicPr>
        <p:blipFill>
          <a:blip r:embed="rId1"/>
          <a:stretch>
            <a:fillRect/>
          </a:stretch>
        </p:blipFill>
        <p:spPr>
          <a:xfrm>
            <a:off x="2486025" y="3209925"/>
            <a:ext cx="3875088" cy="1987550"/>
          </a:xfrm>
          <a:prstGeom prst="rect">
            <a:avLst/>
          </a:prstGeom>
          <a:noFill/>
          <a:ln w="9525">
            <a:noFill/>
          </a:ln>
        </p:spPr>
      </p:pic>
      <p:pic>
        <p:nvPicPr>
          <p:cNvPr id="10" name="Picture 14"/>
          <p:cNvPicPr>
            <a:picLocks noChangeAspect="1"/>
          </p:cNvPicPr>
          <p:nvPr/>
        </p:nvPicPr>
        <p:blipFill>
          <a:blip r:embed="rId2"/>
          <a:stretch>
            <a:fillRect/>
          </a:stretch>
        </p:blipFill>
        <p:spPr>
          <a:xfrm>
            <a:off x="1751013" y="5589588"/>
            <a:ext cx="5546725" cy="650875"/>
          </a:xfrm>
          <a:prstGeom prst="rect">
            <a:avLst/>
          </a:prstGeom>
          <a:noFill/>
          <a:ln w="9525">
            <a:noFill/>
          </a:ln>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linds(horizontal)">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linds(horizontal)">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1858" name="标题 1"/>
          <p:cNvSpPr>
            <a:spLocks noGrp="1"/>
          </p:cNvSpPr>
          <p:nvPr>
            <p:ph type="title"/>
          </p:nvPr>
        </p:nvSpPr>
        <p:spPr>
          <a:xfrm>
            <a:off x="455613" y="469900"/>
            <a:ext cx="8207375" cy="1139825"/>
          </a:xfrm>
          <a:ln/>
        </p:spPr>
        <p:txBody>
          <a:bodyPr vert="horz" wrap="square" lIns="0" tIns="45610" rIns="0" bIns="0" anchor="b" anchorCtr="0"/>
          <a:p>
            <a:r>
              <a:rPr lang="zh-CN" altLang="en-US" b="1" dirty="0">
                <a:latin typeface="微软雅黑" panose="020B0503020204020204" pitchFamily="34" charset="-122"/>
                <a:ea typeface="微软雅黑" panose="020B0503020204020204" pitchFamily="34" charset="-122"/>
              </a:rPr>
              <a:t>排版规范（</a:t>
            </a:r>
            <a:r>
              <a:rPr lang="en-US" altLang="zh-CN" b="1" dirty="0">
                <a:latin typeface="微软雅黑" panose="020B0503020204020204" pitchFamily="34" charset="-122"/>
                <a:ea typeface="微软雅黑" panose="020B0503020204020204" pitchFamily="34" charset="-122"/>
              </a:rPr>
              <a:t>5/7</a:t>
            </a:r>
            <a:r>
              <a:rPr lang="zh-CN" altLang="en-US" b="1" dirty="0">
                <a:latin typeface="微软雅黑" panose="020B0503020204020204" pitchFamily="34" charset="-122"/>
                <a:ea typeface="微软雅黑" panose="020B0503020204020204" pitchFamily="34" charset="-122"/>
              </a:rPr>
              <a:t>）</a:t>
            </a:r>
            <a:endParaRPr lang="zh-CN" altLang="en-US" b="1" dirty="0">
              <a:latin typeface="微软雅黑" panose="020B0503020204020204" pitchFamily="34" charset="-122"/>
              <a:ea typeface="微软雅黑" panose="020B0503020204020204" pitchFamily="34" charset="-122"/>
            </a:endParaRPr>
          </a:p>
        </p:txBody>
      </p:sp>
      <p:sp>
        <p:nvSpPr>
          <p:cNvPr id="2" name="内容占位符 1"/>
          <p:cNvSpPr>
            <a:spLocks noGrp="1"/>
          </p:cNvSpPr>
          <p:nvPr>
            <p:ph idx="1"/>
          </p:nvPr>
        </p:nvSpPr>
        <p:spPr>
          <a:xfrm>
            <a:off x="455613" y="1693863"/>
            <a:ext cx="8207375" cy="4381500"/>
          </a:xfrm>
        </p:spPr>
        <p:txBody>
          <a:bodyPr vert="horz" wrap="square" lIns="91221" tIns="45610" rIns="91221" bIns="45610" numCol="1" anchor="t" anchorCtr="0" compatLnSpc="1"/>
          <a:lstStyle/>
          <a:p>
            <a:pPr marL="0" marR="0" lvl="2" indent="0" algn="l"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None/>
              <a:tabLst>
                <a:tab pos="457200" algn="l"/>
              </a:tabLst>
              <a:defRPr/>
            </a:pPr>
            <a:r>
              <a:rPr kumimoji="1" lang="en-US" altLang="zh-CN" sz="2400" b="1" i="0" u="none" strike="noStrike" kern="1200" cap="none" spc="0" normalizeH="0" baseline="0" noProof="0" dirty="0" smtClean="0">
                <a:ln>
                  <a:noFill/>
                </a:ln>
                <a:solidFill>
                  <a:srgbClr val="FF0000"/>
                </a:solidFill>
                <a:effectLst/>
                <a:uLnTx/>
                <a:uFillTx/>
                <a:latin typeface="黑体" panose="02010609060101010101" pitchFamily="49" charset="-122"/>
                <a:ea typeface="宋体" panose="02010600030101010101" pitchFamily="2" charset="-122"/>
                <a:cs typeface="+mn-cs"/>
              </a:rPr>
              <a:t>6</a:t>
            </a:r>
            <a:r>
              <a:rPr kumimoji="1" lang="zh-CN" altLang="en-US" sz="2400" b="1" i="0" u="none" strike="noStrike" kern="1200" cap="none" spc="0" normalizeH="0" baseline="0" noProof="0" dirty="0" smtClean="0">
                <a:ln>
                  <a:noFill/>
                </a:ln>
                <a:solidFill>
                  <a:srgbClr val="FF0000"/>
                </a:solidFill>
                <a:effectLst/>
                <a:uLnTx/>
                <a:uFillTx/>
                <a:latin typeface="黑体" panose="02010609060101010101" pitchFamily="49" charset="-122"/>
                <a:ea typeface="宋体" panose="02010600030101010101" pitchFamily="2" charset="-122"/>
                <a:cs typeface="+mn-cs"/>
              </a:rPr>
              <a:t>）</a:t>
            </a:r>
            <a:r>
              <a:rPr kumimoji="1" lang="zh-CN" altLang="en-US" sz="2800" b="1" i="0" u="none" strike="noStrike" kern="1200" cap="none" spc="0" normalizeH="0" baseline="0" noProof="0" dirty="0" smtClean="0">
                <a:ln>
                  <a:noFill/>
                </a:ln>
                <a:solidFill>
                  <a:srgbClr val="FF0000"/>
                </a:solidFill>
                <a:effectLst/>
                <a:uLnTx/>
                <a:uFillTx/>
                <a:latin typeface="黑体" panose="02010609060101010101" pitchFamily="49" charset="-122"/>
                <a:ea typeface="宋体" panose="02010600030101010101" pitchFamily="2" charset="-122"/>
                <a:cs typeface="+mn-cs"/>
              </a:rPr>
              <a:t>对空格的处理：</a:t>
            </a:r>
            <a:endParaRPr kumimoji="1" lang="en-US" altLang="zh-CN" sz="2800" b="1" i="0" u="none" strike="noStrike" kern="1200" cap="none" spc="0" normalizeH="0" baseline="0" noProof="0" dirty="0" smtClean="0">
              <a:ln>
                <a:noFill/>
              </a:ln>
              <a:solidFill>
                <a:srgbClr val="FF0000"/>
              </a:solidFill>
              <a:effectLst/>
              <a:uLnTx/>
              <a:uFillTx/>
              <a:latin typeface="黑体" panose="02010609060101010101" pitchFamily="49" charset="-122"/>
              <a:ea typeface="宋体" panose="02010600030101010101" pitchFamily="2" charset="-122"/>
              <a:cs typeface="+mn-cs"/>
            </a:endParaRPr>
          </a:p>
          <a:p>
            <a:pPr marL="457200" marR="0" lvl="2" indent="-457200" algn="l" defTabSz="914400" rtl="0" eaLnBrk="0" fontAlgn="base" latinLnBrk="0" hangingPunct="0">
              <a:lnSpc>
                <a:spcPct val="100000"/>
              </a:lnSpc>
              <a:spcBef>
                <a:spcPct val="20000"/>
              </a:spcBef>
              <a:spcAft>
                <a:spcPct val="0"/>
              </a:spcAft>
              <a:buClr>
                <a:srgbClr val="0BD0D9"/>
              </a:buClr>
              <a:buSzPct val="95000"/>
              <a:buFont typeface="+mj-ea"/>
              <a:buAutoNum type="circleNumDbPlain"/>
              <a:tabLst>
                <a:tab pos="457200" algn="l"/>
              </a:tabLst>
              <a:defRPr/>
            </a:pPr>
            <a:r>
              <a:rPr kumimoji="1" lang="zh-CN" altLang="en-US" sz="2000" b="1" i="0" u="none" strike="noStrike" kern="1200" cap="none" spc="0" normalizeH="0" baseline="0" noProof="0" dirty="0">
                <a:ln>
                  <a:noFill/>
                </a:ln>
                <a:solidFill>
                  <a:srgbClr val="0070C0"/>
                </a:solidFill>
                <a:effectLst/>
                <a:uLnTx/>
                <a:uFillTx/>
                <a:latin typeface="黑体" panose="02010609060101010101" pitchFamily="49" charset="-122"/>
                <a:ea typeface="宋体" panose="02010600030101010101" pitchFamily="2" charset="-122"/>
                <a:cs typeface="+mn-cs"/>
              </a:rPr>
              <a:t>关键字之后要留空格</a:t>
            </a:r>
            <a:endParaRPr kumimoji="1" lang="en-US" altLang="zh-CN" sz="2000" b="1" i="0" u="none" strike="noStrike" kern="1200" cap="none" spc="0" normalizeH="0" baseline="0" noProof="0" dirty="0">
              <a:ln>
                <a:noFill/>
              </a:ln>
              <a:solidFill>
                <a:srgbClr val="0070C0"/>
              </a:solidFill>
              <a:effectLst/>
              <a:uLnTx/>
              <a:uFillTx/>
              <a:latin typeface="黑体" panose="02010609060101010101" pitchFamily="49" charset="-122"/>
              <a:ea typeface="宋体" panose="02010600030101010101" pitchFamily="2" charset="-122"/>
              <a:cs typeface="+mn-cs"/>
            </a:endParaRPr>
          </a:p>
          <a:p>
            <a:pPr marL="457200" marR="0" lvl="2" indent="-457200" algn="l" defTabSz="914400" rtl="0" eaLnBrk="0" fontAlgn="base" latinLnBrk="0" hangingPunct="0">
              <a:lnSpc>
                <a:spcPct val="100000"/>
              </a:lnSpc>
              <a:spcBef>
                <a:spcPct val="20000"/>
              </a:spcBef>
              <a:spcAft>
                <a:spcPct val="0"/>
              </a:spcAft>
              <a:buClr>
                <a:srgbClr val="0BD0D9"/>
              </a:buClr>
              <a:buSzPct val="95000"/>
              <a:buFont typeface="+mj-ea"/>
              <a:buAutoNum type="circleNumDbPlain"/>
              <a:tabLst>
                <a:tab pos="457200" algn="l"/>
              </a:tabLst>
              <a:defRPr/>
            </a:pPr>
            <a:r>
              <a:rPr kumimoji="1" lang="zh-CN" altLang="en-US" sz="2000" b="1" i="0" u="none" strike="noStrike" kern="1200" cap="none" spc="0" normalizeH="0" baseline="0" noProof="0" dirty="0" smtClean="0">
                <a:ln>
                  <a:noFill/>
                </a:ln>
                <a:solidFill>
                  <a:schemeClr val="tx1"/>
                </a:solidFill>
                <a:effectLst/>
                <a:uLnTx/>
                <a:uFillTx/>
                <a:latin typeface="黑体" panose="02010609060101010101" pitchFamily="49" charset="-122"/>
                <a:ea typeface="宋体" panose="02010600030101010101" pitchFamily="2" charset="-122"/>
                <a:cs typeface="+mn-cs"/>
              </a:rPr>
              <a:t>函数名之后不要留空格，紧跟左括号“（”；“（”向后紧跟，而“）”，“，”，“；”向前紧跟，紧跟处不留空格</a:t>
            </a:r>
            <a:endParaRPr kumimoji="1" lang="en-US" altLang="zh-CN" sz="2000" b="1" i="0" u="none" strike="noStrike" kern="1200" cap="none" spc="0" normalizeH="0" baseline="0" noProof="0" dirty="0" smtClean="0">
              <a:ln>
                <a:noFill/>
              </a:ln>
              <a:solidFill>
                <a:schemeClr val="tx1"/>
              </a:solidFill>
              <a:effectLst/>
              <a:uLnTx/>
              <a:uFillTx/>
              <a:latin typeface="黑体" panose="02010609060101010101" pitchFamily="49" charset="-122"/>
              <a:ea typeface="宋体" panose="02010600030101010101" pitchFamily="2" charset="-122"/>
              <a:cs typeface="+mn-cs"/>
            </a:endParaRPr>
          </a:p>
          <a:p>
            <a:pPr marL="457200" marR="0" lvl="2" indent="-457200" algn="l" defTabSz="914400" rtl="0" eaLnBrk="0" fontAlgn="base" latinLnBrk="0" hangingPunct="0">
              <a:lnSpc>
                <a:spcPct val="100000"/>
              </a:lnSpc>
              <a:spcBef>
                <a:spcPct val="20000"/>
              </a:spcBef>
              <a:spcAft>
                <a:spcPct val="0"/>
              </a:spcAft>
              <a:buClr>
                <a:srgbClr val="0BD0D9"/>
              </a:buClr>
              <a:buSzPct val="95000"/>
              <a:buFont typeface="+mj-ea"/>
              <a:buAutoNum type="circleNumDbPlain"/>
              <a:tabLst>
                <a:tab pos="457200" algn="l"/>
              </a:tabLst>
              <a:defRPr/>
            </a:pPr>
            <a:r>
              <a:rPr kumimoji="1" lang="zh-CN" altLang="en-US" sz="2000" b="1" i="0" u="none" strike="noStrike" kern="1200" cap="none" spc="0" normalizeH="0" baseline="0" noProof="0" dirty="0" smtClean="0">
                <a:ln>
                  <a:noFill/>
                </a:ln>
                <a:solidFill>
                  <a:schemeClr val="tx1"/>
                </a:solidFill>
                <a:effectLst/>
                <a:uLnTx/>
                <a:uFillTx/>
                <a:latin typeface="黑体" panose="02010609060101010101" pitchFamily="49" charset="-122"/>
                <a:ea typeface="宋体" panose="02010600030101010101" pitchFamily="2" charset="-122"/>
                <a:cs typeface="+mn-cs"/>
              </a:rPr>
              <a:t>“，”之后要留空格，如</a:t>
            </a:r>
            <a:r>
              <a:rPr kumimoji="1" lang="en-US" altLang="zh-CN" sz="2000" b="1" i="0" u="none" strike="noStrike" kern="1200" cap="none" spc="0" normalizeH="0" baseline="0" noProof="0" dirty="0" smtClean="0">
                <a:ln>
                  <a:noFill/>
                </a:ln>
                <a:solidFill>
                  <a:schemeClr val="tx1"/>
                </a:solidFill>
                <a:effectLst/>
                <a:uLnTx/>
                <a:uFillTx/>
                <a:latin typeface="黑体" panose="02010609060101010101" pitchFamily="49" charset="-122"/>
                <a:ea typeface="宋体" panose="02010600030101010101" pitchFamily="2" charset="-122"/>
                <a:cs typeface="+mn-cs"/>
              </a:rPr>
              <a:t>function(</a:t>
            </a:r>
            <a:r>
              <a:rPr kumimoji="1" lang="en-US" altLang="zh-CN" sz="2000" b="1" i="0" u="none" strike="noStrike" kern="1200" cap="none" spc="0" normalizeH="0" baseline="0" noProof="0" dirty="0" err="1" smtClean="0">
                <a:ln>
                  <a:noFill/>
                </a:ln>
                <a:solidFill>
                  <a:schemeClr val="tx1"/>
                </a:solidFill>
                <a:effectLst/>
                <a:uLnTx/>
                <a:uFillTx/>
                <a:latin typeface="黑体" panose="02010609060101010101" pitchFamily="49" charset="-122"/>
                <a:ea typeface="宋体" panose="02010600030101010101" pitchFamily="2" charset="-122"/>
                <a:cs typeface="+mn-cs"/>
              </a:rPr>
              <a:t>x,y,z</a:t>
            </a:r>
            <a:r>
              <a:rPr kumimoji="1" lang="en-US" altLang="zh-CN" sz="2000" b="1" i="0" u="none" strike="noStrike" kern="1200" cap="none" spc="0" normalizeH="0" baseline="0" noProof="0" dirty="0" smtClean="0">
                <a:ln>
                  <a:noFill/>
                </a:ln>
                <a:solidFill>
                  <a:schemeClr val="tx1"/>
                </a:solidFill>
                <a:effectLst/>
                <a:uLnTx/>
                <a:uFillTx/>
                <a:latin typeface="黑体" panose="02010609060101010101" pitchFamily="49" charset="-122"/>
                <a:ea typeface="宋体" panose="02010600030101010101" pitchFamily="2" charset="-122"/>
                <a:cs typeface="+mn-cs"/>
              </a:rPr>
              <a:t>);</a:t>
            </a:r>
            <a:r>
              <a:rPr kumimoji="1" lang="zh-CN" altLang="en-US" sz="2000" b="1" i="0" u="none" strike="noStrike" kern="1200" cap="none" spc="0" normalizeH="0" baseline="0" noProof="0" dirty="0" smtClean="0">
                <a:ln>
                  <a:noFill/>
                </a:ln>
                <a:solidFill>
                  <a:schemeClr val="tx1"/>
                </a:solidFill>
                <a:effectLst/>
                <a:uLnTx/>
                <a:uFillTx/>
                <a:latin typeface="黑体" panose="02010609060101010101" pitchFamily="49" charset="-122"/>
                <a:ea typeface="宋体" panose="02010600030101010101" pitchFamily="2" charset="-122"/>
                <a:cs typeface="+mn-cs"/>
              </a:rPr>
              <a:t>如果“；”不是一行的结束符，其后要间隔一个空格，如</a:t>
            </a:r>
            <a:r>
              <a:rPr kumimoji="1" lang="en-US" altLang="zh-CN" sz="2000" b="1" i="0" u="none" strike="noStrike" kern="1200" cap="none" spc="0" normalizeH="0" baseline="0" noProof="0" dirty="0" smtClean="0">
                <a:ln>
                  <a:noFill/>
                </a:ln>
                <a:solidFill>
                  <a:schemeClr val="tx1"/>
                </a:solidFill>
                <a:effectLst/>
                <a:uLnTx/>
                <a:uFillTx/>
                <a:latin typeface="黑体" panose="02010609060101010101" pitchFamily="49" charset="-122"/>
                <a:ea typeface="宋体" panose="02010600030101010101" pitchFamily="2" charset="-122"/>
                <a:cs typeface="+mn-cs"/>
              </a:rPr>
              <a:t>for(</a:t>
            </a:r>
            <a:r>
              <a:rPr kumimoji="1" lang="en-US" altLang="zh-CN" sz="2000" b="1" i="0" u="none" strike="noStrike" kern="1200" cap="none" spc="0" normalizeH="0" baseline="0" noProof="0" dirty="0" err="1" smtClean="0">
                <a:ln>
                  <a:noFill/>
                </a:ln>
                <a:solidFill>
                  <a:schemeClr val="tx1"/>
                </a:solidFill>
                <a:effectLst/>
                <a:uLnTx/>
                <a:uFillTx/>
                <a:latin typeface="黑体" panose="02010609060101010101" pitchFamily="49" charset="-122"/>
                <a:ea typeface="宋体" panose="02010600030101010101" pitchFamily="2" charset="-122"/>
                <a:cs typeface="+mn-cs"/>
              </a:rPr>
              <a:t>int</a:t>
            </a:r>
            <a:r>
              <a:rPr kumimoji="1" lang="en-US" altLang="zh-CN" sz="2000" b="1" i="0" u="none" strike="noStrike" kern="1200" cap="none" spc="0" normalizeH="0" baseline="0" noProof="0" dirty="0" smtClean="0">
                <a:ln>
                  <a:noFill/>
                </a:ln>
                <a:solidFill>
                  <a:schemeClr val="tx1"/>
                </a:solidFill>
                <a:effectLst/>
                <a:uLnTx/>
                <a:uFillTx/>
                <a:latin typeface="黑体" panose="02010609060101010101" pitchFamily="49" charset="-122"/>
                <a:ea typeface="宋体" panose="02010600030101010101" pitchFamily="2" charset="-122"/>
                <a:cs typeface="+mn-cs"/>
              </a:rPr>
              <a:t> i=0;i&lt;10;i++)</a:t>
            </a:r>
            <a:endParaRPr kumimoji="1" lang="en-US" altLang="zh-CN" sz="2000" b="1" i="0" u="none" strike="noStrike" kern="1200" cap="none" spc="0" normalizeH="0" baseline="0" noProof="0" dirty="0" smtClean="0">
              <a:ln>
                <a:noFill/>
              </a:ln>
              <a:solidFill>
                <a:schemeClr val="tx1"/>
              </a:solidFill>
              <a:effectLst/>
              <a:uLnTx/>
              <a:uFillTx/>
              <a:latin typeface="黑体" panose="02010609060101010101" pitchFamily="49" charset="-122"/>
              <a:ea typeface="宋体" panose="02010600030101010101" pitchFamily="2" charset="-122"/>
              <a:cs typeface="+mn-cs"/>
            </a:endParaRPr>
          </a:p>
          <a:p>
            <a:pPr marL="457200" marR="0" lvl="2" indent="-457200" algn="l" defTabSz="914400" rtl="0" eaLnBrk="0" fontAlgn="base" latinLnBrk="0" hangingPunct="0">
              <a:lnSpc>
                <a:spcPct val="100000"/>
              </a:lnSpc>
              <a:spcBef>
                <a:spcPct val="20000"/>
              </a:spcBef>
              <a:spcAft>
                <a:spcPct val="0"/>
              </a:spcAft>
              <a:buClr>
                <a:srgbClr val="0BD0D9"/>
              </a:buClr>
              <a:buSzPct val="95000"/>
              <a:buFont typeface="+mj-ea"/>
              <a:buAutoNum type="circleNumDbPlain"/>
              <a:tabLst>
                <a:tab pos="457200" algn="l"/>
              </a:tabLst>
              <a:defRPr/>
            </a:pPr>
            <a:r>
              <a:rPr kumimoji="1" lang="zh-CN" altLang="en-US" sz="2000" b="1" i="0" u="none" strike="noStrike" kern="1200" cap="none" spc="0" normalizeH="0" baseline="0" noProof="0" dirty="0" smtClean="0">
                <a:ln>
                  <a:noFill/>
                </a:ln>
                <a:solidFill>
                  <a:srgbClr val="0070C0"/>
                </a:solidFill>
                <a:effectLst/>
                <a:uLnTx/>
                <a:uFillTx/>
                <a:latin typeface="黑体" panose="02010609060101010101" pitchFamily="49" charset="-122"/>
                <a:ea typeface="宋体" panose="02010600030101010101" pitchFamily="2" charset="-122"/>
                <a:cs typeface="+mn-cs"/>
              </a:rPr>
              <a:t>赋值操作符（</a:t>
            </a:r>
            <a:r>
              <a:rPr kumimoji="1" lang="en-US" altLang="zh-CN" sz="2000" b="1" i="0" u="none" strike="noStrike" kern="1200" cap="none" spc="0" normalizeH="0" baseline="0" noProof="0" dirty="0" smtClean="0">
                <a:ln>
                  <a:noFill/>
                </a:ln>
                <a:solidFill>
                  <a:srgbClr val="0070C0"/>
                </a:solidFill>
                <a:effectLst/>
                <a:uLnTx/>
                <a:uFillTx/>
                <a:latin typeface="黑体" panose="02010609060101010101" pitchFamily="49" charset="-122"/>
                <a:ea typeface="宋体" panose="02010600030101010101" pitchFamily="2" charset="-122"/>
                <a:cs typeface="+mn-cs"/>
              </a:rPr>
              <a:t>=</a:t>
            </a:r>
            <a:r>
              <a:rPr kumimoji="1" lang="zh-CN" altLang="en-US" sz="2000" b="1" i="0" u="none" strike="noStrike" kern="1200" cap="none" spc="0" normalizeH="0" baseline="0" noProof="0" dirty="0" smtClean="0">
                <a:ln>
                  <a:noFill/>
                </a:ln>
                <a:solidFill>
                  <a:srgbClr val="0070C0"/>
                </a:solidFill>
                <a:effectLst/>
                <a:uLnTx/>
                <a:uFillTx/>
                <a:latin typeface="黑体" panose="02010609060101010101" pitchFamily="49" charset="-122"/>
                <a:ea typeface="宋体" panose="02010600030101010101" pitchFamily="2" charset="-122"/>
                <a:cs typeface="+mn-cs"/>
              </a:rPr>
              <a:t>，</a:t>
            </a:r>
            <a:r>
              <a:rPr kumimoji="1" lang="en-US" altLang="zh-CN" sz="2000" b="1" i="0" u="none" strike="noStrike" kern="1200" cap="none" spc="0" normalizeH="0" baseline="0" noProof="0" dirty="0" smtClean="0">
                <a:ln>
                  <a:noFill/>
                </a:ln>
                <a:solidFill>
                  <a:srgbClr val="0070C0"/>
                </a:solidFill>
                <a:effectLst/>
                <a:uLnTx/>
                <a:uFillTx/>
                <a:latin typeface="黑体" panose="02010609060101010101" pitchFamily="49" charset="-122"/>
                <a:ea typeface="宋体" panose="02010600030101010101" pitchFamily="2" charset="-122"/>
                <a:cs typeface="+mn-cs"/>
              </a:rPr>
              <a:t>+=</a:t>
            </a:r>
            <a:r>
              <a:rPr kumimoji="1" lang="zh-CN" altLang="en-US" sz="2000" b="1" i="0" u="none" strike="noStrike" kern="1200" cap="none" spc="0" normalizeH="0" baseline="0" noProof="0" dirty="0" smtClean="0">
                <a:ln>
                  <a:noFill/>
                </a:ln>
                <a:solidFill>
                  <a:srgbClr val="0070C0"/>
                </a:solidFill>
                <a:effectLst/>
                <a:uLnTx/>
                <a:uFillTx/>
                <a:latin typeface="黑体" panose="02010609060101010101" pitchFamily="49" charset="-122"/>
                <a:ea typeface="宋体" panose="02010600030101010101" pitchFamily="2" charset="-122"/>
                <a:cs typeface="+mn-cs"/>
              </a:rPr>
              <a:t>）、比较操作符（</a:t>
            </a:r>
            <a:r>
              <a:rPr kumimoji="1" lang="en-US" altLang="zh-CN" sz="2000" b="1" i="0" u="none" strike="noStrike" kern="1200" cap="none" spc="0" normalizeH="0" baseline="0" noProof="0" dirty="0" smtClean="0">
                <a:ln>
                  <a:noFill/>
                </a:ln>
                <a:solidFill>
                  <a:srgbClr val="0070C0"/>
                </a:solidFill>
                <a:effectLst/>
                <a:uLnTx/>
                <a:uFillTx/>
                <a:latin typeface="黑体" panose="02010609060101010101" pitchFamily="49" charset="-122"/>
                <a:ea typeface="宋体" panose="02010600030101010101" pitchFamily="2" charset="-122"/>
                <a:cs typeface="+mn-cs"/>
              </a:rPr>
              <a:t>&gt;=,&lt;=</a:t>
            </a:r>
            <a:r>
              <a:rPr kumimoji="1" lang="zh-CN" altLang="en-US" sz="2000" b="1" i="0" u="none" strike="noStrike" kern="1200" cap="none" spc="0" normalizeH="0" baseline="0" noProof="0" dirty="0" smtClean="0">
                <a:ln>
                  <a:noFill/>
                </a:ln>
                <a:solidFill>
                  <a:srgbClr val="0070C0"/>
                </a:solidFill>
                <a:effectLst/>
                <a:uLnTx/>
                <a:uFillTx/>
                <a:latin typeface="黑体" panose="02010609060101010101" pitchFamily="49" charset="-122"/>
                <a:ea typeface="宋体" panose="02010600030101010101" pitchFamily="2" charset="-122"/>
                <a:cs typeface="+mn-cs"/>
              </a:rPr>
              <a:t>）、算术操作符</a:t>
            </a:r>
            <a:r>
              <a:rPr kumimoji="1" lang="en-US" altLang="zh-CN" sz="2000" b="1" i="0" u="none" strike="noStrike" kern="1200" cap="none" spc="0" normalizeH="0" baseline="0" noProof="0" dirty="0" smtClean="0">
                <a:ln>
                  <a:noFill/>
                </a:ln>
                <a:solidFill>
                  <a:srgbClr val="0070C0"/>
                </a:solidFill>
                <a:effectLst/>
                <a:uLnTx/>
                <a:uFillTx/>
                <a:latin typeface="黑体" panose="02010609060101010101" pitchFamily="49" charset="-122"/>
                <a:ea typeface="宋体" panose="02010600030101010101" pitchFamily="2" charset="-122"/>
                <a:cs typeface="+mn-cs"/>
              </a:rPr>
              <a:t>(+,-,*)</a:t>
            </a:r>
            <a:r>
              <a:rPr kumimoji="1" lang="zh-CN" altLang="en-US" sz="2000" b="1" i="0" u="none" strike="noStrike" kern="1200" cap="none" spc="0" normalizeH="0" baseline="0" noProof="0" dirty="0" smtClean="0">
                <a:ln>
                  <a:noFill/>
                </a:ln>
                <a:solidFill>
                  <a:srgbClr val="0070C0"/>
                </a:solidFill>
                <a:effectLst/>
                <a:uLnTx/>
                <a:uFillTx/>
                <a:latin typeface="黑体" panose="02010609060101010101" pitchFamily="49" charset="-122"/>
                <a:ea typeface="宋体" panose="02010600030101010101" pitchFamily="2" charset="-122"/>
                <a:cs typeface="+mn-cs"/>
              </a:rPr>
              <a:t>、逻辑操作符</a:t>
            </a:r>
            <a:r>
              <a:rPr kumimoji="1" lang="en-US" altLang="zh-CN" sz="2000" b="1" i="0" u="none" strike="noStrike" kern="1200" cap="none" spc="0" normalizeH="0" baseline="0" noProof="0" dirty="0" smtClean="0">
                <a:ln>
                  <a:noFill/>
                </a:ln>
                <a:solidFill>
                  <a:srgbClr val="0070C0"/>
                </a:solidFill>
                <a:effectLst/>
                <a:uLnTx/>
                <a:uFillTx/>
                <a:latin typeface="黑体" panose="02010609060101010101" pitchFamily="49" charset="-122"/>
                <a:ea typeface="宋体" panose="02010600030101010101" pitchFamily="2" charset="-122"/>
                <a:cs typeface="+mn-cs"/>
              </a:rPr>
              <a:t>(&amp;&amp;,||)</a:t>
            </a:r>
            <a:r>
              <a:rPr kumimoji="1" lang="zh-CN" altLang="en-US" sz="2000" b="1" i="0" u="none" strike="noStrike" kern="1200" cap="none" spc="0" normalizeH="0" baseline="0" noProof="0" dirty="0" smtClean="0">
                <a:ln>
                  <a:noFill/>
                </a:ln>
                <a:solidFill>
                  <a:srgbClr val="0070C0"/>
                </a:solidFill>
                <a:effectLst/>
                <a:uLnTx/>
                <a:uFillTx/>
                <a:latin typeface="黑体" panose="02010609060101010101" pitchFamily="49" charset="-122"/>
                <a:ea typeface="宋体" panose="02010600030101010101" pitchFamily="2" charset="-122"/>
                <a:cs typeface="+mn-cs"/>
              </a:rPr>
              <a:t>、位操作符</a:t>
            </a:r>
            <a:r>
              <a:rPr kumimoji="1" lang="en-US" altLang="zh-CN" sz="2000" b="1" i="0" u="none" strike="noStrike" kern="1200" cap="none" spc="0" normalizeH="0" baseline="0" noProof="0" dirty="0" smtClean="0">
                <a:ln>
                  <a:noFill/>
                </a:ln>
                <a:solidFill>
                  <a:srgbClr val="0070C0"/>
                </a:solidFill>
                <a:effectLst/>
                <a:uLnTx/>
                <a:uFillTx/>
                <a:latin typeface="黑体" panose="02010609060101010101" pitchFamily="49" charset="-122"/>
                <a:ea typeface="宋体" panose="02010600030101010101" pitchFamily="2" charset="-122"/>
                <a:cs typeface="+mn-cs"/>
              </a:rPr>
              <a:t>(&gt;&gt;,^)</a:t>
            </a:r>
            <a:r>
              <a:rPr kumimoji="1" lang="zh-CN" altLang="en-US" sz="2000" b="1" i="0" u="none" strike="noStrike" kern="1200" cap="none" spc="0" normalizeH="0" baseline="0" noProof="0" dirty="0" smtClean="0">
                <a:ln>
                  <a:noFill/>
                </a:ln>
                <a:solidFill>
                  <a:srgbClr val="0070C0"/>
                </a:solidFill>
                <a:effectLst/>
                <a:uLnTx/>
                <a:uFillTx/>
                <a:latin typeface="黑体" panose="02010609060101010101" pitchFamily="49" charset="-122"/>
                <a:ea typeface="宋体" panose="02010600030101010101" pitchFamily="2" charset="-122"/>
                <a:cs typeface="+mn-cs"/>
              </a:rPr>
              <a:t>等二元操作符前后应加空格</a:t>
            </a:r>
            <a:endParaRPr kumimoji="1" lang="en-US" altLang="zh-CN" sz="2000" b="1" i="0" u="none" strike="noStrike" kern="1200" cap="none" spc="0" normalizeH="0" baseline="0" noProof="0" dirty="0" smtClean="0">
              <a:ln>
                <a:noFill/>
              </a:ln>
              <a:solidFill>
                <a:srgbClr val="0070C0"/>
              </a:solidFill>
              <a:effectLst/>
              <a:uLnTx/>
              <a:uFillTx/>
              <a:latin typeface="黑体" panose="02010609060101010101" pitchFamily="49" charset="-122"/>
              <a:ea typeface="宋体" panose="02010600030101010101" pitchFamily="2" charset="-122"/>
              <a:cs typeface="+mn-cs"/>
            </a:endParaRPr>
          </a:p>
          <a:p>
            <a:pPr marL="457200" marR="0" lvl="2" indent="-457200" algn="l" defTabSz="914400" rtl="0" eaLnBrk="0" fontAlgn="base" latinLnBrk="0" hangingPunct="0">
              <a:lnSpc>
                <a:spcPct val="100000"/>
              </a:lnSpc>
              <a:spcBef>
                <a:spcPct val="20000"/>
              </a:spcBef>
              <a:spcAft>
                <a:spcPct val="0"/>
              </a:spcAft>
              <a:buClr>
                <a:srgbClr val="0BD0D9"/>
              </a:buClr>
              <a:buSzPct val="95000"/>
              <a:buFont typeface="+mj-ea"/>
              <a:buAutoNum type="circleNumDbPlain"/>
              <a:tabLst>
                <a:tab pos="457200" algn="l"/>
              </a:tabLst>
              <a:defRPr/>
            </a:pPr>
            <a:r>
              <a:rPr kumimoji="1" lang="zh-CN" altLang="en-US" sz="2000" b="1" i="0" u="none" strike="noStrike" kern="1200" cap="none" spc="0" normalizeH="0" baseline="0" noProof="0" dirty="0" smtClean="0">
                <a:ln>
                  <a:noFill/>
                </a:ln>
                <a:solidFill>
                  <a:schemeClr val="tx1"/>
                </a:solidFill>
                <a:effectLst/>
                <a:uLnTx/>
                <a:uFillTx/>
                <a:latin typeface="黑体" panose="02010609060101010101" pitchFamily="49" charset="-122"/>
                <a:ea typeface="宋体" panose="02010600030101010101" pitchFamily="2" charset="-122"/>
                <a:cs typeface="+mn-cs"/>
              </a:rPr>
              <a:t>一元操作符如！，</a:t>
            </a:r>
            <a:r>
              <a:rPr kumimoji="1" lang="en-US" altLang="zh-CN" sz="2000" b="1" i="0" u="none" strike="noStrike" kern="1200" cap="none" spc="0" normalizeH="0" baseline="0" noProof="0" dirty="0" smtClean="0">
                <a:ln>
                  <a:noFill/>
                </a:ln>
                <a:solidFill>
                  <a:schemeClr val="tx1"/>
                </a:solidFill>
                <a:effectLst/>
                <a:uLnTx/>
                <a:uFillTx/>
                <a:latin typeface="黑体" panose="02010609060101010101" pitchFamily="49" charset="-122"/>
                <a:ea typeface="宋体" panose="02010600030101010101" pitchFamily="2" charset="-122"/>
                <a:cs typeface="+mn-cs"/>
              </a:rPr>
              <a:t>~</a:t>
            </a:r>
            <a:r>
              <a:rPr kumimoji="1" lang="zh-CN" altLang="en-US" sz="2000" b="1" i="0" u="none" strike="noStrike" kern="1200" cap="none" spc="0" normalizeH="0" baseline="0" noProof="0" dirty="0" smtClean="0">
                <a:ln>
                  <a:noFill/>
                </a:ln>
                <a:solidFill>
                  <a:schemeClr val="tx1"/>
                </a:solidFill>
                <a:effectLst/>
                <a:uLnTx/>
                <a:uFillTx/>
                <a:latin typeface="黑体" panose="02010609060101010101" pitchFamily="49" charset="-122"/>
                <a:ea typeface="宋体" panose="02010600030101010101" pitchFamily="2" charset="-122"/>
                <a:cs typeface="+mn-cs"/>
              </a:rPr>
              <a:t>，</a:t>
            </a:r>
            <a:r>
              <a:rPr kumimoji="1" lang="en-US" altLang="zh-CN" sz="2000" b="1" i="0" u="none" strike="noStrike" kern="1200" cap="none" spc="0" normalizeH="0" baseline="0" noProof="0" dirty="0" smtClean="0">
                <a:ln>
                  <a:noFill/>
                </a:ln>
                <a:solidFill>
                  <a:schemeClr val="tx1"/>
                </a:solidFill>
                <a:effectLst/>
                <a:uLnTx/>
                <a:uFillTx/>
                <a:latin typeface="黑体" panose="02010609060101010101" pitchFamily="49" charset="-122"/>
                <a:ea typeface="宋体" panose="02010600030101010101" pitchFamily="2" charset="-122"/>
                <a:cs typeface="+mn-cs"/>
              </a:rPr>
              <a:t>++</a:t>
            </a:r>
            <a:r>
              <a:rPr kumimoji="1" lang="zh-CN" altLang="en-US" sz="2000" b="1" i="0" u="none" strike="noStrike" kern="1200" cap="none" spc="0" normalizeH="0" baseline="0" noProof="0" dirty="0" smtClean="0">
                <a:ln>
                  <a:noFill/>
                </a:ln>
                <a:solidFill>
                  <a:schemeClr val="tx1"/>
                </a:solidFill>
                <a:effectLst/>
                <a:uLnTx/>
                <a:uFillTx/>
                <a:latin typeface="黑体" panose="02010609060101010101" pitchFamily="49" charset="-122"/>
                <a:ea typeface="宋体" panose="02010600030101010101" pitchFamily="2" charset="-122"/>
                <a:cs typeface="+mn-cs"/>
              </a:rPr>
              <a:t>，</a:t>
            </a:r>
            <a:r>
              <a:rPr kumimoji="1" lang="en-US" altLang="zh-CN" sz="2000" b="1" i="0" u="none" strike="noStrike" kern="1200" cap="none" spc="0" normalizeH="0" baseline="0" noProof="0" dirty="0" smtClean="0">
                <a:ln>
                  <a:noFill/>
                </a:ln>
                <a:solidFill>
                  <a:schemeClr val="tx1"/>
                </a:solidFill>
                <a:effectLst/>
                <a:uLnTx/>
                <a:uFillTx/>
                <a:latin typeface="黑体" panose="02010609060101010101" pitchFamily="49" charset="-122"/>
                <a:ea typeface="宋体" panose="02010600030101010101" pitchFamily="2" charset="-122"/>
                <a:cs typeface="+mn-cs"/>
              </a:rPr>
              <a:t>--</a:t>
            </a:r>
            <a:r>
              <a:rPr kumimoji="1" lang="zh-CN" altLang="en-US" sz="2000" b="1" i="0" u="none" strike="noStrike" kern="1200" cap="none" spc="0" normalizeH="0" baseline="0" noProof="0" dirty="0" smtClean="0">
                <a:ln>
                  <a:noFill/>
                </a:ln>
                <a:solidFill>
                  <a:schemeClr val="tx1"/>
                </a:solidFill>
                <a:effectLst/>
                <a:uLnTx/>
                <a:uFillTx/>
                <a:latin typeface="黑体" panose="02010609060101010101" pitchFamily="49" charset="-122"/>
                <a:ea typeface="宋体" panose="02010600030101010101" pitchFamily="2" charset="-122"/>
                <a:cs typeface="+mn-cs"/>
              </a:rPr>
              <a:t>，</a:t>
            </a:r>
            <a:r>
              <a:rPr kumimoji="1" lang="en-US" altLang="zh-CN" sz="2000" b="1" i="0" u="none" strike="noStrike" kern="1200" cap="none" spc="0" normalizeH="0" baseline="0" noProof="0" dirty="0" smtClean="0">
                <a:ln>
                  <a:noFill/>
                </a:ln>
                <a:solidFill>
                  <a:schemeClr val="tx1"/>
                </a:solidFill>
                <a:effectLst/>
                <a:uLnTx/>
                <a:uFillTx/>
                <a:latin typeface="黑体" panose="02010609060101010101" pitchFamily="49" charset="-122"/>
                <a:ea typeface="宋体" panose="02010600030101010101" pitchFamily="2" charset="-122"/>
                <a:cs typeface="+mn-cs"/>
              </a:rPr>
              <a:t>&amp;</a:t>
            </a:r>
            <a:r>
              <a:rPr kumimoji="1" lang="zh-CN" altLang="en-US" sz="2000" b="1" i="0" u="none" strike="noStrike" kern="1200" cap="none" spc="0" normalizeH="0" baseline="0" noProof="0" dirty="0" smtClean="0">
                <a:ln>
                  <a:noFill/>
                </a:ln>
                <a:solidFill>
                  <a:schemeClr val="tx1"/>
                </a:solidFill>
                <a:effectLst/>
                <a:uLnTx/>
                <a:uFillTx/>
                <a:latin typeface="黑体" panose="02010609060101010101" pitchFamily="49" charset="-122"/>
                <a:ea typeface="宋体" panose="02010600030101010101" pitchFamily="2" charset="-122"/>
                <a:cs typeface="+mn-cs"/>
              </a:rPr>
              <a:t>等前后不加空格</a:t>
            </a:r>
            <a:endParaRPr kumimoji="1" lang="en-US" altLang="zh-CN" sz="2000" b="1" i="0" u="none" strike="noStrike" kern="1200" cap="none" spc="0" normalizeH="0" baseline="0" noProof="0" dirty="0" smtClean="0">
              <a:ln>
                <a:noFill/>
              </a:ln>
              <a:solidFill>
                <a:schemeClr val="tx1"/>
              </a:solidFill>
              <a:effectLst/>
              <a:uLnTx/>
              <a:uFillTx/>
              <a:latin typeface="黑体" panose="02010609060101010101" pitchFamily="49" charset="-122"/>
              <a:ea typeface="宋体" panose="02010600030101010101" pitchFamily="2" charset="-122"/>
              <a:cs typeface="+mn-cs"/>
            </a:endParaRPr>
          </a:p>
          <a:p>
            <a:pPr marL="457200" marR="0" lvl="2" indent="-457200" algn="l" defTabSz="914400" rtl="0" eaLnBrk="0" fontAlgn="base" latinLnBrk="0" hangingPunct="0">
              <a:lnSpc>
                <a:spcPct val="100000"/>
              </a:lnSpc>
              <a:spcBef>
                <a:spcPct val="20000"/>
              </a:spcBef>
              <a:spcAft>
                <a:spcPct val="0"/>
              </a:spcAft>
              <a:buClr>
                <a:srgbClr val="0BD0D9"/>
              </a:buClr>
              <a:buSzPct val="95000"/>
              <a:buFont typeface="+mj-ea"/>
              <a:buAutoNum type="circleNumDbPlain"/>
              <a:tabLst>
                <a:tab pos="457200" algn="l"/>
              </a:tabLst>
              <a:defRPr/>
            </a:pPr>
            <a:r>
              <a:rPr kumimoji="1" lang="zh-CN" altLang="en-US" sz="2000" b="1" i="0" u="none" strike="noStrike" kern="1200" cap="none" spc="0" normalizeH="0" baseline="0" noProof="0" dirty="0" smtClean="0">
                <a:ln>
                  <a:noFill/>
                </a:ln>
                <a:solidFill>
                  <a:srgbClr val="0070C0"/>
                </a:solidFill>
                <a:effectLst/>
                <a:uLnTx/>
                <a:uFillTx/>
                <a:latin typeface="黑体" panose="02010609060101010101" pitchFamily="49" charset="-122"/>
                <a:ea typeface="宋体" panose="02010600030101010101" pitchFamily="2" charset="-122"/>
                <a:cs typeface="+mn-cs"/>
              </a:rPr>
              <a:t>像“</a:t>
            </a:r>
            <a:r>
              <a:rPr kumimoji="1" lang="en-US" altLang="zh-CN" sz="2000" b="1" i="0" u="none" strike="noStrike" kern="1200" cap="none" spc="0" normalizeH="0" baseline="0" noProof="0" dirty="0" smtClean="0">
                <a:ln>
                  <a:noFill/>
                </a:ln>
                <a:solidFill>
                  <a:srgbClr val="0070C0"/>
                </a:solidFill>
                <a:effectLst/>
                <a:uLnTx/>
                <a:uFillTx/>
                <a:latin typeface="黑体" panose="02010609060101010101" pitchFamily="49" charset="-122"/>
                <a:ea typeface="宋体" panose="02010600030101010101" pitchFamily="2" charset="-122"/>
                <a:cs typeface="+mn-cs"/>
              </a:rPr>
              <a:t>[]</a:t>
            </a:r>
            <a:r>
              <a:rPr kumimoji="1" lang="zh-CN" altLang="en-US" sz="2000" b="1" i="0" u="none" strike="noStrike" kern="1200" cap="none" spc="0" normalizeH="0" baseline="0" noProof="0" dirty="0" smtClean="0">
                <a:ln>
                  <a:noFill/>
                </a:ln>
                <a:solidFill>
                  <a:srgbClr val="0070C0"/>
                </a:solidFill>
                <a:effectLst/>
                <a:uLnTx/>
                <a:uFillTx/>
                <a:latin typeface="黑体" panose="02010609060101010101" pitchFamily="49" charset="-122"/>
                <a:ea typeface="宋体" panose="02010600030101010101" pitchFamily="2" charset="-122"/>
                <a:cs typeface="+mn-cs"/>
              </a:rPr>
              <a:t>”</a:t>
            </a:r>
            <a:r>
              <a:rPr kumimoji="1" lang="en-US" altLang="zh-CN" sz="2000" b="1" i="0" u="none" strike="noStrike" kern="1200" cap="none" spc="0" normalizeH="0" baseline="0" noProof="0" dirty="0" smtClean="0">
                <a:ln>
                  <a:noFill/>
                </a:ln>
                <a:solidFill>
                  <a:srgbClr val="0070C0"/>
                </a:solidFill>
                <a:effectLst/>
                <a:uLnTx/>
                <a:uFillTx/>
                <a:latin typeface="黑体" panose="02010609060101010101" pitchFamily="49" charset="-122"/>
                <a:ea typeface="宋体" panose="02010600030101010101" pitchFamily="2" charset="-122"/>
                <a:cs typeface="+mn-cs"/>
              </a:rPr>
              <a:t>,</a:t>
            </a:r>
            <a:r>
              <a:rPr kumimoji="1" lang="zh-CN" altLang="en-US" sz="2000" b="1" i="0" u="none" strike="noStrike" kern="1200" cap="none" spc="0" normalizeH="0" baseline="0" noProof="0" dirty="0" smtClean="0">
                <a:ln>
                  <a:noFill/>
                </a:ln>
                <a:solidFill>
                  <a:srgbClr val="0070C0"/>
                </a:solidFill>
                <a:effectLst/>
                <a:uLnTx/>
                <a:uFillTx/>
                <a:latin typeface="黑体" panose="02010609060101010101" pitchFamily="49" charset="-122"/>
                <a:ea typeface="宋体" panose="02010600030101010101" pitchFamily="2" charset="-122"/>
                <a:cs typeface="+mn-cs"/>
              </a:rPr>
              <a:t>“</a:t>
            </a:r>
            <a:r>
              <a:rPr kumimoji="1" lang="en-US" altLang="zh-CN" sz="2000" b="1" i="0" u="none" strike="noStrike" kern="1200" cap="none" spc="0" normalizeH="0" baseline="0" noProof="0" dirty="0" smtClean="0">
                <a:ln>
                  <a:noFill/>
                </a:ln>
                <a:solidFill>
                  <a:srgbClr val="0070C0"/>
                </a:solidFill>
                <a:effectLst/>
                <a:uLnTx/>
                <a:uFillTx/>
                <a:latin typeface="黑体" panose="02010609060101010101" pitchFamily="49" charset="-122"/>
                <a:ea typeface="宋体" panose="02010600030101010101" pitchFamily="2" charset="-122"/>
                <a:cs typeface="+mn-cs"/>
              </a:rPr>
              <a:t>.</a:t>
            </a:r>
            <a:r>
              <a:rPr kumimoji="1" lang="zh-CN" altLang="en-US" sz="2000" b="1" i="0" u="none" strike="noStrike" kern="1200" cap="none" spc="0" normalizeH="0" baseline="0" noProof="0" dirty="0" smtClean="0">
                <a:ln>
                  <a:noFill/>
                </a:ln>
                <a:solidFill>
                  <a:srgbClr val="0070C0"/>
                </a:solidFill>
                <a:effectLst/>
                <a:uLnTx/>
                <a:uFillTx/>
                <a:latin typeface="黑体" panose="02010609060101010101" pitchFamily="49" charset="-122"/>
                <a:ea typeface="宋体" panose="02010600030101010101" pitchFamily="2" charset="-122"/>
                <a:cs typeface="+mn-cs"/>
              </a:rPr>
              <a:t>”</a:t>
            </a:r>
            <a:r>
              <a:rPr kumimoji="1" lang="en-US" altLang="zh-CN" sz="2000" b="1" i="0" u="none" strike="noStrike" kern="1200" cap="none" spc="0" normalizeH="0" baseline="0" noProof="0" dirty="0" smtClean="0">
                <a:ln>
                  <a:noFill/>
                </a:ln>
                <a:solidFill>
                  <a:srgbClr val="0070C0"/>
                </a:solidFill>
                <a:effectLst/>
                <a:uLnTx/>
                <a:uFillTx/>
                <a:latin typeface="黑体" panose="02010609060101010101" pitchFamily="49" charset="-122"/>
                <a:ea typeface="宋体" panose="02010600030101010101" pitchFamily="2" charset="-122"/>
                <a:cs typeface="+mn-cs"/>
              </a:rPr>
              <a:t>,</a:t>
            </a:r>
            <a:r>
              <a:rPr kumimoji="1" lang="zh-CN" altLang="en-US" sz="2000" b="1" i="0" u="none" strike="noStrike" kern="1200" cap="none" spc="0" normalizeH="0" baseline="0" noProof="0" dirty="0" smtClean="0">
                <a:ln>
                  <a:noFill/>
                </a:ln>
                <a:solidFill>
                  <a:srgbClr val="0070C0"/>
                </a:solidFill>
                <a:effectLst/>
                <a:uLnTx/>
                <a:uFillTx/>
                <a:latin typeface="黑体" panose="02010609060101010101" pitchFamily="49" charset="-122"/>
                <a:ea typeface="宋体" panose="02010600030101010101" pitchFamily="2" charset="-122"/>
                <a:cs typeface="+mn-cs"/>
              </a:rPr>
              <a:t>“</a:t>
            </a:r>
            <a:r>
              <a:rPr kumimoji="1" lang="en-US" altLang="zh-CN" sz="2000" b="1" i="0" u="none" strike="noStrike" kern="1200" cap="none" spc="0" normalizeH="0" baseline="0" noProof="0" dirty="0" smtClean="0">
                <a:ln>
                  <a:noFill/>
                </a:ln>
                <a:solidFill>
                  <a:srgbClr val="0070C0"/>
                </a:solidFill>
                <a:effectLst/>
                <a:uLnTx/>
                <a:uFillTx/>
                <a:latin typeface="黑体" panose="02010609060101010101" pitchFamily="49" charset="-122"/>
                <a:ea typeface="宋体" panose="02010600030101010101" pitchFamily="2" charset="-122"/>
                <a:cs typeface="+mn-cs"/>
              </a:rPr>
              <a:t>-&gt;</a:t>
            </a:r>
            <a:r>
              <a:rPr kumimoji="1" lang="zh-CN" altLang="en-US" sz="2000" b="1" i="0" u="none" strike="noStrike" kern="1200" cap="none" spc="0" normalizeH="0" baseline="0" noProof="0" dirty="0" smtClean="0">
                <a:ln>
                  <a:noFill/>
                </a:ln>
                <a:solidFill>
                  <a:srgbClr val="0070C0"/>
                </a:solidFill>
                <a:effectLst/>
                <a:uLnTx/>
                <a:uFillTx/>
                <a:latin typeface="黑体" panose="02010609060101010101" pitchFamily="49" charset="-122"/>
                <a:ea typeface="宋体" panose="02010600030101010101" pitchFamily="2" charset="-122"/>
                <a:cs typeface="+mn-cs"/>
              </a:rPr>
              <a:t>”</a:t>
            </a:r>
            <a:r>
              <a:rPr kumimoji="1" lang="zh-CN" altLang="en-US" sz="2000" b="1" i="0" u="none" strike="noStrike" kern="1200" cap="none" spc="0" normalizeH="0" baseline="0" noProof="0" dirty="0">
                <a:ln>
                  <a:noFill/>
                </a:ln>
                <a:solidFill>
                  <a:srgbClr val="0070C0"/>
                </a:solidFill>
                <a:effectLst/>
                <a:uLnTx/>
                <a:uFillTx/>
                <a:latin typeface="黑体" panose="02010609060101010101" pitchFamily="49" charset="-122"/>
                <a:ea typeface="宋体" panose="02010600030101010101" pitchFamily="2" charset="-122"/>
                <a:cs typeface="+mn-cs"/>
              </a:rPr>
              <a:t>这</a:t>
            </a:r>
            <a:r>
              <a:rPr kumimoji="1" lang="zh-CN" altLang="en-US" sz="2000" b="1" i="0" u="none" strike="noStrike" kern="1200" cap="none" spc="0" normalizeH="0" baseline="0" noProof="0" dirty="0" smtClean="0">
                <a:ln>
                  <a:noFill/>
                </a:ln>
                <a:solidFill>
                  <a:srgbClr val="0070C0"/>
                </a:solidFill>
                <a:effectLst/>
                <a:uLnTx/>
                <a:uFillTx/>
                <a:latin typeface="黑体" panose="02010609060101010101" pitchFamily="49" charset="-122"/>
                <a:ea typeface="宋体" panose="02010600030101010101" pitchFamily="2" charset="-122"/>
                <a:cs typeface="+mn-cs"/>
              </a:rPr>
              <a:t>类操作符前后不加空格</a:t>
            </a:r>
            <a:endParaRPr kumimoji="1" lang="en-US" altLang="zh-CN" sz="2000" b="1" i="0" u="none" strike="noStrike" kern="1200" cap="none" spc="0" normalizeH="0" baseline="0" noProof="0" dirty="0" smtClean="0">
              <a:ln>
                <a:noFill/>
              </a:ln>
              <a:solidFill>
                <a:srgbClr val="0070C0"/>
              </a:solidFill>
              <a:effectLst/>
              <a:uLnTx/>
              <a:uFillTx/>
              <a:latin typeface="黑体" panose="02010609060101010101" pitchFamily="49" charset="-122"/>
              <a:ea typeface="宋体" panose="02010600030101010101" pitchFamily="2" charset="-122"/>
              <a:cs typeface="+mn-cs"/>
            </a:endParaRPr>
          </a:p>
          <a:p>
            <a:pPr marL="457200" marR="0" lvl="2" indent="-457200" algn="l" defTabSz="914400" rtl="0" eaLnBrk="0" fontAlgn="base" latinLnBrk="0" hangingPunct="0">
              <a:lnSpc>
                <a:spcPct val="100000"/>
              </a:lnSpc>
              <a:spcBef>
                <a:spcPct val="20000"/>
              </a:spcBef>
              <a:spcAft>
                <a:spcPct val="0"/>
              </a:spcAft>
              <a:buClr>
                <a:srgbClr val="0BD0D9"/>
              </a:buClr>
              <a:buSzPct val="95000"/>
              <a:buFont typeface="+mj-ea"/>
              <a:buAutoNum type="circleNumDbPlain"/>
              <a:tabLst>
                <a:tab pos="457200" algn="l"/>
              </a:tabLst>
              <a:defRPr/>
            </a:pPr>
            <a:r>
              <a:rPr kumimoji="1" lang="zh-CN" altLang="en-US" sz="2000" b="1" i="0" u="none" strike="noStrike" kern="1200" cap="none" spc="0" normalizeH="0" baseline="0" noProof="0" dirty="0" smtClean="0">
                <a:ln>
                  <a:noFill/>
                </a:ln>
                <a:solidFill>
                  <a:schemeClr val="tx1"/>
                </a:solidFill>
                <a:effectLst/>
                <a:uLnTx/>
                <a:uFillTx/>
                <a:latin typeface="黑体" panose="02010609060101010101" pitchFamily="49" charset="-122"/>
                <a:ea typeface="宋体" panose="02010600030101010101" pitchFamily="2" charset="-122"/>
                <a:cs typeface="+mn-cs"/>
              </a:rPr>
              <a:t>对于表达式比较长的</a:t>
            </a:r>
            <a:r>
              <a:rPr kumimoji="1" lang="en-US" altLang="zh-CN" sz="2000" b="1" i="0" u="none" strike="noStrike" kern="1200" cap="none" spc="0" normalizeH="0" baseline="0" noProof="0" dirty="0" err="1" smtClean="0">
                <a:ln>
                  <a:noFill/>
                </a:ln>
                <a:solidFill>
                  <a:schemeClr val="tx1"/>
                </a:solidFill>
                <a:effectLst/>
                <a:uLnTx/>
                <a:uFillTx/>
                <a:latin typeface="黑体" panose="02010609060101010101" pitchFamily="49" charset="-122"/>
                <a:ea typeface="宋体" panose="02010600030101010101" pitchFamily="2" charset="-122"/>
                <a:cs typeface="+mn-cs"/>
              </a:rPr>
              <a:t>for,while</a:t>
            </a:r>
            <a:r>
              <a:rPr kumimoji="1" lang="en-US" altLang="zh-CN" sz="2000" b="1" i="0" u="none" strike="noStrike" kern="1200" cap="none" spc="0" normalizeH="0" baseline="0" noProof="0" dirty="0" smtClean="0">
                <a:ln>
                  <a:noFill/>
                </a:ln>
                <a:solidFill>
                  <a:schemeClr val="tx1"/>
                </a:solidFill>
                <a:effectLst/>
                <a:uLnTx/>
                <a:uFillTx/>
                <a:latin typeface="黑体" panose="02010609060101010101" pitchFamily="49" charset="-122"/>
                <a:ea typeface="宋体" panose="02010600030101010101" pitchFamily="2" charset="-122"/>
                <a:cs typeface="+mn-cs"/>
              </a:rPr>
              <a:t> ,switch</a:t>
            </a:r>
            <a:r>
              <a:rPr kumimoji="1" lang="zh-CN" altLang="en-US" sz="2000" b="1" i="0" u="none" strike="noStrike" kern="1200" cap="none" spc="0" normalizeH="0" baseline="0" noProof="0" dirty="0" smtClean="0">
                <a:ln>
                  <a:noFill/>
                </a:ln>
                <a:solidFill>
                  <a:schemeClr val="tx1"/>
                </a:solidFill>
                <a:effectLst/>
                <a:uLnTx/>
                <a:uFillTx/>
                <a:latin typeface="黑体" panose="02010609060101010101" pitchFamily="49" charset="-122"/>
                <a:ea typeface="宋体" panose="02010600030101010101" pitchFamily="2" charset="-122"/>
                <a:cs typeface="+mn-cs"/>
              </a:rPr>
              <a:t>语句和</a:t>
            </a:r>
            <a:r>
              <a:rPr kumimoji="1" lang="en-US" altLang="zh-CN" sz="2000" b="1" i="0" u="none" strike="noStrike" kern="1200" cap="none" spc="0" normalizeH="0" baseline="0" noProof="0" dirty="0" smtClean="0">
                <a:ln>
                  <a:noFill/>
                </a:ln>
                <a:solidFill>
                  <a:schemeClr val="tx1"/>
                </a:solidFill>
                <a:effectLst/>
                <a:uLnTx/>
                <a:uFillTx/>
                <a:latin typeface="黑体" panose="02010609060101010101" pitchFamily="49" charset="-122"/>
                <a:ea typeface="宋体" panose="02010600030101010101" pitchFamily="2" charset="-122"/>
                <a:cs typeface="+mn-cs"/>
              </a:rPr>
              <a:t>if</a:t>
            </a:r>
            <a:r>
              <a:rPr kumimoji="1" lang="zh-CN" altLang="en-US" sz="2000" b="1" i="0" u="none" strike="noStrike" kern="1200" cap="none" spc="0" normalizeH="0" baseline="0" noProof="0" dirty="0" smtClean="0">
                <a:ln>
                  <a:noFill/>
                </a:ln>
                <a:solidFill>
                  <a:schemeClr val="tx1"/>
                </a:solidFill>
                <a:effectLst/>
                <a:uLnTx/>
                <a:uFillTx/>
                <a:latin typeface="黑体" panose="02010609060101010101" pitchFamily="49" charset="-122"/>
                <a:ea typeface="宋体" panose="02010600030101010101" pitchFamily="2" charset="-122"/>
                <a:cs typeface="+mn-cs"/>
              </a:rPr>
              <a:t>语句，为了紧凑，可以适当去掉一些空格</a:t>
            </a:r>
            <a:endParaRPr kumimoji="1" lang="en-US" altLang="zh-CN" sz="2000" b="1" i="0" u="none" strike="noStrike" kern="1200" cap="none" spc="0" normalizeH="0" baseline="0" noProof="0" dirty="0" smtClean="0">
              <a:ln>
                <a:noFill/>
              </a:ln>
              <a:solidFill>
                <a:schemeClr val="tx1"/>
              </a:solidFill>
              <a:effectLst/>
              <a:uLnTx/>
              <a:uFillTx/>
              <a:latin typeface="黑体" panose="02010609060101010101" pitchFamily="49" charset="-122"/>
              <a:ea typeface="宋体" panose="02010600030101010101" pitchFamily="2" charset="-122"/>
              <a:cs typeface="+mn-cs"/>
            </a:endParaRPr>
          </a:p>
          <a:p>
            <a:pPr marL="457200" marR="0" lvl="2" indent="-457200" algn="l" defTabSz="914400" rtl="0" eaLnBrk="0" fontAlgn="base" latinLnBrk="0" hangingPunct="0">
              <a:lnSpc>
                <a:spcPct val="100000"/>
              </a:lnSpc>
              <a:spcBef>
                <a:spcPct val="20000"/>
              </a:spcBef>
              <a:spcAft>
                <a:spcPct val="0"/>
              </a:spcAft>
              <a:buClr>
                <a:srgbClr val="0BD0D9"/>
              </a:buClr>
              <a:buSzPct val="95000"/>
              <a:buFont typeface="+mj-ea"/>
              <a:buAutoNum type="circleNumDbPlain"/>
              <a:tabLst>
                <a:tab pos="457200" algn="l"/>
              </a:tabLst>
              <a:defRPr/>
            </a:pPr>
            <a:r>
              <a:rPr kumimoji="1" lang="zh-CN" altLang="en-US" sz="2000" b="1" i="0" u="none" strike="noStrike" kern="1200" cap="none" spc="0" normalizeH="0" baseline="0" noProof="0" dirty="0" smtClean="0">
                <a:ln>
                  <a:noFill/>
                </a:ln>
                <a:solidFill>
                  <a:srgbClr val="0070C0"/>
                </a:solidFill>
                <a:effectLst/>
                <a:uLnTx/>
                <a:uFillTx/>
                <a:latin typeface="黑体" panose="02010609060101010101" pitchFamily="49" charset="-122"/>
                <a:ea typeface="宋体" panose="02010600030101010101" pitchFamily="2" charset="-122"/>
                <a:cs typeface="+mn-cs"/>
              </a:rPr>
              <a:t>修饰符“*”和“</a:t>
            </a:r>
            <a:r>
              <a:rPr kumimoji="1" lang="en-US" altLang="zh-CN" sz="2000" b="1" i="0" u="none" strike="noStrike" kern="1200" cap="none" spc="0" normalizeH="0" baseline="0" noProof="0" dirty="0" smtClean="0">
                <a:ln>
                  <a:noFill/>
                </a:ln>
                <a:solidFill>
                  <a:srgbClr val="0070C0"/>
                </a:solidFill>
                <a:effectLst/>
                <a:uLnTx/>
                <a:uFillTx/>
                <a:latin typeface="黑体" panose="02010609060101010101" pitchFamily="49" charset="-122"/>
                <a:ea typeface="宋体" panose="02010600030101010101" pitchFamily="2" charset="-122"/>
                <a:cs typeface="+mn-cs"/>
              </a:rPr>
              <a:t>&amp;</a:t>
            </a:r>
            <a:r>
              <a:rPr kumimoji="1" lang="zh-CN" altLang="en-US" sz="2000" b="1" i="0" u="none" strike="noStrike" kern="1200" cap="none" spc="0" normalizeH="0" baseline="0" noProof="0" dirty="0" smtClean="0">
                <a:ln>
                  <a:noFill/>
                </a:ln>
                <a:solidFill>
                  <a:srgbClr val="0070C0"/>
                </a:solidFill>
                <a:effectLst/>
                <a:uLnTx/>
                <a:uFillTx/>
                <a:latin typeface="黑体" panose="02010609060101010101" pitchFamily="49" charset="-122"/>
                <a:ea typeface="宋体" panose="02010600030101010101" pitchFamily="2" charset="-122"/>
                <a:cs typeface="+mn-cs"/>
              </a:rPr>
              <a:t>”应紧靠数据类型</a:t>
            </a:r>
            <a:endParaRPr kumimoji="1" lang="en-US" altLang="zh-CN" sz="2000" b="1" i="0" u="none" strike="noStrike" kern="1200" cap="none" spc="0" normalizeH="0" baseline="0" noProof="0" dirty="0" smtClean="0">
              <a:ln>
                <a:noFill/>
              </a:ln>
              <a:solidFill>
                <a:srgbClr val="0070C0"/>
              </a:solidFill>
              <a:effectLst/>
              <a:uLnTx/>
              <a:uFillTx/>
              <a:latin typeface="黑体" panose="02010609060101010101" pitchFamily="49" charset="-122"/>
              <a:ea typeface="宋体" panose="02010600030101010101" pitchFamily="2" charset="-122"/>
              <a:cs typeface="+mn-cs"/>
            </a:endParaRPr>
          </a:p>
          <a:p>
            <a:pPr marL="457200" marR="0" lvl="2" indent="-457200" algn="l" defTabSz="914400" rtl="0" eaLnBrk="0" fontAlgn="base" latinLnBrk="0" hangingPunct="0">
              <a:lnSpc>
                <a:spcPct val="120000"/>
              </a:lnSpc>
              <a:spcBef>
                <a:spcPct val="20000"/>
              </a:spcBef>
              <a:spcAft>
                <a:spcPct val="0"/>
              </a:spcAft>
              <a:buClr>
                <a:srgbClr val="0BD0D9"/>
              </a:buClr>
              <a:buSzPct val="95000"/>
              <a:buFont typeface="+mj-ea"/>
              <a:buAutoNum type="circleNumDbPlain"/>
              <a:tabLst>
                <a:tab pos="457200" algn="l"/>
              </a:tabLst>
              <a:defRPr/>
            </a:pPr>
            <a:endParaRPr kumimoji="1" lang="en-US" altLang="zh-CN" sz="2000" b="1" i="0" u="none" strike="noStrike" kern="1200" cap="none" spc="0" normalizeH="0" baseline="0" noProof="0" dirty="0">
              <a:ln>
                <a:noFill/>
              </a:ln>
              <a:solidFill>
                <a:srgbClr val="0070C0"/>
              </a:solidFill>
              <a:effectLst/>
              <a:uLnTx/>
              <a:uFillTx/>
              <a:latin typeface="黑体" panose="02010609060101010101" pitchFamily="49" charset="-122"/>
              <a:ea typeface="宋体" panose="02010600030101010101" pitchFamily="2" charset="-122"/>
              <a:cs typeface="+mn-cs"/>
            </a:endParaRPr>
          </a:p>
          <a:p>
            <a:pPr marL="0" marR="0" lvl="2" indent="0" algn="l" defTabSz="914400" rtl="0" eaLnBrk="0" fontAlgn="base" latinLnBrk="0" hangingPunct="0">
              <a:lnSpc>
                <a:spcPct val="120000"/>
              </a:lnSpc>
              <a:spcBef>
                <a:spcPct val="20000"/>
              </a:spcBef>
              <a:spcAft>
                <a:spcPct val="0"/>
              </a:spcAft>
              <a:buClr>
                <a:srgbClr val="0BD0D9"/>
              </a:buClr>
              <a:buSzPct val="95000"/>
              <a:buFont typeface="Wingdings 2" panose="05020102010507070707" pitchFamily="18" charset="2"/>
              <a:buNone/>
              <a:tabLst>
                <a:tab pos="457200" algn="l"/>
              </a:tabLst>
              <a:defRPr/>
            </a:pPr>
            <a:endParaRPr kumimoji="1" lang="en-US" altLang="zh-CN" sz="2400" b="1" i="0" u="none" strike="noStrike" kern="1200" cap="none" spc="0" normalizeH="0" baseline="0" noProof="0" dirty="0" smtClean="0">
              <a:ln>
                <a:noFill/>
              </a:ln>
              <a:solidFill>
                <a:srgbClr val="FF0000"/>
              </a:solidFill>
              <a:effectLst/>
              <a:uLnTx/>
              <a:uFillTx/>
              <a:latin typeface="黑体" panose="02010609060101010101" pitchFamily="49" charset="-122"/>
              <a:ea typeface="宋体" panose="02010600030101010101" pitchFamily="2" charset="-122"/>
              <a:cs typeface="+mn-cs"/>
            </a:endParaRPr>
          </a:p>
          <a:p>
            <a:pPr marL="0" marR="0" lvl="2" indent="0" algn="l" defTabSz="914400" rtl="0" eaLnBrk="0" fontAlgn="base" latinLnBrk="0" hangingPunct="0">
              <a:lnSpc>
                <a:spcPct val="120000"/>
              </a:lnSpc>
              <a:spcBef>
                <a:spcPct val="20000"/>
              </a:spcBef>
              <a:spcAft>
                <a:spcPct val="0"/>
              </a:spcAft>
              <a:buClr>
                <a:srgbClr val="0BD0D9"/>
              </a:buClr>
              <a:buSzPct val="95000"/>
              <a:buFont typeface="Wingdings 2" panose="05020102010507070707" pitchFamily="18" charset="2"/>
              <a:buNone/>
              <a:tabLst>
                <a:tab pos="457200" algn="l"/>
              </a:tabLst>
              <a:defRPr/>
            </a:pPr>
            <a:endParaRPr kumimoji="1" lang="en-US" altLang="zh-CN" sz="2400" b="1" i="0" u="none" strike="noStrike" kern="1200" cap="none" spc="0" normalizeH="0" baseline="0" noProof="0" dirty="0">
              <a:ln>
                <a:noFill/>
              </a:ln>
              <a:solidFill>
                <a:schemeClr val="tx1"/>
              </a:solidFill>
              <a:effectLst/>
              <a:uLnTx/>
              <a:uFillTx/>
              <a:latin typeface="黑体" panose="02010609060101010101" pitchFamily="49" charset="-122"/>
              <a:ea typeface="宋体" panose="02010600030101010101" pitchFamily="2" charset="-122"/>
              <a:cs typeface="+mn-cs"/>
            </a:endParaRPr>
          </a:p>
        </p:txBody>
      </p:sp>
    </p:spTree>
  </p:cSld>
  <p:clrMapOvr>
    <a:masterClrMapping/>
  </p:clrMapOvr>
  <p:transition spd="slow"/>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2882" name="Picture 12"/>
          <p:cNvPicPr>
            <a:picLocks noChangeAspect="1"/>
          </p:cNvPicPr>
          <p:nvPr/>
        </p:nvPicPr>
        <p:blipFill>
          <a:blip r:embed="rId1"/>
          <a:stretch>
            <a:fillRect/>
          </a:stretch>
        </p:blipFill>
        <p:spPr>
          <a:xfrm>
            <a:off x="598488" y="1622425"/>
            <a:ext cx="8096250" cy="3819525"/>
          </a:xfrm>
          <a:prstGeom prst="rect">
            <a:avLst/>
          </a:prstGeom>
          <a:noFill/>
          <a:ln w="9525">
            <a:noFill/>
          </a:ln>
          <a:effectLst>
            <a:outerShdw dist="107763" dir="18900000" algn="ctr" rotWithShape="0">
              <a:schemeClr val="bg2"/>
            </a:outerShdw>
          </a:effectLst>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3906" name="标题 1"/>
          <p:cNvSpPr>
            <a:spLocks noGrp="1"/>
          </p:cNvSpPr>
          <p:nvPr>
            <p:ph type="title"/>
          </p:nvPr>
        </p:nvSpPr>
        <p:spPr>
          <a:xfrm>
            <a:off x="455613" y="469900"/>
            <a:ext cx="8207375" cy="1139825"/>
          </a:xfrm>
          <a:ln/>
        </p:spPr>
        <p:txBody>
          <a:bodyPr vert="horz" wrap="square" lIns="0" tIns="45610" rIns="0" bIns="0" anchor="b" anchorCtr="0"/>
          <a:p>
            <a:r>
              <a:rPr lang="zh-CN" altLang="en-US" b="1" dirty="0">
                <a:latin typeface="微软雅黑" panose="020B0503020204020204" pitchFamily="34" charset="-122"/>
                <a:ea typeface="微软雅黑" panose="020B0503020204020204" pitchFamily="34" charset="-122"/>
              </a:rPr>
              <a:t>排版规范（</a:t>
            </a:r>
            <a:r>
              <a:rPr lang="en-US" altLang="zh-CN" b="1" dirty="0">
                <a:latin typeface="微软雅黑" panose="020B0503020204020204" pitchFamily="34" charset="-122"/>
                <a:ea typeface="微软雅黑" panose="020B0503020204020204" pitchFamily="34" charset="-122"/>
              </a:rPr>
              <a:t>6/7</a:t>
            </a:r>
            <a:r>
              <a:rPr lang="zh-CN" altLang="en-US" b="1" dirty="0">
                <a:latin typeface="微软雅黑" panose="020B0503020204020204" pitchFamily="34" charset="-122"/>
                <a:ea typeface="微软雅黑" panose="020B0503020204020204" pitchFamily="34" charset="-122"/>
              </a:rPr>
              <a:t>）</a:t>
            </a:r>
            <a:endParaRPr lang="zh-CN" altLang="en-US" b="1" dirty="0">
              <a:latin typeface="微软雅黑" panose="020B0503020204020204" pitchFamily="34" charset="-122"/>
              <a:ea typeface="微软雅黑" panose="020B0503020204020204" pitchFamily="34" charset="-122"/>
            </a:endParaRPr>
          </a:p>
        </p:txBody>
      </p:sp>
      <p:sp>
        <p:nvSpPr>
          <p:cNvPr id="123907" name="内容占位符 1"/>
          <p:cNvSpPr>
            <a:spLocks noGrp="1"/>
          </p:cNvSpPr>
          <p:nvPr>
            <p:ph idx="1"/>
          </p:nvPr>
        </p:nvSpPr>
        <p:spPr>
          <a:ln/>
        </p:spPr>
        <p:txBody>
          <a:bodyPr vert="horz" wrap="square" lIns="91221" tIns="45610" rIns="91221" bIns="45610" anchor="t" anchorCtr="0"/>
          <a:p>
            <a:pPr marL="0" lvl="2" indent="0" defTabSz="914400">
              <a:lnSpc>
                <a:spcPct val="115000"/>
              </a:lnSpc>
              <a:buClr>
                <a:srgbClr val="0BD0D9"/>
              </a:buClr>
              <a:buSzPct val="95000"/>
              <a:buNone/>
              <a:tabLst>
                <a:tab pos="457200" algn="l"/>
              </a:tabLst>
            </a:pPr>
            <a:r>
              <a:rPr lang="en-US" altLang="zh-CN" sz="2400" b="1" dirty="0">
                <a:solidFill>
                  <a:srgbClr val="FF0000"/>
                </a:solidFill>
                <a:latin typeface="黑体" panose="02010609060101010101" pitchFamily="49" charset="-122"/>
              </a:rPr>
              <a:t>7</a:t>
            </a:r>
            <a:r>
              <a:rPr lang="zh-CN" altLang="en-US" sz="2400" b="1" dirty="0">
                <a:solidFill>
                  <a:srgbClr val="FF0000"/>
                </a:solidFill>
                <a:latin typeface="黑体" panose="02010609060101010101" pitchFamily="49" charset="-122"/>
              </a:rPr>
              <a:t>）尽可能在定义变量的同时初始化该变量</a:t>
            </a:r>
            <a:endParaRPr lang="zh-CN" altLang="en-US" sz="2400" b="1" dirty="0">
              <a:solidFill>
                <a:srgbClr val="FF0000"/>
              </a:solidFill>
              <a:latin typeface="黑体" panose="02010609060101010101" pitchFamily="49" charset="-122"/>
            </a:endParaRPr>
          </a:p>
          <a:p>
            <a:pPr marL="0" lvl="2" indent="0" defTabSz="914400">
              <a:lnSpc>
                <a:spcPct val="120000"/>
              </a:lnSpc>
              <a:buClr>
                <a:srgbClr val="0BD0D9"/>
              </a:buClr>
              <a:buSzPct val="95000"/>
              <a:buNone/>
              <a:tabLst>
                <a:tab pos="457200" algn="l"/>
              </a:tabLst>
            </a:pPr>
            <a:endParaRPr lang="en-US" altLang="zh-CN" sz="2400" b="1" dirty="0">
              <a:latin typeface="黑体" panose="02010609060101010101" pitchFamily="49" charset="-122"/>
            </a:endParaRPr>
          </a:p>
        </p:txBody>
      </p:sp>
      <p:pic>
        <p:nvPicPr>
          <p:cNvPr id="9" name="Picture 9"/>
          <p:cNvPicPr>
            <a:picLocks noChangeAspect="1"/>
          </p:cNvPicPr>
          <p:nvPr/>
        </p:nvPicPr>
        <p:blipFill>
          <a:blip r:embed="rId1"/>
          <a:stretch>
            <a:fillRect/>
          </a:stretch>
        </p:blipFill>
        <p:spPr>
          <a:xfrm>
            <a:off x="1319213" y="3135313"/>
            <a:ext cx="6481762" cy="1866900"/>
          </a:xfrm>
          <a:prstGeom prst="rect">
            <a:avLst/>
          </a:prstGeom>
          <a:noFill/>
          <a:ln w="9525">
            <a:noFill/>
          </a:ln>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4930" name="标题 1"/>
          <p:cNvSpPr>
            <a:spLocks noGrp="1"/>
          </p:cNvSpPr>
          <p:nvPr>
            <p:ph type="title"/>
          </p:nvPr>
        </p:nvSpPr>
        <p:spPr>
          <a:xfrm>
            <a:off x="455613" y="469900"/>
            <a:ext cx="8207375" cy="1139825"/>
          </a:xfrm>
          <a:ln/>
        </p:spPr>
        <p:txBody>
          <a:bodyPr vert="horz" wrap="square" lIns="0" tIns="45610" rIns="0" bIns="0" anchor="b" anchorCtr="0"/>
          <a:p>
            <a:r>
              <a:rPr lang="zh-CN" altLang="en-US" b="1" dirty="0">
                <a:latin typeface="微软雅黑" panose="020B0503020204020204" pitchFamily="34" charset="-122"/>
                <a:ea typeface="微软雅黑" panose="020B0503020204020204" pitchFamily="34" charset="-122"/>
              </a:rPr>
              <a:t>排版规范（</a:t>
            </a:r>
            <a:r>
              <a:rPr lang="en-US" altLang="zh-CN" b="1" dirty="0">
                <a:latin typeface="微软雅黑" panose="020B0503020204020204" pitchFamily="34" charset="-122"/>
                <a:ea typeface="微软雅黑" panose="020B0503020204020204" pitchFamily="34" charset="-122"/>
              </a:rPr>
              <a:t>7/7</a:t>
            </a:r>
            <a:r>
              <a:rPr lang="zh-CN" altLang="en-US" b="1" dirty="0">
                <a:latin typeface="微软雅黑" panose="020B0503020204020204" pitchFamily="34" charset="-122"/>
                <a:ea typeface="微软雅黑" panose="020B0503020204020204" pitchFamily="34" charset="-122"/>
              </a:rPr>
              <a:t>）</a:t>
            </a:r>
            <a:endParaRPr lang="zh-CN" altLang="en-US" b="1" dirty="0">
              <a:latin typeface="微软雅黑" panose="020B0503020204020204" pitchFamily="34" charset="-122"/>
              <a:ea typeface="微软雅黑" panose="020B0503020204020204" pitchFamily="34" charset="-122"/>
            </a:endParaRPr>
          </a:p>
        </p:txBody>
      </p:sp>
      <p:sp>
        <p:nvSpPr>
          <p:cNvPr id="124931" name="内容占位符 1"/>
          <p:cNvSpPr>
            <a:spLocks noGrp="1"/>
          </p:cNvSpPr>
          <p:nvPr>
            <p:ph idx="1"/>
          </p:nvPr>
        </p:nvSpPr>
        <p:spPr>
          <a:ln/>
        </p:spPr>
        <p:txBody>
          <a:bodyPr vert="horz" wrap="square" lIns="91221" tIns="45610" rIns="91221" bIns="45610" anchor="t" anchorCtr="0"/>
          <a:p>
            <a:pPr marL="0" lvl="2" indent="0" defTabSz="914400">
              <a:lnSpc>
                <a:spcPct val="115000"/>
              </a:lnSpc>
              <a:buClr>
                <a:srgbClr val="0BD0D9"/>
              </a:buClr>
              <a:buSzPct val="95000"/>
              <a:buNone/>
              <a:tabLst>
                <a:tab pos="457200" algn="l"/>
              </a:tabLst>
            </a:pPr>
            <a:r>
              <a:rPr lang="en-US" altLang="zh-CN" sz="2400" b="1" dirty="0">
                <a:solidFill>
                  <a:srgbClr val="FF0000"/>
                </a:solidFill>
                <a:latin typeface="黑体" panose="02010609060101010101" pitchFamily="49" charset="-122"/>
              </a:rPr>
              <a:t>8</a:t>
            </a:r>
            <a:r>
              <a:rPr lang="zh-CN" altLang="en-US" sz="2400" b="1" dirty="0">
                <a:solidFill>
                  <a:srgbClr val="FF0000"/>
                </a:solidFill>
                <a:latin typeface="黑体" panose="02010609060101010101" pitchFamily="49" charset="-122"/>
              </a:rPr>
              <a:t>）尽量控制一行代码的长度</a:t>
            </a:r>
            <a:endParaRPr lang="en-US" altLang="zh-CN" sz="2400" b="1" dirty="0">
              <a:solidFill>
                <a:srgbClr val="FF0000"/>
              </a:solidFill>
              <a:latin typeface="黑体" panose="02010609060101010101" pitchFamily="49" charset="-122"/>
            </a:endParaRPr>
          </a:p>
          <a:p>
            <a:pPr marL="617855" lvl="3" indent="-342900" defTabSz="914400">
              <a:lnSpc>
                <a:spcPct val="115000"/>
              </a:lnSpc>
              <a:buSzPct val="95000"/>
              <a:buFont typeface="Wingdings" panose="05000000000000000000" pitchFamily="2" charset="2"/>
              <a:buChar char="Ø"/>
              <a:tabLst>
                <a:tab pos="457200" algn="l"/>
              </a:tabLst>
            </a:pPr>
            <a:r>
              <a:rPr lang="zh-CN" altLang="en-US" sz="2300" b="1" dirty="0">
                <a:latin typeface="宋体" panose="02010600030101010101" pitchFamily="2" charset="-122"/>
              </a:rPr>
              <a:t>一行代码长度应该控制在80个字符以内</a:t>
            </a:r>
            <a:endParaRPr lang="en-US" altLang="zh-CN" sz="2300" b="1" dirty="0">
              <a:latin typeface="宋体" panose="02010600030101010101" pitchFamily="2" charset="-122"/>
            </a:endParaRPr>
          </a:p>
          <a:p>
            <a:pPr marL="617855" lvl="3" indent="-342900" defTabSz="914400">
              <a:lnSpc>
                <a:spcPct val="115000"/>
              </a:lnSpc>
              <a:buSzPct val="95000"/>
              <a:buFont typeface="Wingdings" panose="05000000000000000000" pitchFamily="2" charset="2"/>
              <a:buChar char="Ø"/>
              <a:tabLst>
                <a:tab pos="457200" algn="l"/>
              </a:tabLst>
            </a:pPr>
            <a:r>
              <a:rPr lang="zh-CN" altLang="en-US" sz="2300" b="1" dirty="0">
                <a:latin typeface="宋体" panose="02010600030101010101" pitchFamily="2" charset="-122"/>
              </a:rPr>
              <a:t>拆分出的新行要进行适当的缩进，使排版整齐，语句可读</a:t>
            </a:r>
            <a:endParaRPr lang="en-US" altLang="zh-CN" sz="2300" b="1" dirty="0">
              <a:latin typeface="宋体" panose="02010600030101010101" pitchFamily="2" charset="-122"/>
            </a:endParaRPr>
          </a:p>
          <a:p>
            <a:pPr marL="0" lvl="2" indent="0" defTabSz="914400">
              <a:lnSpc>
                <a:spcPct val="115000"/>
              </a:lnSpc>
              <a:buClr>
                <a:srgbClr val="0BD0D9"/>
              </a:buClr>
              <a:buSzPct val="95000"/>
              <a:buNone/>
              <a:tabLst>
                <a:tab pos="457200" algn="l"/>
              </a:tabLst>
            </a:pPr>
            <a:endParaRPr lang="en-US" altLang="zh-CN" sz="2400" b="1" dirty="0">
              <a:latin typeface="黑体" panose="02010609060101010101" pitchFamily="49" charset="-122"/>
            </a:endParaRPr>
          </a:p>
        </p:txBody>
      </p:sp>
      <p:pic>
        <p:nvPicPr>
          <p:cNvPr id="5" name="Picture 15"/>
          <p:cNvPicPr>
            <a:picLocks noChangeAspect="1"/>
          </p:cNvPicPr>
          <p:nvPr/>
        </p:nvPicPr>
        <p:blipFill>
          <a:blip r:embed="rId1"/>
          <a:stretch>
            <a:fillRect/>
          </a:stretch>
        </p:blipFill>
        <p:spPr>
          <a:xfrm>
            <a:off x="1246188" y="1550988"/>
            <a:ext cx="7023100" cy="4860925"/>
          </a:xfrm>
          <a:prstGeom prst="rect">
            <a:avLst/>
          </a:prstGeom>
          <a:noFill/>
          <a:ln w="9525">
            <a:noFill/>
          </a:ln>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5954" name="灯片编号占位符 4"/>
          <p:cNvSpPr txBox="1">
            <a:spLocks noGrp="1"/>
          </p:cNvSpPr>
          <p:nvPr>
            <p:ph type="sldNum" sz="quarter" idx="12"/>
          </p:nvPr>
        </p:nvSpPr>
        <p:spPr>
          <a:xfrm>
            <a:off x="7902575" y="6345238"/>
            <a:ext cx="760413" cy="363537"/>
          </a:xfrm>
          <a:noFill/>
          <a:ln>
            <a:noFill/>
          </a:ln>
        </p:spPr>
        <p:txBody>
          <a:bodyPr lIns="0" tIns="0" rIns="0" bIns="0" anchor="b" anchorCtr="0"/>
          <a:p>
            <a:pPr marL="0" indent="0" algn="r" eaLnBrk="1" hangingPunct="1">
              <a:spcBef>
                <a:spcPct val="0"/>
              </a:spcBef>
              <a:buClrTx/>
              <a:buSzTx/>
              <a:buFont typeface="Wingdings" panose="05000000000000000000" pitchFamily="2" charset="2"/>
              <a:buNone/>
            </a:pPr>
            <a:fld id="{9A0DB2DC-4C9A-4742-B13C-FB6460FD3503}" type="slidenum">
              <a:rPr lang="en-US" altLang="zh-CN" sz="1200" b="1" dirty="0">
                <a:solidFill>
                  <a:srgbClr val="045C75"/>
                </a:solidFill>
                <a:latin typeface="黑体" panose="02010609060101010101" pitchFamily="49" charset="-122"/>
                <a:ea typeface="黑体" panose="02010609060101010101" pitchFamily="49" charset="-122"/>
              </a:rPr>
            </a:fld>
            <a:endParaRPr lang="en-US" altLang="zh-CN" sz="1200" b="1" dirty="0">
              <a:solidFill>
                <a:srgbClr val="045C75"/>
              </a:solidFill>
              <a:latin typeface="黑体" panose="02010609060101010101" pitchFamily="49" charset="-122"/>
              <a:ea typeface="黑体" panose="02010609060101010101" pitchFamily="49" charset="-122"/>
            </a:endParaRPr>
          </a:p>
        </p:txBody>
      </p:sp>
      <p:sp>
        <p:nvSpPr>
          <p:cNvPr id="96260" name="Text Box 4"/>
          <p:cNvSpPr txBox="1">
            <a:spLocks noChangeArrowheads="1"/>
          </p:cNvSpPr>
          <p:nvPr/>
        </p:nvSpPr>
        <p:spPr bwMode="auto">
          <a:xfrm>
            <a:off x="3046413" y="863600"/>
            <a:ext cx="2808288" cy="536575"/>
          </a:xfrm>
          <a:prstGeom prst="rect">
            <a:avLst/>
          </a:prstGeom>
          <a:noFill/>
          <a:ln w="9525">
            <a:noFill/>
            <a:miter lim="800000"/>
          </a:ln>
          <a:effectLst/>
        </p:spPr>
        <p:txBody>
          <a:bodyPr lIns="0" tIns="0" rIns="0" bIns="0">
            <a:spAutoFit/>
          </a:bodyPr>
          <a:lstStyle/>
          <a:p>
            <a:pPr marR="0" algn="ctr" defTabSz="914400" eaLnBrk="1" hangingPunct="1">
              <a:lnSpc>
                <a:spcPts val="4000"/>
              </a:lnSpc>
              <a:buClrTx/>
              <a:buSzTx/>
              <a:buFontTx/>
              <a:buNone/>
              <a:defRPr/>
            </a:pPr>
            <a:r>
              <a:rPr kumimoji="1" lang="zh-CN" altLang="en-US" sz="5000" kern="1200" cap="none" spc="0" normalizeH="0" baseline="0" noProof="0" dirty="0">
                <a:solidFill>
                  <a:schemeClr val="tx2"/>
                </a:solidFill>
                <a:latin typeface="微软雅黑" panose="020B0503020204020204" pitchFamily="34" charset="-122"/>
                <a:ea typeface="微软雅黑" panose="020B0503020204020204" pitchFamily="34" charset="-122"/>
                <a:cs typeface="+mj-cs"/>
              </a:rPr>
              <a:t>提纲</a:t>
            </a:r>
            <a:endParaRPr kumimoji="1" lang="zh-CN" altLang="en-US" sz="5000" kern="1200" cap="none" spc="0" normalizeH="0" baseline="0" noProof="0" dirty="0">
              <a:solidFill>
                <a:schemeClr val="tx2"/>
              </a:solidFill>
              <a:latin typeface="微软雅黑" panose="020B0503020204020204" pitchFamily="34" charset="-122"/>
              <a:ea typeface="微软雅黑" panose="020B0503020204020204" pitchFamily="34" charset="-122"/>
              <a:cs typeface="+mj-cs"/>
            </a:endParaRPr>
          </a:p>
        </p:txBody>
      </p:sp>
      <p:sp>
        <p:nvSpPr>
          <p:cNvPr id="125956" name="Text Box 5"/>
          <p:cNvSpPr txBox="1"/>
          <p:nvPr/>
        </p:nvSpPr>
        <p:spPr>
          <a:xfrm>
            <a:off x="982663" y="1531938"/>
            <a:ext cx="7897812" cy="3249612"/>
          </a:xfrm>
          <a:prstGeom prst="rect">
            <a:avLst/>
          </a:prstGeom>
          <a:noFill/>
          <a:ln w="9525">
            <a:noFill/>
          </a:ln>
        </p:spPr>
        <p:txBody>
          <a:bodyPr lIns="0" tIns="0" rIns="0" bIns="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宋体" panose="02010600030101010101" pitchFamily="2" charset="-122"/>
                <a:cs typeface="+mn-cs"/>
              </a:defRPr>
            </a:lvl1pPr>
            <a:lvl2pPr marL="638175"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宋体" panose="02010600030101010101" pitchFamily="2" charset="-122"/>
                <a:cs typeface="+mn-cs"/>
              </a:defRPr>
            </a:lvl2pPr>
            <a:lvl3pPr marL="911225"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宋体" panose="02010600030101010101" pitchFamily="2" charset="-122"/>
                <a:cs typeface="+mn-cs"/>
              </a:defRPr>
            </a:lvl3pPr>
            <a:lvl4pPr marL="118618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4pPr>
            <a:lvl5pPr marL="1459230"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宋体" panose="02010600030101010101" pitchFamily="2" charset="-122"/>
                <a:cs typeface="+mn-cs"/>
              </a:defRPr>
            </a:lvl5pPr>
          </a:lstStyle>
          <a:p>
            <a:pPr marL="273050" lvl="1" indent="-273050" defTabSz="914400" eaLnBrk="1" hangingPunct="1">
              <a:lnSpc>
                <a:spcPct val="150000"/>
              </a:lnSpc>
              <a:buClr>
                <a:srgbClr val="0BD0D9"/>
              </a:buClr>
              <a:buSzPct val="95000"/>
              <a:buFont typeface="Wingdings" panose="05000000000000000000" pitchFamily="2" charset="2"/>
              <a:buChar char="p"/>
              <a:tabLst>
                <a:tab pos="457200" algn="l"/>
              </a:tabLst>
            </a:pPr>
            <a:r>
              <a:rPr lang="zh-CN" altLang="en-US" sz="3200" b="1" dirty="0">
                <a:solidFill>
                  <a:srgbClr val="FF0000"/>
                </a:solidFill>
              </a:rPr>
              <a:t>软件实现的目标和任务</a:t>
            </a:r>
            <a:endParaRPr lang="en-US" altLang="zh-CN" sz="3200" b="1" dirty="0">
              <a:solidFill>
                <a:srgbClr val="FF0000"/>
              </a:solidFill>
            </a:endParaRPr>
          </a:p>
          <a:p>
            <a:pPr marL="273050" lvl="1" indent="-273050" defTabSz="914400" eaLnBrk="1" hangingPunct="1">
              <a:lnSpc>
                <a:spcPct val="150000"/>
              </a:lnSpc>
              <a:buClr>
                <a:srgbClr val="0BD0D9"/>
              </a:buClr>
              <a:buSzPct val="95000"/>
              <a:buFont typeface="Wingdings" panose="05000000000000000000" pitchFamily="2" charset="2"/>
              <a:buChar char="p"/>
              <a:tabLst>
                <a:tab pos="457200" algn="l"/>
              </a:tabLst>
            </a:pPr>
            <a:r>
              <a:rPr lang="zh-CN" altLang="en-US" sz="3200" b="1" dirty="0">
                <a:solidFill>
                  <a:srgbClr val="FF0000"/>
                </a:solidFill>
              </a:rPr>
              <a:t>程序设计语言</a:t>
            </a:r>
            <a:endParaRPr lang="en-US" altLang="zh-CN" sz="3200" b="1" dirty="0">
              <a:solidFill>
                <a:srgbClr val="FF0000"/>
              </a:solidFill>
            </a:endParaRPr>
          </a:p>
          <a:p>
            <a:pPr marL="273050" lvl="1" indent="-273050" defTabSz="914400" eaLnBrk="1" hangingPunct="1">
              <a:lnSpc>
                <a:spcPct val="150000"/>
              </a:lnSpc>
              <a:buClr>
                <a:srgbClr val="0BD0D9"/>
              </a:buClr>
              <a:buSzPct val="95000"/>
              <a:buFont typeface="Wingdings" panose="05000000000000000000" pitchFamily="2" charset="2"/>
              <a:buChar char="p"/>
              <a:tabLst>
                <a:tab pos="457200" algn="l"/>
              </a:tabLst>
            </a:pPr>
            <a:r>
              <a:rPr lang="zh-CN" altLang="en-US" sz="3200" b="1" dirty="0">
                <a:solidFill>
                  <a:srgbClr val="FF0000"/>
                </a:solidFill>
              </a:rPr>
              <a:t>软件编码规范</a:t>
            </a:r>
            <a:endParaRPr lang="en-US" altLang="zh-CN" sz="3200" b="1" dirty="0">
              <a:solidFill>
                <a:srgbClr val="FF0000"/>
              </a:solidFill>
            </a:endParaRPr>
          </a:p>
          <a:p>
            <a:pPr marL="273050" lvl="1" indent="-273050" defTabSz="914400" eaLnBrk="1" hangingPunct="1">
              <a:lnSpc>
                <a:spcPct val="150000"/>
              </a:lnSpc>
              <a:buClr>
                <a:srgbClr val="0BD0D9"/>
              </a:buClr>
              <a:buSzPct val="95000"/>
              <a:buFont typeface="Wingdings" panose="05000000000000000000" pitchFamily="2" charset="2"/>
              <a:buChar char="p"/>
              <a:tabLst>
                <a:tab pos="457200" algn="l"/>
              </a:tabLst>
            </a:pPr>
            <a:r>
              <a:rPr lang="zh-CN" altLang="en-US" sz="3200" b="1" dirty="0"/>
              <a:t>程序效率</a:t>
            </a:r>
            <a:endParaRPr lang="en-US" altLang="zh-CN" sz="3200" b="1"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1010" name="Rectangle 2"/>
          <p:cNvSpPr>
            <a:spLocks noGrp="1" noChangeArrowheads="1"/>
          </p:cNvSpPr>
          <p:nvPr>
            <p:ph type="title"/>
          </p:nvPr>
        </p:nvSpPr>
        <p:spPr>
          <a:xfrm>
            <a:off x="455613" y="542925"/>
            <a:ext cx="8207375" cy="1139825"/>
          </a:xfrm>
        </p:spPr>
        <p:txBody>
          <a:bodyPr vert="horz" wrap="square" lIns="0" tIns="45610" rIns="0" bIns="0" numCol="1" anchor="b" anchorCtr="0" compatLnSpc="1"/>
          <a:lstStyle/>
          <a:p>
            <a:pPr marL="0" marR="0" lvl="0" indent="0" algn="l" defTabSz="914400" rtl="0" eaLnBrk="1" fontAlgn="base" latinLnBrk="0" hangingPunct="1">
              <a:lnSpc>
                <a:spcPts val="4000"/>
              </a:lnSpc>
              <a:spcBef>
                <a:spcPct val="0"/>
              </a:spcBef>
              <a:spcAft>
                <a:spcPct val="0"/>
              </a:spcAft>
              <a:buClrTx/>
              <a:buSzTx/>
              <a:buFontTx/>
              <a:buNone/>
              <a:defRPr/>
            </a:pPr>
            <a:r>
              <a:rPr kumimoji="1" lang="zh-CN" altLang="en-US" sz="5000" b="1" i="0" u="none" strike="noStrike" kern="1200" cap="none" spc="0" normalizeH="0" baseline="0" noProof="0" dirty="0" smtClean="0">
                <a:ln>
                  <a:noFill/>
                </a:ln>
                <a:solidFill>
                  <a:schemeClr val="tx2"/>
                </a:solidFill>
                <a:effectLst/>
                <a:uLnTx/>
                <a:uFillTx/>
                <a:latin typeface="微软雅黑" panose="020B0503020204020204" pitchFamily="34" charset="-122"/>
                <a:ea typeface="微软雅黑" panose="020B0503020204020204" pitchFamily="34" charset="-122"/>
                <a:cs typeface="+mj-cs"/>
              </a:rPr>
              <a:t>程序效率</a:t>
            </a:r>
            <a:endParaRPr kumimoji="1" lang="zh-CN" altLang="en-US" sz="5000" b="1" i="0" u="none" strike="noStrike" kern="1200" cap="none" spc="0" normalizeH="0" baseline="0" noProof="0" dirty="0">
              <a:ln>
                <a:noFill/>
              </a:ln>
              <a:solidFill>
                <a:schemeClr val="tx2"/>
              </a:solidFill>
              <a:effectLst/>
              <a:uLnTx/>
              <a:uFillTx/>
              <a:latin typeface="微软雅黑" panose="020B0503020204020204" pitchFamily="34" charset="-122"/>
              <a:ea typeface="微软雅黑" panose="020B0503020204020204" pitchFamily="34" charset="-122"/>
              <a:cs typeface="+mj-cs"/>
            </a:endParaRPr>
          </a:p>
        </p:txBody>
      </p:sp>
      <p:sp>
        <p:nvSpPr>
          <p:cNvPr id="811011" name="Rectangle 3"/>
          <p:cNvSpPr>
            <a:spLocks noGrp="1" noChangeArrowheads="1"/>
          </p:cNvSpPr>
          <p:nvPr>
            <p:ph idx="1"/>
          </p:nvPr>
        </p:nvSpPr>
        <p:spPr>
          <a:xfrm>
            <a:off x="238125" y="1978025"/>
            <a:ext cx="8713788" cy="4606925"/>
          </a:xfrm>
        </p:spPr>
        <p:txBody>
          <a:bodyPr vert="horz" wrap="square" lIns="91221" tIns="45610" rIns="91221" bIns="45610" numCol="1" anchor="t" anchorCtr="0" compatLnSpc="1"/>
          <a:lstStyle/>
          <a:p>
            <a:pPr marL="273050" marR="0" lvl="1" indent="-27305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2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效率主要指</a:t>
            </a:r>
            <a:r>
              <a:rPr kumimoji="1" lang="zh-CN" altLang="en-US" sz="2800" b="1" i="0" u="none" strike="noStrike" kern="1200" cap="none" spc="0" normalizeH="0" baseline="0" noProof="0" dirty="0" smtClean="0">
                <a:ln>
                  <a:noFill/>
                </a:ln>
                <a:solidFill>
                  <a:srgbClr val="FF0000"/>
                </a:solidFill>
                <a:effectLst/>
                <a:uLnTx/>
                <a:uFillTx/>
                <a:latin typeface="+mn-lt"/>
                <a:ea typeface="宋体" panose="02010600030101010101" pitchFamily="2" charset="-122"/>
                <a:cs typeface="+mn-cs"/>
              </a:rPr>
              <a:t>处理时间</a:t>
            </a:r>
            <a:r>
              <a:rPr kumimoji="1" lang="zh-CN" altLang="en-US" sz="2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和</a:t>
            </a:r>
            <a:r>
              <a:rPr kumimoji="1" lang="zh-CN" altLang="en-US" sz="2800" b="1" i="0" u="none" strike="noStrike" kern="1200" cap="none" spc="0" normalizeH="0" baseline="0" noProof="0" dirty="0">
                <a:ln>
                  <a:noFill/>
                </a:ln>
                <a:solidFill>
                  <a:srgbClr val="FF0000"/>
                </a:solidFill>
                <a:effectLst/>
                <a:uLnTx/>
                <a:uFillTx/>
                <a:latin typeface="+mn-lt"/>
                <a:ea typeface="宋体" panose="02010600030101010101" pitchFamily="2" charset="-122"/>
                <a:cs typeface="+mn-cs"/>
              </a:rPr>
              <a:t>存储器容量</a:t>
            </a:r>
            <a:r>
              <a:rPr kumimoji="1" lang="zh-CN" altLang="en-US" sz="2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两个方面</a:t>
            </a:r>
            <a:endParaRPr kumimoji="1" lang="zh-CN" altLang="en-US" sz="2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273050" marR="0" lvl="1" indent="-27305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2800" b="1"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效率</a:t>
            </a:r>
            <a:r>
              <a:rPr kumimoji="1" lang="zh-CN" altLang="en-US" sz="2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的三条原则</a:t>
            </a:r>
            <a:endParaRPr kumimoji="1" lang="zh-CN" altLang="en-US" sz="2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638175" marR="0" lvl="1" indent="-246380" algn="l" defTabSz="914400" rtl="0" eaLnBrk="1" fontAlgn="base" latinLnBrk="0" hangingPunct="1">
              <a:lnSpc>
                <a:spcPct val="100000"/>
              </a:lnSpc>
              <a:spcBef>
                <a:spcPct val="20000"/>
              </a:spcBef>
              <a:spcAft>
                <a:spcPct val="0"/>
              </a:spcAft>
              <a:buClr>
                <a:schemeClr val="accent1"/>
              </a:buClr>
              <a:buSzPct val="85000"/>
              <a:buFont typeface="Wingdings" panose="05000000000000000000" pitchFamily="2" charset="2"/>
              <a:buChar char="Ø"/>
              <a:defRPr/>
            </a:pPr>
            <a:r>
              <a:rPr kumimoji="0" lang="zh-CN" altLang="en-US" sz="24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第一，效率是性能要求，应该在需求分析阶段确定效率方面的要求；</a:t>
            </a:r>
            <a:endParaRPr kumimoji="0" lang="zh-CN" altLang="en-US" sz="24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638175" marR="0" lvl="1" indent="-246380" algn="l" defTabSz="914400" rtl="0" eaLnBrk="1" fontAlgn="base" latinLnBrk="0" hangingPunct="1">
              <a:lnSpc>
                <a:spcPct val="100000"/>
              </a:lnSpc>
              <a:spcBef>
                <a:spcPct val="20000"/>
              </a:spcBef>
              <a:spcAft>
                <a:spcPct val="0"/>
              </a:spcAft>
              <a:buClr>
                <a:schemeClr val="accent1"/>
              </a:buClr>
              <a:buSzPct val="85000"/>
              <a:buFont typeface="Wingdings" panose="05000000000000000000" pitchFamily="2" charset="2"/>
              <a:buChar char="Ø"/>
              <a:defRPr/>
            </a:pPr>
            <a:r>
              <a:rPr kumimoji="0" lang="zh-CN" altLang="en-US" sz="24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第二，效率是靠好设计来提高的；</a:t>
            </a:r>
            <a:endParaRPr kumimoji="0" lang="zh-CN" altLang="en-US" sz="24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638175" marR="0" lvl="1" indent="-246380" algn="l" defTabSz="914400" rtl="0" eaLnBrk="1" fontAlgn="base" latinLnBrk="0" hangingPunct="1">
              <a:lnSpc>
                <a:spcPct val="100000"/>
              </a:lnSpc>
              <a:spcBef>
                <a:spcPct val="20000"/>
              </a:spcBef>
              <a:spcAft>
                <a:spcPct val="0"/>
              </a:spcAft>
              <a:buClr>
                <a:schemeClr val="accent1"/>
              </a:buClr>
              <a:buSzPct val="85000"/>
              <a:buFont typeface="Wingdings" panose="05000000000000000000" pitchFamily="2" charset="2"/>
              <a:buChar char="Ø"/>
              <a:defRPr/>
            </a:pPr>
            <a:r>
              <a:rPr kumimoji="0" lang="zh-CN" altLang="en-US" sz="24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第三，程序的效率和程序的简单度是一致的，不要牺牲程序的清晰性和可读性来不必要地提高效率</a:t>
            </a:r>
            <a:endParaRPr kumimoji="0" lang="zh-CN" altLang="en-US" sz="24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endParaRPr>
          </a:p>
        </p:txBody>
      </p:sp>
    </p:spTree>
  </p:cSld>
  <p:clrMapOvr>
    <a:masterClrMapping/>
  </p:clrMapOvr>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内容占位符 2"/>
          <p:cNvSpPr>
            <a:spLocks noGrp="1"/>
          </p:cNvSpPr>
          <p:nvPr>
            <p:ph idx="1"/>
          </p:nvPr>
        </p:nvSpPr>
        <p:spPr>
          <a:xfrm>
            <a:off x="106363" y="1487488"/>
            <a:ext cx="9012238" cy="5030788"/>
          </a:xfrm>
          <a:solidFill>
            <a:schemeClr val="bg1"/>
          </a:solidFill>
        </p:spPr>
        <p:txBody>
          <a:bodyPr vert="horz" wrap="square" lIns="91221" tIns="45610" rIns="91221" bIns="45610" numCol="1" anchor="t" anchorCtr="0" compatLnSpc="1"/>
          <a:lstStyle/>
          <a:p>
            <a:pPr marL="273050" marR="0" lvl="1" indent="-273050" algn="l" defTabSz="914400" rtl="0" eaLnBrk="1" fontAlgn="base" latinLnBrk="0" hangingPunct="1">
              <a:lnSpc>
                <a:spcPct val="12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2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为了提高程序的运行速度，应遵循以下</a:t>
            </a:r>
            <a:r>
              <a:rPr kumimoji="1" lang="zh-CN" altLang="en-US" sz="2800" b="1"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原则：</a:t>
            </a:r>
            <a:endParaRPr kumimoji="1" lang="en-US" altLang="zh-CN" sz="2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638175" marR="0" lvl="1" indent="-246380" algn="l" defTabSz="914400" rtl="0" eaLnBrk="1" fontAlgn="base" latinLnBrk="0" hangingPunct="1">
              <a:lnSpc>
                <a:spcPct val="120000"/>
              </a:lnSpc>
              <a:spcBef>
                <a:spcPct val="20000"/>
              </a:spcBef>
              <a:spcAft>
                <a:spcPct val="0"/>
              </a:spcAft>
              <a:buClr>
                <a:schemeClr val="accent1"/>
              </a:buClr>
              <a:buSzPct val="85000"/>
              <a:buFont typeface="Wingdings" panose="05000000000000000000" pitchFamily="2" charset="2"/>
              <a:buChar char="Ø"/>
              <a:defRPr/>
            </a:pPr>
            <a:r>
              <a:rPr kumimoji="0" lang="en-US" altLang="zh-CN" sz="20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(1) </a:t>
            </a:r>
            <a:r>
              <a:rPr kumimoji="0" lang="zh-CN" altLang="en-US" sz="20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改善</a:t>
            </a:r>
            <a:r>
              <a:rPr kumimoji="0" lang="zh-CN" altLang="en-US" sz="2000" b="1" i="0" u="none" strike="noStrike" kern="1200" cap="none" spc="0" normalizeH="0" baseline="0" noProof="0" dirty="0">
                <a:ln>
                  <a:noFill/>
                </a:ln>
                <a:solidFill>
                  <a:srgbClr val="FF0000"/>
                </a:solidFill>
                <a:effectLst/>
                <a:uLnTx/>
                <a:uFillTx/>
                <a:latin typeface="+mn-lt"/>
                <a:ea typeface="宋体" panose="02010600030101010101" pitchFamily="2" charset="-122"/>
                <a:cs typeface="+mn-cs"/>
              </a:rPr>
              <a:t>循环的</a:t>
            </a:r>
            <a:r>
              <a:rPr kumimoji="0" lang="zh-CN" altLang="en-US" sz="2000" b="1" i="0" u="none" strike="noStrike" kern="1200" cap="none" spc="0" normalizeH="0" baseline="0" noProof="0" dirty="0" smtClean="0">
                <a:ln>
                  <a:noFill/>
                </a:ln>
                <a:solidFill>
                  <a:srgbClr val="FF0000"/>
                </a:solidFill>
                <a:effectLst/>
                <a:uLnTx/>
                <a:uFillTx/>
                <a:latin typeface="+mn-lt"/>
                <a:ea typeface="宋体" panose="02010600030101010101" pitchFamily="2" charset="-122"/>
                <a:cs typeface="+mn-cs"/>
              </a:rPr>
              <a:t>效率</a:t>
            </a:r>
            <a:endParaRPr kumimoji="0" lang="en-US" altLang="zh-CN" sz="20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638175" marR="0" lvl="1" indent="-246380" algn="l" defTabSz="914400" rtl="0" eaLnBrk="1" fontAlgn="base" latinLnBrk="0" hangingPunct="1">
              <a:lnSpc>
                <a:spcPct val="120000"/>
              </a:lnSpc>
              <a:spcBef>
                <a:spcPct val="20000"/>
              </a:spcBef>
              <a:spcAft>
                <a:spcPct val="0"/>
              </a:spcAft>
              <a:buClr>
                <a:schemeClr val="accent1"/>
              </a:buClr>
              <a:buSzPct val="85000"/>
              <a:buFont typeface="Wingdings" panose="05000000000000000000" pitchFamily="2" charset="2"/>
              <a:buChar char="Ø"/>
              <a:defRPr/>
            </a:pPr>
            <a:r>
              <a:rPr kumimoji="0" lang="en-US" altLang="zh-CN" sz="20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(2) </a:t>
            </a:r>
            <a:r>
              <a:rPr kumimoji="0" lang="zh-CN" altLang="en-US" sz="20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采用快速的</a:t>
            </a:r>
            <a:r>
              <a:rPr kumimoji="0" lang="zh-CN" altLang="en-US" sz="20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算术运算</a:t>
            </a:r>
            <a:endParaRPr kumimoji="0" lang="en-US" altLang="zh-CN" sz="20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638175" marR="0" lvl="1" indent="-246380" algn="l" defTabSz="914400" rtl="0" eaLnBrk="1" fontAlgn="base" latinLnBrk="0" hangingPunct="1">
              <a:lnSpc>
                <a:spcPct val="120000"/>
              </a:lnSpc>
              <a:spcBef>
                <a:spcPct val="20000"/>
              </a:spcBef>
              <a:spcAft>
                <a:spcPct val="0"/>
              </a:spcAft>
              <a:buClr>
                <a:schemeClr val="accent1"/>
              </a:buClr>
              <a:buSzPct val="85000"/>
              <a:buFont typeface="Wingdings" panose="05000000000000000000" pitchFamily="2" charset="2"/>
              <a:buChar char="Ø"/>
              <a:defRPr/>
            </a:pPr>
            <a:r>
              <a:rPr kumimoji="0" lang="en-US" altLang="zh-CN" sz="20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(3) </a:t>
            </a:r>
            <a:r>
              <a:rPr kumimoji="0" lang="zh-CN" altLang="en-US" sz="20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对数据结构进行划分和改进，以及对程序算法的优化来提高空间</a:t>
            </a:r>
            <a:r>
              <a:rPr kumimoji="0" lang="zh-CN" altLang="en-US" sz="20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效率</a:t>
            </a:r>
            <a:endParaRPr kumimoji="0" lang="zh-CN" altLang="en-US" sz="20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638175" marR="0" lvl="1" indent="-246380" algn="l" defTabSz="914400" rtl="0" eaLnBrk="1" fontAlgn="base" latinLnBrk="0" hangingPunct="1">
              <a:lnSpc>
                <a:spcPct val="120000"/>
              </a:lnSpc>
              <a:spcBef>
                <a:spcPct val="20000"/>
              </a:spcBef>
              <a:spcAft>
                <a:spcPct val="0"/>
              </a:spcAft>
              <a:buClr>
                <a:schemeClr val="accent1"/>
              </a:buClr>
              <a:buSzPct val="85000"/>
              <a:buFont typeface="Wingdings" panose="05000000000000000000" pitchFamily="2" charset="2"/>
              <a:buChar char="Ø"/>
              <a:defRPr/>
            </a:pPr>
            <a:r>
              <a:rPr kumimoji="0" lang="en-US" altLang="zh-CN" sz="20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(4) </a:t>
            </a:r>
            <a:r>
              <a:rPr kumimoji="0" lang="zh-CN" altLang="en-US" sz="20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尽量避免使用</a:t>
            </a:r>
            <a:r>
              <a:rPr kumimoji="0" lang="zh-CN" altLang="en-US" sz="2000" b="1" i="0" u="none" strike="noStrike" kern="1200" cap="none" spc="0" normalizeH="0" baseline="0" noProof="0" dirty="0">
                <a:ln>
                  <a:noFill/>
                </a:ln>
                <a:solidFill>
                  <a:srgbClr val="FF0000"/>
                </a:solidFill>
                <a:effectLst/>
                <a:uLnTx/>
                <a:uFillTx/>
                <a:latin typeface="+mn-lt"/>
                <a:ea typeface="宋体" panose="02010600030101010101" pitchFamily="2" charset="-122"/>
                <a:cs typeface="+mn-cs"/>
              </a:rPr>
              <a:t>指针和复杂的表达式</a:t>
            </a:r>
            <a:r>
              <a:rPr kumimoji="0" lang="zh-CN" altLang="en-US" sz="20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，使用指针时，要防止</a:t>
            </a:r>
            <a:r>
              <a:rPr kumimoji="0" lang="zh-CN" altLang="en-US" sz="20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“野指针”</a:t>
            </a:r>
            <a:endParaRPr kumimoji="0" lang="en-US" altLang="zh-CN" sz="20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638175" marR="0" lvl="1" indent="-246380" algn="l" defTabSz="914400" rtl="0" eaLnBrk="1" fontAlgn="base" latinLnBrk="0" hangingPunct="1">
              <a:lnSpc>
                <a:spcPct val="120000"/>
              </a:lnSpc>
              <a:spcBef>
                <a:spcPct val="20000"/>
              </a:spcBef>
              <a:spcAft>
                <a:spcPct val="0"/>
              </a:spcAft>
              <a:buClr>
                <a:schemeClr val="accent1"/>
              </a:buClr>
              <a:buSzPct val="85000"/>
              <a:buFont typeface="Wingdings" panose="05000000000000000000" pitchFamily="2" charset="2"/>
              <a:buChar char="Ø"/>
              <a:defRPr/>
            </a:pPr>
            <a:r>
              <a:rPr kumimoji="0" lang="en-US" altLang="zh-CN" sz="20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(5) </a:t>
            </a:r>
            <a:r>
              <a:rPr kumimoji="0" lang="zh-CN" altLang="en-US" sz="20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不要混淆数据类型，避免在表达式中出现类型</a:t>
            </a:r>
            <a:r>
              <a:rPr kumimoji="0" lang="zh-CN" altLang="en-US" sz="20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混杂</a:t>
            </a:r>
            <a:endParaRPr kumimoji="0" lang="zh-CN" altLang="en-US" sz="20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638175" marR="0" lvl="1" indent="-246380" algn="l" defTabSz="914400" rtl="0" eaLnBrk="1" fontAlgn="base" latinLnBrk="0" hangingPunct="1">
              <a:lnSpc>
                <a:spcPct val="120000"/>
              </a:lnSpc>
              <a:spcBef>
                <a:spcPct val="20000"/>
              </a:spcBef>
              <a:spcAft>
                <a:spcPct val="0"/>
              </a:spcAft>
              <a:buClr>
                <a:schemeClr val="accent1"/>
              </a:buClr>
              <a:buSzPct val="85000"/>
              <a:buFont typeface="Wingdings" panose="05000000000000000000" pitchFamily="2" charset="2"/>
              <a:buChar char="Ø"/>
              <a:defRPr/>
            </a:pPr>
            <a:r>
              <a:rPr kumimoji="0" lang="en-US" altLang="zh-CN" sz="20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(6) </a:t>
            </a:r>
            <a:r>
              <a:rPr kumimoji="0" lang="zh-CN" altLang="en-US" sz="20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尽量采用整数算术表达式和</a:t>
            </a:r>
            <a:r>
              <a:rPr kumimoji="0" lang="zh-CN" altLang="en-US" sz="20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布尔表达式</a:t>
            </a:r>
            <a:endParaRPr kumimoji="0" lang="zh-CN" altLang="en-US" sz="20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638175" marR="0" lvl="1" indent="-246380" algn="l" defTabSz="914400" rtl="0" eaLnBrk="1" fontAlgn="base" latinLnBrk="0" hangingPunct="1">
              <a:lnSpc>
                <a:spcPct val="120000"/>
              </a:lnSpc>
              <a:spcBef>
                <a:spcPct val="20000"/>
              </a:spcBef>
              <a:spcAft>
                <a:spcPct val="0"/>
              </a:spcAft>
              <a:buClr>
                <a:schemeClr val="accent1"/>
              </a:buClr>
              <a:buSzPct val="85000"/>
              <a:buFont typeface="Wingdings" panose="05000000000000000000" pitchFamily="2" charset="2"/>
              <a:buChar char="Ø"/>
              <a:defRPr/>
            </a:pPr>
            <a:r>
              <a:rPr kumimoji="0" lang="en-US" altLang="zh-CN" sz="20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(7) </a:t>
            </a:r>
            <a:r>
              <a:rPr kumimoji="0" lang="zh-CN" altLang="en-US" sz="20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编码前，尽量简化有关的算术表达式和</a:t>
            </a:r>
            <a:r>
              <a:rPr kumimoji="0" lang="zh-CN" altLang="en-US" sz="20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逻辑表达式</a:t>
            </a:r>
            <a:endParaRPr kumimoji="0" lang="zh-CN" altLang="en-US" sz="20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638175" marR="0" lvl="1" indent="-246380" algn="l" defTabSz="914400" rtl="0" eaLnBrk="1" fontAlgn="base" latinLnBrk="0" hangingPunct="1">
              <a:lnSpc>
                <a:spcPct val="120000"/>
              </a:lnSpc>
              <a:spcBef>
                <a:spcPct val="20000"/>
              </a:spcBef>
              <a:spcAft>
                <a:spcPct val="0"/>
              </a:spcAft>
              <a:buClr>
                <a:schemeClr val="accent1"/>
              </a:buClr>
              <a:buSzPct val="85000"/>
              <a:buFont typeface="Wingdings" panose="05000000000000000000" pitchFamily="2" charset="2"/>
              <a:buChar char="Ø"/>
              <a:defRPr/>
            </a:pPr>
            <a:r>
              <a:rPr kumimoji="0" lang="en-US" altLang="zh-CN" sz="20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(8) </a:t>
            </a:r>
            <a:r>
              <a:rPr kumimoji="0" lang="zh-CN" altLang="en-US" sz="20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选用等效的高效率</a:t>
            </a:r>
            <a:r>
              <a:rPr kumimoji="0" lang="zh-CN" altLang="en-US" sz="20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算法</a:t>
            </a:r>
            <a:endParaRPr kumimoji="0" lang="zh-CN" altLang="en-US" sz="20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p:txBody>
      </p:sp>
      <p:sp>
        <p:nvSpPr>
          <p:cNvPr id="12290" name="标题 1"/>
          <p:cNvSpPr>
            <a:spLocks noGrp="1"/>
          </p:cNvSpPr>
          <p:nvPr>
            <p:ph type="title"/>
          </p:nvPr>
        </p:nvSpPr>
        <p:spPr>
          <a:xfrm>
            <a:off x="322263" y="182563"/>
            <a:ext cx="8516938" cy="1139825"/>
          </a:xfrm>
        </p:spPr>
        <p:txBody>
          <a:bodyPr vert="horz" wrap="square" lIns="0" tIns="45610" rIns="0" bIns="0" numCol="1" anchor="b" anchorCtr="0" compatLnSpc="1"/>
          <a:lstStyle/>
          <a:p>
            <a:pPr marL="0" marR="0" lvl="0" indent="0" algn="l" defTabSz="914400" rtl="0" eaLnBrk="1" fontAlgn="base" latinLnBrk="0" hangingPunct="1">
              <a:lnSpc>
                <a:spcPts val="4000"/>
              </a:lnSpc>
              <a:spcBef>
                <a:spcPct val="0"/>
              </a:spcBef>
              <a:spcAft>
                <a:spcPct val="0"/>
              </a:spcAft>
              <a:buClrTx/>
              <a:buSzTx/>
              <a:buFontTx/>
              <a:buNone/>
              <a:defRPr/>
            </a:pPr>
            <a:r>
              <a:rPr kumimoji="1" lang="zh-CN" altLang="en-US" sz="5000" b="1" i="0" u="none" strike="noStrike" kern="1200" cap="none" spc="0" normalizeH="0" baseline="0" noProof="0" dirty="0">
                <a:ln>
                  <a:noFill/>
                </a:ln>
                <a:solidFill>
                  <a:schemeClr val="tx2"/>
                </a:solidFill>
                <a:effectLst/>
                <a:uLnTx/>
                <a:uFillTx/>
                <a:latin typeface="微软雅黑" panose="020B0503020204020204" pitchFamily="34" charset="-122"/>
                <a:ea typeface="微软雅黑" panose="020B0503020204020204" pitchFamily="34" charset="-122"/>
                <a:cs typeface="+mj-cs"/>
              </a:rPr>
              <a:t>运行速度的提高</a:t>
            </a:r>
            <a:endParaRPr kumimoji="1" lang="zh-CN" altLang="en-US" sz="5000" b="1" i="0" u="none" strike="noStrike" kern="1200" cap="none" spc="0" normalizeH="0" baseline="0" noProof="0" dirty="0">
              <a:ln>
                <a:noFill/>
              </a:ln>
              <a:solidFill>
                <a:schemeClr val="tx2"/>
              </a:solidFill>
              <a:effectLst/>
              <a:uLnTx/>
              <a:uFillTx/>
              <a:latin typeface="微软雅黑" panose="020B0503020204020204" pitchFamily="34" charset="-122"/>
              <a:ea typeface="微软雅黑" panose="020B0503020204020204" pitchFamily="34" charset="-122"/>
              <a:cs typeface="+mj-cs"/>
            </a:endParaRPr>
          </a:p>
        </p:txBody>
      </p:sp>
    </p:spTree>
  </p:cSld>
  <p:clrMapOvr>
    <a:masterClrMapping/>
  </p:clrMapOvr>
  <p:transition spd="slow"/>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9026" name="内容占位符 2"/>
          <p:cNvSpPr>
            <a:spLocks noGrp="1"/>
          </p:cNvSpPr>
          <p:nvPr>
            <p:ph idx="1"/>
          </p:nvPr>
        </p:nvSpPr>
        <p:spPr>
          <a:xfrm>
            <a:off x="322263" y="1697038"/>
            <a:ext cx="8516937" cy="3878262"/>
          </a:xfrm>
          <a:ln/>
        </p:spPr>
        <p:txBody>
          <a:bodyPr vert="horz" wrap="square" lIns="91221" tIns="45610" rIns="91221" bIns="45610" anchor="t" anchorCtr="0"/>
          <a:p>
            <a:pPr marL="273050" lvl="1" indent="-273050" defTabSz="914400" eaLnBrk="1" hangingPunct="1">
              <a:lnSpc>
                <a:spcPct val="120000"/>
              </a:lnSpc>
              <a:buClr>
                <a:srgbClr val="0BD0D9"/>
              </a:buClr>
              <a:buSzPct val="95000"/>
              <a:buFont typeface="Wingdings" panose="05000000000000000000" pitchFamily="2" charset="2"/>
              <a:buChar char="p"/>
              <a:tabLst>
                <a:tab pos="457200" algn="l"/>
              </a:tabLst>
            </a:pPr>
            <a:r>
              <a:rPr lang="zh-CN" altLang="en-US" sz="2800" b="1" dirty="0"/>
              <a:t>内存采取基于操作系统的分页功能的虚拟存储管理</a:t>
            </a:r>
            <a:endParaRPr lang="en-US" altLang="zh-CN" sz="2800" b="1" dirty="0"/>
          </a:p>
          <a:p>
            <a:pPr marL="273050" lvl="1" indent="-273050" defTabSz="914400" eaLnBrk="1" hangingPunct="1">
              <a:lnSpc>
                <a:spcPct val="120000"/>
              </a:lnSpc>
              <a:buClr>
                <a:srgbClr val="0BD0D9"/>
              </a:buClr>
              <a:buSzPct val="95000"/>
              <a:buFont typeface="Wingdings" panose="05000000000000000000" pitchFamily="2" charset="2"/>
              <a:buChar char="p"/>
              <a:tabLst>
                <a:tab pos="457200" algn="l"/>
              </a:tabLst>
            </a:pPr>
            <a:r>
              <a:rPr lang="zh-CN" altLang="en-US" sz="2800" b="1" dirty="0"/>
              <a:t>对于变动频的数据最好采用动态存储</a:t>
            </a:r>
            <a:endParaRPr lang="en-US" altLang="zh-CN" sz="2800" b="1" dirty="0"/>
          </a:p>
        </p:txBody>
      </p:sp>
      <p:sp>
        <p:nvSpPr>
          <p:cNvPr id="13314" name="标题 1"/>
          <p:cNvSpPr>
            <a:spLocks noGrp="1"/>
          </p:cNvSpPr>
          <p:nvPr>
            <p:ph type="title"/>
          </p:nvPr>
        </p:nvSpPr>
        <p:spPr>
          <a:xfrm>
            <a:off x="382588" y="398463"/>
            <a:ext cx="8207375" cy="1139825"/>
          </a:xfrm>
        </p:spPr>
        <p:txBody>
          <a:bodyPr vert="horz" wrap="square" lIns="0" tIns="45610" rIns="0" bIns="0" numCol="1" anchor="b" anchorCtr="0" compatLnSpc="1"/>
          <a:lstStyle/>
          <a:p>
            <a:pPr marL="0" marR="0" lvl="0" indent="0" algn="l" defTabSz="914400" rtl="0" eaLnBrk="1" fontAlgn="base" latinLnBrk="0" hangingPunct="1">
              <a:lnSpc>
                <a:spcPts val="4000"/>
              </a:lnSpc>
              <a:spcBef>
                <a:spcPct val="0"/>
              </a:spcBef>
              <a:spcAft>
                <a:spcPct val="0"/>
              </a:spcAft>
              <a:buClrTx/>
              <a:buSzTx/>
              <a:buFontTx/>
              <a:buNone/>
              <a:defRPr/>
            </a:pPr>
            <a:r>
              <a:rPr kumimoji="1" lang="zh-CN" altLang="en-US" sz="5000" b="1" i="0" u="none" strike="noStrike" kern="1200" cap="none" spc="0" normalizeH="0" baseline="0" noProof="0" dirty="0">
                <a:ln>
                  <a:noFill/>
                </a:ln>
                <a:solidFill>
                  <a:schemeClr val="tx2"/>
                </a:solidFill>
                <a:effectLst/>
                <a:uLnTx/>
                <a:uFillTx/>
                <a:latin typeface="微软雅黑" panose="020B0503020204020204" pitchFamily="34" charset="-122"/>
                <a:ea typeface="微软雅黑" panose="020B0503020204020204" pitchFamily="34" charset="-122"/>
                <a:cs typeface="+mj-cs"/>
              </a:rPr>
              <a:t>存储空间的优化</a:t>
            </a:r>
            <a:endParaRPr kumimoji="1" lang="zh-CN" altLang="en-US" sz="5000" b="1" i="0" u="none" strike="noStrike" kern="1200" cap="none" spc="0" normalizeH="0" baseline="0" noProof="0" dirty="0">
              <a:ln>
                <a:noFill/>
              </a:ln>
              <a:solidFill>
                <a:schemeClr val="tx2"/>
              </a:solidFill>
              <a:effectLst/>
              <a:uLnTx/>
              <a:uFillTx/>
              <a:latin typeface="微软雅黑" panose="020B0503020204020204" pitchFamily="34" charset="-122"/>
              <a:ea typeface="微软雅黑" panose="020B0503020204020204" pitchFamily="34" charset="-122"/>
              <a:cs typeface="+mj-cs"/>
            </a:endParaRPr>
          </a:p>
        </p:txBody>
      </p:sp>
    </p:spTree>
  </p:cSld>
  <p:clrMapOvr>
    <a:masterClrMapping/>
  </p:clrMapOvr>
  <p:transition spd="slow"/>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内容占位符 2"/>
          <p:cNvSpPr>
            <a:spLocks noGrp="1"/>
          </p:cNvSpPr>
          <p:nvPr>
            <p:ph idx="1"/>
          </p:nvPr>
        </p:nvSpPr>
        <p:spPr>
          <a:xfrm>
            <a:off x="393700" y="1409700"/>
            <a:ext cx="8516938" cy="5030788"/>
          </a:xfrm>
          <a:solidFill>
            <a:schemeClr val="bg1"/>
          </a:solidFill>
        </p:spPr>
        <p:txBody>
          <a:bodyPr vert="horz" wrap="square" lIns="91221" tIns="45610" rIns="91221" bIns="45610" numCol="1" anchor="t" anchorCtr="0" compatLnSpc="1"/>
          <a:lstStyle/>
          <a:p>
            <a:pPr marL="273050" marR="0" lvl="1" indent="-273050" algn="l" defTabSz="914400" rtl="0" eaLnBrk="1" fontAlgn="base" latinLnBrk="0" hangingPunct="1">
              <a:lnSpc>
                <a:spcPct val="12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2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提高输入输出效率的指导原则如下：</a:t>
            </a:r>
            <a:endParaRPr kumimoji="1" lang="en-US" altLang="zh-CN" sz="2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638175" marR="0" lvl="1" indent="-246380" algn="l" defTabSz="914400" rtl="0" eaLnBrk="1" fontAlgn="base" latinLnBrk="0" hangingPunct="1">
              <a:lnSpc>
                <a:spcPct val="100000"/>
              </a:lnSpc>
              <a:spcBef>
                <a:spcPct val="20000"/>
              </a:spcBef>
              <a:spcAft>
                <a:spcPct val="0"/>
              </a:spcAft>
              <a:buClr>
                <a:schemeClr val="accent1"/>
              </a:buClr>
              <a:buSzPct val="85000"/>
              <a:buFont typeface="Wingdings" panose="05000000000000000000" pitchFamily="2" charset="2"/>
              <a:buChar char="Ø"/>
              <a:defRPr/>
            </a:pPr>
            <a:r>
              <a:rPr kumimoji="0" lang="en-US" altLang="zh-CN" sz="22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(1) </a:t>
            </a:r>
            <a:r>
              <a:rPr kumimoji="0" lang="zh-CN" altLang="en-US" sz="22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对</a:t>
            </a:r>
            <a:r>
              <a:rPr kumimoji="0" lang="zh-CN" altLang="en-US" sz="2200" b="1" i="0" u="none" strike="noStrike" kern="1200" cap="none" spc="0" normalizeH="0" baseline="0" noProof="0" dirty="0">
                <a:ln>
                  <a:noFill/>
                </a:ln>
                <a:solidFill>
                  <a:srgbClr val="FF0000"/>
                </a:solidFill>
                <a:effectLst/>
                <a:uLnTx/>
                <a:uFillTx/>
                <a:latin typeface="+mn-lt"/>
                <a:ea typeface="宋体" panose="02010600030101010101" pitchFamily="2" charset="-122"/>
                <a:cs typeface="+mn-cs"/>
              </a:rPr>
              <a:t>所有的输入数据都进行检验</a:t>
            </a:r>
            <a:r>
              <a:rPr kumimoji="0" lang="zh-CN" altLang="en-US" sz="22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，从而识别错误的输入，以保证每个数据的有效性。</a:t>
            </a:r>
            <a:endParaRPr kumimoji="0" lang="zh-CN" altLang="en-US" sz="22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638175" marR="0" lvl="1" indent="-246380" algn="l" defTabSz="914400" rtl="0" eaLnBrk="1" fontAlgn="base" latinLnBrk="0" hangingPunct="1">
              <a:lnSpc>
                <a:spcPct val="100000"/>
              </a:lnSpc>
              <a:spcBef>
                <a:spcPct val="20000"/>
              </a:spcBef>
              <a:spcAft>
                <a:spcPct val="0"/>
              </a:spcAft>
              <a:buClr>
                <a:schemeClr val="accent1"/>
              </a:buClr>
              <a:buSzPct val="85000"/>
              <a:buFont typeface="Wingdings" panose="05000000000000000000" pitchFamily="2" charset="2"/>
              <a:buChar char="Ø"/>
              <a:defRPr/>
            </a:pPr>
            <a:r>
              <a:rPr kumimoji="0" lang="en-US" altLang="zh-CN" sz="22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(2) </a:t>
            </a:r>
            <a:r>
              <a:rPr kumimoji="0" lang="zh-CN" altLang="en-US" sz="22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检查</a:t>
            </a:r>
            <a:r>
              <a:rPr kumimoji="0" lang="zh-CN" altLang="en-US" sz="2200" b="1" i="0" u="none" strike="noStrike" kern="1200" cap="none" spc="0" normalizeH="0" baseline="0" noProof="0" dirty="0">
                <a:ln>
                  <a:noFill/>
                </a:ln>
                <a:solidFill>
                  <a:srgbClr val="FF0000"/>
                </a:solidFill>
                <a:effectLst/>
                <a:uLnTx/>
                <a:uFillTx/>
                <a:latin typeface="+mn-lt"/>
                <a:ea typeface="宋体" panose="02010600030101010101" pitchFamily="2" charset="-122"/>
                <a:cs typeface="+mn-cs"/>
              </a:rPr>
              <a:t>输入项的各种重要组合的合理性</a:t>
            </a:r>
            <a:r>
              <a:rPr kumimoji="0" lang="zh-CN" altLang="en-US" sz="22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，必要时报告输入状态信息。</a:t>
            </a:r>
            <a:endParaRPr kumimoji="0" lang="zh-CN" altLang="en-US" sz="22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638175" marR="0" lvl="1" indent="-246380" algn="l" defTabSz="914400" rtl="0" eaLnBrk="1" fontAlgn="base" latinLnBrk="0" hangingPunct="1">
              <a:lnSpc>
                <a:spcPct val="100000"/>
              </a:lnSpc>
              <a:spcBef>
                <a:spcPct val="20000"/>
              </a:spcBef>
              <a:spcAft>
                <a:spcPct val="0"/>
              </a:spcAft>
              <a:buClr>
                <a:schemeClr val="accent1"/>
              </a:buClr>
              <a:buSzPct val="85000"/>
              <a:buFont typeface="Wingdings" panose="05000000000000000000" pitchFamily="2" charset="2"/>
              <a:buChar char="Ø"/>
              <a:defRPr/>
            </a:pPr>
            <a:r>
              <a:rPr kumimoji="0" lang="en-US" altLang="zh-CN" sz="22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(3) </a:t>
            </a:r>
            <a:r>
              <a:rPr kumimoji="0" lang="zh-CN" altLang="en-US" sz="2200" b="1" i="0" u="none" strike="noStrike" kern="1200" cap="none" spc="0" normalizeH="0" baseline="0" noProof="0" dirty="0">
                <a:ln>
                  <a:noFill/>
                </a:ln>
                <a:solidFill>
                  <a:srgbClr val="FF0000"/>
                </a:solidFill>
                <a:effectLst/>
                <a:uLnTx/>
                <a:uFillTx/>
                <a:latin typeface="+mn-lt"/>
                <a:ea typeface="宋体" panose="02010600030101010101" pitchFamily="2" charset="-122"/>
                <a:cs typeface="+mn-cs"/>
              </a:rPr>
              <a:t>使得输入的步骤和操作尽可能简单</a:t>
            </a:r>
            <a:r>
              <a:rPr kumimoji="0" lang="zh-CN" altLang="en-US" sz="22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，并保持简单的输入格式。</a:t>
            </a:r>
            <a:endParaRPr kumimoji="0" lang="zh-CN" altLang="en-US" sz="22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638175" marR="0" lvl="1" indent="-246380" algn="l" defTabSz="914400" rtl="0" eaLnBrk="1" fontAlgn="base" latinLnBrk="0" hangingPunct="1">
              <a:lnSpc>
                <a:spcPct val="100000"/>
              </a:lnSpc>
              <a:spcBef>
                <a:spcPct val="20000"/>
              </a:spcBef>
              <a:spcAft>
                <a:spcPct val="0"/>
              </a:spcAft>
              <a:buClr>
                <a:schemeClr val="accent1"/>
              </a:buClr>
              <a:buSzPct val="85000"/>
              <a:buFont typeface="Wingdings" panose="05000000000000000000" pitchFamily="2" charset="2"/>
              <a:buChar char="Ø"/>
              <a:defRPr/>
            </a:pPr>
            <a:r>
              <a:rPr kumimoji="0" lang="en-US" altLang="zh-CN" sz="22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(4) </a:t>
            </a:r>
            <a:r>
              <a:rPr kumimoji="0" lang="zh-CN" altLang="en-US" sz="22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输入数据时，应允许使用自由格式输入，</a:t>
            </a:r>
            <a:r>
              <a:rPr kumimoji="0" lang="zh-CN" altLang="en-US" sz="2200" b="1" i="0" u="none" strike="noStrike" kern="1200" cap="none" spc="0" normalizeH="0" baseline="0" noProof="0" dirty="0">
                <a:ln>
                  <a:noFill/>
                </a:ln>
                <a:solidFill>
                  <a:srgbClr val="FF0000"/>
                </a:solidFill>
                <a:effectLst/>
                <a:uLnTx/>
                <a:uFillTx/>
                <a:latin typeface="+mn-lt"/>
                <a:ea typeface="宋体" panose="02010600030101010101" pitchFamily="2" charset="-122"/>
                <a:cs typeface="+mn-cs"/>
              </a:rPr>
              <a:t>允许默认值</a:t>
            </a:r>
            <a:r>
              <a:rPr kumimoji="0" lang="zh-CN" altLang="en-US" sz="22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输入一批数据时，最好使用输入结束标志，而不要由用户指定输入数据数目；在以交互式输入／输出方式进行输入时，要在屏幕上使用提示符明确提示交互输入的请求．指明可使用选择项的种类和取值范围，同时，在数据输入的过程中和输入结束时，也要在屏幕上给出状态信息。</a:t>
            </a:r>
            <a:endParaRPr kumimoji="0" lang="zh-CN" altLang="en-US" sz="22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p:txBody>
      </p:sp>
      <p:sp>
        <p:nvSpPr>
          <p:cNvPr id="14338" name="标题 1"/>
          <p:cNvSpPr>
            <a:spLocks noGrp="1"/>
          </p:cNvSpPr>
          <p:nvPr>
            <p:ph type="title"/>
          </p:nvPr>
        </p:nvSpPr>
        <p:spPr>
          <a:xfrm>
            <a:off x="250825" y="403225"/>
            <a:ext cx="8516938" cy="935038"/>
          </a:xfrm>
        </p:spPr>
        <p:txBody>
          <a:bodyPr vert="horz" wrap="square" lIns="0" tIns="45610" rIns="0" bIns="0" numCol="1" anchor="b" anchorCtr="0" compatLnSpc="1"/>
          <a:lstStyle/>
          <a:p>
            <a:pPr marL="0" marR="0" lvl="0" indent="0" algn="l" defTabSz="914400" rtl="0" eaLnBrk="1" fontAlgn="base" latinLnBrk="0" hangingPunct="1">
              <a:lnSpc>
                <a:spcPts val="4000"/>
              </a:lnSpc>
              <a:spcBef>
                <a:spcPct val="0"/>
              </a:spcBef>
              <a:spcAft>
                <a:spcPct val="0"/>
              </a:spcAft>
              <a:buClrTx/>
              <a:buSzTx/>
              <a:buFontTx/>
              <a:buNone/>
              <a:defRPr/>
            </a:pPr>
            <a:r>
              <a:rPr kumimoji="1" lang="zh-CN" altLang="en-US" sz="5000" b="1" i="0" u="none" strike="noStrike" kern="1200" cap="none" spc="0" normalizeH="0" baseline="0" noProof="0" dirty="0">
                <a:ln>
                  <a:noFill/>
                </a:ln>
                <a:solidFill>
                  <a:schemeClr val="tx2"/>
                </a:solidFill>
                <a:effectLst/>
                <a:uLnTx/>
                <a:uFillTx/>
                <a:latin typeface="微软雅黑" panose="020B0503020204020204" pitchFamily="34" charset="-122"/>
                <a:ea typeface="微软雅黑" panose="020B0503020204020204" pitchFamily="34" charset="-122"/>
                <a:cs typeface="+mj-cs"/>
              </a:rPr>
              <a:t>输入</a:t>
            </a:r>
            <a:r>
              <a:rPr kumimoji="1" lang="en-US" altLang="zh-CN" sz="5000" b="1" i="0" u="none" strike="noStrike" kern="1200" cap="none" spc="0" normalizeH="0" baseline="0" noProof="0" dirty="0">
                <a:ln>
                  <a:noFill/>
                </a:ln>
                <a:solidFill>
                  <a:schemeClr val="tx2"/>
                </a:solidFill>
                <a:effectLst/>
                <a:uLnTx/>
                <a:uFillTx/>
                <a:latin typeface="微软雅黑" panose="020B0503020204020204" pitchFamily="34" charset="-122"/>
                <a:ea typeface="微软雅黑" panose="020B0503020204020204" pitchFamily="34" charset="-122"/>
                <a:cs typeface="+mj-cs"/>
              </a:rPr>
              <a:t>/</a:t>
            </a:r>
            <a:r>
              <a:rPr kumimoji="1" lang="zh-CN" altLang="en-US" sz="5000" b="1" i="0" u="none" strike="noStrike" kern="1200" cap="none" spc="0" normalizeH="0" baseline="0" noProof="0" dirty="0">
                <a:ln>
                  <a:noFill/>
                </a:ln>
                <a:solidFill>
                  <a:schemeClr val="tx2"/>
                </a:solidFill>
                <a:effectLst/>
                <a:uLnTx/>
                <a:uFillTx/>
                <a:latin typeface="微软雅黑" panose="020B0503020204020204" pitchFamily="34" charset="-122"/>
                <a:ea typeface="微软雅黑" panose="020B0503020204020204" pitchFamily="34" charset="-122"/>
                <a:cs typeface="+mj-cs"/>
              </a:rPr>
              <a:t>输出效率的</a:t>
            </a:r>
            <a:r>
              <a:rPr kumimoji="1" lang="zh-CN" altLang="en-US" sz="5000" b="1" i="0" u="none" strike="noStrike" kern="1200" cap="none" spc="0" normalizeH="0" baseline="0" noProof="0" dirty="0" smtClean="0">
                <a:ln>
                  <a:noFill/>
                </a:ln>
                <a:solidFill>
                  <a:schemeClr val="tx2"/>
                </a:solidFill>
                <a:effectLst/>
                <a:uLnTx/>
                <a:uFillTx/>
                <a:latin typeface="微软雅黑" panose="020B0503020204020204" pitchFamily="34" charset="-122"/>
                <a:ea typeface="微软雅黑" panose="020B0503020204020204" pitchFamily="34" charset="-122"/>
                <a:cs typeface="+mj-cs"/>
              </a:rPr>
              <a:t>提高（</a:t>
            </a:r>
            <a:r>
              <a:rPr kumimoji="1" lang="en-US" altLang="zh-CN" sz="5000" b="1" i="0" u="none" strike="noStrike" kern="1200" cap="none" spc="0" normalizeH="0" baseline="0" noProof="0" dirty="0" smtClean="0">
                <a:ln>
                  <a:noFill/>
                </a:ln>
                <a:solidFill>
                  <a:schemeClr val="tx2"/>
                </a:solidFill>
                <a:effectLst/>
                <a:uLnTx/>
                <a:uFillTx/>
                <a:latin typeface="微软雅黑" panose="020B0503020204020204" pitchFamily="34" charset="-122"/>
                <a:ea typeface="微软雅黑" panose="020B0503020204020204" pitchFamily="34" charset="-122"/>
                <a:cs typeface="+mj-cs"/>
              </a:rPr>
              <a:t>1/3</a:t>
            </a:r>
            <a:r>
              <a:rPr kumimoji="1" lang="zh-CN" altLang="en-US" sz="5000" b="1" i="0" u="none" strike="noStrike" kern="1200" cap="none" spc="0" normalizeH="0" baseline="0" noProof="0" dirty="0" smtClean="0">
                <a:ln>
                  <a:noFill/>
                </a:ln>
                <a:solidFill>
                  <a:schemeClr val="tx2"/>
                </a:solidFill>
                <a:effectLst/>
                <a:uLnTx/>
                <a:uFillTx/>
                <a:latin typeface="微软雅黑" panose="020B0503020204020204" pitchFamily="34" charset="-122"/>
                <a:ea typeface="微软雅黑" panose="020B0503020204020204" pitchFamily="34" charset="-122"/>
                <a:cs typeface="+mj-cs"/>
              </a:rPr>
              <a:t>）</a:t>
            </a:r>
            <a:endParaRPr kumimoji="1" lang="zh-CN" altLang="en-US" sz="5000" b="1" i="0" u="none" strike="noStrike" kern="1200" cap="none" spc="0" normalizeH="0" baseline="0" noProof="0" dirty="0">
              <a:ln>
                <a:noFill/>
              </a:ln>
              <a:solidFill>
                <a:schemeClr val="tx2"/>
              </a:solidFill>
              <a:effectLst/>
              <a:uLnTx/>
              <a:uFillTx/>
              <a:latin typeface="微软雅黑" panose="020B0503020204020204" pitchFamily="34" charset="-122"/>
              <a:ea typeface="微软雅黑" panose="020B0503020204020204" pitchFamily="34" charset="-122"/>
              <a:cs typeface="+mj-cs"/>
            </a:endParaRPr>
          </a:p>
        </p:txBody>
      </p:sp>
    </p:spTree>
  </p:cSld>
  <p:clrMapOvr>
    <a:masterClrMapping/>
  </p:clrMapOvr>
  <p:transition spd="slow"/>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内容占位符 2"/>
          <p:cNvSpPr>
            <a:spLocks noGrp="1"/>
          </p:cNvSpPr>
          <p:nvPr>
            <p:ph idx="1"/>
          </p:nvPr>
        </p:nvSpPr>
        <p:spPr>
          <a:xfrm>
            <a:off x="393700" y="1409700"/>
            <a:ext cx="8516938" cy="5030788"/>
          </a:xfrm>
          <a:solidFill>
            <a:schemeClr val="bg1"/>
          </a:solidFill>
        </p:spPr>
        <p:txBody>
          <a:bodyPr vert="horz" wrap="square" lIns="91221" tIns="45610" rIns="91221" bIns="45610" numCol="1" anchor="t" anchorCtr="0" compatLnSpc="1"/>
          <a:lstStyle/>
          <a:p>
            <a:pPr marL="273050" marR="0" lvl="1" indent="-273050" algn="l" defTabSz="914400" rtl="0" eaLnBrk="1" fontAlgn="base" latinLnBrk="0" hangingPunct="1">
              <a:lnSpc>
                <a:spcPct val="12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2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提高输入输出效率的指导原则如下：</a:t>
            </a:r>
            <a:endParaRPr kumimoji="1" lang="en-US" altLang="zh-CN" sz="2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638175" marR="0" lvl="1" indent="-246380" algn="l" defTabSz="914400" rtl="0" eaLnBrk="1" fontAlgn="base" latinLnBrk="0" hangingPunct="1">
              <a:lnSpc>
                <a:spcPct val="100000"/>
              </a:lnSpc>
              <a:spcBef>
                <a:spcPct val="20000"/>
              </a:spcBef>
              <a:spcAft>
                <a:spcPct val="0"/>
              </a:spcAft>
              <a:buClr>
                <a:schemeClr val="accent1"/>
              </a:buClr>
              <a:buSzPct val="85000"/>
              <a:buFont typeface="Wingdings" panose="05000000000000000000" pitchFamily="2" charset="2"/>
              <a:buChar char="Ø"/>
              <a:defRPr/>
            </a:pPr>
            <a:r>
              <a:rPr kumimoji="0" lang="en-US" altLang="zh-CN" sz="24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a:t>
            </a:r>
            <a:r>
              <a:rPr kumimoji="0" lang="en-US" altLang="zh-CN"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5) </a:t>
            </a:r>
            <a:r>
              <a:rPr kumimoji="0" lang="zh-CN" altLang="en-US"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对所有的输入输出操作，安排适当的缓冲区，以减少频繁的信息交换。</a:t>
            </a:r>
            <a:endParaRPr kumimoji="0" lang="zh-CN" altLang="en-US"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638175" marR="0" lvl="1" indent="-246380" algn="l" defTabSz="914400" rtl="0" eaLnBrk="1" fontAlgn="base" latinLnBrk="0" hangingPunct="1">
              <a:lnSpc>
                <a:spcPct val="100000"/>
              </a:lnSpc>
              <a:spcBef>
                <a:spcPct val="20000"/>
              </a:spcBef>
              <a:spcAft>
                <a:spcPct val="0"/>
              </a:spcAft>
              <a:buClr>
                <a:schemeClr val="accent1"/>
              </a:buClr>
              <a:buSzPct val="85000"/>
              <a:buFont typeface="Wingdings" panose="05000000000000000000" pitchFamily="2" charset="2"/>
              <a:buChar char="Ø"/>
              <a:defRPr/>
            </a:pPr>
            <a:r>
              <a:rPr kumimoji="0" lang="en-US" altLang="zh-CN"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(6) </a:t>
            </a:r>
            <a:r>
              <a:rPr kumimoji="0" lang="zh-CN" altLang="en-US"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对辅助存储</a:t>
            </a:r>
            <a:r>
              <a:rPr kumimoji="0" lang="en-US" altLang="zh-CN"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如磁盘</a:t>
            </a:r>
            <a:r>
              <a:rPr kumimoji="0" lang="en-US" altLang="zh-CN"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a:t>
            </a:r>
            <a:r>
              <a:rPr kumimoji="0" lang="zh-CN" altLang="en-US"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，应当成块传送，以提高输入／输出效率。</a:t>
            </a:r>
            <a:endParaRPr kumimoji="0" lang="zh-CN" altLang="en-US"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638175" marR="0" lvl="1" indent="-246380" algn="l" defTabSz="914400" rtl="0" eaLnBrk="1" fontAlgn="base" latinLnBrk="0" hangingPunct="1">
              <a:lnSpc>
                <a:spcPct val="100000"/>
              </a:lnSpc>
              <a:spcBef>
                <a:spcPct val="20000"/>
              </a:spcBef>
              <a:spcAft>
                <a:spcPct val="0"/>
              </a:spcAft>
              <a:buClr>
                <a:schemeClr val="accent1"/>
              </a:buClr>
              <a:buSzPct val="85000"/>
              <a:buFont typeface="Wingdings" panose="05000000000000000000" pitchFamily="2" charset="2"/>
              <a:buChar char="Ø"/>
              <a:defRPr/>
            </a:pPr>
            <a:r>
              <a:rPr kumimoji="0" lang="en-US" altLang="zh-CN"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(7) </a:t>
            </a:r>
            <a:r>
              <a:rPr kumimoji="0" lang="zh-CN" altLang="en-US"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对辅助存储的输入输出，应考虑设备特性，改善输入输出的质量和速度。</a:t>
            </a:r>
            <a:endParaRPr kumimoji="0" lang="zh-CN" altLang="en-US"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638175" marR="0" lvl="1" indent="-246380" algn="l" defTabSz="914400" rtl="0" eaLnBrk="1" fontAlgn="base" latinLnBrk="0" hangingPunct="1">
              <a:lnSpc>
                <a:spcPct val="100000"/>
              </a:lnSpc>
              <a:spcBef>
                <a:spcPct val="20000"/>
              </a:spcBef>
              <a:spcAft>
                <a:spcPct val="0"/>
              </a:spcAft>
              <a:buClr>
                <a:schemeClr val="accent1"/>
              </a:buClr>
              <a:buSzPct val="85000"/>
              <a:buFont typeface="Wingdings" panose="05000000000000000000" pitchFamily="2" charset="2"/>
              <a:buChar char="Ø"/>
              <a:defRPr/>
            </a:pPr>
            <a:r>
              <a:rPr kumimoji="0" lang="en-US" altLang="zh-CN"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(8) </a:t>
            </a:r>
            <a:r>
              <a:rPr kumimoji="0" lang="zh-CN" altLang="en-US"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对终端或打印机的输入输出，应考虑设备特性，改善输入输出的质量和速度</a:t>
            </a:r>
            <a:r>
              <a:rPr kumimoji="0" lang="zh-CN" altLang="en-US" sz="24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a:t>
            </a:r>
            <a:endParaRPr kumimoji="0" lang="en-US" altLang="zh-CN" sz="24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endParaRPr>
          </a:p>
        </p:txBody>
      </p:sp>
      <p:sp>
        <p:nvSpPr>
          <p:cNvPr id="14338" name="标题 1"/>
          <p:cNvSpPr>
            <a:spLocks noGrp="1"/>
          </p:cNvSpPr>
          <p:nvPr>
            <p:ph type="title"/>
          </p:nvPr>
        </p:nvSpPr>
        <p:spPr>
          <a:xfrm>
            <a:off x="250825" y="403225"/>
            <a:ext cx="8516938" cy="935038"/>
          </a:xfrm>
        </p:spPr>
        <p:txBody>
          <a:bodyPr vert="horz" wrap="square" lIns="0" tIns="45610" rIns="0" bIns="0" numCol="1" anchor="b" anchorCtr="0" compatLnSpc="1"/>
          <a:lstStyle/>
          <a:p>
            <a:pPr marL="0" marR="0" lvl="0" indent="0" algn="l" defTabSz="914400" rtl="0" eaLnBrk="1" fontAlgn="base" latinLnBrk="0" hangingPunct="1">
              <a:lnSpc>
                <a:spcPts val="4000"/>
              </a:lnSpc>
              <a:spcBef>
                <a:spcPct val="0"/>
              </a:spcBef>
              <a:spcAft>
                <a:spcPct val="0"/>
              </a:spcAft>
              <a:buClrTx/>
              <a:buSzTx/>
              <a:buFontTx/>
              <a:buNone/>
              <a:defRPr/>
            </a:pPr>
            <a:r>
              <a:rPr kumimoji="1" lang="zh-CN" altLang="en-US" sz="5000" b="1" i="0" u="none" strike="noStrike" kern="1200" cap="none" spc="0" normalizeH="0" baseline="0" noProof="0" dirty="0">
                <a:ln>
                  <a:noFill/>
                </a:ln>
                <a:solidFill>
                  <a:schemeClr val="tx2"/>
                </a:solidFill>
                <a:effectLst/>
                <a:uLnTx/>
                <a:uFillTx/>
                <a:latin typeface="微软雅黑" panose="020B0503020204020204" pitchFamily="34" charset="-122"/>
                <a:ea typeface="微软雅黑" panose="020B0503020204020204" pitchFamily="34" charset="-122"/>
                <a:cs typeface="+mj-cs"/>
              </a:rPr>
              <a:t>输入</a:t>
            </a:r>
            <a:r>
              <a:rPr kumimoji="1" lang="en-US" altLang="zh-CN" sz="5000" b="1" i="0" u="none" strike="noStrike" kern="1200" cap="none" spc="0" normalizeH="0" baseline="0" noProof="0" dirty="0">
                <a:ln>
                  <a:noFill/>
                </a:ln>
                <a:solidFill>
                  <a:schemeClr val="tx2"/>
                </a:solidFill>
                <a:effectLst/>
                <a:uLnTx/>
                <a:uFillTx/>
                <a:latin typeface="微软雅黑" panose="020B0503020204020204" pitchFamily="34" charset="-122"/>
                <a:ea typeface="微软雅黑" panose="020B0503020204020204" pitchFamily="34" charset="-122"/>
                <a:cs typeface="+mj-cs"/>
              </a:rPr>
              <a:t>/</a:t>
            </a:r>
            <a:r>
              <a:rPr kumimoji="1" lang="zh-CN" altLang="en-US" sz="5000" b="1" i="0" u="none" strike="noStrike" kern="1200" cap="none" spc="0" normalizeH="0" baseline="0" noProof="0" dirty="0">
                <a:ln>
                  <a:noFill/>
                </a:ln>
                <a:solidFill>
                  <a:schemeClr val="tx2"/>
                </a:solidFill>
                <a:effectLst/>
                <a:uLnTx/>
                <a:uFillTx/>
                <a:latin typeface="微软雅黑" panose="020B0503020204020204" pitchFamily="34" charset="-122"/>
                <a:ea typeface="微软雅黑" panose="020B0503020204020204" pitchFamily="34" charset="-122"/>
                <a:cs typeface="+mj-cs"/>
              </a:rPr>
              <a:t>输出效率的</a:t>
            </a:r>
            <a:r>
              <a:rPr kumimoji="1" lang="zh-CN" altLang="en-US" sz="5000" b="1" i="0" u="none" strike="noStrike" kern="1200" cap="none" spc="0" normalizeH="0" baseline="0" noProof="0" dirty="0" smtClean="0">
                <a:ln>
                  <a:noFill/>
                </a:ln>
                <a:solidFill>
                  <a:schemeClr val="tx2"/>
                </a:solidFill>
                <a:effectLst/>
                <a:uLnTx/>
                <a:uFillTx/>
                <a:latin typeface="微软雅黑" panose="020B0503020204020204" pitchFamily="34" charset="-122"/>
                <a:ea typeface="微软雅黑" panose="020B0503020204020204" pitchFamily="34" charset="-122"/>
                <a:cs typeface="+mj-cs"/>
              </a:rPr>
              <a:t>提高</a:t>
            </a:r>
            <a:r>
              <a:rPr kumimoji="1" lang="en-US" altLang="zh-CN" sz="5000" b="1" i="0" u="none" strike="noStrike" kern="1200" cap="none" spc="0" normalizeH="0" baseline="0" noProof="0" dirty="0" smtClean="0">
                <a:ln>
                  <a:noFill/>
                </a:ln>
                <a:solidFill>
                  <a:schemeClr val="tx2"/>
                </a:solidFill>
                <a:effectLst/>
                <a:uLnTx/>
                <a:uFillTx/>
                <a:latin typeface="微软雅黑" panose="020B0503020204020204" pitchFamily="34" charset="-122"/>
                <a:ea typeface="微软雅黑" panose="020B0503020204020204" pitchFamily="34" charset="-122"/>
                <a:cs typeface="+mj-cs"/>
              </a:rPr>
              <a:t>(2/3)</a:t>
            </a:r>
            <a:endParaRPr kumimoji="1" lang="zh-CN" altLang="en-US" sz="5000" b="1" i="0" u="none" strike="noStrike" kern="1200" cap="none" spc="0" normalizeH="0" baseline="0" noProof="0" dirty="0">
              <a:ln>
                <a:noFill/>
              </a:ln>
              <a:solidFill>
                <a:schemeClr val="tx2"/>
              </a:solidFill>
              <a:effectLst/>
              <a:uLnTx/>
              <a:uFillTx/>
              <a:latin typeface="微软雅黑" panose="020B0503020204020204" pitchFamily="34" charset="-122"/>
              <a:ea typeface="微软雅黑" panose="020B0503020204020204" pitchFamily="34" charset="-122"/>
              <a:cs typeface="+mj-cs"/>
            </a:endParaRPr>
          </a:p>
        </p:txBody>
      </p:sp>
    </p:spTree>
  </p:cSld>
  <p:clrMapOvr>
    <a:masterClrMapping/>
  </p:clrMapOvr>
  <p:transition spd="slow"/>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内容占位符 2"/>
          <p:cNvSpPr>
            <a:spLocks noGrp="1"/>
          </p:cNvSpPr>
          <p:nvPr>
            <p:ph idx="1"/>
          </p:nvPr>
        </p:nvSpPr>
        <p:spPr>
          <a:xfrm>
            <a:off x="393700" y="1409700"/>
            <a:ext cx="8516938" cy="5030788"/>
          </a:xfrm>
          <a:solidFill>
            <a:schemeClr val="bg1"/>
          </a:solidFill>
        </p:spPr>
        <p:txBody>
          <a:bodyPr vert="horz" wrap="square" lIns="91221" tIns="45610" rIns="91221" bIns="45610" numCol="1" anchor="t" anchorCtr="0" compatLnSpc="1"/>
          <a:lstStyle/>
          <a:p>
            <a:pPr marL="273050" marR="0" lvl="1" indent="-273050" algn="l" defTabSz="914400" rtl="0" eaLnBrk="1" fontAlgn="base" latinLnBrk="0" hangingPunct="1">
              <a:lnSpc>
                <a:spcPct val="120000"/>
              </a:lnSpc>
              <a:spcBef>
                <a:spcPct val="20000"/>
              </a:spcBef>
              <a:spcAft>
                <a:spcPct val="0"/>
              </a:spcAft>
              <a:buClr>
                <a:srgbClr val="0BD0D9"/>
              </a:buClr>
              <a:buSzPct val="95000"/>
              <a:buFont typeface="Wingdings" panose="05000000000000000000" pitchFamily="2" charset="2"/>
              <a:buChar char="p"/>
              <a:tabLst>
                <a:tab pos="457200" algn="l"/>
              </a:tabLst>
              <a:defRPr/>
            </a:pPr>
            <a:r>
              <a:rPr kumimoji="1" lang="zh-CN" altLang="en-US" sz="2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提高输入输出效率的指导原则如下：</a:t>
            </a:r>
            <a:endParaRPr kumimoji="1" lang="en-US" altLang="zh-CN" sz="2800" b="1"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638175" marR="0" lvl="1" indent="-246380" algn="l" defTabSz="914400" rtl="0" eaLnBrk="1" fontAlgn="base" latinLnBrk="0" hangingPunct="1">
              <a:lnSpc>
                <a:spcPct val="100000"/>
              </a:lnSpc>
              <a:spcBef>
                <a:spcPct val="20000"/>
              </a:spcBef>
              <a:spcAft>
                <a:spcPct val="0"/>
              </a:spcAft>
              <a:buClr>
                <a:schemeClr val="accent1"/>
              </a:buClr>
              <a:buSzPct val="85000"/>
              <a:buFont typeface="Wingdings" panose="05000000000000000000" pitchFamily="2" charset="2"/>
              <a:buChar char="Ø"/>
              <a:defRPr/>
            </a:pPr>
            <a:r>
              <a:rPr kumimoji="0" lang="en-US" altLang="zh-CN" sz="2400" b="0"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a:t>
            </a:r>
            <a:r>
              <a:rPr kumimoji="0" lang="en-US" altLang="zh-CN"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9) </a:t>
            </a:r>
            <a:r>
              <a:rPr kumimoji="0" lang="zh-CN" altLang="en-US"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任何不易理解的、对改善输入输出效果关系不大的措施都是不可取的。</a:t>
            </a:r>
            <a:endParaRPr kumimoji="0" lang="en-US" altLang="zh-CN"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638175" marR="0" lvl="1" indent="-246380" algn="l" defTabSz="914400" rtl="0" eaLnBrk="1" fontAlgn="base" latinLnBrk="0" hangingPunct="1">
              <a:lnSpc>
                <a:spcPct val="100000"/>
              </a:lnSpc>
              <a:spcBef>
                <a:spcPct val="20000"/>
              </a:spcBef>
              <a:spcAft>
                <a:spcPct val="0"/>
              </a:spcAft>
              <a:buClr>
                <a:schemeClr val="accent1"/>
              </a:buClr>
              <a:buSzPct val="85000"/>
              <a:buFont typeface="Wingdings" panose="05000000000000000000" pitchFamily="2" charset="2"/>
              <a:buChar char="Ø"/>
              <a:defRPr/>
            </a:pPr>
            <a:r>
              <a:rPr kumimoji="0" lang="en-US" altLang="zh-CN"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(10) </a:t>
            </a:r>
            <a:r>
              <a:rPr kumimoji="0" lang="zh-CN" altLang="en-US"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不应该为追求所谓超高效的输入输出，而损害程序的可理解性。</a:t>
            </a:r>
            <a:endParaRPr kumimoji="0" lang="zh-CN" altLang="en-US"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638175" marR="0" lvl="1" indent="-246380" algn="l" defTabSz="914400" rtl="0" eaLnBrk="1" fontAlgn="base" latinLnBrk="0" hangingPunct="1">
              <a:lnSpc>
                <a:spcPct val="100000"/>
              </a:lnSpc>
              <a:spcBef>
                <a:spcPct val="20000"/>
              </a:spcBef>
              <a:spcAft>
                <a:spcPct val="0"/>
              </a:spcAft>
              <a:buClr>
                <a:schemeClr val="accent1"/>
              </a:buClr>
              <a:buSzPct val="85000"/>
              <a:buFont typeface="Wingdings" panose="05000000000000000000" pitchFamily="2" charset="2"/>
              <a:buChar char="Ø"/>
              <a:defRPr/>
            </a:pPr>
            <a:r>
              <a:rPr kumimoji="0" lang="en-US" altLang="zh-CN"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(11) </a:t>
            </a:r>
            <a:r>
              <a:rPr kumimoji="0" lang="zh-CN" altLang="en-US"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rPr>
              <a:t>良好的输入输出程序设计风格对提高输入输出效率会有明显的效果。</a:t>
            </a:r>
            <a:endParaRPr kumimoji="0" lang="zh-CN" altLang="en-US" sz="24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a:p>
            <a:pPr marL="638175" marR="0" lvl="1" indent="-246380" algn="l" defTabSz="914400" rtl="0" eaLnBrk="1" fontAlgn="base" latinLnBrk="0" hangingPunct="1">
              <a:lnSpc>
                <a:spcPct val="120000"/>
              </a:lnSpc>
              <a:spcBef>
                <a:spcPct val="20000"/>
              </a:spcBef>
              <a:spcAft>
                <a:spcPct val="0"/>
              </a:spcAft>
              <a:buClr>
                <a:schemeClr val="accent1"/>
              </a:buClr>
              <a:buSzPct val="85000"/>
              <a:buFont typeface="Wingdings" panose="05000000000000000000" pitchFamily="2" charset="2"/>
              <a:buChar char="Ø"/>
              <a:defRPr/>
            </a:pPr>
            <a:endParaRPr kumimoji="0" lang="zh-CN" altLang="en-US" sz="2200" b="0" i="0" u="none" strike="noStrike" kern="1200" cap="none" spc="0" normalizeH="0" baseline="0" noProof="0" dirty="0">
              <a:ln>
                <a:noFill/>
              </a:ln>
              <a:solidFill>
                <a:schemeClr val="tx1"/>
              </a:solidFill>
              <a:effectLst/>
              <a:uLnTx/>
              <a:uFillTx/>
              <a:latin typeface="+mn-lt"/>
              <a:ea typeface="宋体" panose="02010600030101010101" pitchFamily="2" charset="-122"/>
              <a:cs typeface="+mn-cs"/>
            </a:endParaRPr>
          </a:p>
        </p:txBody>
      </p:sp>
      <p:sp>
        <p:nvSpPr>
          <p:cNvPr id="14338" name="标题 1"/>
          <p:cNvSpPr>
            <a:spLocks noGrp="1"/>
          </p:cNvSpPr>
          <p:nvPr>
            <p:ph type="title"/>
          </p:nvPr>
        </p:nvSpPr>
        <p:spPr>
          <a:xfrm>
            <a:off x="250825" y="403225"/>
            <a:ext cx="8516938" cy="935038"/>
          </a:xfrm>
        </p:spPr>
        <p:txBody>
          <a:bodyPr vert="horz" wrap="square" lIns="0" tIns="45610" rIns="0" bIns="0" numCol="1" anchor="b" anchorCtr="0" compatLnSpc="1"/>
          <a:lstStyle/>
          <a:p>
            <a:pPr marL="0" marR="0" lvl="0" indent="0" algn="l" defTabSz="914400" rtl="0" eaLnBrk="1" fontAlgn="base" latinLnBrk="0" hangingPunct="1">
              <a:lnSpc>
                <a:spcPts val="4000"/>
              </a:lnSpc>
              <a:spcBef>
                <a:spcPct val="0"/>
              </a:spcBef>
              <a:spcAft>
                <a:spcPct val="0"/>
              </a:spcAft>
              <a:buClrTx/>
              <a:buSzTx/>
              <a:buFontTx/>
              <a:buNone/>
              <a:defRPr/>
            </a:pPr>
            <a:r>
              <a:rPr kumimoji="1" lang="zh-CN" altLang="en-US" sz="5000" b="1" i="0" u="none" strike="noStrike" kern="1200" cap="none" spc="0" normalizeH="0" baseline="0" noProof="0" dirty="0">
                <a:ln>
                  <a:noFill/>
                </a:ln>
                <a:solidFill>
                  <a:schemeClr val="tx2"/>
                </a:solidFill>
                <a:effectLst/>
                <a:uLnTx/>
                <a:uFillTx/>
                <a:latin typeface="微软雅黑" panose="020B0503020204020204" pitchFamily="34" charset="-122"/>
                <a:ea typeface="微软雅黑" panose="020B0503020204020204" pitchFamily="34" charset="-122"/>
                <a:cs typeface="+mj-cs"/>
              </a:rPr>
              <a:t>输入</a:t>
            </a:r>
            <a:r>
              <a:rPr kumimoji="1" lang="en-US" altLang="zh-CN" sz="5000" b="1" i="0" u="none" strike="noStrike" kern="1200" cap="none" spc="0" normalizeH="0" baseline="0" noProof="0" dirty="0">
                <a:ln>
                  <a:noFill/>
                </a:ln>
                <a:solidFill>
                  <a:schemeClr val="tx2"/>
                </a:solidFill>
                <a:effectLst/>
                <a:uLnTx/>
                <a:uFillTx/>
                <a:latin typeface="微软雅黑" panose="020B0503020204020204" pitchFamily="34" charset="-122"/>
                <a:ea typeface="微软雅黑" panose="020B0503020204020204" pitchFamily="34" charset="-122"/>
                <a:cs typeface="+mj-cs"/>
              </a:rPr>
              <a:t>/</a:t>
            </a:r>
            <a:r>
              <a:rPr kumimoji="1" lang="zh-CN" altLang="en-US" sz="5000" b="1" i="0" u="none" strike="noStrike" kern="1200" cap="none" spc="0" normalizeH="0" baseline="0" noProof="0" dirty="0">
                <a:ln>
                  <a:noFill/>
                </a:ln>
                <a:solidFill>
                  <a:schemeClr val="tx2"/>
                </a:solidFill>
                <a:effectLst/>
                <a:uLnTx/>
                <a:uFillTx/>
                <a:latin typeface="微软雅黑" panose="020B0503020204020204" pitchFamily="34" charset="-122"/>
                <a:ea typeface="微软雅黑" panose="020B0503020204020204" pitchFamily="34" charset="-122"/>
                <a:cs typeface="+mj-cs"/>
              </a:rPr>
              <a:t>输出效率的</a:t>
            </a:r>
            <a:r>
              <a:rPr kumimoji="1" lang="zh-CN" altLang="en-US" sz="5000" b="1" i="0" u="none" strike="noStrike" kern="1200" cap="none" spc="0" normalizeH="0" baseline="0" noProof="0" dirty="0" smtClean="0">
                <a:ln>
                  <a:noFill/>
                </a:ln>
                <a:solidFill>
                  <a:schemeClr val="tx2"/>
                </a:solidFill>
                <a:effectLst/>
                <a:uLnTx/>
                <a:uFillTx/>
                <a:latin typeface="微软雅黑" panose="020B0503020204020204" pitchFamily="34" charset="-122"/>
                <a:ea typeface="微软雅黑" panose="020B0503020204020204" pitchFamily="34" charset="-122"/>
                <a:cs typeface="+mj-cs"/>
              </a:rPr>
              <a:t>提高</a:t>
            </a:r>
            <a:r>
              <a:rPr kumimoji="1" lang="en-US" altLang="zh-CN" sz="5000" b="1" i="0" u="none" strike="noStrike" kern="1200" cap="none" spc="0" normalizeH="0" baseline="0" noProof="0" dirty="0" smtClean="0">
                <a:ln>
                  <a:noFill/>
                </a:ln>
                <a:solidFill>
                  <a:schemeClr val="tx2"/>
                </a:solidFill>
                <a:effectLst/>
                <a:uLnTx/>
                <a:uFillTx/>
                <a:latin typeface="微软雅黑" panose="020B0503020204020204" pitchFamily="34" charset="-122"/>
                <a:ea typeface="微软雅黑" panose="020B0503020204020204" pitchFamily="34" charset="-122"/>
                <a:cs typeface="+mj-cs"/>
              </a:rPr>
              <a:t>(3/3)</a:t>
            </a:r>
            <a:endParaRPr kumimoji="1" lang="zh-CN" altLang="en-US" sz="5000" b="1" i="0" u="none" strike="noStrike" kern="1200" cap="none" spc="0" normalizeH="0" baseline="0" noProof="0" dirty="0">
              <a:ln>
                <a:noFill/>
              </a:ln>
              <a:solidFill>
                <a:schemeClr val="tx2"/>
              </a:solidFill>
              <a:effectLst/>
              <a:uLnTx/>
              <a:uFillTx/>
              <a:latin typeface="微软雅黑" panose="020B0503020204020204" pitchFamily="34" charset="-122"/>
              <a:ea typeface="微软雅黑" panose="020B0503020204020204" pitchFamily="34" charset="-122"/>
              <a:cs typeface="+mj-cs"/>
            </a:endParaRPr>
          </a:p>
        </p:txBody>
      </p:sp>
    </p:spTree>
  </p:cSld>
  <p:clrMapOvr>
    <a:masterClrMapping/>
  </p:clrMapOvr>
  <p:transition spd="slow"/>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22" name="内容占位符 1"/>
          <p:cNvSpPr>
            <a:spLocks noGrp="1"/>
          </p:cNvSpPr>
          <p:nvPr>
            <p:ph idx="1"/>
          </p:nvPr>
        </p:nvSpPr>
        <p:spPr>
          <a:ln/>
        </p:spPr>
        <p:txBody>
          <a:bodyPr vert="horz" wrap="square" lIns="91221" tIns="45610" rIns="91221" bIns="45610" anchor="t" anchorCtr="0"/>
          <a:p>
            <a:pPr marL="273050" lvl="1" indent="-273050" defTabSz="914400" eaLnBrk="1" hangingPunct="1">
              <a:lnSpc>
                <a:spcPct val="170000"/>
              </a:lnSpc>
              <a:buClr>
                <a:srgbClr val="0BD0D9"/>
              </a:buClr>
              <a:buSzPct val="95000"/>
              <a:buFont typeface="Wingdings" panose="05000000000000000000" pitchFamily="2" charset="2"/>
              <a:buChar char="p"/>
              <a:tabLst>
                <a:tab pos="457200" algn="l"/>
              </a:tabLst>
            </a:pPr>
            <a:r>
              <a:rPr lang="zh-CN" altLang="en-US" b="1" dirty="0"/>
              <a:t>软件实现的目的就是要把详细设计的结果翻译成用选定的语言书写的源程序。</a:t>
            </a:r>
            <a:endParaRPr lang="en-US" altLang="zh-CN" b="1" dirty="0"/>
          </a:p>
          <a:p>
            <a:pPr marL="273050" lvl="1" indent="-273050" defTabSz="914400" eaLnBrk="1" hangingPunct="1">
              <a:lnSpc>
                <a:spcPct val="170000"/>
              </a:lnSpc>
              <a:buClr>
                <a:srgbClr val="0BD0D9"/>
              </a:buClr>
              <a:buSzPct val="95000"/>
              <a:buFont typeface="Wingdings" panose="05000000000000000000" pitchFamily="2" charset="2"/>
              <a:buChar char="p"/>
              <a:tabLst>
                <a:tab pos="457200" algn="l"/>
              </a:tabLst>
            </a:pPr>
            <a:r>
              <a:rPr lang="zh-CN" altLang="en-US" b="1" dirty="0"/>
              <a:t>这一过程要选择合适的程序设计语言，遵守软件编码规范，开发出高效率的软件。</a:t>
            </a:r>
            <a:endParaRPr lang="zh-CN" altLang="en-US" b="1" dirty="0"/>
          </a:p>
        </p:txBody>
      </p:sp>
      <p:sp>
        <p:nvSpPr>
          <p:cNvPr id="133123" name="标题 2"/>
          <p:cNvSpPr>
            <a:spLocks noGrp="1"/>
          </p:cNvSpPr>
          <p:nvPr>
            <p:ph type="title"/>
          </p:nvPr>
        </p:nvSpPr>
        <p:spPr>
          <a:xfrm>
            <a:off x="455613" y="542925"/>
            <a:ext cx="8207375" cy="1139825"/>
          </a:xfrm>
          <a:ln/>
        </p:spPr>
        <p:txBody>
          <a:bodyPr vert="horz" wrap="square" lIns="0" tIns="45610" rIns="0" bIns="0" anchor="b" anchorCtr="0"/>
          <a:p>
            <a:pPr eaLnBrk="1" hangingPunct="1">
              <a:lnSpc>
                <a:spcPts val="4000"/>
              </a:lnSpc>
            </a:pPr>
            <a:r>
              <a:rPr lang="zh-CN" altLang="en-US" b="1" dirty="0">
                <a:latin typeface="微软雅黑" panose="020B0503020204020204" pitchFamily="34" charset="-122"/>
                <a:ea typeface="微软雅黑" panose="020B0503020204020204" pitchFamily="34" charset="-122"/>
              </a:rPr>
              <a:t>小结</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tags/tag1.xml><?xml version="1.0" encoding="utf-8"?>
<p:tagLst xmlns:p="http://schemas.openxmlformats.org/presentationml/2006/main">
  <p:tag name="commondata" val="eyJoZGlkIjoiZTNhZDIxYmVkM2NhYTRiNDgwZDM4ZDVhYjhiY2EzM2IifQ=="/>
</p:tagLst>
</file>

<file path=ppt/theme/_rels/theme1.xml.rels><?xml version="1.0" encoding="UTF-8" standalone="yes"?>
<Relationships xmlns="http://schemas.openxmlformats.org/package/2006/relationships"><Relationship Id="rId1" Type="http://schemas.openxmlformats.org/officeDocument/2006/relationships/image" Target="../media/image3.jpeg"/></Relationships>
</file>

<file path=ppt/theme/theme1.xml><?xml version="1.0" encoding="utf-8"?>
<a:theme xmlns:a="http://schemas.openxmlformats.org/drawingml/2006/main" name="流畅">
  <a:themeElements>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流畅">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流畅">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8945</Words>
  <Application>WPS 演示</Application>
  <PresentationFormat>自定义</PresentationFormat>
  <Paragraphs>968</Paragraphs>
  <Slides>111</Slides>
  <Notes>13</Notes>
  <HiddenSlides>1</HiddenSlides>
  <MMClips>0</MMClips>
  <ScaleCrop>false</ScaleCrop>
  <HeadingPairs>
    <vt:vector size="8" baseType="variant">
      <vt:variant>
        <vt:lpstr>已用的字体</vt:lpstr>
      </vt:variant>
      <vt:variant>
        <vt:i4>21</vt:i4>
      </vt:variant>
      <vt:variant>
        <vt:lpstr>主题</vt:lpstr>
      </vt:variant>
      <vt:variant>
        <vt:i4>1</vt:i4>
      </vt:variant>
      <vt:variant>
        <vt:lpstr>嵌入 OLE 服务器</vt:lpstr>
      </vt:variant>
      <vt:variant>
        <vt:i4>8</vt:i4>
      </vt:variant>
      <vt:variant>
        <vt:lpstr>幻灯片标题</vt:lpstr>
      </vt:variant>
      <vt:variant>
        <vt:i4>111</vt:i4>
      </vt:variant>
    </vt:vector>
  </HeadingPairs>
  <TitlesOfParts>
    <vt:vector size="141" baseType="lpstr">
      <vt:lpstr>Arial</vt:lpstr>
      <vt:lpstr>宋体</vt:lpstr>
      <vt:lpstr>Wingdings</vt:lpstr>
      <vt:lpstr>黑体</vt:lpstr>
      <vt:lpstr>Calibri</vt:lpstr>
      <vt:lpstr>隶书</vt:lpstr>
      <vt:lpstr>Constantia</vt:lpstr>
      <vt:lpstr>Wingdings 2</vt:lpstr>
      <vt:lpstr>楷体_GB2312</vt:lpstr>
      <vt:lpstr>新宋体</vt:lpstr>
      <vt:lpstr>微软雅黑</vt:lpstr>
      <vt:lpstr>Comic Sans MS</vt:lpstr>
      <vt:lpstr>Times New Roman</vt:lpstr>
      <vt:lpstr>Tahoma</vt:lpstr>
      <vt:lpstr>TimesNewRomanPSMT</vt:lpstr>
      <vt:lpstr>Wingdings 3</vt:lpstr>
      <vt:lpstr>华文中宋</vt:lpstr>
      <vt:lpstr>Arial Black</vt:lpstr>
      <vt:lpstr>Wingdings 2</vt:lpstr>
      <vt:lpstr>Arial Unicode MS</vt:lpstr>
      <vt:lpstr>Wingdings 3</vt:lpstr>
      <vt:lpstr>流畅</vt:lpstr>
      <vt:lpstr>Visio.Drawing.11</vt:lpstr>
      <vt:lpstr>Visio.Drawing.11</vt:lpstr>
      <vt:lpstr>Visio.Drawing.11</vt:lpstr>
      <vt:lpstr>Visio.Drawing.11</vt:lpstr>
      <vt:lpstr>Visio.Drawing.11</vt:lpstr>
      <vt:lpstr>Visio.Drawing.11</vt:lpstr>
      <vt:lpstr>Visio.Drawing.11</vt:lpstr>
      <vt:lpstr>Visio.Drawing.11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home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zj</dc:creator>
  <cp:lastModifiedBy>喻杰</cp:lastModifiedBy>
  <cp:revision>589</cp:revision>
  <dcterms:created xsi:type="dcterms:W3CDTF">2010-02-20T02:56:04Z</dcterms:created>
  <dcterms:modified xsi:type="dcterms:W3CDTF">2024-11-27T23:36:46Z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92D57AA3636044A2AB6150DD841CB720_12</vt:lpwstr>
  </property>
  <property fmtid="{D5CDD505-2E9C-101B-9397-08002B2CF9AE}" pid="3" name="KSOProductBuildVer">
    <vt:lpwstr>2052-12.1.0.17827</vt:lpwstr>
  </property>
</Properties>
</file>